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1801" r:id="rId3"/>
    <p:sldId id="1576" r:id="rId4"/>
    <p:sldId id="1713" r:id="rId5"/>
    <p:sldId id="1719" r:id="rId6"/>
    <p:sldId id="1721" r:id="rId7"/>
    <p:sldId id="1739" r:id="rId8"/>
    <p:sldId id="1747" r:id="rId9"/>
    <p:sldId id="1723" r:id="rId10"/>
    <p:sldId id="1748" r:id="rId11"/>
    <p:sldId id="1724" r:id="rId12"/>
    <p:sldId id="1749" r:id="rId13"/>
    <p:sldId id="1725" r:id="rId14"/>
    <p:sldId id="1726" r:id="rId15"/>
    <p:sldId id="1750" r:id="rId16"/>
    <p:sldId id="1727" r:id="rId17"/>
    <p:sldId id="1751" r:id="rId18"/>
    <p:sldId id="1800" r:id="rId19"/>
    <p:sldId id="1755" r:id="rId20"/>
    <p:sldId id="1720" r:id="rId21"/>
    <p:sldId id="1756" r:id="rId22"/>
    <p:sldId id="1733" r:id="rId23"/>
    <p:sldId id="1731" r:id="rId24"/>
    <p:sldId id="1757" r:id="rId25"/>
    <p:sldId id="1732" r:id="rId26"/>
    <p:sldId id="1736" r:id="rId27"/>
    <p:sldId id="1728" r:id="rId28"/>
    <p:sldId id="1798" r:id="rId29"/>
    <p:sldId id="1799" r:id="rId30"/>
    <p:sldId id="1734" r:id="rId31"/>
    <p:sldId id="1758" r:id="rId32"/>
    <p:sldId id="1737" r:id="rId33"/>
    <p:sldId id="1729" r:id="rId34"/>
    <p:sldId id="1735" r:id="rId35"/>
    <p:sldId id="1759" r:id="rId36"/>
    <p:sldId id="1738" r:id="rId37"/>
    <p:sldId id="1730" r:id="rId38"/>
    <p:sldId id="1754" r:id="rId39"/>
    <p:sldId id="1752" r:id="rId40"/>
    <p:sldId id="1753" r:id="rId41"/>
    <p:sldId id="1760" r:id="rId42"/>
    <p:sldId id="1781" r:id="rId43"/>
    <p:sldId id="1762" r:id="rId44"/>
    <p:sldId id="1782" r:id="rId45"/>
    <p:sldId id="1783" r:id="rId46"/>
    <p:sldId id="1780" r:id="rId47"/>
    <p:sldId id="1784" r:id="rId48"/>
    <p:sldId id="1785" r:id="rId49"/>
    <p:sldId id="1769" r:id="rId50"/>
    <p:sldId id="1770" r:id="rId51"/>
    <p:sldId id="1786" r:id="rId52"/>
    <p:sldId id="1764" r:id="rId53"/>
    <p:sldId id="1772" r:id="rId54"/>
    <p:sldId id="1774" r:id="rId55"/>
    <p:sldId id="1775" r:id="rId56"/>
    <p:sldId id="1773" r:id="rId57"/>
    <p:sldId id="1788" r:id="rId58"/>
    <p:sldId id="1787"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02:04.797"/>
    </inkml:context>
    <inkml:brush xml:id="br0">
      <inkml:brushProperty name="width" value="0.05292" units="cm"/>
      <inkml:brushProperty name="height" value="0.05292" units="cm"/>
      <inkml:brushProperty name="color" value="#FF0000"/>
    </inkml:brush>
  </inkml:definitions>
  <inkml:trace contextRef="#ctx0" brushRef="#br0">2436 7138 0 0,'0'0'1'0,"0"0"34"0,0 0 24 0,0 0 16 0,0 0 17 0,0 0 13 0,0 0 16 0,0-6 13 0,0 6 16 0,0 0 15 0,7 0 17 0,-7 0-2 0,0 0-15 0,0 0-8 0,0 0-6 0,0 0-1 15,0-5 1-15,0 5-1 0,0 0-2 0,0 0-3 0,0 0-5 0,0 0-2 0,0 0-5 0,0-4-7 16,0 4-11-16,0 0-8 0,0 0-10 0,0 0-11 0,0 0-9 0,0 0-7 16,0 0-9-16,0-5-7 0,0 5-6 0,0 0-5 0,0 0-4 0,0 0-4 0,0 0-4 15,0 0-3-15,0 0-5 0,0 0-4 0,0 0-7 0,0 0-5 0,0 0-3 16,0 0-6-16,0 0-6 0,0 0-2 0,0 0-5 0,0 0-3 0,0 0-2 16,0 0-1-16,0 0-1 0,0-6 3 0,0 6 0 0,0 0 3 0,6 0-1 15,-6 0 5-15,0 0 1 0,0 0 4 0,6 0 4 0,-6 0 4 0,0 0 5 0,5 0 4 16,-5 0 5-16,7 0 5 0,-7-4 4 0,0 4 3 0,8 0 4 0,-8 0 2 0,6 0 0 15,-6 0 0-15,7 0-1 0,-7 0 0 0,6-4-2 0,-6 4-2 0,5 0-3 16,-5 0 0-16,7 0-5 0,2 0-2 0,-4 0 0 0,1 0-2 0,-6-5 0 16,7 5 1-16,-2 0-1 0,4 0 3 0,-2 0 0 0,4 0 0 15,-3 0 3-15,-3 0 0 0,3 0 3 0,-3 0-1 0,2 0 5 0,0 0-1 0,-2 0 0 0,10 0 2 16,-10 0-3-16,3 0 0 0,-2 0 1 0,-1 0-2 0,3 0 2 0,5 0-2 16,-7 0 0-16,1 0 0 0,-2 0 0 0,4-6-4 0,-4 6-1 0,2 0-5 0,-1 0-2 15,-1 0-6-15,-5 0-1 0,9 0-4 0,-2 0-2 0,-2 0-1 0,-5 0-1 16,7 0-1-16,-1 0-2 0,-6 0 1 0,6 0-2 0,2 0 1 0,-8 6-1 15,7-6 2-15,-2 0-1 0,-5 0 1 0,6 0-1 0,2 0 3 0,-8 5 0 0,5-5 2 16,3 0 4-16,-3 0 2 0,3 0 3 0,-2 0 3 16,1 4 3-16,-1-4 1 0,7 0 3 0,-5 0 2 0,-3 0 2 0,8 0 2 0,-7 0 0 0,9 0 1 15,-10 0 1-15,9 0-1 0,-9-4-1 0,8 4-4 0,-5 0 0 0,5 0-4 16,-8 0-1-16,9-5-3 0,-7 5-2 0,4 0-2 0,-4 0-3 0,2-6-2 16,2 6-1-16,-4 0 2 0,-2 0-3 0,3 0 2 0,0 0 0 0,-3-3 0 0,1 3-1 15,2 0 2-15,-3 0-1 0,3 0 2 0,-3 0 0 0,-5 0 0 0,7-7 0 0,0 7-1 16,-2 0 1-16,-5 0-1 0,7 0-1 0,1 0-1 0,-3 0-1 0,-5-5-2 15,7 5-1-15,0 0-1 0,-2 0 0 0,3 0-2 0,0 0 1 0,-3 0 0 16,-5 0-1-16,13 0 2 0,-13 0-1 0,5 0-1 0,4 0 1 0,-4 5 0 16,2-5-1-16,-1 0 2 0,-1 0-1 0,3 0-1 0,0 7 1 0,-3-7 1 0,2 0-2 15,0 0 1-15,-2 3 0 0,3-3-1 0,-1 0 1 0,-2 0 1 0,2 6 0 16,0-6 1-16,-2 0-2 0,3 0 2 0,-3 0-1 0,3 0 1 0,-2 5-1 16,-1-5 0-16,-5 0 0 0,8 0 0 0,0 0 1 0,-8 0 0 0,5 0 1 0,2 0 0 15,-7 4 1-15,6-4 2 16,-1 0-1-16,4 0 1 0,-9 0-1 0,7 0 1 0,-2 0-1 0,3 4 1 0,-3-4 2 0,-5 0 0 0,6 0 0 0,2 0 1 15,-3 0 0-15,8 0 0 0,-5 0 0 0,-2 0-1 0,1 0 1 0,5 0 0 0,-5 0 1 16,6 0 3-16,-6 0 2 0,7 0-1 0,-9 0-1 0,8 0 0 0,0 0 0 16,0-4-1-16,-7 4 0 0,7 0 0 0,0 0-2 0,1 0-1 0,-2 0 3 0,2-4-2 15,-1 4-2-15,-1 0-1 0,2 0-2 0,-1-5 1 0,1 5 1 0,-2 0-1 16,-1 0 2-16,5-6-1 0,-11 6 0 0,9 0 0 16,-2 0-2-16,-4-3 3 0,4 3 0 0,0 0 1 0,-4 0 1 0,-3-7-2 0,9 7 0 0,-9 0 1 0,11 0 1 15,-11 0 0-15,2 0 0 0,-1 0-1 0,8-5 0 0,-7 5-1 0,-2 0 0 16,8 0-1-16,-7 0-3 0,2 0 0 0,4-4 1 0,-6 4-2 0,2 0 1 15,-3 0-2-15,8 0 0 0,-5 0 0 0,-2 0-1 0,7 0 0 0,-6 0 0 0,7-5 0 16,-9 5-1-16,0 0 1 0,9 0 0 0,-7 0 0 0,6 0 0 0,-8 0-1 16,4 0 1-16,3 0 0 0,-6 0 0 0,8 0-2 0,-7 0 2 15,6 0-1-15,-2 0 0 0,-3 0-1 0,4 0 2 0,2 0 2 0,-8 0 0 0,7 0 1 16,0 0 0-16,0 0 1 0,0 0 1 0,0 0 0 0,1 0 0 0,-2 0 2 0,2 0-1 16,-1 0 1-16,0 0 0 0,0 0 1 0,-2 0-1 0,10 0 2 0,-8 0-4 15,0-6 4-15,0 6-1 0,6 0-1 0,-4 0 1 0,2 0-2 0,-2 0 0 16,4 0 1-16,-7 0-3 0,2 0 1 0,4 0-2 0,-2 0 1 0,2 0-2 0,-4 0 0 15,4 0-2-15,-4 0 0 0,-2 0-2 0,2 0 1 0,6 0-2 0,-8 0 1 32,0 0-2-32,2 0 1 0,4 0 2 0,-2 0-2 0,-3 0 2 0,6 6-1 15,-7-6 1-15,2 0 1 0,-1 0 0 0,6 0-1 0,-6 0 2 0,-1 0-1 0,2 0 0 16,4 0 1-16,-2 0-1 0,-5 0 2 0,2 0 3 0,0 0-1 0,1 0 3 16,-2 0-1-16,1 0 1 0,6 0 1 0,-3 0-1 0,-5 0 0 0,1 0 3 15,4 0-1-15,-5 0 5 0,2 0 2 0,0 0-3 0,-6 0 1 0,5 0-2 0,3 0-3 16,-3 0 1-16,0 0-1 0,-4 0 0 0,5 0-1 0,0 0-1 0,0 0 0 15,0 0-1-15,-2 0-3 0,5 0-3 0,-4 0 0 0,0 0-2 0,3 0 0 16,4 0-1-16,-6 0 0 0,-1 0 1 0,0 0-3 0,9 5-2 0,-8-5 1 16,0 0 0-16,0 0 0 0,0 0 3 0,1 4-1 0,-2-4 0 0,2 0 2 0,-1 0-1 15,-1 5 1-15,0-5 0 0,3 0 0 0,-10 7 0 0,9-7 2 0,-1 0 2 16,-8 0 2-16,9 3-2 0,-7-3-1 0,7 0-1 0,-9 6 1 0,8-6 0 16,-6 0 0-16,5 0 1 0,-5 5-1 0,6-5 1 0,-6 0 0 0,0 0 2 0,5 0-2 15,-3 4 1-15,2-4 1 0,-4 0-1 0,-2 0 0 0,9 0 0 16,-7 0 0-16,-1 4-1 0,7-4 1 0,-5 0 1 0,3 0 0 0,-4 0-1 0,-1 0 2 15,2 0-1-15,4 6 2 0,-6-6-1 0,7 0-1 0,-5 0 1 0,-3 0-2 16,9 0 1-16,-9 0-2 0,10 0-1 0,-9 0-1 0,7 5 0 0,-8-5-1 0,3 0 0 16,5 0-1-16,-7 0 1 0,6 0-2 0,4 4 1 0,-11-4-1 0,9 0 2 15,-9 0-2-15,8 5 2 0,1-5 2 0,-1 0 0 0,-1 0 1 0,2 6-2 16,-1-6 0-16,0 0-3 0,0 0 0 0,1 0 1 0,-2 4 0 0,8-4 2 0,-8 0 0 16,2 0 0-16,-1 0 1 0,-1 6 1 0,2-6 1 0,4 0 1 0,-4 0-1 15,-1 0 3-15,0 0 0 0,0 0 2 0,1 0-1 0,-2 0 0 0,1 0-1 16,1 0 0-16,-1 0 0 0,0 0-2 0,-2 0 1 0,5 0-1 0,-4 0-1 0,-1 0-1 15,-3 0-2-15,5 0-1 0,0 0 0 0,-7 0 1 0,9 0 0 0,-10 0-1 16,1 0 1-16,0 0 0 0,9 0-3 0,-10 0 1 0,3 0-1 0,-2 0-1 16,-1 5 2-16,2-5 0 0,1 0 1 0,-8 0-1 0,6 0 2 0,0 0-1 15,1 4-1-15,-7-4 2 0,5 0-1 0,-5 0 1 0,8 0-1 0,-8 6 1 0,8-6 0 16,-8 0 1-16,5 0 0 0,1 0 0 0,-6 3 1 0,7-3-1 0,-2 0 1 16,4 0-1-16,-4 6 2 0,2-6-1 0,-1 0 1 0,-1 0 2 0,4 4 2 15,-2-4 1-15,5 0 3 0,-5 0-1 0,6 0 5 0,-6 0 3 0,5 5 2 0,0-5 5 16,1 0 3-16,-5 0 3 0,3 0 2 0,5 0 3 0,-3 0 0 0,-3-5 3 15,4 5 0-15,-1 0 0 0,-6 0 0 0,7-4 0 0,-2 4-4 0,2 0 0 0,-8-6-6 16,6 6-5-16,-3-3 0 0,1 3-5 0,-2 0-2 16,5-6-5-16,-5 6-1 0,-3 0-2 0,1 0-5 0,7-4 0 0,-13 4-3 0,7 0 0 0,-1-5-2 15,1 5 0-15,-7 0 0 0,7 0-1 0,-7 0-1 0,7 0 1 0,-7 0 1 0,0 0 1 16,0 0 4-16,0 0-1 0,0 0 2 0,0 0 0 0,0 0-1 0,0 0 1 16,0 0-2-16,0 0 0 0,0 0-4 0,0 0-4 0,0 0-9 0,0 0-12 15,0 0-15-15,-7 0-16 0,7 0-13 0,0 5-9 0,0-5-8 0,-7 0-6 16,7 0-6-16,0 4-8 0,0-4-13 0,0 0-14 0,0 0-15 0,-7 0-16 0,7 0-14 15,-6 0-17-15,6 0-30 0,-7 0-33 0,7 0-38 0,-6 6-29 0,6-6-40 16,-7 0-44-16,1 0-6 0,6 3 10 0,-5-3 19 0,5 0 27 0,0 0 31 0,-8 6 33 16,0-6 37-16,8 0 41 0,-5 0 46 0,5 0 48 0,-8-6 47 0,3 6 60 0</inkml:trace>
  <inkml:trace contextRef="#ctx0" brushRef="#br0" timeOffset="53555.93">11988 6782 70 0,'0'0'132'0,"0"-6"33"0,0 6 28 0,0-6 23 0,0 6 23 0,0 0 21 0,0 0 19 0,0 0 17 0,-5 0 15 0,5 0 14 0,0 0 14 0,0-3-68 15,0 3-109-15,0 0-53 0,0 0-24 0,0 0-14 0,0 0-8 0,0 0-6 16,0 0-8-16,0 0-6 0,0 0-4 0,0 0-5 0,0 0-3 0,0 0-4 16,0 0-2-16,0 0-2 0,0 0-2 0,0 0 0 0,0 0-3 0,0 0-1 0,0 0 0 15,0 0-2-15,0 0-3 0,0 0-1 0,0 0-1 0,0 0-2 0,0 0 2 16,0 0 0-16,0 0 1 0,0 0 4 0,0 0 4 0,0 0 11 0,0 0 9 0,5-6 13 15,-5 6 8-15,0-5 10 0,9 5 7 0,-9 0 10 0,5-4 6 0,2 4 5 16,-1-6 5-16,1 1 5 0,0 1 0 0,0 4 0 0,-2-4 0 0,8-7-7 16,1 7-11-16,-9-7-11 0,11 1-12 0,-5 5-9 0,1-8-12 0,4 4-9 0,2-3-8 15,1-3-17-15,-6 6-17 0,8-4-24 0,3-2-28 0,-3-1-39 0,5 2-43 16,-2-1-101-16,4-1-130 0,-1 2-68 0,5 1-40 0,-6-2-8 0,0-1 3 16,1 2 13-16,-4 0 19 0,-9-6 25 0,6-1 33 0,-6 3 39 0,-9-7 46 0,-5 1 53 15,-5-6 59-15,-3 2 89 0,-5-2 99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04:27.753"/>
    </inkml:context>
    <inkml:brush xml:id="br0">
      <inkml:brushProperty name="width" value="0.05292" units="cm"/>
      <inkml:brushProperty name="height" value="0.05292" units="cm"/>
      <inkml:brushProperty name="color" value="#FF0000"/>
    </inkml:brush>
  </inkml:definitions>
  <inkml:trace contextRef="#ctx0" brushRef="#br0">28513 7045 22 0,'0'0'55'0,"-7"0"21"0,7 0 19 0,-6-4 19 0,-2 4 18 0,8-6 23 0,-5 6 27 0,5 0 20 0,-7-6 13 0,7 6 8 0,-6 0 2 0,6 0-6 0,0-4-9 0,-6 4-13 16,6 0-12-16,0 0-10 0,0 0-11 0,0 0-7 0,-8-5-8 0,8 5-15 0,0 0-19 15,0 0-14-15,0 0-9 0,0 0-8 0,0 0-7 0,0 0-3 0,0 0-1 16,0 0 0-16,0 0-1 0,0 0 3 0,0 0-1 0,0 0 0 0,0 0 0 15,0 0-1-15,0 0-1 0,0 0-2 0,0 0-1 0,0 0-5 0,0 0-1 0,0 0-6 16,0 0-5-16,0 0-7 0,0 0-7 0,0 0-7 0,0 0-6 16,0 0-9-16,0 0-7 0,0 0-2 0,0 0-1 0,0 0 1 0,0 0 2 0,0 0 3 15,8 5 1-15,-8-5 2 0,6 4 3 0,-6 2 2 0,6-6 4 0,-6 6 4 16,7 3 1-16,-2-5 4 0,3 1 3 0,-2-1-1 0,1 7-2 0,-1-2-4 0,-1-2-7 16,2 2-5-16,2 0-4 0,-4 1-5 0,2-1-5 0,-1 2 0 0,-1-1-4 15,4-1-1-15,-2 0 0 0,-2 6 0 0,1-6-3 0,2 3 1 0,-3 1 0 0,3 2 0 16,-1-6 2-16,-2 6-1 0,2-5 1 0,0 5 0 0,-2-6-1 0,3 3 1 15,-8-3 1-15,5 0 0 0,3 1-1 0,-8-1 1 0,6 2 0 0,-6-7 1 16,5 2 0-16,-5 3 0 0,0-3 0 0,0-3 0 0,8 3 0 0,-8-6 0 16,0 4-1-16,8 1 0 0,-8-5-3 0,0 6-4 0,0-6-5 0,5 3-6 0,-5-3-8 15,0 0-10-15,0 6-9 0,0-6-13 0,0 0-10 0,8 0-11 0,-8 0-14 16,0 6-10-16,0-6-12 0,0 0-9 0,0 0-8 0,0 0-12 0,0 0-9 0,0 0-23 16,0 0-27-16,0 0-30 0,0 0-26 0,0 0-36 0,5-6-41 0,-5 6-6 15,0 0 7-15,0-6 16 0,5 3 20 16,-5-8 21-16,0 7 23 0,0-2 26 0,-5 3 29 0,5-7 36 15,0 5 41-15,-5-5 41 0,5 4 59 0</inkml:trace>
  <inkml:trace contextRef="#ctx0" brushRef="#br0" timeOffset="398.33">28611 7166 93 0,'0'-3'156'0,"0"-7"38"0,0 5 28 0,0-1 27 0,0 2 24 0,7-7 23 0,-7 7 25 0,5-7 23 0,-5 7 24 0,7 0 19 0,-7-7 23 0,0 8-70 0,7-9-116 0,-7 8-56 31,0-1-19-31,0-1-7 0,5-3-1 0,-5 5 2 0,0-1 0 0,0 1-2 16,8-2-2-16,-8 6-2 0,0 0-4 0,0-6-1 0,0 6 1 0,0-4-5 0,0 4-5 15,0 0-3-15,0 0-8 0,0 0-6 0,0 0-6 0,0 0-5 0,0 0-7 16,0 0-8-16,0 0-7 0,0 0-9 0,0 0-7 0,0 0-8 0,0 0-8 16,0 0-9-16,0 0-6 0,0 0-7 0,0 0-5 0,0-5-7 0,0 5-7 0,0 0-5 15,0 0-3-15,0 0-6 0,0 0 0 0,-8 5-3 0,8-5 0 0,-5 4 1 16,5-4 1-16,0 6 3 0,0-6 1 0,-7 10 2 0,7-5 3 0,-7-1 1 15,7 5 3-15,-5-3 2 0,-2 3 3 0,7 3 1 0,-8-3 1 0,3 0 1 16,-3 1 0-16,2-1 0 0,1 6-1 0,-2-4-1 0,-2-1 1 0,4 3-1 0,-1 1-2 16,-1-2-1-16,2 1 1 0,-4-3-1 0,2 4 0 0,2-2 2 0,-1 1-2 15,-1 2 1-15,7-6-2 0,-6 6 2 0,-2-6-2 0,3 7 0 0,-2-7 0 16,1 2-2-16,0-1 2 0,6-1-3 0,-8 0-6 0,1 1-7 0,2 1-13 16,5-2-8-16,-8-3-9 0,2 3-10 0,6-5-8 0,-5 2-11 0,-3 3-13 0,8-4-11 15,-7-1-16-15,7 8-16 0,-6-9-19 0,0 3-15 0,-1-2-14 0,7 7-11 16,-5-7-13-16,-3 1-30 0,8-1-41 0,-6 2-43 0,6-1-45 0,-7-1-38 0,7-4-33 15,-6 6-1-15,6-6 17 0,0 0 23 0,0 0 30 0,0 0 31 0,0 0 33 0,-5 0 34 16,5 0 36-16,0-6 47 0,0 6 51 0,0-4 51 0,0-1 67 0</inkml:trace>
  <inkml:trace contextRef="#ctx0" brushRef="#br0" timeOffset="1237.74">29561 7083 0 0,'0'0'49'0,"0"0"38"0,0 0 29 0,0 0 28 0,0 0 29 0,0-5 26 0,0 5 29 0,0-4 24 0,0 4 23 0,0 0 19 0,8 0 21 0,-8 0-24 16,0 0-46-16,0 0-27 0,0 0-16 0,0-5-15 0,0 5-15 0,0 0-14 16,0 0-16-16,0 0-17 0,0 0-16 0,0 0-13 0,0 0-9 0,0 0-9 15,0 0-7-15,0 0-8 0,0 0-8 0,0 0-9 0,0 0-10 0,0 0-5 0,0 0-9 16,0 0 0-16,0 0 1 0,0 0 0 0,5 0 4 0,-5 0 2 16,6 5 3-16,-6-5 3 0,8 4 0 0,-3-4 2 0,2 5 4 0,-1 2 4 0,2-7 5 31,-2 3 1-31,1 3 3 0,-2-1-5 0,9-1-4 0,-7 0-5 0,-1 2-6 0,-1-1-3 15,11-1-6-15,-11 7-2 0,1-7-4 0,1 2-2 0,-2 3-1 0,11 0-6 16,-11 1 1-16,7 1-4 0,-5-1-2 0,1-1-2 0,4 0 0 0,-5 6-2 16,5 0-1-16,-4-6-1 0,-3 6 1 0,9 0-5 0,-9 1-3 0,3-7-9 15,0 6-8-15,3-6-8 0,-4 6-5 0,-2-5-7 0,4-1-4 0,-4 0-8 16,-5-3-9-16,7 3-8 0,-1-3-11 0,-6-3-9 0,5 3-10 0,-5 0-11 0,8-6-6 16,-8 4-15-16,0-4-13 0,0 0-25 0,0 0-30 0,0 0-29 0,0 0-30 0,0 0-38 15,0 0-41-15,0 0-10 0,0 0 10 0,0 0 14 0,0 0 21 0,0-4 23 16,0-2 24-16,0 0 32 0,-8 3 33 0,8-3 38 0,-5-3 39 0,5 3 39 0,0 3 59 15</inkml:trace>
  <inkml:trace contextRef="#ctx0" brushRef="#br0" timeOffset="1506.03">29862 7153 1 0,'5'-5'84'0,"-5"-1"64"0,0 2 41 0,0-2 31 0,0 1 30 15,7 1 25-15,-7-7 29 0,0 7 29 0,0 0 28 0,0-1 27 0,-7-1 26 0,7 3-12 16,0-4-37-16,0 2-57 0,0 1-72 0,0 4-34 0,0-5-9 0,0 5-5 15,0 0 0-15,0-6-7 0,0 6-7 0,0 0-13 0,0 0-13 16,-5-4-11-16,5 4-15 0,0 0-15 0,0 0-14 0,0 0-16 0,0 0-19 0,0 0-16 16,0 0-15-16,0 0-18 0,0 0-16 0,-9 4-6 0,9-4-9 0,0 6-1 15,-5-6-3-15,5 5-1 0,-7 4 0 0,7-2 3 0,-6 2-1 0,1-4 7 0,-3 3 1 16,0 7 4-16,3-4-1 0,-2 4-3 0,0-5-6 0,-6 3-10 0,6 1-11 16,2 2-16-16,-9-1-18 0,9-1-19 0,-3 2-24 0,-5-3-20 0,7 2-19 0,1 6-29 15,-11-9-31-15,11 4-48 0,-2-2-54 0,1 2-57 0,1-1-57 0,-4-2-13 16,2 1 6-16,2 2 21 0,-1-7 27 0,-1 6 31 0,1-6 35 0,-2 3 33 0,3 1 34 15,-2-2 41-15,1-2 42 0,6-5 56 0,-8 7 65 0</inkml:trace>
  <inkml:trace contextRef="#ctx0" brushRef="#br0" timeOffset="2537.71">30622 7054 18 0,'0'0'92'0,"-5"0"39"0,5 0 31 0,0 0 30 0,0 0 30 0,0 0 23 0,0 0 24 0,0 0 21 0,0 0 21 0,0 0 14 0,0 0 18 0,0 0-40 0,0 0-72 0,0 0-50 16,0 0-39-16,0 0-21 0,0 0-19 0,0 0-14 0,0 0-16 0,0 0-11 15,0 0-10-15,5 0-9 0,-5 0-2 0,0 0-3 0,0 0-1 0,0 0 4 0,0 0 2 16,8 0 6-16,-8 0 7 0,6 5 5 0,-6-5 4 0,5 0 6 0,3 4 5 16,-1-4 4-16,-7 6 3 0,6-1 3 0,2-1 4 0,2 1 0 0,-2-5 3 0,-2 7-3 15,7 2 0-15,-6-4-6 0,7-1-3 0,-9 0-6 0,8 7-7 0,1-7-6 16,-2 7-10-16,2-1-4 0,-1-5-5 0,-1 5-7 0,2-1-5 0,-1 0-5 16,0 0-8-16,0 3-3 0,6-3-7 0,-6 1-1 0,1 4-3 0,6-4-3 0,-8-1-1 15,0 6-7-15,2-5-5 0,-1-1-12 0,-1 3-12 0,2-3-13 0,-7 0-12 16,-1 1-17-16,-1-1-19 0,3-4-20 0,0 5-19 0,-3-4-20 0,-5-1-23 0,0-1-35 15,0 2-42-15,0-6-45 0,0 3-47 0,0 3-37 0,0-2-30 0,-5-4-1 16,5 5 16-16,-8-5 23 0,0 0 28 0,3 0 32 0,-1-5 32 0,-1 5 34 0,-7-4 34 16,7-2 45-16,-4 3 45 0,4-3 52 0,-7-3 66 0</inkml:trace>
  <inkml:trace contextRef="#ctx0" brushRef="#br0" timeOffset="2838.98">30949 7083 0 0,'5'0'11'0,"-5"0"124"0,8 0 71 0,-8 0 49 0,6 0 39 16,-6-5 36-16,0 5 33 0,0-4 33 0,0-1 32 0,0-1 32 0,0 2 31 15,0 4 30-15,0-5 31 0,0 1-86 0,0 4-151 0,0-5-74 0,0 5-34 16,0-4-15-16,0 4-10 0,0 0-8 0,0 0-11 0,0-6-9 0,0 6-11 0,0 0-16 16,0 0-14-16,0 0-16 0,0 0-14 0,0 0-15 0,0-6-14 0,0 6-12 15,0 0-15-15,0 0-11 0,0 0-11 0,0 0-9 0,0 0-8 0,-6 0-9 16,6 6-1-16,0-6-4 0,-8 6-1 0,8-6 1 0,-5 4 2 0,-2 5 4 15,0-4 1-15,2 5 6 0,-3-1-1 0,1 6 5 0,-7-4 4 0,4 3 2 0,2 0 3 16,-5 7 0-16,0-8-1 0,7 2-9 0,-7 6-12 0,0-2-16 0,-1-1-15 0,7 3-19 16,-6-2-19-16,2-4-20 0,3 3-20 0,-4 3-24 0,4-2-26 0,2-4-28 15,0 4-26-15,-6-5-54 0,5 2-67 0,0-1-72 0,0-6-73 0,1 6-17 16,6-6 9-16,-7 1 23 0,1 1 29 0,-2-2 33 0,8-5 35 0,-5 2 38 0,0-1 44 16,-3-1 42-16,2 2 44 0,6-6 62 0,-7 3 68 0</inkml:trace>
  <inkml:trace contextRef="#ctx0" brushRef="#br0" timeOffset="18578.05">29893 6615 0 0,'0'0'53'0,"0"0"45"0,0 0 28 0,0 0 19 0,-8 0 16 0,8 0 13 0,-5 0 14 0,5 6 15 0,0-6 16 0,-6 0 14 16,6 0 15-16,0 0-22 0,-7 0-45 0,7 0-40 0,0 4-39 0,0-4-22 15,0 0-14-15,0 0-9 0,-5 0-1 0,5 0-5 0,0 0-2 0,0 5-3 0,0-5-1 16,0 0-2-16,0 4-3 0,0-4-2 0,0 5-1 0,0-1 2 0,0-4 2 16,0 6 2-16,5-1 6 0,-5-1 5 0,0-4 6 0,0 6 5 0,0 0 2 15,0-3 1-15,0-3-3 0,0 6 0 0,0-2 1 0,0 1-3 0,7-1 0 16,-7 1-1-16,0 1-1 0,0-2 0 15,0-4 0-15,0 5-2 0,0 5-1 0,6-4 0 0,-6-1-3 0,0-1-1 0,0 0-1 0,5 7-2 0,-5-7 0 0,8 1-1 16,-8 4-3-16,0-3-1 0,8 0-3 0,-8 3-2 0,5-5-3 0,-5 5-4 16,7-3-1-16,-7-1-5 0,7 5 0 0,-7-4-1 0,5-2 2 0,-5 1-2 15,8 4 1-15,-8-5 1 0,7-4 1 0,-7 6 4 0,5-1 2 0,2-1 4 0,-7-4 4 16,7 5 4-16,-7-5 4 0,5 0 4 0,-5 7 0 0,8-7 5 0,-8 0 2 16,5 0 2-16,-5 0 2 0,0 0 5 0,0 0 0 0,8 0 3 15,-8 0 1-15,0-7 2 0,6 7-2 0,-6-5-1 0,0 5 0 0,7 0-2 0,-7-4-6 0,6-1-2 16,-6-1-6-16,0 2-7 0,7-5-3 0,-1 4-8 15,-6-5-8-15,7 0-4 0,-1-1-5 0,-1 2-7 0,4 0-3 0,-2-1-5 0,-2-5-4 0,3 6-3 16,-3-6-1-16,1 0 2 0,7 0 1 0,-6-4 2 0,7 4 3 0,-1-4 2 0,1-1 1 16,-9 1 2-16,8-6 1 0,0 7-2 0,0-3 2 0,6-3 0 0,-6 5 0 15,0-2 1-15,0-3-2 0,0 9 0 0,1-4-2 0,-2 1-3 0,-4 3-1 16,4-1-3-16,0 2-1 0,4-1-2 0,-11-1-1 0,8 7 1 0,-8 0-1 16,4-6 0-16,-4 11 2 0,2-7 0 0,-1 1 0 0,-1 5 1 0,3 1-1 15,-8-1 4-15,8-1-1 0,-8 6 3 0,0 0 0 0,0 0-2 0,0 0 2 0,0 0-1 16,0 0-3-16,0 0-4 0,0 0-3 0,0 0-7 0,0 0-5 0,0 0-9 15,0 0-12-15,0 0-16 0,0 0-13 0,0 0-16 0,0 0-17 0,0 0-16 16,-8 0-18-16,8 0-17 0,0 0-20 0,0 6-19 0,0-6-20 0,-8 0-21 0,8 5-19 16,0-5-35-16,0 4-43 15,0-4-66-15,0 0-72 0,0 0-20 0,0 0 6 0,0 0 18 0,0 0 30 0,0 0 31 0,0 0 34 0,0 0 36 0,0 0 38 0,0-4 40 16,-5-1 40-16,5-5 54 0,-6 6 60 0</inkml:trace>
  <inkml:trace contextRef="#ctx0" brushRef="#br0" timeOffset="23862.68">31046 6859 0 0,'0'5'31'0,"0"-1"46"0,0-4 29 0,0 0 30 0,0 0 32 0,0 0 30 0,-5 0 28 0,5 0 28 0,0 0 23 0,0 0 20 0,0 0 20 0,0 0-16 0,0 0-40 15,0 0-26-15,0 0-22 0,0 0-17 0,0 0-19 0,0 0-21 0,0 0-23 16,0-4-19-16,0 4-21 0,0 0-15 0,0-5-10 0,0 5-12 0,0 0-7 16,0 0-9-16,0 0-7 0,0 0-10 0,0 0-8 0,0 0-11 0,0 0-9 0,0 0-9 15,0 0-5-15,0 0-4 0,0 0-1 0,0 0 0 0,0 5-3 0,-8-1-1 16,8 1-1-16,0 5 0 0,0-4 2 0,0 3 0 0,8 0 4 0,-8 1 8 15,0 1 4-15,0-1 7 16,0-1 8-16,5 0 3 0,-5 1 3 0,0 4 3 0,0-2 5 0,0-3 5 0,6 4 5 0,-6-2 8 0,0-1 7 0,0 0 5 0,8-1 7 16,-8-4 2-16,0 5 5 0,0-5 1 0,0 4-2 0,0-2 0 0,5-4 3 15,-5-3 1-15,0 0-3 0,0 6-2 0,0-6-1 0,0 0 0 0,0 5-4 16,0-5 4-16,0 0-3 0,8 0 2 0,-8-5 1 0,7 5-2 0,-2-6 0 0,-5 6-4 16,7-3-1-16,-2-9-4 0,2 8-4 0,1-7-1 0,-3 2-5 0,9 0-3 31,-9-1-6-31,11 0-7 0,-11-4-6 0,8-1-5 0,1 6-7 0,-2-7-2 15,1 1-5-15,1 2 0 0,-2 2-2 0,0-4-1 0,3 0 0 0,-3 7-1 0,0-6-1 16,3 2 1-16,-3-3 0 0,0 6 2 0,2 0-2 0,-1-1-2 0,0 4-1 16,-5-3-5-16,5 3-9 0,-8 3-12 0,9-3-13 0,-9 2-16 0,2-1-13 15,-1 5-13-15,2 0-12 0,-8 0-13 0,6 0-11 0,-6 0-5 0,7 5-11 0,-7-5-7 16,0 4-8-16,5-4-10 0,-5 6-10 0,0-3-14 0,7-3-18 0,-7 6-14 16,0-6-19-16,0 0-33 0,0 9-42 0,7-9-9 0,-7 6 5 0,0-6 12 0,0 10 20 15,0-10 19-15,0 0 23 0,0 5 27 0,0-5 28 0,-7 0 34 0,7 0 36 0,-7-5 38 16,2 5 54-16</inkml:trace>
  <inkml:trace contextRef="#ctx0" brushRef="#br0" timeOffset="35118.55">30636 8197 14 0,'0'0'95'0,"-6"0"47"0,6-5 37 0,0 5 31 0,0 0 26 0,0-4 24 0,0 4 22 0,-8 0 21 0,8-5 23 0,0 5 22 16,-5-4 21-16,5-2-29 0,0 6-57 0,0-6-51 0,-8 6-45 0,8-3-25 15,0-3-15-15,-5 6-10 0,5 0-5 0,0-6-3 0,0 3-3 0,-8 3-5 16,8-6-1-16,0 6-3 0,0 0-6 0,0-5-3 0,0 5-2 0,-6-4-4 0,6-2 0 16,0 6 0-16,0-3-1 0,0 3-2 0,0 0-1 0,0 0-2 0,0-6-2 15,0 6-3-15,0-4-3 0,0-2-6 0,0 6-4 0,6-5-7 0,-6 1-4 0,0 4-8 16,0-6-6-16,8 6-4 0,-8 0-7 0,5-5-2 0,-5 5-2 0,8 0-5 15,-8 0-3-15,5-4-1 0,3 4-1 0,-8 0-1 0,6 4-3 0,-1-4-1 16,3 0-3-16,-1 0 0 0,-1 5-1 0,7-5 0 0,-8 6-3 0,3-2 2 0,5 1-3 16,-7 1-1-16,1 4 0 0,7-7-4 0,-2 7 1 0,-6-5 0 0,8 4 1 15,-2 3-3-15,-4-3 2 0,3 6-1 0,2-6-1 0,1 1-1 0,-1 5-1 16,0-6 1-16,-6 6-2 0,6-5 2 0,1 5-2 0,-1-6 2 16,-3 6-2-16,4-6 0 0,1 1 1 0,-3 1-1 0,0 4-1 0,2-7 2 0,-1 3-1 0,-1-2 0 15,2-3-1-15,-7 3-1 0,4 1-3 0,-3-5 2 0,0-1-1 0,-3 5 1 16,9-3-2-16,-9-1 2 0,3-1 2 0,-8-4-1 0,7 6 0 0,-2 0-1 15,-5-6 2-15,7 0 2 0,-7 0-1 0,0 4 1 0,0-4 1 0,0 0 3 0,0 0-2 16,0 0-2-16,0 0 2 0,0 0-3 0,0 0 1 0,0 0-2 0,0 0-1 16,0 0-3-16,0 0-3 0,0 0-7 0,0 0-11 0,0 0-8 0,0 0-11 15,0 0-14-15,0 0-15 0,0 0-12 0,0 0-14 0,0 0-14 0,0 0-10 0,0 0-8 16,0 0-13-16,0 0-8 0,0 0-11 0,0 0-11 0,0 0-12 0,0 0-14 16,0 0-14-16,0 0-19 0,0-4-24 0,0-2-42 0,0 0-49 0,0 6-56 0,0-4-50 15,0-7-11-15,-7 7 6 0,7-1 21 0,0-4 23 0,0 5 30 0,-5-8 37 0,5 3 36 16,-7 3 38-16,7-3 46 0,-8 0 46 0,8 0 56 0,-5-1 70 0</inkml:trace>
  <inkml:trace contextRef="#ctx0" brushRef="#br0" timeOffset="35467.75">31002 8192 83 0,'0'-4'156'0,"0"-1"50"0,0-5 40 0,0 4 37 0,-9-3 36 0,9 0 33 0,0 3 32 0,0-3 31 0,0 3 30 0,0 3 28 0,0-7 29 0,9 4-60 0,-9 1-109 0,0-5-60 15,0 5-32-15,0 1-23 0,5-1-10 0,-5 1-10 0,0-2-12 0,0 2-10 16,7-1-10-16,-7-1-8 0,0 6-8 0,6-4-7 15,-6 4-8-15,0-6-5 0,0 6-8 0,0 0-8 0,5-5-7 0,-5 5-8 0,0 0-6 0,0 0-7 16,0 0-8-16,0 0-7 0,0 0-7 0,0 0-8 0,0 0-9 0,0 0-5 16,0 0-6-16,0 0-8 0,0 0-4 0,0 0-7 0,0 0-6 0,0 0-4 15,-5 5-3-15,5-5-3 0,-6 6-1 0,-1-2-1 0,2 7 1 0,-4-7 0 16,2 6-2-16,-4 4 0 0,4-4-2 0,-7 5-1 0,2 0-2 0,5 0 2 0,-6 3 0 16,1-2-2-16,-2 2 1 0,9 3-1 0,-8-6 1 0,-1 4-1 0,1 1 2 15,6-1 0-15,-6 0 2 0,0-5 2 16,-1 6 0-16,1-6 2 0,8 7 0 0,-9-6 2 0,2-2 0 0,-2 2-2 0,1 1-1 0,8-2-3 0,-9 1-1 15,7-6-3-15,-6 1-5 0,7 1-5 0,-2-3-7 0,3 3-5 0,0-7-6 16,-3 7-7-16,2-8-7 0,6 4-8 0,-7-2-9 0,-1-5-9 0,8 4-8 0,0 1-10 16,-5-5-15-16,5 4-11 0,0-4-11 0,0 0-15 0,0 0-15 0,0 0-15 15,0 0-19-15,0 0-21 0,0 0-23 0,0 0-38 0,0 0-43 0,0 0-61 16,0 0-70-16,0 0-39 0,0 0-21 16,0 0 9-16,5 0 18 0,3 0 31 0,-1-4 34 0,-1-1 36 0,2 1 41 0,-3-8 42 0,0 3 45 0,3 0 55 0,-2-2 55 0,1-2 66 15,-1 4 75-15</inkml:trace>
  <inkml:trace contextRef="#ctx0" brushRef="#br0" timeOffset="51522.06">31449 6962 0 0,'0'-6'5'0,"0"6"2"0,0-4-3 0,-5-1-1 0,5 1-2 0,0-1-1 0,-7 5 1 0,7-6-5 0,-6 6-6 0</inkml:trace>
  <inkml:trace contextRef="#ctx0" brushRef="#br0" timeOffset="52314.34">31175 6853 9 0,'0'0'31'0,"0"0"15"0,0 0 16 0,0-4 15 0,0 4 15 0,0-5 9 16,-5 1 6-16,5 4 6 0,0-5 10 0,0 5 8 0,0-4 8 15,0-2 5-15,-7 6 4 0,7-6 3 0,0 2-3 0,0 4 1 0,-6-5-4 0,6-1-1 16,0 6-1-16,-5-3-2 0,5 3-3 0,0-6 0 0,-9 2-2 0,9-1-2 0,0 5-2 16,-7-4-6-16,7 4-3 0,0-6-6 0,0 6-6 0,-5-6-5 0,5 6-8 15,0 0-7-15,0 0-8 0,0 0-8 0,0 0-9 0,0 0-8 0,0 0-7 16,0 0-9-16,0 0-5 0,0 0-7 0,0 0-5 0,0 0-8 0,0 0-6 0,0 0-3 16,0 0-4-16,0 0 2 0,0 0 2 0,0 0 4 0,0 0 5 0,0 0 6 15,0 0 7-15,0 0 4 0,0 0 4 0,0 0 2 0,0 0 2 0,0 0 3 16,0 0 1-16,0 0 0 0,0 0 1 0,0 0-1 0,0 0-2 0,0 0-4 15,0 0 1-15,0 0-1 0,0 0-1 0,0 0 1 0,0 0 1 0,0 0 3 0,0 6 0 16,0 0 0-16,5-2 2 0,-5-4 1 0,0 5-2 0,0 5 2 0,0-7-2 16,0 3 0-16,7-1-1 0,-7 5-3 0,0 0-2 0,9-5-2 0,-9 4-3 0,0 1-3 15,5-1-3-15,-5 3 0 0,6-3-2 0,-6 4 1 0,7-2-3 0,-2-2-1 16,-5 1 0-16,9 1-1 16,-2-2 1-16,-2 1 0 0,1-1 3 0,-6-3 3 0,7 4 1 0,-1-1 1 0,2-4 0 0,-3 5 2 0,2-7-1 0,-1 8 3 0,-6-7-1 15,6 2 4-15,2 0 2 0,-1-2 2 0,-7 1-1 0,5-1 1 0,-5-4-1 16,7 5-2-16,0-1-1 0,-7-4-1 0,5 0 0 0,-5 6 1 0,8-6-4 0,-8 5 1 15,7-5 0-15,-7 0-2 0,6 0-3 0,0 4-1 0,-6-4-3 0,7 0 2 16,-2 0-2-16,-5 0 0 0,8 5 3 0,-2-5 0 0,1 0 1 0,-1 0 1 16,-1 0 3-16,3 0 0 0,0 0 2 0,-3-5-2 15,3 5 0-15,2-4 1 0,-1 4 3 0,3-5 4 0,-6 5 6 0,8-6 2 0,-7 2 3 0,5-5 4 16,2 4-1-16,-1-5 0 0,6 4 1 0,-6-9-2 0,8 6-1 0,-10-4-1 0,9 1-2 16,0-2 0-16,0-5-6 0,-1 4-5 0,7-4-5 0,-8 4-6 0,3-3-5 15,-2 2-15-15,1-4-9 0,7 7 0 0,-8-3 0 0,1 2 0 0,-1-1 0 16,0-1 0-16,-6 7 0 0,8 0 0 0,-9-2 0 0,0 3 0 0,3 3 0 0,-10-5 0 15,1 4 0-15,7 1 0 0,-13 5 0 0,8-4 0 0,-8 4 0 0,0 0 0 16,0 0 0-16,0 0 0 0,0 0 0 0,0 0 0 0,0 0 0 0,0 0 0 16,0 0-2-16,0 0-18 0,0 0 0 0,0 4 0 0,0-4 1 0,0 5 1 15,-8 1-2-15,8-2 1 0,0 2-1 0,0 3 2 0,0-5 0 0,-5 7 1 0,5-7 4 16,0 1-1 0,0 4 1-16,0-3 2 0,0 0-2 0,-8-2 0 0,8 1 0 0,0-1-4 0,0 2 2 0,0-3-3 0,0-3-3 0,0 6-1 0,0-6 0 0,0 0-1 15,0 0-1-15,0 0-3 0,-6 5 0 0,6-5-4 0,0 0-1 0,0 0-2 16,0 0-4-16,0 0-4 15,0 0-3-15,0 0-3 0,0 0-3 0,0 0-5 0,0 0-6 0,0 0-5 0,0 0-6 0,0 0-7 0,0 0-6 0,0 0-11 0,0 0-11 16,0 0-10-16,0 0-12 0,0 0-18 0,0 0-18 0,0 0-21 0,0 4-20 0,0-4-17 16,0 0-15-16,0 0-31 0,0 6-43 0,0-6-60 0,-5 6-69 0,5-2-26 31,-7 1-1-31,7-1 17 0,0 1 24 0,-8-1 33 0,2 2 36 0,0-1 38 16,6-1 40-16,-7-4 36 0,2 5 38 0,-4-5 49 0,2 0 55 0</inkml:trace>
  <inkml:trace contextRef="#ctx0" brushRef="#br0" timeOffset="53619.02">29920 8583 0 0,'0'0'19'0,"0"-5"70"0,0 5 42 0,0 0 37 0,0-5 34 0,0 1 29 15,0 4 27-15,0 0 25 0,0 0 23 0,0 0 23 0,0-6 22 0,0 6-2 0,0 0-12 0,0 0-39 0,0-4-52 16,0 4-32-16,0-5-25 0,0 5-19 0,0 0-14 0,0-4-16 0,0 4-11 0,5 0-8 15,-5 0-9-15,0 0-8 0,0-5-9 0,0 5-9 0,8 0-10 0,-8-7-10 16,0 7-10-16,0 0-8 0,0 0-8 0,0 0-7 0,0 0-7 0,0 0-3 16,0 0-4-16,7 0-2 0,-7 0-4 0,0 7 0 0,5-7-1 0,-5 5-3 0,0-5 2 15,0 4-1-15,7 1 0 0,-7-1 1 0,0 2-2 0,0-2 2 0,7 6-2 16,-7 0 2-16,0-4-1 0,0 3-2 0,5 1-2 0,-5-1-1 16,0-4 0-16,8 5-3 0,-8 0-2 0,0 0-2 0,5-2-2 0,-5-2 0 0,0 3-1 15,0 3 0-15,8-9-1 0,-8 3 1 0,0 3 3 0,0-3 0 0,6-3 4 0,-6 3 4 16,7-2 4-16,-7 1 7 0,6-5 7 0,-6 6 9 0,7-2 9 0,-7-4 11 15,6 6 9-15,1-6 8 0,-7 0 8 0,6 0 7 0,8 0 4 0,-7 0 3 16,-2 0 3-16,3 0-2 0,-3-6-1 0,1 6 0 0,2-4-3 0,-3 4 0 16,8-6-3-16,-5 1-5 0,-2 1-3 0,6-2-2 0,-3 3-4 0,-4-3-2 0,8 2-1 15,-6-7 2-15,7 8-2 0,-9-4-1 0,0-2 1 0,9-2-2 0,-7 3-7 16,6-2-2-16,-7 0-9 0,7 0-4 0,-5-1-5 0,5 2-8 16,-7-4-5-16,-1 1-7 0,10 3-7 0,-9 0-4 0,0 3-6 0,1-3-5 0,-2 0-3 15,11 2-4-15,-16 4-4 0,5-3-1 0,1 1-6 0,-6 1 0 0,7 4-2 0,-7-6 0 16,0 6 0-16,5 0 1 0,-5 0-1 0,0 0 0 0,0 0 0 0,0 0 1 15,0 0-1-15,0 0 1 0,0 0 2 0,0 0 2 0,0 0 2 0,0 6 1 16,0-6 1-16,0 4 0 0,0-4 1 0,0 5 0 0,0 1-4 0,0-6 3 16,0 0-2-16,0 0 1 0,0 10-4 0,0-10-1 0,0 5-3 0,0-5-3 0,0 0-7 15,0 4-4-15,0-4-4 0,0 5-6 0,-5-5-5 0,5 4-6 0,0-4-3 16,0 0-9-16,-7 6-6 0,7-6-9 0,0 0-10 0,-6 4-7 0,6-4-8 16,0 5-10-16,-5-5-9 0,5 0-12 0,0 5-16 15,-9-5-20-15,9 0-23 0,-7 4-36 0,7-4-41 0,-5 6-83 0,-2-6-100 0,1 0-38 0,0 6-3 0,6-6 11 16,-8 0 21-16,-4 4 27 0,6-4 29 0,-2 0 35 0,-5 0 40 0,0 0 40 0,7-4 47 15,-7 4 55-15,0-6 61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06:10.695"/>
    </inkml:context>
    <inkml:brush xml:id="br0">
      <inkml:brushProperty name="width" value="0.05292" units="cm"/>
      <inkml:brushProperty name="height" value="0.05292" units="cm"/>
      <inkml:brushProperty name="color" value="#FF0000"/>
    </inkml:brush>
  </inkml:definitions>
  <inkml:trace contextRef="#ctx0" brushRef="#br0">6122 12427 27 0,'0'0'60'0,"0"0"22"0,0 0 20 0,0 0 21 0,0 0 23 0,0 0 21 0,0 0 21 0,0 0 22 0,0 0 19 0,0 0 1 0,0 0-11 0,0 0-14 15,0 0-12-15,0 0-8 0,0 0-8 0,0 0-6 0,0 0-7 0,0 0-9 0,0 0-8 0,0 0-7 0,0 0-6 0,0 0-4 16,0 0-2-16,0 0-5 0,0 0 1 0,0 0-2 0,0 0-5 0,0 0-2 16,0 0-6-16,0 0-3 0,0 0-5 0,0 0-5 0,0 0-4 0,0-5-8 0,0 5-3 15,-7 0-8-15,7 0-8 0,0 0-5 0,0-4-10 0,0 4-4 0,0 0-8 0,0 0-2 16,0 0-4-16,0 0-6 0,0 0-3 0,0 0-7 0,0 0-5 0,0 0-6 15,0 0-7-15,0 0-4 0,0 0-4 0,0 0 2 0,0 0 2 0,0 0 3 16,0 0 4-16,7-5 4 0,-1 5 4 0,-6 0 2 0,7 0 6 0,-2 0 4 16,-5 0 5-16,8 0 3 0,-2 5 7 15,1-5 2-15,-1 0 4 0,1 0-3 0,-1 0-2 0,2 0-1 0,-3 0-3 0,9 0-2 0,-9 0-2 0,2 0-3 0,1 0 1 16,4 0-3-16,-5 0-2 0,6 0-2 0,-8 0-1 0,3 0-1 0,3 0-3 16,-4 0 1-16,7 0 1 0,-1 0-2 0,-8 0 0 0,11 0-1 0,-5 0 0 0,-4 0 1 15,7 0 0-15,-2 0 0 0,0 0 3 0,3 0 0 0,-2 0 1 0,-2 0 2 16,4 0 0-16,-3 0 0 0,0 0-2 0,4 0 2 0,2 0-3 0,-4 0 2 15,-2 0-4-15,-1 0 1 0,5 0-1 0,-4 0-1 0,0 0 0 16,3-5-3-16,-3 5 0 0,0 0 1 0,1 0-1 0,-5 0 3 0,3-4 2 0,5 4-2 16,-3 0 1-16,-8 0-3 0,9-6 4 0,-9 6-3 0,8 0 1 0,-6 0 1 0,7-6-2 15,-9 6 1-15,2 0 0 0,-1 0-4 0,2-4 1 0,-8 4-1 0,6 0-2 16,1 0 1-16,-7 0 2 0,0 0 2 16,0 0 0-16,0 0 3 0,0 0 1 0,0 0 3 0,0 0 0 0,0 0 4 0,0 0 1 0,0 0 4 0,0 0 3 0,0 0 2 15,0 0 1-15,0 0 2 0,0 0 0 0,-7 4-1 0,7-4-1 0,0 0-3 16,-6 0-4-1,6 0-3-15,0 0-3 0,-8 0-5 0,8 0-3 0,0 0-5 0,-6 0-5 0,6 0-4 0,0 0-1 0,-7 0-1 0,7 0-4 0,0 0-1 0,0 0-1 32,0 0 2-32,-5 0 0 0,5 0 0 0,0 0 3 0,0-4 0 0,0 4 1 15,0 0 1-15,0 0 0 0,0 0 0 0,-8 0-1 0,8 0 0 0,0 0 1 0,0 0-2 16,0 0 1-16,0 0 0 0,0 0-2 0,0 0 2 0,0 0-2 0,0 0 0 16,0 0 0-16,0 0-2 0,0 0 0 0,0 0 0 0,0 0-1 0,0 0-2 15,0 0-3-15,0 0-2 0,0 0 0 0,0 0-4 0,0 0-2 0,0 0-10 16,0 0-9-16,0 0-9 0,0 0-14 0,0 0-13 0,0 0-13 0,0 0-13 15,0 0-13-15,0 0-14 0,0 0-13 0,0 0-15 0,0 0-16 0,0 0-13 0,0 0-11 16,0 0-7-16,0 0-2 0,0 0-10 0,0 0-7 0,0 0-36 0,0 4-45 16,0-4-58-16,0 6-57 0,0-6-13 0,0 6 6 0,0-6 21 0,-6 4 26 0,6-4 28 15,0 0 28-15,-7 0 30 0,1 0 27 0,6-4 35 0,-7-8 39 0,2 3 54 0,-4 0 64 16</inkml:trace>
  <inkml:trace contextRef="#ctx0" brushRef="#br0" timeOffset="1206.45">8355 12458 0 0,'-6'4'20'0,"6"-4"24"0,0 0 18 0,0 0 16 0,0 0 19 16,0 0 19-16,0-4 22 0,0 4 25 0,0 0 26 0,0 0 11 0,0 0 4 0,-5 0 3 0,5 0 5 0,0-6 0 0,0 6 2 0,0 0-4 15,0-6-6-15,-7 2-5 0,7 4-8 0,0-5-11 0,0 5-13 0,0-6-15 16,-9 2-16-16,9 4-13 0,0-5-15 0,0 1-8 0,-5 4-5 0,5-5-7 15,0 1-2-15,0 4-6 0,-7-6-1 0,7 6-3 0,0-6-2 0,0 6-3 16,0 0-2-16,0-4-2 0,0 4-2 0,-6-5-1 0,6 5-3 0,0 0-1 0,0 0-5 16,0 0-1-16,0 0-4 0,0 0-1 0,0 0-2 0,0 0-1 0,0 0-4 15,0 0-1-15,0 0-2 0,0 0-1 0,0 0-3 0,0 0 0 0,0 0-3 16,0 0-1-16,0 0-4 0,0 0-2 0,0 0-2 0,0 0-3 0,0 0-3 0,0 0-3 16,0 0-5-16,0-5-1 0,0 5-4 0,0 0-4 0,6 0 0 0,-6 0-2 15,0 0-2-15,7 0 0 0,-7-4-2 0,5 4 1 0,-5 0-1 0,9 0 2 31,-2 0 2-31,-2 0 3 0,1 0 3 0,-1 0 4 0,3 0 3 0,0 0 3 0,4 0 5 16,-5 0 3-16,6 0 4 0,-1 0 3 0,2 0 3 0,-1 0 3 0,0 0 3 16,0 0 0-16,6-6 2 0,-1 6 0 0,-2 0-2 0,2-4-2 0,3 4-2 0,-2-5-2 15,7 5-4-15,-7-4 0 0,7-1-1 0,0 5-2 0,-6 0 2 0,5-7-4 16,1 7 0-16,1 0-1 0,-1-3-3 0,0 3 2 0,1 0 0 0,-2 0 0 16,2 0-1-16,-3 0 1 0,3 0-2 0,-1 0 1 0,0 0-3 0,-7 0 1 15,9-6-2-15,-4 6 2 0,-3 0 1 0,6 0 3 0,-9 0-1 0,8 0 1 0,-7 0 1 16,7 6 0-16,-5-6 5 0,-2 0-2 0,7 0 0 0,-8 0 1 0,3 0 0 15,-2 0-2-15,2 0 0 0,-2 0-4 0,1 0 0 0,-1 0-2 0,-7 3 0 16,2-3-4-16,4 0 2 0,-4 0-2 0,-1 0 2 0,0 7-2 0,-5-7 1 16,3 0 0-16,2 0-1 0,-6 5 3 0,6-5-3 0,-6 0 3 0,5 4 0 0,-4-4 0 15,-3 0 1-15,9 0 0 0,-9 0 0 0,2 5-2 0,7-5-1 0,-8 0-2 16,6 0 1-16,-3 0-1 0,3 0-4 0,1 0-1 0,-7 0-1 0,9 0-2 16,-4 0-1-16,2 0-1 0,0 0-1 0,1 0-3 0,-1 0 0 0,-6 0-2 0,5 0 1 15,-5 0-1-15,6 0-1 0,-5 0 2 0,-3 0 0 0,-5 0 2 0,6 0-1 16,-6 0 1-16,7 0 0 0,-7 0 1 0,0 0 0 0,0 0-1 0,0 0 2 0,0 0-1 15,0 0 2-15,0 0 0 0,0 0 0 0,0 0-2 0,0 0 0 0,0 0 0 16,0 0 0-16,0 0 0 0,0 0 1 0,0 0-1 0,0 0 2 0,0 0-2 16,0 0 1-16,0 0-2 0,0 0-1 0,0 0 0 0,0 0 0 0,0 0-2 15,0 0-3-15,0 0-4 0,0 0-3 0,0 0-2 0,0 0-5 0,0 0-1 0,0 0-4 16,0 0-1-16,-7 0-3 0,7 4-2 0,-6-4-6 0,6 0-5 0,-5 0-7 16,5 0-6-16,-8 0-8 0,0 0-3 0,3 6-6 0,5-6-8 0,-13 0-8 15,7 0-11-15,-1 0-11 0,-1 4-17 0,3-4-14 0,-1 0-21 0,-2 0-18 16,3 5-26-16,-10-5-24 0,9 0-58 0,0 0-71 0,1 0-64 0,-2 5-57 0,-7-5-12 15,7 0 9-15,1 0 19 0,-6 0 27 0,-2 0 31 0,7-5 34 0,-4 5 38 0,-5-9 43 16,5-1 44-16,-2 1 49 0,0-6 65 0,-6-6 77 0</inkml:trace>
  <inkml:trace contextRef="#ctx0" brushRef="#br0" timeOffset="10212.82">11138 12388 0 0,'-8'-5'12'0,"8"5"16"0,0 0 9 0,0 0 10 0,0-4 8 0,0 4 12 0,0 0 10 0,0 0 7 0,0 0 6 0,0 0 0 0,-8-6 0 0,8 6 0 0,0 0 1 0,0 0 3 16,0 0 4-16,0 0 2 0,0 0 5 0,0 0 4 0,0-4 1 0,0 4 1 0,-5 0 1 15,5 0 2-15,0 0 1 0,0-5 1 0,0 5 0 0,0 0 0 0,0 0-2 16,0 0-1-16,0 0-1 0,0-4-3 0,0 4-3 0,0 0-5 0,-6 0-6 15,6 0-7-15,0 0-6 0,0 0-5 0,0-5-7 0,0 5-4 0,0 0-4 16,0 0-5-16,0 0-2 0,0 0-5 0,0 0-3 0,0 0-4 0,0 0-1 0,0 0-2 16,0 0-3-16,0 0 0 0,0 0-2 0,0 0-1 0,0 0-1 0,0 0 0 15,0 0 0-15,0 0 0 0,0 0 1 0,0 0-1 0,0 0-1 0,0 0 0 16,0 0 0-16,0 0-1 0,0 0 3 0,0 0-2 0,0 0 2 0,0 0 0 16,0 0 1-16,0 0-2 0,0 0 0 0,0 0 0 0,0 0 0 0,0 0 0 0,0 0-1 15,0 0 0-15,0 0-1 0,0 0-3 0,0 0 0 0,0 0-4 0,0 0-1 16,0 0-2-16,0 0-3 0,0 0 0 0,0 0-3 0,0 0 2 0,0 0-2 0,0 0 3 15,0 0 1-15,0 0 3 0,0-7 0 0,6 7 2 0,-6-3 2 0,5 3 0 16,-5 0 3-16,8 0 1 0,-8-6 1 0,8 6 2 0,-3 0 1 0,1-5-1 16,1 5-1-16,-2 0 1 0,4-4-1 0,-4 4 0 0,8-6 2 0,-5 6 2 15,-2 0 0-15,6 0 2 0,-5-5 2 0,5 5 0 0,3-4 2 0,-1 4 1 0,-4 0 0 16,3-4-2-16,1 4-1 0,-1 0-1 0,8-5-4 0,-11 5-1 0,11 0-4 16,-8-6-4-16,1 6 1 0,4 0-2 0,-4 0-2 0,-2 0-1 0,9-4 0 15,-10 4-1-15,5 0 2 0,-5 0-1 0,2-6 2 0,2 6 5 0,-4 0 2 0,2 0 2 16,0 0 1-16,-5-5 2 0,3 5 0 0,-4 0 1 0,7 0-1 0,-8-4-2 15,1 4 1-15,6 0-4 0,-5-5-3 0,-3 5-2 0,1 0-2 0,1 0-6 16,-2 0-2-16,4 0-3 0,-9-6-2 0,7 6-1 0,-7 0-3 0,0 0 0 0,0 0-4 16,0 0 1-16,0 0 0 0,0 0 0 0,0 0-1 0,0 0 1 0,0 0 0 15,0 0-1-15,0 0 1 0,0 0 0 0,0 0-2 0,0 0 0 0,0 0 0 0,0 0-1 16,0 0 1-16,0 0-2 0,0 0 0 0,0 0-2 16,0 0 2-16,0 0 0 0,0 0 0 0,0 0 2 0,0 0-1 0,0 0 1 0,0 0 2 0,0 0 1 15,0 0 1-15,0 0 1 0,0 0 0 0,0 0 2 0,0 0 2 0,0 0 0 16,0 0 0-16,0 0 2 0,0 0-1 0,0 0 0 0,0 0 1 0,0 0-1 15,0 0-1-15,0 0-2 0,0 0-1 0,0 0 0 0,0 0-1 0,0 0-2 0,0 0-2 16,0 0-2-16,0 0-1 0,0 0 0 0,0 0-1 0,0 0 1 0,0 0-3 16,0 0 1-16,0 0-2 0,0 0 0 0,0 0 1 0,0 0-1 0,0 0 0 0,0 0-1 15,0 0 1-15,0 0-2 0,0 0 1 0,0 0-4 0,0 0-1 0,0 0-1 16,0 0 1-16,0 0-4 0,0 0-1 16,0 0-1-16,0 0-4 0,0 0-2 0,0 0-3 0,0 0-6 0,0 0-5 0,0 0-4 0,0 0-4 0,0 0-10 15,5 6-6-15,-5-6-9 0,0 0-11 0,0 0-10 0,0 0-13 0,0 0-14 0,0 0-21 16,0 0-17-16,-5 5-19 0,5-1-22 0,0 1-21 0,0-5-45 0,-7 6-55 15,7-2-63-15,-9 2-67 0,9-1-16 0,-5-1 5 0,5-4 18 0,-7 4 23 0,1-4 34 16,6 0 32-16,-5 0 36 0,-3-4 39 0,0 0 39 0,3-1 42 0,-2-11 57 0,1 7 63 16</inkml:trace>
  <inkml:trace contextRef="#ctx0" brushRef="#br0" timeOffset="13734.09">13370 12531 0 0,'0'0'1'0,"0"0"25"0,0 0 13 0,-7-6 10 0,7 6 7 0,0 0 6 0,0 0 6 0,0 0 1 0,0 0 0 0,0 0-6 16,0 0-14-16,0 0-15 0,0 0-21 0,0 0-18 0,0 0-19 0,0 0-13 0,0 0-12 16,0 0-8-16,0 0-5 0,0 0 1 0,0 0 0 0,0 0 4 0,0 0 3 0,0 0 9 15,0 0 7-15,0 0 10 0,0 0 11 0</inkml:trace>
  <inkml:trace contextRef="#ctx0" brushRef="#br0" timeOffset="14304.58">13363 12525 0 0,'0'0'1'0,"0"0"11"0,0 0 9 0,0 0 8 0,0 0 6 16,0 0 6-16,0 0 4 0,0 0 5 0,-5 0 4 0,5 0 6 0,0 0 7 0,0 0 5 15,0 0 6-15,0 0 2 0,-8 6 0 0,8-6-1 0,0 0 5 0,0 0 2 16,0 0 7-16,0 0 5 0,0 0 7 0,-6 0 5 0,6 0 6 0,0 0 3 0,0 0 3 15,0 0-2-15,0 0-6 0,-5 3-5 0,5-3-3 0,0 0-4 0,0 0 0 16,0 0-4-16,0 0-5 0,-8 0-4 0,8 0-2 0,0 0-4 0,0 0-3 16,0 0-5-16,0 0-5 0,0 0 0 0,0 0 0 0,0 0 0 0,-7 0 2 15,7 0 0-15,0 0-4 0,0 0 1 0,0 0-1 0,0 0 1 0,0 0 1 0,0 0-1 16,-6 0-1-16,6 0-1 0,0 0-2 0,0 0-2 0,0 0 0 0,0 0-3 16,-8 0-2-16,8 0 1 0,0 0-6 0,0 0-2 0,0 0-3 0,0 0-4 15,0 0-2-15,-5 0-2 0,5 0-1 0,0 0-3 0,0 0 2 0,0 0 1 0,0 0-1 16,0 0 2-16,-5 0 3 0,5 0 1 0,0 0 1 0,0 0 5 0,0 0 0 15,0 0 1-15,0 0 0 0,0 0 1 0,0 0 2 0,0 0-1 0,0 0 2 0,0-3-1 16,0 3 3-16,0 0-1 0,0 0 1 0,0 0-3 0,0 0 0 0,0 0-2 16,0 0-1-16,0 0-2 0,0 0-2 0,0 0-3 0,0 0-2 0,0 0-5 15,0 0-3-15,0 0-3 0,0-6-8 0,0 6-4 0,0 0-4 0,5 0-4 16,-5 0-5-16,0 0-4 0,0-4-3 0,0 4-4 0,0 0-2 0,0 0-4 16,5-5-1-16,-5 5-3 0,0 0-2 0,8 0 0 0,-8 0-1 0,6-6 2 0,-6 6-1 15,7 0 3-15,1 0-1 0,-3 0 1 0,1 0 3 0,2 0 0 0,-3 0 1 16,2 0 2-16,7 0 3 0,-8 6 0 0,6-6 2 0,2 0 3 0,-1 0 1 15,-1 0 4-15,2 0 2 0,-1 0 7 0,1 0 6 0,4 0 1 16,3 0 5-16,-2 0 2 0,1 0 2 0,-1 0 4 0,2 0 3 0,2-6 2 0,-2 6 2 0,6 0 2 16,-8 0-1-16,6 0 1 0,-6 0-3 0,2 0-2 0,-2 0-3 0,1 0-2 15,0 0-1-15,0 0-1 0,-9 0-3 0,2 0-2 0,0 0-1 0,1 6-4 16,-2-6 2-16,-5 0-3 0,0 0-1 0,6 0-1 0,-6 5-1 0,-1-5-1 0,-6 0-1 16,8 0 0-16,-3 0-2 0,-5 0 1 0,0 0-1 0,5 0 1 0,-5 0 0 15,0 0-2-15,0 0 1 0,0 0-1 0,0 0-2 0,0 0-1 0,0 0-1 0,0 0-1 16,0 0-1-16,0 0-1 0,0 0 0 0,0 0-1 0,0 0-1 0,0 0 0 15,0 0 1-15,0 0 0 0,0 0 1 0,0 0 1 0,0 0 0 0,0 0 1 16,0 0 2-16,0 0 1 0,0 0 0 0,0 0 0 0,0 0 1 0,0 4 0 0,0-4 1 16,0 0-4-16,0 0 1 0,0 0-1 0,0 0-2 0,0 6-1 0,0-6-1 15,0 0-4-15,0 0-3 0,0 0-4 0,0 0-6 0,0 0-7 0,0 0-11 16,-5 0-9-16,5 0-13 0,0 0-15 0,0 3-14 0,0-3-21 0,-5 0-21 16,5 0-29-16,-8 6-32 0,8-6-36 15,0 4-37-15,-6-4-73 0,-1 5-87 0,-1-5-61 0,8 6-44 0,-5-6-6 0,-2 0 13 0,0 0 23 0,2 0 30 0,-8-6 37 16,5 1 39-16,-5 1 46 0,0-11 46 0,2 6 52 0,-2-12 53 0,-3 6 71 0,5-7 86 15</inkml:trace>
  <inkml:trace contextRef="#ctx0" brushRef="#br0" timeOffset="19549.97">14685 12565 0 0,'0'0'45'0,"0"0"41"0,0-7 28 0,0 7 26 0,0-3 30 0,0 3 26 0,0-6 26 0,0 6 23 0,0 0 23 0,0 0 18 0,0 0 20 0,0-5-22 0,0 5-43 0,0 0-28 0,0-4-24 0,0 4-14 0,0 0-12 0,-5 0-14 16,5 0-17-16,0 0-11 0,0-6-12 0,0 6-9 0,0 0-6 0,0 0-4 0,0 0-3 16,0 0-4-16,0 0-3 0,0 0-3 0,0 0-1 0,0 0-4 0,0 0-4 31,0 0-4-31,0 0-4 0,0 0-2 0,0 0-5 0,0 0-2 0,0 0-3 15,0 0-1-15,0 0-3 0,0 0-1 0,0 0-2 0,0 0 0 0,0 0-1 16,0 0 0-16,0 0 0 0,0 0 0 0,0 0-1 0,0 0-1 0,0 0-1 16,0 0-2-16,0 0-1 0,0 0-2 0,0 0-1 0,0 0-1 0,0 0-2 0,0-3-3 15,0 3-1-15,0 0-2 0,0 0-4 0,0 0-3 0,0-6-1 0,0 6-5 16,0 0 0-16,5 0-1 0,-5 0 2 0,0 0 0 0,0 0 5 0,0 0 3 16,7 0 6-16,-7 0 3 0,8 0 6 0,-3 0 6 0,2 0 5 0,0 0 6 0,-2 0 3 15,3 0 7-15,5 0 2 0,-7 0 3 0,6 0 1 0,2 0-3 0,4-4-3 16,-2 4 0-16,3 0-7 0,1 0-3 0,-3 0-5 0,3-5-2 0,6 5-6 15,-6-6-2-15,8 6-5 0,-10-3-2 0,8 3-2 0,1 0-4 0,-3-7 0 0,-3 7-4 16,5 0 0-16,-7-5-4 0,2 5 1 0,-3 0-1 0,1-4-2 0,-4 4 0 16,4 0-1-16,-7 0-2 0,2 0 1 0,-1 0-1 0,1-5-1 0,-4 5 0 15,-2 0-2-15,-3 0 2 0,3 0-1 0,0 0 1 0,-3 0-2 0,1 0 1 16,-6 0 1-16,0 0 1 0,8 0 1 0,-8 0 2 0,0 0-1 0,0 0 4 0,0 0 0 16,0 0 2-16,0 0 1 0,0 0 1 0,0 0 1 0,0 0 0 0,0 0 3 15,0 0 0-15,0 0 0 0,0 0 1 0,0 0-1 0,0 0 0 0,0 0-3 16,0 0-1-16,0 0-1 0,0 0-1 0,0 0-3 0,0 0-2 0,0 5-1 0,0-5-2 15,0 0-6-15,0 0 1 0,0 0-4 0,0 0-1 0,0 0-4 0,0 0-3 16,0 0-5-16,0 0-3 0,0 0-5 0,0 0-5 0,0 0-6 0,0 0-4 16,0 0-7-16,0 0-7 0,0 0-8 0,0 0-9 0,0 0-11 0,0 0-12 0,0 0-10 15,0 0-13-15,0 0-11 0,-8 4-14 0,8-4-11 0,0 0-13 0,0 0-16 16,0 0-14-16,0 5-13 0,0 2-14 0,0-7-14 0,0 3-27 16,0 3-34-16,-6-1-42 0,6-1-41 0,0-4-33 0,0 6-30 0,0-6 1 0,0 3 18 0,0-3 27 15,0 6 29-15,0-6 32 0,0 4 34 0,0-4 35 0,-5 0 37 0,5 0 44 16,-8 0 50-16,8-4 50 0,-8-2 69 0</inkml:trace>
  <inkml:trace contextRef="#ctx0" brushRef="#br0" timeOffset="21603.82">16778 12521 0 0,'-8'4'15'0,"8"-4"34"0,0 0 20 0,-8 0 20 0,8 0 23 0,-5 0 23 0,-1 0 26 0,6 0 23 0,-7-4 24 0,2 4 17 0,5 0 11 0,-9 0-1 0,9 0-11 0,-7 0-6 16,7 0-7-16,0 0-6 0,-5 0-5 0,5 0-10 0,0 0-13 0,-6 0-14 15,6 0-13-15,0 0-13 0,0 0-11 0,-8 0-11 0,8 0-7 0,0 0-7 16,0 0-5-16,0-5-3 0,0 5-5 0,0 0-2 0,0 0-4 0,0 0-4 15,0 0-4-15,0 0-3 0,0 0-6 0,0 0-4 0,0 0-5 0,0 0-9 0,0 0-7 16,0-6-7-16,0 6-7 0,0 0-9 0,0 0-4 0,0 0-2 0,8-3 2 16,-8 3 4-16,6 0 0 0,-6 0 5 0,5 0 3 0,2 0 3 0,2 0 3 0,-4 3 6 15,8-3 5-15,-8 0 5 0,11 0 6 0,-5 0 6 0,-4 6 2 0,14-6-2 16,-10 0 1-16,2 0-5 0,0 0 0 0,6 0-3 0,2 5-2 0,-8-5 1 16,8 0-1-16,-10 0 4 0,10 0-1 0,-3 0 0 0,3 0 1 0,-2 0-2 0,-6 0 2 15,6 0 0-15,1 0-1 0,-1 0-2 0,2-5-1 0,-8 5-6 0,6 0-2 16,1 0-4-16,-8 0-4 0,7 0-5 0,-5 0-6 0,-1 0-2 0,6 0-4 15,-6 0-3-15,0 0-4 0,-5 0-1 0,3 0-2 0,-4 0-1 0,6 0 1 0,-7 0 0 16,1 0-2-16,-7 0 2 0,7 0 1 0,0 0 3 0,-7 0 0 0,0 0 6 16,0 0 1-16,0 0 2 0,0 0 4 0,0 0 2 0,0 0 1 0,0 0 0 15,0 0 1-15,0 0-1 0,0 0 1 0,0 0 0 0,0 0 1 0,0 0-4 16,0 0-2-16,0 5-1 0,0-5-3 0,0 0-2 0,0 0-5 16,-7 0-2-16,7 0-1 0,0 0-1 0,0 0-3 0,0 0-1 0,0 0-2 0,0 4-1 0,0-4-1 15,-7 0-1-15,7 0-3 0,0 0-1 0,-7 6-2 0,7-6-5 0,0 0-4 16,-6 0-7-16,6 0-6 0,0 3-9 0,0-3-11 0,-7 0-11 0,7 0-14 15,0 0-15-15,0 0-17 0,0 0-17 0,0 0-18 0,0 0-22 0,0 0-24 0,0 0-24 16,0 0-26-16,0 0-46 0,-6 6-61 0,6-6-71 0,0 0-76 0,-7 0-20 16,7 0 6-16,0 0 19 0,-6 0 28 0,1-6 32 0,-3 6 35 0,8-3 39 0,-8-3 41 15,3 2 45-15,-3-7 45 0,3 1 61 0,-9-4 65 0</inkml:trace>
  <inkml:trace contextRef="#ctx0" brushRef="#br0" timeOffset="23386.54">17955 12558 0 0,'0'0'37'0,"0"0"42"0,7 7 23 0,-7-7 22 0,0 0 18 0,0 0 20 0,0 0 18 0,0 0 19 0,0 0 18 0,0 0 20 0,0 5 21 0,0-5-13 0,0 0-33 0,0 0-26 0,0 0-17 0,0 0-7 15,0 0-2-15,0 0-4 16,0 0-3-16,0 0-1 0,0 0-3 0,0 0-5 0,0 0-4 0,0 0-8 0,0 0-8 0,6 0-8 0,-6 0-8 0,0 0-5 16,0 0-6-16,0 0-5 0,0 0-7 0,0 0-5 0,0 0-7 0,0 0-5 15,0 0-5-15,0 0-4 0,0 0-5 0,0 0-5 0,0 0-9 0,0-5-5 16,0 5-7-16,0 0-5 0,0 0-5 0,0 0 0 0,6 0 1 0,-6-7-1 0,7 7 4 15,-7 0-2-15,8 0 3 0,-3 0 3 0,1-3 2 0,2 3 5 0,-3 0 4 16,10-6 5-16,-3 6 5 0,0-5 2 0,2 5 2 0,-1-4-1 16,8 4-4-16,-3-6-4 0,-4 6-2 0,4-3-1 0,3-3-2 0,-2 6-3 0,1-4-3 0,-1 4 0 15,2-5-6-15,-3 5-2 0,3-6-1 0,-3 6-4 0,1-3 0 0,-6 3-3 16,8-7-2-16,-7 7 1 0,-4 0-5 0,3 0-1 0,1 0-3 0,-1-5-3 16,-6 5-1-16,6 0-2 0,-7 0-1 0,1 0-1 0,0 0-1 0,-7 0 1 0,7 0-1 15,-7 0 2-15,0 0-1 0,0 5 2 0,0-5-1 0,0 0-2 0,0 0-1 16,0 0-6-16,0 0-3 0,0 0-10 0,0 0-5 0,0 0-7 0,0 7-10 0,0-7-7 15,-7 0-10-15,7 3-6 0,0 3-10 0,-7-6-9 0,7 5-10 0,-7-5-8 16,7 4-7-16,-6 2-7 0,6-3-7 0,-7 3-5 0,1-2-7 0,-1 1-14 16,1 1-13-16,6-3-33 0,-7 4-39 0,1-2-54 0,-2-1-59 0,3 1-27 15,-3-1-9-15,3-4 9 0,0 6 16 0,-4-6 21 0,4 4 26 0,-2-4 25 0,-1 0 28 16,2-4 34-16,0-2 38 0,-1 2 46 0,2-1 50 0</inkml:trace>
  <inkml:trace contextRef="#ctx0" brushRef="#br0" timeOffset="67170.78">14419 14357 69 0,'0'0'144'0,"0"-6"44"0,0 6 35 0,0-3 29 0,0-3 28 0,-8 2 25 0,8-1 25 0,0-1 24 0,0 2 26 0,0-2 25 0,0 1 25 0,0 1-52 15,0-5-103 1,-5 9-56-16,5-6-38 0,0 2-14 0,0-1-10 0,0-1-5 0,0 6-4 0,0-3-3 0,0-3-3 0,0 6-4 0,0-6-4 0,0 6-5 16,5-4-7-16,-5 4-6 0,0-5-7 0,0 5-8 0,0-6-6 0,0 6-8 0,0 0-7 15,0 0-11-15,0 0-7 0,0 0-7 0,0 0-3 0,0 0-3 0,8 6-3 16,-8-1-3-16,0-1-4 0,7 2-5 0,-7 3-3 0,0 2-5 0,6-1-1 15,-6-1 1-15,8 6 1 0,-8 0-1 0,0-2 2 0,0 2-2 0,5 0-5 0,-5 0-4 16,0 4-7-16,0-4-6 16,5 6-3-16,-5-3-2 0,0 1 1 0,0-4-2 0,8 4 1 0,-8 1 0 0,0-4-2 0,0-3-3 0,0 7-4 0,0-5-8 15,0-5-11-15,0 5-14 0,0 0-15 0,0-6-17 0,0 1-18 0,0-1-18 16,0 0-21-16,0-3-21 0,0 3-25 0,0-4-24 0,0 2-25 0,0-4-27 0,0-3-31 31,0 6-44-31,0-6-53 0,0 0-49 0,0 0-47 0,0 0-6 0,0 0 15 0,0 0 27 16,0-6 29-16,-8 3 35 0,8-9 39 0,-5 3 38 0,5-1 39 0,-5-4 42 15,5-2 46-15,-8 1 55 0,2-3 70 0</inkml:trace>
  <inkml:trace contextRef="#ctx0" brushRef="#br0" timeOffset="67392.31">14321 13980 0 0,'0'-4'1'0,"-5"4"110"15,5-5 74-15,-7 1 52 0,7 4 46 0,-9-5 38 0,9 5 37 0,-5-7 33 0,5 4 33 16,-6-3 27-16,6 1 26 0,-7 5 26 0,7-4 21 0,0 4-74 0,-5 0-137 15,5 0-78-15,0 0-46 0,0 0-32 0,0 0-20 0,0 0-20 0,0 0-18 0,0 0-18 16,0 0-13-16,0 0-17 0,0 0-10 0,0 0-12 0,0 0-10 0,0 0-9 16,0 0-12-16,0 0-11 0,0 0-10 0,0 0-15 0,0 0-15 0,0 0-18 15,0 0-15-15,0 0-23 0,5 0-29 0,-5 0-41 0,0 9-46 0,0-3-87 0,0-3-102 16,0 9-53-16,0-8-25 0,7 5 1 0,-7 0 12 0,0 2 24 0,0-7 29 0,0 8 32 16,0-8 33-16,0-4 44 0,0 0 45 0,0 5 57 0,0-5 58 0</inkml:trace>
  <inkml:trace contextRef="#ctx0" brushRef="#br0" timeOffset="67771.7">14724 13971 96 0,'0'-4'167'15,"8"-1"47"-15,-8 5 40 0,0 0 36 0,0-7 36 0,0 4 31 0,0-3 31 16,0 1 27-16,0 5 26 0,0-4 29 0,0 4 22 0,0-6-66 0,0 6-121 0,0-4-63 16,0 4-32-16,0-5-18 0,0 5-11 0,0 0-13 0,0 0-12 0,0-4-12 15,0 4-11-15,0 0-11 0,0-5-12 0,0 5-11 0,0 0-7 0,0 0-12 16,0 0-5-16,0 0-12 0,6 5-8 0,-6-5-8 0,7 4-7 0,-7 1-5 16,0-1-1-16,6 6-1 0,-6 1 0 0,5-1-1 0,-5 4 1 0,7-1 1 0,-7 2 1 15,0 6-2-15,0 3-2 0,9 1-3 0,-9-1-2 0,0 1-2 0,0 3-6 16,0-2-1-16,0 2-7 0,0 2-1 0,0-6-4 0,0 6-2 0,0-7-5 15,0 3-2-15,0-3 1 0,0 3-1 0,0-3 0 0,0 3-2 0,5-7-1 0,-5 5-3 16,0-3-6-16,7-3-7 0,-7 1-10 0,0 2-12 0,6-3-14 0,-6-3-15 16,5 6-18-16,3-8-14 0,-8 2-19 0,8 0-17 0,-8-5-21 0,5-1-21 15,-5 0-27-15,6-3-32 0,-6 3-41 0,8-4-75 0,-8 2-96 0,0-7-45 16,0 0-15-16,0 0 10 0,0 0 21 0,0 0 28 0,0 0 32 0,0-12 34 0,0 8 36 0,0-7 41 16,0 2 44-16,0 0 52 0,0-1 56 0,-8-5 81 0,8 0 79 0</inkml:trace>
  <inkml:trace contextRef="#ctx0" brushRef="#br0" timeOffset="68295.81">15330 14500 87 0,'0'0'160'0,"0"0"46"0,-5-6 39 0,5 6 34 0,0 0 32 0,-8 0 31 0,8 0 28 0,0 0 28 0,0 0 27 0,0-6 24 0,0 6 23 16,0 0-68-16,0 0-118 0,0 0-68 0,0 0-41 0,0 0-23 0,0 0-18 15,0 0-17-15,0 0-15 0,0 0-17 0,0 0-15 0,0 0-15 0,0-4-14 16,0 4-9-16,0 0-5 0,0 0-3 0,0 0 1 0,8-5 0 15,-8 5 2-15,5 0 2 0,2 0 2 0,-1 5 4 0,1-5 3 0,7 0 3 0,-9 0 2 0,8 0 2 16,1 0 4-16,7 0-2 0,-10 0-5 0,10 0-5 0,-3 0-6 0,3 0-5 16,-2 0-9-16,6-5-5 0,-6 5-9 0,8 0-12 0,-7-6-10 0,-1 6-10 31,2 0-10-31,-3-4-13 0,3 4-11 0,-10-5-13 0,2 5-17 0,0 0-19 16,-6 0-23-16,0-4-28 0,0 4-27 0,-1 0-53 0,-6 0-63 0,0 0-72 0,0 0-77 15,0 0-24-15,0 0 3 0,0 0 14 0,0-5 24 0,-6 1 27 0,-1 4 32 0,0-6 35 16,7 0 40-16,-12 3 42 0,4-3 46 0,3 6 59 0,-9-6 66 0</inkml:trace>
  <inkml:trace contextRef="#ctx0" brushRef="#br0" timeOffset="68677.25">15507 14289 51 0,'0'-5'130'0,"0"5"50"0,-7 0 37 0,7 0 36 16,0-6 31-16,-7 6 33 0,7 0 33 0,0 0 31 0,0-3 31 0,-5-3 32 15,5 6 31-15,-8-6-45 0,8 6-89 0,0 0-58 0,0 0-40 0,0-4-27 0,0 4-20 16,0 0-14-16,0-5-12 0,0 5-17 0,0 0-16 0,0 0-18 0,0 0-13 16,0 0-19-16,0 0-15 0,0 0-11 0,0 0-11 0,0 0-10 0,0 0-7 15,0 0-7-15,0 0-3 0,0 0 2 0,0 0 0 16,8 0 4-16,-3 0 2 0,2 5 5 0,0-5-1 0,-2 0 3 0,10 4 0 0,-10-4 2 0,9 6 1 0,-1-6 1 16,6 6 2-16,1-3 0 0,-7 3-3 0,5-6-5 0,3 5-7 0,-1-1-4 15,-2 2-7-15,3-2-4 0,-9 1-4 0,8-1-4 0,-7 1-2 0,0 1-3 16,0-6 0-16,-5 4-2 0,5 2-1 0,-8-1 0 0,0-1 2 0,-5 2 0 15,9-6 2-15,-9 3 1 0,5 3 4 0,-5-6 2 0,0 0 2 0,0 9 1 0,0-3 4 16,-5-3 0-16,5 9 0 0,-9-3 3 0,4-3-2 0,0 7 0 0,-3-4 0 16,3 3-1-16,-11 3 0 0,5-2-6 0,-2 2 0 0,6-6-4 0,-13 6-3 0,8 0-7 15,-1-6-8-15,-1 6-8 0,2 1-11 0,-2-7-15 0,1 6-17 0,-1-6-16 16,2 0-20-16,6 3-21 0,1-3-20 0,-11-5-31 0,11 5-32 0,-2-3-37 16,1 0-43-16,0 3-78 0,6-3-99 0,-7-2-53 0,-1 5-28 0,8-9 2 0,-5 5 20 15,-1-1 28-15,6-4 35 0,-8 6 37 0,3-12 39 0,5 2 46 0,-8-1 48 0,1-4 53 16,2-1 57-16,5-5 74 0,-7 0 90 0</inkml:trace>
  <inkml:trace contextRef="#ctx0" brushRef="#br0" timeOffset="70059.86">16522 14083 0 0,'6'-4'23'0,"-6"4"49"0,0-5 29 0,0 0 28 0,0 5 34 0,0-4 29 0,0-3 30 0,0 7 25 0,0-5 27 15,0 5 22-15,0 0 21 0,0-4-10 0,0 4-33 0,0-5-23 0,0 5-21 0,-6-6-16 16,6 6-16-16,0 0-20 0,0-4-22 0,0 4-18 0,0 0-16 0,0 0-9 16,0 0-7-16,0 0-4 0,0 0-4 0,0 0-1 0,0 0-1 0,0-5-1 15,0 5-1-15,0 0 4 0,0 0-2 0,0-4-1 0,0 4 0 0,0 0-7 0,0 0-4 16,-5 0-8-16,5 0-11 0,-8 0-9 0,8 0-10 0,-5 0-9 0,-2 0-9 16,7 0-8-16,-7 4-7 0,0 1-7 0,1-1-7 0,-1-4-5 0,2 11-5 15,-3-7-1-15,-5 1 0 0,7 6-3 0,-1-1 1 0,1-6 0 16,-2 6-1-16,3-1 3 0,0 2 0 0,-4-1 0 0,4 5 2 0,5-6-3 0,-7 0-1 0,-1 0 3 15,3 7-5-15,5-7 2 0,-7 1-1 0,7 4 1 0,0-2 2 0,-7-3-1 16,7 4 3-16,0-2-1 0,0-1 3 0,0 5-2 0,0-6-1 0,0 1 2 16,7 4 1-16,-7-4 1 0,7 5-1 0,-7 0 4 0,5-6 0 0,3 0 2 15,-1 7 1-15,-2-5-1 0,4-3 4 0,-4 6 0 0,8-2 2 0,-7-3 0 0,7 1 3 16,0-1 2-16,0 0-1 0,0 2 0 0,8-7 3 0,-8 8 0 0,6-9 0 16,-7 7 4-16,8-10-1 0,-8 5 1 0,9-1 7 0,-2-4 5 0,-6 0 8 0,6 0 9 15,-4-4 7-15,-3-1 12 0,8 1 9 0,-7-2 8 0,-2-3 8 0,5 3 8 16,-11-3 5-16,8 3 4 0,-8-3 6 0,11 5 2 0,-11-5 1 0,1-3-2 15,-6 3-6-15,7-1-8 0,-7 0-7 0,6 2-8 0,-6-3-8 0,0 1-8 0,0-5-7 16,-6 0-10-16,6 6-3 0,-7-6-6 0,7 0-6 0,-6-4-6 0,-7 4-7 16,5 0-7-16,-3-4-9 0,4 5-3 0,-7-2-8 0,2 2-4 0,-2 0-8 15,1 5-4-15,-6-3-10 16,6 3-5-16,1 0-7 0,-7 3-8 0,5 3-12 0,1-3-12 0,1 2-13 0,-9 4-17 0,10 0-15 0,2 0-20 0,-3 0-21 0,-2 4-24 16,9 2-28-16,-8-3-33 0,6 3-32 0,0 3-68 0,0 0-87 0,1 7-55 15,-1-7-40-15,2 6-1 0,-3-6 15 0,8 7 28 0,-6-2 33 0,-1 1 38 0,1 1 39 0,6-7 46 16,-7 6 45-16,7-6 50 0,0 0 52 0,-6 1 70 0,6-4 86 0</inkml:trace>
  <inkml:trace contextRef="#ctx0" brushRef="#br0" timeOffset="70408.56">16992 14141 55 0,'0'-3'137'0,"0"-3"48"0,0-3 37 0,0 3 36 0,0-4 34 0,0 1 34 0,-9-2 34 0,9 7 35 0,0-5 35 0,0 0 36 0,-5-3 33 0,5 8-39 16,0-7-86-16,0 7-53 0,-6-5-40 0,6 4-18 0,0 1-9 0,0-2-10 16,0 0-11-16,0 2-14 0,0 4-14 0,0-5-17 0,0 5-16 0,0-6-19 15,0 6-14-15,0 0-17 0,0 0-14 0,0 0-13 0,0 0-14 0,0 0-10 16,0 0-13-16,0 0-8 0,0 0-9 0,0 0-8 0,0 0-9 0,0 0-7 0,0 0-8 15,0 0-3-15,0 0-2 0,0 0 0 0,0 6 2 0,0-1-1 0,0 5 2 16,6-4-1-16,-6 3-1 0,0 4 3 0,5 2-1 0,-5 1 0 0,9-2 5 16,-9 5 2-16,0 2 2 0,7 3-1 0,-7 1-1 0,0-7-8 0,0 6-10 15,0 3-17-15,0-5-15 0,0 4-18 0,0-3-16 0,0 3-20 0,0-7-22 16,0 5-27-16,0-9-31 0,0 4-33 0,0 2-35 0,0-6-53 0,0-2-61 0,-7 2-99 16,7 0-113-16,0-6-41 0,0 1 3 0,0-1 18 0,-9-4 29 0,9 5 35 15,-5-5 42-15,5 1 44 0,-6-6 49 0,-1 0 51 0,2 0 53 0,-9-6 63 0,7 6 71 16</inkml:trace>
  <inkml:trace contextRef="#ctx0" brushRef="#br0" timeOffset="72129.53">14524 15574 13 0,'0'-6'93'0,"6"0"51"0,-6 2 42 0,0-1 36 0,0 1 33 0,0-1 32 0,0 5 31 0,0 0 33 0,0 0 29 0,0-6 30 0,0 2 29 0,0 4-22 0,0-5-58 0,0 5-47 0,0-4-43 15,0 4-30-15,0-5-25 0,0 5-17 0,0 0-13 0,0 0-18 0,0-7-17 16,0 7-17-16,0 0-21 0,0 0-18 0,0 0-20 0,0 0-16 0,0 0-15 16,0 0-8-16,0 0-8 0,7 7-4 0,-7-2-4 0,0-1-3 0,0 5-4 0,5-3-2 15,-5 3 1-15,0 0 0 0,8 7 2 0,-8-7 4 0,6 11 2 0,-6-4 6 16,5-2-2-16,-5 5-1 0,0 0-3 0,0 2-4 0,8-3-7 0,-8 7-7 15,0-5-10-15,0-1-10 0,0 6-8 0,0-7-13 0,0 3-13 0,0-2-16 16,-8-5-16-16,8 2-23 0,0-1-25 0,0-6-28 0,0 6-26 0,0-6-46 16,0-3-50-16,0 3-65 0,0-5-67 0,0 2-36 0,0-6-23 0,0 9 7 0,0-9 17 15,0 0 25-15,0 0 32 0,0 0 35 0,0 0 39 0,0 0 41 0,0 0 42 0,0 0 54 16,0 0 54-16</inkml:trace>
  <inkml:trace contextRef="#ctx0" brushRef="#br0" timeOffset="72319.08">14471 15315 24 0,'0'-5'118'0,"0"5"56"0,0-6 43 0,0 6 39 16,0-4 34-16,6-2 30 0,-6 6 27 0,0-3 25 0,7-3 21 0,-7 6 20 0,0 0 16 0,0-6-42 16,0 6-77-16,0-4-76 0,0 4-72 0,7 0-46 0,-7 0-31 0,0 0-31 0,0-5-33 15,0 5-31-15,0 0-36 0,0 0-47 0,0 0-53 0,7 0-77 0,-7 5-83 16,5-1-53-16,-5-4-35 0,0 6-8 0,7 0 4 0,-7-3 11 0,0-3 17 0,0 6 26 15,0-6 28-15,6 4 35 0,-6-4 39 0,0 0 50 0,0 6 52 0,0-6 68 16,-6 5 71-16</inkml:trace>
  <inkml:trace contextRef="#ctx0" brushRef="#br0" timeOffset="72937.62">14835 15495 0 0,'0'-6'53'0,"-5"3"43"0,5 3 30 0,-8-6 28 15,2 2 30-15,6 4 27 0,-5-5 24 0,5 5 22 0,-8-6 22 0,8 2 19 0,-8 4 18 16,8-6-21-16,-5 6-44 0,-1-3-34 0,6-3-26 0,-7 1-19 0,7 5-13 0,-5-4-14 0,5 4-16 16,-9-6-9-16,9 1-9 0,-7 1-5 0,2 4-2 0,5-5 0 0,-6 1 0 15,6-2 0-15,-7 6-2 0,7-4 0 0,0-2 0 0,0 1-3 0,-6 5 0 16,6-4 0-16,0 4 2 0,0-6-1 0,0 6-2 0,0-5-6 0,0 5-7 0,0-4-7 15,0 4-6-15,0-5-6 0,6 1-2 16,-6-2-4-16,7 6 1 0,-1-3-3 0,-1-3-1 0,2 0-2 0,7 6-5 0,-7-4-4 0,4 4-1 0,5-5 2 16,-5 5-1-16,10 0 0 0,-9 0-3 0,7 0-1 15,-6 5-5-15,6-5-2 0,2 4-8 0,-8 2-6 0,8 0-5 0,-10 3-6 0,2-5-8 0,0 1-2 0,0 4-1 16,-7 1-4-16,2 1 0 0,-1-1 2 0,-7-1-2 0,5 0 0 0,-5 1-2 16,0 4-1-16,-5-4-8 0,5 1-7 0,-7 2-5 0,-1-2-5 15,2-1-6-15,0 5-3 0,-1-6-6 0,-6 6-7 0,7-6-8 0,-7 1-8 0,1 0-9 0,-2-1-3 16,7 2-7-16,-4-2 1 0,2 1 0 0,-3 0 4 0,6-5 2 0,-7 4 7 15,5-3 4-15,1-2 3 0,2 5 9 16,-2-4 7-16,2 2 8 0,5-7 9 0,-7 3 7 0,-1-3 8 0,8 6 9 0,-5-6 10 0,5 0 8 0,0 0 9 16,0 5 5-16,0-5 4 0,0 0 2 0,0 0 0 0,0 0 0 0,0 0-4 0,0 0-2 31,0 0 0-31,0-5-1 0,5 5 7 0,-5-6 7 0,8 6 4 0,-8 0 3 0,7 0 2 0,-2 0 6 0,2 0 6 0,-2 0 5 0,10 0 6 0,-2 6 6 16,-2-6 5-16,5 5 8 0,-5-1 2 0,10 2-1 0,-9-3-6 0,7 3-9 0,-6 3-8 15,6-3-5-15,-4 4-8 0,-2-1-6 0,-7-4-7 16,7 5-4-16,-6-1-2 0,5 0-4 0,-5 3-4 0,-7-3-2 0,5 1-4 0,3-1 2 0,-8-4-2 15,6 5-1-15,-6-1 4 0,0 3-1 0,0-9 5 0,0 7-1 0,0-5 2 32,0 4 1-32,-6-2-4 0,6-4 0 0,-8 8-1 0,3-7 0 0,-2 2-1 0,1 3-1 15,0-5-7-15,-1 1-2 0,-6 1-8 0,7-2-6 0,-2 1-6 0,-4 1-9 16,4-2-9-16,-4 1-9 0,5-5-9 0,2 4-12 0,-9-4-12 0,7 6-10 0,1-6-11 16,1 0-15-16,-2 0-13 0,-2 0-16 0,4 0-16 0,-2 0-21 0,1 0-21 15,1 0-17-15,-4 0-36 0,9 0-38 0,-7 0-66 0,2-6-71 0,-1 6-37 16,-2-4-16-16,8 4 9 0,-5-5 19 0,-3 1 28 0,1-2 31 0,7 1 37 0,-5 1 38 15,5-2 39-15,-7-3 40 0,7 4 51 0,-5 1 54 0</inkml:trace>
  <inkml:trace contextRef="#ctx0" brushRef="#br0" timeOffset="78296.52">15638 15598 6 0,'0'0'38'0,"0"0"18"0,0 0 17 0,0 0 16 0,0 0 16 0,0 0 15 0,0 0 16 0,0 0 13 0,0 0 8 0,0 0 5 0,0 0 2 0,0 0-4 15,0 0-2-15,-9 0-4 0,9 0-8 0,0 0-6 0,0 0-6 0,0 0-3 16,0 0-6-16,0 0-3 0,0 0-6 0,-7 0-5 0,7 0-9 0,0 0-6 16,0-6-6-16,0 6-5 0,0 0-5 0,0 0-6 0,0 0-3 0,0 0-6 0,0 0-5 15,0 0-5-15,0 0-4 0,0 0-7 16,0 0-3-16,0 0-5 0,0-5-6 0,0 5-4 0,0 0-5 0,0 0-5 0,0 0-4 0,0 0-3 0,-5 0-4 16,-1 5-5-16,6-5-1 0,0 0-2 0,0 0-4 0,0 0 1 0,-5 6-1 0,5-6 3 15,0 0 1-15,0 0 2 0,0 0 5 0,-8 4 2 0,8-4 5 0,0 0 4 16,0 0 4-16,0 0 3 0,0 0 3 0,0 0 5 0,0 0-1 0,0 0 3 15,0 0 0-15,0 0-1 0,0 0 0 0,0 0-3 0,0 0-3 0,0 0-1 16,0 0-5-16,0 0-6 0,0 0-6 0,0 0-6 0,0 0-8 0,0 0-5 16,0 0-4-16,0 0 1 0,0 0 0 0,0 0 7 0,0 0 7 0,8 0 7 0,-3 0 7 15,-5 5 9-15,6-5 7 0,-1 0 8 0,2 0 9 0,7 0 10 0,-7 0 7 16,5 0 7-16,-4 0 7 0,4 0 0 0,2 0 0 0,-1 0-4 0,-1 0-7 0,8 0-6 16,-7 0-6-16,0 0-7 0,8 0-5 0,-8 0-6 0,-3 0-6 0,11 0-4 15,-1 0-3-15,-8-5-5 0,2 5-4 0,6 0-4 0,-6 0-2 0,-4-4-2 16,3 4 0-16,1 0-1 0,-1 0-3 0,0-6-1 0,-5 6-1 0,-3 0-1 15,2 0 0-15,0 0 2 16,-2 0 0-16,-5 0 2 0,0 0 0 0,0 0 4 0,0 0 1 16,0 0 3-16,0 0 0 0,0 0-1 0,0 0 2 0,0 0-2 0,0 0-1 15,0 0-7-15,0 0-9 0,0 0-15 0,0 0-18 0,0 0-19 0,-5 0-20 16,5 0-19-16,-7 0-20 0,7 0-28 0,-7 0-34 0,2-5-44 0,5 5-47 0,-8-4-60 16,3 4-63-16,-3-5-20 0,8 1 1 0,-6 4 18 0,-1-12 25 0,1 8 28 0,-2-1 30 15,8-4 32-15,-5 3 31 0,5 2 38 0,-8-5 44 0,8 4 47 0,-5-5 57 16</inkml:trace>
  <inkml:trace contextRef="#ctx0" brushRef="#br0" timeOffset="78691.55">15903 15455 9 0,'0'0'77'0,"0"-3"34"0,0 3 26 0,-5-6 27 0,5 1 26 0,0 1 28 0,0 4 25 0,0-6 25 0,0 6 21 0,0 0 23 16,0-5 20-16,0 1-28 0,0 4-55 0,0-5-35 0,0 5-20 0,-7-4-12 0,7 4-2 16,0-6-12-16,0 6-12 0,0 0-13 0,0 0-12 0,0 0-8 15,0 0-6-15,-8-4-9 0,8 4-7 0,0 0-8 0,0 0-9 0,0 0-9 0,0 0-11 16,-5 0-10-16,5 0-10 0,0 0-8 0,0 0-8 0,0 0-8 0,0 0-10 15,0 0-9-15,0 0-12 0,0 0-10 0,0 0-9 0,0 0-10 0,0 0-7 0,0 0-4 16,0 0-1-16,0 0 1 0,0 0 1 0,5 0 3 0,3 4 5 0,-8-4 3 16,7 6 7-16,-7-6 5 0,5 4 10 0,9 1 8 0,-9-1 8 0,3-4 8 15,-3 5 8-15,9 1 2 0,-7-2 2 0,7-4-1 0,-9 5 2 0,8 1-1 16,1-3-2-16,-2 3 0 0,-4-2-3 0,4 2-3 0,0-1-1 0,-5-1-1 0,7 2-3 16,-8-3-1-16,1 3 0 0,-2-1 0 0,4-1 2 0,-4 2 1 0,2-6 3 15,-7 3 2-15,6 4 3 0,-6-2 3 0,0-1 7 0,5 1 6 0,-5-1 5 16,0 2 7-16,0 3 5 0,0-4 2 0,0-1 4 0,-5 8 1 0,5-8 3 0,0 5-1 15,-6 2-1-15,-1-2-3 0,7-5 0 0,-5 12-6 0,-4-6-3 0,4 0-6 16,-2-1-5-16,1 7-5 0,-8-7-7 0,7 6-1 0,2-6-3 0,-9 6-5 16,9-5-2-16,-3 4-1 0,1-4-3 0,2-1-1 0,-9 0-3 0,9 3 0 0,-3-8-1 15,3 7-2-15,-3-2 0 0,8-5-1 0,-6 5-1 0,-1-3-1 0,1 0 0 16,-2 3-2-16,3-3-2 0,5-3-7 0,-8 3-3 0,3-2-10 0,5 1-10 16,-5 4-13-16,-4-2-15 0,9-7-22 0,-5 3-20 0,5 3-25 0,0-1-22 15,0-1-37-15,0-4-41 0,0 6-48 0,0-6-51 0,0 0-50 0,0 0-49 0,0 0-10 16,0 0 9-16,5 0 20 0,4 0 29 0,-9-6 31 0,5 6 34 0,0-4 37 0,3-1 37 15,-3-1 45-15,3 3 47 0,-2-9 51 0,1 3 67 0</inkml:trace>
  <inkml:trace contextRef="#ctx0" brushRef="#br0" timeOffset="79213.03">16522 15520 67 0,'0'0'130'0,"0"0"33"0,0-7 22 0,0 4 25 0,0 3 23 0,0 0 22 0,0-6 20 0,0 2 22 0,0-1 22 0,0-1 21 0,0-3 26 16,0 5-51-16,0 4-95 0,0 0-40 0,0-5-12 0,0-1-1 0,0 6 6 0,0-4-1 15,0 4-4-15,0-6-4 0,0 6-4 0,0-3-5 0,0 3-5 0,0 0-13 16,0 0-10-16,0 0-15 0,0 0-17 0,-5-6-13 0,5 6-14 0,0 0-13 16,0 0-9-16,0 0-13 0,0 0-6 0,0 0-12 15,0 0-6-15,0 0-9 0,-8 6-6 0,8-6-5 0,0 0-5 0,-5 3-3 0,5-3-1 0,0 0-4 0,0 6-1 16,-7-2 0-16,7 2 0 0,-7-1 1 0,7-1 1 0,-7 2 0 0,7 3 4 15,-6-4 0-15,6 5 4 0,-7 0 1 0,2-1 1 0,5 0-1 0,-8 2 3 0,8 2 0 16,-6-1-3-16,6 1-2 0,-7-2-1 0,7 2-3 0,-6 3-2 0,6-2 1 16,0 5-4-16,0-4 3 0,0 6-3 0,0-7 2 0,0 6-2 0,0-6-2 15,0 5-1-15,0-4-1 0,6 6-3 0,-6-8 2 0,7 2 1 16,-1-6 1-16,2 6 3 0,-3-5 1 0,2-1 1 0,-1 6 1 0,1-4 2 0,0-7 1 16,5 6 2-16,-4-1 4 0,-3-4 1 0,9 5 6 0,-9-5 5 0,11 1 5 0,-11-6 4 15,8 4 3-15,-8-4 2 0,9 0 9 16,-7 0 8-16,-1-4 10 0,7-2 11 0,-5 1 14 0,-3 1 8 0,9-7 8 15,-9 2 10-15,2-1 4 0,1 1 7 0,-3 0 4 0,2-7 2 0,0 1 0 0,-2 6-1 16,3-6-4-16,-8 0-7 0,0-4-11 0,5 4-10 0,-5 0-11 0,0-4-10 0,0-2-8 16,-5 3-9-16,5-1-8 0,-8-2-5 0,8 3-7 0,-5-2-3 0,-2 0-4 0,0 5-2 0,2-3-4 15,-10-3-1-15,10 6-5 0,-4-3 0 0,4 2-2 0,-8 1-1 0,7 2-2 16,-7-2-2-16,6 0-2 0,2 6-1 0,-4-2-3 0,-3-2-2 0,6 7-8 0,1-4-8 16,-4 5-13-16,2 1-11 0,2 4-15 0,-3-6-18 0,2 6-18 0,6 0-20 15,-5 0-20-15,-3 6-17 0,3-2-17 0,-2 1-19 0,0 5-19 0,7-4-25 0,-7 3-28 16,1 6-31-16,6-6-24 0,-7 0-24 0,7 1-26 0,-5 1-27 0,5 2 5 15,0-2 19-15,0-1 26 0,0 0 28 0,0-1 30 16,0-4 30-16,5-1 36 0,-5 7 35 0,7-7 42 0,-7 1 41 0,6-5 41 0,1 0 59 0</inkml:trace>
  <inkml:trace contextRef="#ctx0" brushRef="#br0" timeOffset="79862.19">16992 15315 89 0,'7'0'156'0,"-7"4"41"0,5-4 34 0,-5 0 29 0,0 0 25 0,7 0 26 0,0 0 22 0,-7 0 24 0,0 0 21 0,5 0 24 0,-5 0 20 16,0 0-65-16,0 0-117 0,0 0-61 0,0 0-32 0,0 0-15 0,0 0-13 15,0 0-9-15,0 0-8 0,0 0-9 0,0 0-11 0,0 0-12 0,0 0-10 16,0 0-12-16,0 0-10 0,0 0-7 0,-5 5-9 0,5-5-7 0,0 4-2 16,0-4-5-1,-7 6-2-15,7-1-1 0,0-1-1 0,0 2 0 0,-7 0 2 0,7-3 2 0,-5 3 3 0,5-2 1 0,-7 5 2 0,7-4 0 0,-9 1-2 0,9-2 2 16,-5 1-1-16,-1 1 1 0,-1-2-1 0,2 2-2 0,5-2-1 0,-9-4 0 15,4 5-2-15,-2-1-2 0,1-4 2 0,1 5 0 0,-3 1 0 0,0-6 0 16,3 0-1-16,-2 4 4 0,1-4 1 0,6 0 0 0,-6 0 4 0,-1 0 3 0,-1 0 0 16,8 0 3-16,-5-4 4 0,-1 4 0 0,-2 0 2 0,8-6 1 0,-5 6 2 15,-3-5-2-15,8 1 1 0,-7-1-2 0,7 5 0 16,-6-4-3-16,6-2-2 0,-6 2 0 16,6-2-3-16,-5 1-1 0,5 1-6 0,0-7-1 0,0 7-3 0,-7-1-3 15,7 1-5-15,0-2-1 0,7-3-5 0,-7 3-3 0,0 2-3 0,0-1-2 16,5-1-4-16,-5-3-3 0,6 5 0 0,0-1-1 0,1-1-3 0,1 2 3 0,-3-2-1 15,3 3 1-15,-2-3 1 0,7 0 2 0,0 6 0 0,-7-4 2 16,6-1 2-16,4 5 1 0,-5 0 1 0,1-5 0 0,2 5 2 0,-1 0 2 0,1 5-2 16,-2-5 2-16,2 5-1 0,-1-1 0 0,-1 2 0 0,-5 0 0 0,5 3 2 15,-4 1 2-15,5-1 2 0,-7 0-1 0,1 6 2 0,-1-3 1 0,2 1 1 0,-8 1 1 16,5 7-1-16,-5-7 1 0,0 6 1 0,0-2 1 0,-5 3-1 0,5-2 1 16,-8 6-1-16,2-7 0 0,-1 2-1 0,7 5-2 0,-6-1-2 0,-7-4-3 15,5 0-4-15,3 5-1 0,-2-7-2 0,-5 2-1 0,5 0-3 0,-6-6 1 0,6 5-2 16,-5-4 0-16,5 0 0 0,-7 0 1 0,8-6 0 0,-6 7 3 0,3-7 1 15,4 0 2-15,-2-3 4 0,-4 3 4 0,3-5 3 0,8 8 1 0,-8-12 4 16,3 3 2-16,-2 3 1 0,7-6 0 0,0 5 0 0,0-5 1 0,0 0-3 0,0 0-4 16,0 0-3-16,0 0-4 0,0 0-2 0,0 0-1 0,0 0-1 0,0 0 4 15,0 0 2-15,7 0 7 0,-7 0 2 0,5-5 4 0,3 5 2 0,0 0 5 16,-3 0 4-16,1-6 5 0,1 6 6 0,7 0 5 0,-2-3 2 0,-1-4 2 16,5 7 1-16,-4-5-5 0,0 1-4 0,3-1-1 0,-3 1-4 0,8 4-1 15,-7-6-1-15,0 3 1 0,6-3-4 0,-6 6-3 0,1-6 0 0,-2 3-3 0,1 3-2 16,1 0-1-16,-2-6-3 0,2 6-4 0,-8 0-6 0,6 0-12 0,-3 0-13 15,-9 0-15-15,5 0-11 0,-5 0-29 0,0 0-34 0,0 0-43 0,-5 0-45 0,5 6-72 16,-14-3-86-16,7-3-63 0,-7 6-53 0,1 0-13 0,1-6 8 0,0 3 17 16,-8-3 26-16,6 0 26 0,-4 0 31 0,-3 6 42 0,2-6 49 0,-1 0 52 0,1 0 57 15,-8 0 67-15,6 0 82 0</inkml:trace>
  <inkml:trace contextRef="#ctx0" brushRef="#br0" timeOffset="100949.78">22025 13903 1 0,'0'-6'49'0,"0"1"31"0,0 1 22 0,0-7 25 0,8 7 26 0,-8-1 24 0,0 1 26 0,0-2 23 0,0 6 24 0,0-3 14 0,0-3 11 0,0 6-16 0,0-6-31 0,0 2-22 0,0-1-14 16,0-1-8-16,0 6-5 0,0-4-9 0,0-1-8 0,0 5-10 0,6-4-7 0,-6-1-6 16,0 5-6-16,0-4-3 0,0 4-1 0,0 0-1 0,0-6 1 0,0 6-4 15,0-6 0-15,0 6-6 16,0-3-3-16,0 3-6 0,0 0-7 0,0 0-9 0,0-6-13 0,0 6-8 0,0 0-15 0,0 0-10 0,0 0-15 0,0 0-13 0,0 0-10 15,0 0-9-15,0 0-8 0,0 0-5 0,0 6-5 0,0-3-5 0,0 3-4 16,0 4 1-16,7-1-1 0,-7 6 1 0,0 0 5 0,0 0 4 0,0-2 5 16,0 7 4-16,0 1 4 0,0-2 2 0,0-1 2 0,0 7 1 0,0-5-1 0,0 0 1 15,0-2-1-15,0 2 2 0,6 1-2 0,-6-7-1 0,0 6-1 0,0-5-4 16,0-5-4-16,5 3-8 0,-5-2-7 0,0-8-8 16,0 9-11-16,0-3-14 0,0-5-13 0,8 2-18 0,-8-2-14 0,0-4-19 0,0 0-15 0,0 0-21 15,0 0-24-15,0 0-40 0,0 0-46 0,0 0-58 0,0 0-59 0,0 0-17 0,0-4 5 16,0-6 16-16,0 1 23 0,-8-3 26 0,8-2 29 0,0 1 29 0,0-2 30 0,-5-1 35 15,5-4 39-15,-6 7 48 0,-1-8 61 0</inkml:trace>
  <inkml:trace contextRef="#ctx0" brushRef="#br0" timeOffset="101139.84">21934 13620 0 0,'-6'-11'2'0,"6"2"110"16,-5 5 68-16,-3-8 49 0,8 3 40 0,-8 6 35 0,8-9 34 0,-5 8 29 0,5-5 22 0,0 3 18 0,0 1 16 0,0 1 13 15,0-5 13-15,0 3-87 0,0 6-142 0,0 0-79 0,0-6-45 0,0 6-30 0,0-4-22 16,0 4-19-16,0 0-19 0,0 0-12 0,0 0-9 0,0 0-2 0,0 0-4 15,0 0 2-15,0 0-2 0,0 0 2 0,5 0 0 0,-5 4 1 0,0-4-2 0,8 6-5 16,-8 0-12-16,8-3-13 16,-8 3-17-16,5-2-25 0,-5 7-30 0,6-7-47 15,-6 5-51-15,7-4-64 0,-7 5-66 0,6-1-28 0,-6 3-5 0,8-3 6 0,-1 0 12 16,-7-3 22-16,5 3 25 0,-5-5 29 0,0 2 35 0,0-6 39 0,0 0 42 16,0 0 53-16,0 0 61 0</inkml:trace>
  <inkml:trace contextRef="#ctx0" brushRef="#br0" timeOffset="101424.98">22241 13572 0 0,'6'3'18'0,"2"3"130"0,-3-6 66 0,2 3 41 15,-1-3 30-15,-6 0 26 0,5-3 17 0,-5-3 18 0,9 3 18 0,-2-4 17 16,-7-2 18-16,0 4 21 0,5 1 20 0,-5-7-95 0,0 7-162 0,8-2-71 16,-8 3-22-16,0 3-8 0,5-6 0 0,-5 6 4 0,0 0 3 0,0 0 1 0,0 0-3 15,0 0-5-15,0 0-8 0,0 0-9 0,0 0-10 0,0 0-10 0,0 0-7 16,6 6-6-16,-6-3-4 0,0 7-5 0,0 1-1 0,8-2-3 0,-8 0 0 15,5 7-1-15,-5 3 2 0,0 1 2 0,7-1 0 0,-7 0 2 0,0 1 0 16,0 5-1-16,0-1-5 0,7-6-2 0,-7 12-5 0,0-5-4 0,0-1-2 0,7 1-3 16,-7 3-3-16,0 1-1 0,0-4-1 0,6 6-1 0,-6-4 3 0,7 0-1 15,-7 1 1-15,5-3-2 0,-5-7-2 0,8 8-5 0,-2-7-7 0,-6 0-8 16,7-5-9-16,-1 2-14 0,-6-1-15 0,7-1-22 0,-7-4-20 0,0 0-23 16,6-5-24-16,-6 4-35 0,0-5-38 0,8 2-43 0,-8-1-47 0,0-5-55 0,0 0-55 15,0 4-14-15,0-4 8 0,0 0 18 0,5-4 27 0,-5-1 32 0,0-1 34 0,0 2 37 16,0-5 36-16,0 0 43 0,0-3 46 0,5-2 50 0,-5 0 61 0</inkml:trace>
  <inkml:trace contextRef="#ctx0" brushRef="#br0" timeOffset="101711.43">22900 13903 80 0,'0'3'149'0,"0"4"36"0,5-2 27 0,-5-5 22 16,0 0 17-16,0 0 20 0,0 0 21 0,0 0 21 0,0 0 22 0,0 0 26 15,0 0 23-15,0 0-59 0,0 0-105 0,0 0-54 0,-5-5-24 0,5 5-8 16,0 0 4-16,0 0 1 0,0 0 4 0,0 0-2 0,0 0-7 0,0 0-10 16,0 0-11-16,0 0-13 0,0 0-13 0,0 0-15 0,0 0-11 0,0 0-11 0,0 0-14 15,0 0-7-15,0 0-7 0,0 0-3 0,0-7 0 0,5 7 2 0,-5 0 2 16,8 0 1-16,-3-3-1 0,0 3 2 0,9 0 2 0,-1-6-2 0,-6 1 0 16,7 5 2-16,4-4-1 0,-4-2 0 0,7 1-2 0,-11 1-9 0,11-1-12 0,-8 1-21 15,6-2-26-15,-6-3-30 0,8 3-30 0,-8 2-35 0,-2-1-29 0,2-1-54 16,2 2-62-16,-9 4-76 0,0-5-77 0,1 1-31 0,-2-1-6 0,3 1 11 0,-2-2 21 15,-6 0 28-15,0 6 38 0,0-9 41 0,-6-1 42 0,6 5 46 0,-8-4 44 16,3-1 58-16,-2 4 63 0</inkml:trace>
  <inkml:trace contextRef="#ctx0" brushRef="#br0" timeOffset="102076.3">23029 13614 0 0,'0'6'2'0,"-5"-6"108"0,-4 0 68 0,4 0 48 0,-2 0 40 0,1 0 39 15,-2 0 36-15,8-6 31 0,-6 6 32 0,6-5 26 16,-7 1 26-16,7 4 22 0,0 0 23 0,0 0-76 0,0 0-137 0,0 0-67 0,0 0-37 0,0 0-24 0,0 0-14 15,0 0-18-15,0 0-20 0,0 0-18 0,0 0-15 0,0 0-11 0,0 0-10 0,0 0-12 16,0 0-9-16,0 0-8 0,0 0-8 0,0 0-6 0,0-5-6 0,7 5-4 16,-7 0-2-16,6 0-1 0,2 5 2 15,-2-5 1-15,6 0 2 0,2 4 2 0,-9-4 4 0,8 5 2 0,8-5 1 0,-8 0 0 0,6 6 2 0,2-2-2 16,-8-4-2-16,6 5-1 0,1-1-3 0,-1-4-1 0,0 6-3 0,-1-1-2 16,-2-5-2-16,2 4 1 0,-5-4-3 0,0 6 1 0,1-2-1 0,-1-4-2 0,-6 5-1 15,-2-5-1-15,2 6-3 0,0-6-1 0,-7 3-1 0,5-3-3 0,-5 0 1 16,0 6 2-16,0-6 2 0,0 4 3 0,0 1 5 0,0 1 4 0,-5-2 3 15,5 2 3-15,-7 3 4 0,0-4 3 0,2 5 1 0,-2-1 5 0,-1 0-1 16,3-3 2-16,-9 4 0 0,9-1-4 0,-10 0 0 0,9 6-6 0,-7-3-5 0,8-3-5 16,-11 4-3-16,11 2-3 0,-8-3-1 0,7 1-3 0,-7 1 1 0,6 1 1 15,1-6-2-15,0 7 2 16,-2-7-2-16,1 1-2 0,7 4-6 0,-5-2-7 0,-3-8-10 0,8 5-10 0,-6 0-13 0,6-3-13 0,-5 3-16 0,5-3-18 0,-8 0-21 16,8-2-21-16,-5 1-18 0,5 4-26 0,0-5-24 0,0-4-35 0,-7 6-38 0,7-1-37 15,0-5-35-15,0 0-30 0,0 0-30 0,7 4 3 0,-7-4 16 0,0 5 26 16,0-5 32-16,0 0 30 0,5 0 33 0,3-5 36 0,-3 5 37 0,1-4 45 0,2-7 44 31,-3 7 48-31,2-10 61 0</inkml:trace>
  <inkml:trace contextRef="#ctx0" brushRef="#br0" timeOffset="102599.14">24040 13532 34 0,'0'-6'113'0,"-8"3"42"0,8-3 37 0,0 0 31 0,-8 2 28 0,8-1 25 0,0-1 27 0,-5 3 24 0,5-3 24 0,0 6 22 0,-6-4 25 0,6-1-41 0,0-1-79 0,0 6-53 15,0 0-35-15,-8-4-27 0,8 4-16 0,0 0-15 0,0 0-14 0,0 0-14 16,0 0-14-16,0 0-15 0,0 0-16 0,0 0-17 0,0 0-13 0,0 0-14 0,0 0-9 16,0 0-10-16,-5 4-5 0,5-4-3 0,-8 6-2 0,8 3 1 0,-7-3 1 0,7 3 3 15,-5 0 2-15,5 3 4 0,-7 1 6 0,0 2 4 0,2-1 2 0,5 2 3 16,-8-1 1-16,3-2 1 0,-3 7-2 0,8-5 1 0,-6 4-4 0,6 0-1 16,-5 2-2-16,5-3-1 0,-7 3-1 0,7-6 0 0,-9 3-2 0,9 1 0 0,0 2 2 15,0-2-2-15,-5 2-1 0,5-8 2 0,0 7-1 0,5-5-1 16,-5 0-1-16,0 4-1 0,9-4 1 0,-9-5-1 0,7 4 0 0,-7-1-2 0,5 2 2 15,1-3 0-15,2-3 1 0,-3 0 1 0,-5 1 3 0,8-5 4 0,4-1 7 0,-5 1 10 16,-2 2 10-16,2-7 9 0,6-7 11 0,-5 2 7 0,3 1 9 0,5-7 5 16,-11-2 7-16,8 4 4 0,1-12 7 0,-2 6 2 0,-6-3 3 0,7 2 0 15,0-3-2-15,-6-2-6 0,-1 3-8 0,8-2-8 16,-7 1-10-16,-2-2-6 0,-5 3-7 0,7-1-7 0,0-2-6 0,-7-4-5 0,0 7-6 0,0-2-6 16,0 0-5-16,0-4-5 0,-7 5-6 0,0-1-5 0,7 1-6 0,-5-2-6 0,-2 2-6 15,-1 1-8-15,2 3-5 0,0 0-4 0,-1 0-7 0,-6 6-7 0,13-6-8 16,-13 5-12-16,7 4-9 0,1-3-18 0,-2 4-19 0,-2 1-23 0,4 4-28 0,5-6-23 15,-7 6-21-15,1 6-40 0,1-6-46 0,-3 4-56 0,0 6-60 0,3 0-35 16,-9 0-23-16,9-1 4 0,-3 0 17 0,8 6 29 0,-7 0 34 0,2-5 38 16,-2 1 42-16,7 2 40 0,0-8 42 0,0 5 50 0,7-4 52 0</inkml:trace>
  <inkml:trace contextRef="#ctx0" brushRef="#br0" timeOffset="103107.06">24448 13462 0 0,'21'0'3'0,"-10"6"113"16,4-6 76-16,-3 0 55 0,0 0 43 0,4 0 36 0,-11-6 31 0,1 2 28 0,1-1 29 15,-2 0 25-15,4 1 24 0,-4-2 22 0,8 2 20 0,-8-1-81 0,3-1-140 16,5 3-81-16,-6-4-52 0,5 4-31 0,-4-3-23 0,4 6-13 0,-5-5-11 16,0 5-12-16,-2 0-9 0,3-4-12 0,-8 4-7 0,0 0-10 0,0 0-8 15,8 0-6-15,-8 0-4 0,0 0-3 0,0 4-1 0,-8 1 0 0,0 1 3 0,8-3 2 16,-5 7 3-16,-9 1-1 0,9-1 3 0,-10-1-2 0,10 0 1 0,-9 1 0 16,-7 1 1-16,10 2-2 0,-1-2-1 0,-2-7-5 0,-4 8-3 0,2-3-6 15,4-5-5-15,-8 7-4 0,8-7-4 0,-2 1-2 0,1-1-5 16,0-4 2-16,2 5 0 0,-4-5 3 0,1 7 3 0,9-7 0 0,0 0 3 0,-3 0 3 0,2 0 0 15,-1 0 4-15,1-7 3 0,6 7 4 0,-7 0 1 0,7-5 3 0,-5 1 2 0,5-1 2 16,0 1 2-16,0-2 0 0,-9 1 0 0,9-5 3 0,0 7 0 0,0-9-3 16,9 8 2-16,-9-7 0 0,0 2-3 0,0 5 0 0,5-7-2 0,-5 1 0 15,7 1 0-15,-1 4-3 0,-6-5 0 0,7 1-2 0,-1 0-2 0,7 2-3 16,-8-2-1-16,9 4 1 0,-7-5-3 0,6 7 4 0,1-8 0 0,-1 7 2 0,0-2 4 16,-2 6-2-16,4-3 1 0,-3 3-1 0,7 0 2 0,-5 0-2 0,-1 3 2 15,1 3-2-15,4-2 1 0,-5 1 1 0,0 4-2 0,-6 1-2 0,5 1-2 16,-4 2 1-16,-1-2 1 0,-2 3 1 0,2 6 2 0,-7-5 3 0,0 4 3 15,-7 2 2-15,7-3 2 0,-5 1 2 0,-2 5 0 0,-6-3 1 0,-1 3 2 0,1 1 0 16,0-7 1-16,0 7-2 0,-1-5 1 0,-4-1-5 0,-3 6-1 0,9-11-4 16,0 5-4-16,-3 2-2 0,4-2-4 0,-2-4-1 0,0 0-4 0,5-2-1 15,-3 2-2-15,3-4-3 16,8-1 0-16,-7-1 1 0,7 0-1 0,-6-3 5 0,6 3 5 16,0-3 8-16,0-3 11 0,6-3 12 0,-6 7 14 0,7-7 11 0,1 0 12 0,-3 0 7 0,1 0 6 0,7 0 4 0,0-7 3 0,6 4 0 0,2-3 0 0,-3 1-3 15,9-5-4-15,-6 6-7 0,2-5-13 0,5-3-11 0,-1 3-12 0,-3 0-19 16,10-2-20-16,-15 2-25 0,8-1-31 0,-8 7-38 0,8-9-44 0,-16 8-55 15,10-1-63-15,-8-1-111 16,-7 6-134-16,7-4-56 0,-6 4-20 0,-7 0 3 0,0 0 14 0,0 0 27 16,-7-5 28-16,-6 1 44 0,7-1 46 0,-7 1 56 0,-8-2 59 0,3 0 68 0,-2-3 72 0</inkml:trace>
  <inkml:trace contextRef="#ctx0" brushRef="#br0" timeOffset="104234.93">22117 15246 0 0,'0'0'1'0,"0"-4"45"0,0 4 28 0,-5 0 23 0,5-6 24 0,0 6 24 0,0 0 28 0,0 0 24 0,0 0 27 15,-7-6 21-15,7 6 25 0,0 0-4 0,0 0-17 0,0-3-14 0,0 3-19 0,-9 0-8 16,9 0-8-16,0-6-8 0,0 6-11 0,0 0-11 0,0 0-13 0,0 0-8 15,0 0-10-15,-5-5-6 0,5 5-3 0,0 0-2 0,0 0-1 0,0 0-1 32,0 0-1-32,0-4-1 0,0 4-3 0,0 0-5 0,0 0-4 0,0 0-7 15,0 0-8-15,0 0-8 0,0 0-9 0,0 0-11 0,0 0-10 0,0 0-12 0,0 0-10 16,0 0-7-16,0 0-11 0,0 0-3 0,0 4-5 0,0-4-3 0,5 5 1 16,-5 4-2-16,0-3 1 0,9 4 0 0,-9-1 1 0,7 6 2 0,-7 0 0 15,5 0 2-15,-5 0 4 0,0-2-1 0,6 2 1 0,-6 6-3 0,0-8 0 0,0 7-3 16,6-4-3-16,-6 2-2 0,0-3-1 0,0 4-3 0,0-4 0 0,0 5-2 15,0-7-3-15,0 3-8 0,0-1-8 0,0-1-14 0,0 2-10 0,7-3-15 16,-7 2-16-16,0-6-19 0,0 3-23 0,0-3-23 0,0 0-21 0,0 1-31 16,0-1-36-16,8-4-43 0,-8 2-46 0,0-4-51 0,0-3-51 0,0 6-19 0,0-6 4 15,0 0 15-15,0 0 24 0,0-6 31 0,0 3 34 0,5-9 36 0,-5 3 36 0,-5-1 40 16,5-4 45-16,0-2 48 0,0-3 51 0</inkml:trace>
  <inkml:trace contextRef="#ctx0" brushRef="#br0" timeOffset="104440.96">22033 15060 0 0,'0'-5'7'0,"0"5"122"16,0 0 77-16,6 0 54 0,-6 0 45 0,0-4 34 0,0 4 33 0,0-6 27 0,0 2 24 0,0-1 23 15,0 1 22-15,0 4 19 0,0 0 17 0,0-5-90 0,0 5-152 0,0 0-88 16,0 0-55-16,0 0-31 0,0 0-21 0,0 0-15 0,0 0-13 0,0 0-10 0,0 0-12 16,0 0-9-16,0 0-12 0,0 0-13 0,0 0-18 0,0 5-21 0,0-5-25 15,-6 4-24-15,6 1-26 0,0-5-35 0,0 4-40 0,0 2-57 0,0-2-60 16,0 6-57-16,0-6-47 0,0 2-16 0,0 0 5 0,0 3 19 0,0-3 25 0,0-3 32 15,0 1 36-15,-8 2 37 0,8-1 37 0,0-1 45 0,0-4 49 0,0 6 56 16,0-6 72-16</inkml:trace>
  <inkml:trace contextRef="#ctx0" brushRef="#br0" timeOffset="105043.24">22365 15188 66 0,'5'0'147'16,"9"-6"53"-16,-14 6 41 0,13 0 40 0,-13-4 35 0,7-2 36 0,-1 1 33 0,-6-4 31 15,8 5 31-15,-8-6 28 0,5 5 28 0,-5-1-52 0,0-3-100 0,5 3-62 16,-5-3-45-16,0 3-28 0,9 2-18 0,-9 4-19 0,0-3-15 0,0-3-18 16,0 6-17-16,0-5-15 0,0 5-15 0,0 0-15 0,0 0-13 15,5 0-13-15,-5 0-12 0,0 0-11 0,0 0-11 0,0 0-8 0,0 0-9 0,0 0-7 0,0 0-7 16,0 0-3-16,0 0-1 0,0 0-3 0,0 0 0 0,-5 5 2 0,5-5 0 16,0 6-1-16,0-3 3 0,0 1 2 0,-9 2-2 0,9-1 3 0,-5-1 2 15,5 2 3-15,0-6 2 0,-5 6 2 0,5-3 1 0,-8-3-2 0,8 6-3 0,-6-1-3 16,6-5-1-16,-7 0-4 0,1 4-3 0,-1-4-2 0,7 0-1 0,-6 0-3 15,-2 0-1-15,3 0-2 0,-2 0 1 16,7 0 0-16,-6-4-1 0,-1 4 2 0,7-5 0 0,-7-1 5 0,7 6 0 0,-7-3 3 0,7-3 2 0,0 0 2 16,-5 2 3-16,5-7 2 0,0 7-1 0,-8 1 2 0,8-8-2 0,0 7 0 0,0-2 1 15,0-4 0-15,0 5 1 0,8-4-1 0,-8 3 0 0,0-3 0 0,5 5 0 16,-5-1 0-16,7-5-2 0,0 4 2 0,-7-3-2 0,7 3 1 0,-1 3 2 0,1-3-2 16,6 2 0-16,-7-1 1 0,1-1 0 0,6 2-1 0,1-2 2 0,-9 1-2 15,9 1 2-15,-2 4-2 16,1-5 2-16,1 5-2 0,-1 0 2 0,0 0-3 0,-2 0 0 0,5 0 0 0,-11 5-1 0,8-1-1 0,0 1-2 0,-5 1 2 15,-3 4-3-15,1-1 2 0,1 0 0 0,-1 6 2 0,-6 1 0 0,0-7 0 0,8 10 1 16,-16-5 1-16,8 7 1 0,0-2 0 0,-6 2 2 0,6-7 0 0,-7 5 0 16,1 0 0-16,6 2-1 0,-5-3-1 0,-3 3-3 0,0-2-2 0,3-1 0 0,-2 3-2 15,1-6 2-15,1 4-3 0,-4 2-1 16,2-8 1-16,7 7 0 0,-5-5 0 0,-1-1 1 0,-2 0 0 0,8 1 1 0,-5-6 0 0,5 1 3 0,-8 1 0 16,8-1 0-16,0-1 1 0,-5 0-1 0,5-3 1 0,0 4-1 0,0-5 2 15,-7 4-2-15,7-5 1 0,0 2-1 0,0-1 0 0,0-5 0 16,0 0 2-16,0 4 3 0,0-4 2 0,0 5 5 0,0-5 3 0,7 0 3 0,-7 0 3 0,0 0 3 15,5 0 5-15,3 0 4 0,-3 0 3 0,-5 0 4 0,14-5 3 0,-9 1 3 16,2-1 0-16,7 5-1 0,-8-6-1 0,6 2-5 0,4-5-1 0,-5 4-7 16,-4-2-2-16,7 4-4 0,-2-3-14 0,0-3-20 0,3 3-23 0,-10 3-24 0,9-3-33 15,-9 2-31-15,10-1-36 0,-9-1-33 16,0 6-61-16,1-4-71 0,-2-2-80 0,-5 6-78 0,8-3-31 0,0 3-3 0,-8-6 17 0,5 1 28 0,-5 5 36 0,0-4 38 16,6-2 43-16,-6 1 45 0,0-4 47 0,5 5 50 0,-5-2 61 0,0-4 69 0</inkml:trace>
  <inkml:trace contextRef="#ctx0" brushRef="#br0" timeOffset="105359.93">23087 15251 18 0,'-6'4'89'0,"-1"2"35"0,1-2 22 0,6 1 19 0,-5-5 16 0,5 0 21 0,0 0 26 0,0 0 24 0,0 0 27 0,0 0 25 0,0 0 24 0,0 0-27 0,0-5-59 0,0 5-33 0,0-4-20 15,0 4-1-15,0-6 4 0,0 2 6 0,-8 4 7 0,8-5-4 0,0 1-7 0,0 4-9 16,0-6-8-16,-8 0-6 0,8 6-8 0,0-3-8 0,0 3-6 0,0 0-10 16,-5-6-11-16,5 6-10 0,0 0-7 0,0 0-9 0,0-5-7 0,0 5-7 15,0 0-9-15,0-4-9 0,0 4-7 0,0 0-11 0,0 0-7 0,0 0-9 16,-8 0-9-16,8 0-6 0,0 0-8 0,0 0-4 0,0 0-8 0,0 0-4 0,0 0-9 16,0 0-1-16,0 0-6 0,0 0 0 0,8 0-2 0,-8-6 0 0,5 6 1 15,3 0 1-15,0 0 2 0,3 0 4 0,-4-3 0 0,6 3 3 0,7-6 4 16,0 6 4-16,-9-4 3 0,17-1 4 0,-9-1 2 0,7 2-2 0,-8-2-6 0,9 1-16 15,-6 1-22-15,3 4-28 0,-4-5-28 0,-1 1-32 0,-5-2-32 0,-1 2-34 16,-1 4-32-16,2-5-48 0,-7 5-50 0,-7 0-77 0,6-6-81 0,-6 6-27 0,0 0 0 16,0 0 21-16,0 0 33 0,-6-3 40 0,6-3 39 0,-7 0 44 0,7 6 45 15,-5-4 43-15,-4-1 45 0,2-1 53 0,2 2 57 0</inkml:trace>
  <inkml:trace contextRef="#ctx0" brushRef="#br0" timeOffset="105757.71">23229 14962 95 0,'0'-9'161'0,"-5"-2"44"0,-1 3 36 0,-1-6 34 0,1 2 35 0,-2 3 33 15,3-6 33-15,-2 6 32 0,1-1 33 0,0 0 30 0,-2-1 31 0,1 8-63 0,2-7-114 16,-3 5-56-16,2 1-25 0,1 4-13 0,-3-5-7 0,8-2-7 0,-5 7-14 16,5 0-14-16,0 0-16 0,-7-3-15 0,7 3-13 0,0 0-17 0,0 0-14 15,0 0-12-15,0 0-17 0,0 0-10 0,0 0-14 0,0 0-12 16,0 0-11-16,0 0-9 0,0 0-10 0,0 0-3 0,0 0-5 0,7 0-2 16,-7 0-2-16,0 0 1 0,5 0-2 0,3 0 1 0,-3 3-1 0,1-3-2 0,7 7 0 0,-6-2-3 15,7-1 2-15,-1 1-1 0,0-1 2 0,-7 2 1 0,12 3-1 0,-2-4-2 0,-4 5 2 16,0 0-3-16,3-1 1 0,4 0-2 0,-6 2 1 0,6 5-1 0,-7-7 3 15,2 4-1-15,4-2 1 0,-2 4 0 0,2-5-1 0,-4 5 0 16,4-6 1-16,-5 0-1 0,0 0 1 0,1 7-3 0,-1-7 1 0,-1-3-2 0,2 3 0 16,-1 0-2-16,-6 3 2 0,-1-8-2 0,7 1 1 0,-8 4 0 0,4-5 0 0,-9 2-1 15,5-1 3-15,-5-1 0 0,7 2 2 0,-7 0 1 0,0-3 1 0,0 3 3 16,0-1 3-16,0-1 1 0,0 6 1 0,-7-5 3 0,7-1 2 0,-5 1-1 16,-4 5 2-16,4 1 0 0,-2-7-1 0,1 5-2 0,0 1 0 0,-9 1-1 0,4-2-3 15,3 1-1-15,-4-1-4 0,-1 1-1 0,-1 4-2 0,1-2-2 0,0-3-1 16,2 1-2-16,-5-1-2 0,5 0-3 0,-1 2-4 0,-4-1-6 0,5-1-8 0,4 1-11 15,-7-1-8-15,2 2-8 0,0-2-11 0,5 1-14 16,-6 0-11-16,5-1-20 0,-3-4-15 0,3 5-24 0,1 1-23 0,1-8-24 0,0 3-25 0,6 4-18 16,-7-5-17-16,7-1-22 0,0 2-23 15,-5-3-31-15,10-3-29 0,-5 6-41 0,0-1-40 0,7-1-16 0,-7 2-4 0,6-6 20 0,0 3 29 0,1-3 36 0,1 0 38 0,3 0 37 16,-3 0 36-16,-3 0 41 0,10-3 41 0,-10 3 44 0,2-10 47 0</inkml:trace>
  <inkml:trace contextRef="#ctx0" brushRef="#br0" timeOffset="107293.75">24351 14899 8 0,'0'-6'86'0,"7"-3"50"0,-7 5 40 0,0-5 35 0,0 3 30 0,0 0 25 0,0 2 24 0,0-1 23 0,0-4 23 0,0 3 24 0,0 2 23 16,0-1-24-16,0 1-52 0,0-8-47 0,0 9-43 0,6-3-31 0,-6 1-21 0,0 1-17 15,0-2-8-15,0 2-7 0,0 4-3 0,0-5-6 0,0 5-7 0,0-4-5 16,0 4-7-16,0-5-6 0,0 5-11 0,0-6-6 0,0 6-8 0,-6 0-8 0,6-4-7 0,-7 4-11 0,7 0-6 0,0 0-7 16,-5 0-8-16,-4-6-4 15,9 6-8-15,-5 0-6 0,-2 6-5 0,1-6-6 0,-8 0-6 0,7 4-1 16,2 2-6-16,-9-1 0 0,9-1-1 0,-3 1-1 0,-4 5 0 0,3-1-1 15,4 0 2-15,-8 3-2 0,7 1 0 0,-1 2-2 0,1 0 1 0,-1 0-2 16,1-2 3-16,6 7-1 0,-8-4 3 0,8 3 0 0,-5-5 1 0,5 2 3 0,0 2 0 16,0-3 0-16,0 1 1 0,0-2 0 0,5 0 1 0,-5 0-1 0,0 2-3 15,8-2-2-15,-2-4 1 0,1 5-2 0,-1-6 0 0,1 2 0 0,-1-1 0 16,1-1-1-16,4 0 3 0,-2-3 0 0,3 4-1 0,-4-5 3 0,3-1 1 0,2 2 3 16,0-6 3-16,1 3 4 0,-2-3 0 0,2 0 6 0,-1 0 2 0,8-3 6 0,-11 3 5 0,4-6 7 0,1 2 8 0,4-7 8 15,-6 7 9-15,0-7 7 0,-2 2 9 0,4-1 8 0,-3 1 9 16,0-6 6-16,4 5 4 0,-11-5 5 0,8 6-1 0,-8-6 2 0,4 0-7 0,-4 0-2 0,-5 2-8 15,7-2-8-15,-7 0-9 0,0-4-9 16,-7-2-9-16,7 1-9 0,-5 1-11 0,-4 0-9 0,-3-1-9 0,6 1-9 0,-8-2-8 0,2 3-15 0,5-1-10 0,-5 4-13 16,-3 0-10-16,4 0-14 0,-2 5-13 0,0 1-13 15,-1 3-15-15,1-3-18 0,6 4-22 16,-7 1-24-16,9 4-25 0,-8 0-38 0,7 0-41 0,-1 0-58 0,1 4-62 0,-1 1-44 0,2-1-33 0,-4 7-1 0,9-7 15 0,-5 7 25 0,5-1 28 16,-7-1 35-16,1 6 37 0,6-6 40 0,0 0 44 0,-8 3 50 0,8-8 53 0,0 5 62 15,-6-3 75-15</inkml:trace>
  <inkml:trace contextRef="#ctx0" brushRef="#br0" timeOffset="107531.59">24696 14640 0 0,'7'-6'4'0,"7"3"116"0,-9 3 79 0,2-6 61 0,-1 2 54 0,-1-1 49 0,-5 1 46 0,9-2 42 0,-2 0 44 0,-2 3 37 0,-5-3 38 0,7-3 32 15,-7 3 33-15,6 1-80 0,-6 1-139 0,0 0-86 0,0-1-54 0,6-1-39 0,-6 6-34 16,0 0-27-16,0 0-27 0,0 0-24 0,0 0-25 0,0 0-20 0,0 0-20 15,0 0-15-15,0 0-14 0,0 0-13 0,0 0-8 0,0 0-6 0,0 6-3 0,0-1 1 16,0 3-2-16,8-3 0 0,-8 10-2 0,0-6 1 0,7 7 2 16,-7 2 2-16,0-3 1 0,5 6 1 0,-5-2 3 0,0 2 1 0,0 1 0 0,6 4-3 15,-6-2-3-15,0 1-11 0,0-1-9 0,8 0-10 0,-8 1-10 0,0-1-18 16,5 6-18-16,-5-7-24 0,8 3-29 0,-8-3-33 0,5 3-37 0,-5-7-42 16,8-1-46-16,-8 3-83 0,6-2-101 0,-6 2-70 0,5-7-49 0,-5 5-8 0,0-10 11 15,0 7 29-15,0-1 35 0,0-6 40 0,-5-5 48 0,5 7 49 0,-6-8 54 0,-2 3 58 16,3 0 59-16,-3-2 78 0,-5-4 89 0</inkml:trace>
  <inkml:trace contextRef="#ctx0" brushRef="#br0" timeOffset="108514.18">22540 16252 31 0,'0'0'112'0,"0"0"45"0,7 0 42 0,-7 0 31 0,0-5 30 0,0 5 27 0,0 0 23 0,0 0 23 0,0 0 23 0,5 0 22 0,-5 0 26 0,0 0-43 0,0 0-77 16,0 0-55-16,0 0-44 0,0 0-31 0,0 0-24 0,0 0-16 16,0 0-11-16,0 0-4 0,0 0-5 0,0 0-3 0,0 0-6 0,8 5-2 0,-8-1-5 0,0 2-4 15,8 0-2-15,-8-2 0 0,5 5-1 0,-5 0 0 0,6 2-1 0,-6-2-2 0,7 7-1 0,-7-3-5 0,6 2-5 0,2 6-7 16,-8-7-6-16,5 0-8 0,-5 6-6 0,0-1-5 15,7 1-4-15,-7 0-6 0,0-2-3 0,6 2-4 0,-6 1-4 0,0-2-1 0,0-4 0 0,0 4-2 0,6-4-2 16,-6 3-5-16,0-2-8 0,0-5-10 0,0 2-17 0,0-4-16 0,0 3-16 16,0-3-19-16,0 0-19 0,0-3-20 0,7 3-18 0,-7-5-23 0,0 1-24 15,0-5-37-15,0 0-45 0,0 0-42 0,0 0-40 16,0 0-35-16,0 0-27 0,0 0 3 16,0 0 14-16,0 0 26 0,0-5 30 0,-7-4 30 0,7-1 32 0,0 1 35 15,-6 0 37-15,6-7 45 0,-6 2 46 0,-1-5 48 0,7-2 63 0</inkml:trace>
  <inkml:trace contextRef="#ctx0" brushRef="#br0" timeOffset="108736.72">22592 15958 95 0,'-6'6'167'16,"6"-6"47"-16,0 0 36 0,0 0 31 0,0 0 27 0,0 0 23 0,0 4 20 0,6-4 19 16,2-4 18-16,-8 4 18 0,0 0 19 0,0 0-68 0,0 0-122 0,0 0-67 15,0 0-38-15,0 0-24 0,0 0-9 0,0 0-12 0,0 0-9 0,0 0-7 16,0 0-6-16,0 0-6 0,0 0-4 0,0 0-9 0,0 0-8 0,0 0-9 15,0 0-13-15,0 0-15 0,0 0-18 0,0 0-23 0,0 0-26 0,0 4-27 0,5-4-24 16,-5 5-51-16,0 1-56 0,0-6-79 0,7 3-83 0,-7 3-32 0,6 0-9 0,-6-3 5 16,0-3 12-16,6 6 24 0,-6 0 26 0,0-2 35 0,0-4 35 0,0 5 39 15,0-5 43-15,0 0 56 0,0 0 62 0</inkml:trace>
  <inkml:trace contextRef="#ctx0" brushRef="#br0" timeOffset="109341.02">22821 16207 25 0,'-8'0'105'0,"8"-3"43"0,-5 3 37 0,-2 0 31 0,7-6 27 0,-7 6 27 0,7-6 24 15,-5 6 24-15,5-3 20 0,-7 3 25 0,7-6 23 0,0 6-37 0,0-5-69 0,0 5-47 0,0-4-39 16,0 0-24-16,0 4-15 0,0-5-11 0,0-2-10 0,0 4-5 15,0-3-8-15,7 1-4 0,-7 1-6 0,5-2-6 0,-5 1-6 0,7 1-4 0,0-1-5 16,-2 1-4-16,3-2-2 0,-1 2-4 0,-2-1-2 0,9 5-1 0,-1-6-3 16,-8 2-4-16,9 4-4 0,-1-5-5 0,0 5-4 0,0-6-6 0,1 6-6 0,-2 0-7 15,1 6-7-15,1-6-6 0,-2 5-5 0,2-1-6 0,-1-4-8 0,1 11-3 16,-4-7-3-16,3 2-1 0,-5 3-3 0,0 0 2 0,-3 1-4 0,1-5-2 16,1 4 2-16,-1 3-1 0,-6-4 0 0,7-3-1 0,-7 4-2 0,0 3-1 15,0-3-1-15,0 1-6 0,0-1-5 0,-7 0-7 0,7 2-4 0,-6-7-4 0,6 12-3 16,-7-7-1-16,1 0-3 0,1 2-1 0,-3-2 0 0,0 1 0 0,3-4 4 15,-3 3 1-15,3 0 3 0,0-3 5 0,-4-2 6 0,9 1 8 0,-5 1 3 0,-2-3 7 16,1 4 4-16,6-7 1 0,-8 5 4 0,8-5 3 0,-6 4 0 0,6-4 1 16,0 0 3-16,0 0 1 0,0 0 4 15,-7 0 1-15,7 0 3 0,0 0-1 0,0 0 2 0,0 0 0 0,0 0-4 0,0 0 0 0,0 0-2 0,0 0-4 16,0 0 2-16,0 0-1 0,0 0 1 0,7 0 0 0,-7 5 3 16,6-5 3-16,2 4 0 0,-2-4 7 0,6 6 1 0,-3-2 4 0,1 6 4 0,-2-6 3 0,5 2 4 15,0 4 2-15,0-5 2 0,0 5 1 0,-7-1-1 0,8 0 0 0,-2 3-2 16,1-3-3-16,1 0-5 0,-9 1-1 0,10-1-1 0,-9 3-2 0,0-3 0 0,1 6-1 15,6-6 3-15,-13 0-2 0,6 1-2 0,1 1 1 16,-7-2-1-16,0 1-2 0,0 4-1 0,0-4-1 0,0 0-3 0,-7 1-1 0,7 2-1 0,-6-4-3 16,-2 3 0-16,-4-3-1 0,6 0-3 0,-8 6 2 0,7-6-2 0,-6 1-2 15,2 1-3-15,-2-1 0 0,-1-6 0 0,7 5-2 0,-6 2-1 0,0-2-2 0,2-3 0 16,-5-2-2-16,11 7-6 0,-8-7-2 0,8 0-7 0,-9 1-7 0,7 1-8 16,1-3-9-16,-2 3-12 0,2-6-9 0,-1 6-12 0,2-6-8 0,-2 0-16 0,7 3-13 15,-7-3-16-15,0 0-16 0,7 0-16 0,0 0-18 0,0-3-14 0,-6 3-12 16,6 0-14-16,0 0-25 0,-7-6-31 0,7 0-43 0,0 6-52 0,0 0-35 15,0-9-25-15,0 4 4 16,7-3 17-16,-7 3 25 0,0-5 31 0,6 4 30 0,-6-3 34 0,7 3 33 0,0-3 34 16,0 4 46-16,-2-5 45 0,2 1 54 0,-1-1 68 0</inkml:trace>
  <inkml:trace contextRef="#ctx0" brushRef="#br0" timeOffset="109705.62">23798 16429 83 0,'-8'0'154'0,"2"0"45"0,1-6 35 0,5 6 35 0,-8 0 34 0,1-6 31 0,7 2 31 0,-6 4 31 0,6-5 28 0,-6 5 27 0,6-5 24 0,0 5-62 0,0 0-111 15,-7 0-63-15,7 0-34 0,0 0-17 0,0 0-14 0,0 0-12 0,0-4-17 16,0 4-15-16,0 0-13 0,0 0-15 0,0 0-11 0,0 0-15 0,0 0-13 16,0 0-8-16,0 0-8 0,0 0-3 0,7-6-4 0,-7 6 0 0,6-4-2 0,0 4-2 15,1 0 1-15,1-5-1 0,-3 5-3 0,9-4 0 0,-2 4 1 0,2-5-2 16,4 5 1-16,3-7 0 0,-3 7-2 0,2-3-4 0,1-3-6 0,-3 1-5 16,3 5-8-16,3-4-13 0,-4-2-16 0,-1 1-19 0,-3 1-20 0,2 0-19 15,3-1-22-15,-10 5-21 0,2-6-25 0,0 3-24 0,-6-4-26 0,5 7-28 0,-4-5-29 16,-1 5-45-16,-7-4-50 0,5 4-61 0,-5 0-64 0,0-5-15 0,0 5 13 0,0 0 24 15,0-6 30-15,0 2 35 0,-5-1 35 0,5 1 38 0,-7-1 40 0,-1 1 40 16,2-2 43-16,6 0 52 0,-6-3 58 0</inkml:trace>
  <inkml:trace contextRef="#ctx0" brushRef="#br0" timeOffset="110053.73">23985 16140 95 0,'-12'0'168'0,"5"-6"50"16,-6 1 42-16,0 1 38 0,2 4 35 0,4-5 32 0,-7-5 31 0,7 6 28 0,-4-1 27 15,2-1 27-15,-3 6 24 0,6-4-70 0,6 4-120 0,-7-5-70 0,1 5-41 16,-2-6-27-16,8 6-21 0,0 0-20 0,0 0-15 0,0 0-16 15,0 0-13-15,0 0-13 0,0 0-11 0,0 0-10 0,0 0-11 0,0 0-7 16,0 0-6-16,0 0 1 0,0 0 1 0,0 0 3 0,8 6 3 0,-2-6 4 16,1 5 2-16,-1-5 4 0,-1 4-1 0,2 2 2 0,7-1 2 0,-1-1-1 0,1-4 2 0,-2 6-4 15,2-2-1-15,-1 1-7 0,6-1-7 0,-7 1-8 0,9 1-6 0,-10-6-5 0,10 4-5 16,-8 1-3-16,8 1-5 0,-5-3 1 0,0 4-2 0,2-2-1 0,3-1-1 16,-9 0-1-16,0-4-1 0,9 5 1 0,-8 4-2 15,0-3 2-15,0 0-2 0,-7-3 0 0,8 9-1 0,-7-8 2 0,-2 1-1 0,3-1 0 0,-3 1 0 0,-5 5 3 16,0-5 1-16,6-1 1 0,-6 2 2 15,0 4-1-15,0-5 3 0,-6-1 0 0,6 5 2 0,0-3 0 0,-5 3 0 0,5-4 1 0,-8 5 1 0,3 1 0 16,-2-7-2-16,-2 5-2 0,4 1 0 0,-1 1 0 0,6-1-2 0,-7 4 0 16,1-4-3-16,-1-1 0 0,1 0-2 0,-1 3 1 15,1-3-2-15,-2 4 1 0,3-2-1 0,-3-1-2 0,3 0-8 0,-2 0-11 16,0-2-11-16,2 3-15 0,-2-2-22 0,-7 7-17 0,8-7-23 0,-1 0-31 0,2 1-31 0,-3 1-36 0,0-1-41 16,3-5-65-16,-1 4-78 0,6 1-70 0,-5-6-62 0,-2 6-12 0,-2-6 8 0,4 2 26 15,5 4 32-15,-7-5 35 0,7 1 40 0,-6-6 43 0,6 4 49 0,-5-1 49 16,5-3 53-16,0 0 64 0,0 0 76 0</inkml:trace>
  <inkml:trace contextRef="#ctx0" brushRef="#br0" timeOffset="110894.63">24840 16076 1 0,'0'-5'50'0,"0"1"34"0,0-2 27 0,0 3 30 16,0-3 34-16,0 0 30 0,0 3 32 0,-8-3 27 0,8 0 25 0,0 2 27 0,0-1 22 0,-5 1-18 0,5-1-44 0,0 1-20 0,-8-2-3 15,8 0-9-15,-5 3-10 0,5-3-17 0,0 0-21 0,-8 3-17 0,8-3-16 16,0 1-10-16,-6 1-10 0,6 4-8 0,0-6-5 0,0 6-11 0,0 0-6 16,0 0-10-16,0 0-5 0,0-4-10 0,0 4-6 0,0 0-6 0,0 0-9 15,0 0-6-15,0 0-8 0,0 0-4 0,0 0-7 0,0 0-7 0,0 0-8 0,0 0-6 16,0 0-8-16,-5 0-4 0,5 4-4 0,-7 2-3 0,7-2-2 0,0 1-2 16,-8 4-2-16,2 3-1 0,6 3 0 0,-6-6-1 0,-1 10 1 0,2-4 0 15,-2 0 2-15,-2 4 0 0,4-4 2 0,-1 4 1 0,-1 1-1 0,2-5 0 0,-4 4-1 16,9-1 0-16,-5-3-2 0,-2 6 0 0,1-2 0 0,6-4 0 0,0 4-2 15,-5-4 0-15,5 6 0 0,0-7-3 0,0-1 1 0,0 2 0 16,5-6-3-16,-5 7 1 0,6-7 0 0,1 6 1 0,-2-6-1 0,4 3 1 0,-4-8 2 0,2 5 2 16,4 0-1-16,5-3 1 0,-11-1 3 0,8-1 1 0,1 2 2 0,-2 0 1 15,7-6 4-15,-6 0 2 0,1 0-1 0,-1 0 3 0,8-6 3 0,-11 6 4 16,4-6 8-16,-1-3 8 0,1 3 7 0,5-3 9 0,-5-4 7 0,-1 1 6 0,0-2 6 16,-2 0 4-16,2 0 5 0,3-2 1 0,-5 1 3 0,-4-3 3 0,7 2-1 15,-9-4-4-15,2 7-8 0,-1-8-8 0,2 2-10 0,-8 1-8 0,5-3-8 16,-5 1-8-16,0 0-7 0,0 2-6 0,-5-6-8 0,5 3-4 15,-8 2-8-15,2 1-7 0,-1-3-9 0,2 2-7 0,-4 4-8 0,-3 0-7 16,6 0-5-16,1 0-12 0,-11 6-10 0,3-1-15 0,8 1-13 0,-9-2-19 0,9 7-18 0,-8-1-21 16,-1 1-23-16,7-2-25 0,2 6-22 0,-9 0-35 0,7 0-41 0,1 0-56 15,-1 6-61-15,1-2-42 0,-2 1-30 0,3-1 2 0,0 1 18 0,5 5 29 0,-8 1 31 16,2-7 38-16,6 5 39 0,0 1 44 0,-7-5 42 0,7 4 50 0,0-9 52 0,0 0 59 16,0 6 73-16</inkml:trace>
  <inkml:trace contextRef="#ctx0" brushRef="#br0" timeOffset="111451.08">25290 15866 33 0,'5'-5'76'0,"-5"1"28"0,0-2 26 0,0 3 30 0,0-3 28 0,0 0 29 0,0 3 29 0,0-3 28 0,0 0 25 0,0 2 10 0,-5-1 1 0,5 1-17 0,-7-1-28 16,7 1-12-16,0-2-6 0,-8 1-6 0,8 1-10 0,-5-2-11 0,-3 0-12 0,8 2-10 15,-6-1-13-15,1 1-8 0,5-1-6 0,-8-1-8 0,0 2-3 0,8-1-9 16,-5 5-4-16,5-4-10 0,-6-1-5 0,6 5-10 0,0-7-7 0,-7 7-8 15,7 0-4-15,0-3-8 0,0 3-5 0,0 0-7 0,0 0-8 0,0-6-6 0,0 6-9 16,0-4-7-16,0-1-8 0,0-1-8 0,7 3-7 0,-7-3-6 0,6 2-4 16,-6-1-4-16,5-1-5 0,3-4-1 0,0 5-3 15,-3-4-1-15,9 5-1 0,-9-6-1 0,10 5 1 0,-3-4 0 0,0 3 1 0,1 0 2 16,6 2 0-16,-3-1-1 0,2 1 2 0,-4-2-2 0,4 6 1 0,-5-5-2 16,7 5-2-16,-8 5-2 0,3-5 0 0,-3 6-2 0,0-2-2 0,3 5 0 0,-9-3-3 0,0 4-3 15,1 0-2-15,-2 4-3 0,-5 0 0 0,8 2-8 0,-8-1-2 0,0-1-5 16,-8 6-3-16,8-2-7 0,-5 2-2 0,-2-4-8 0,7 3-7 0,-6-1-3 0,0 3-9 15,-1-2-4-15,-1-5-5 0,3 7-1 0,-2-7-3 0,0 0-1 0,2 1 2 16,-2 0 0-16,-1-1 2 0,2 0 3 0,0-2 4 0,-1-3 3 0,2 1 3 0,-3-1 5 16,2 0 4-16,-1 3 4 0,7-9 6 0,-6 9 6 0,1-9 5 0,5 3 3 15,-7 3 3-15,-2-5 5 0,9-4 3 0,0 6 2 0,-5-6 4 0,5 5 4 16,0-5 8-16,0 0 7 0,0 0 10 0,0 0 7 0,0 0 9 0,0 0 2 0,0 0 3 16,0 0 0-16,0 0-2 0,0 0-3 0,0 0-5 0,0 0-2 0,0 0-3 15,0 0-2-15,0 0-2 0,5 0-1 0,4 0 0 0,-9 0-2 0,7 4 1 16,4-4-2-1,-4 6 3-15,7-1 2 0,-9 5 6 0,8-6 3 0,1 5 10 0,-2 2 6 16,7-2 9-16,-4 0 10 0,-3 3 6 0,8-4 5 0,-7 6 4 0,0-2 1 0,1-3 0 0,4 6 0 0,-13-6-2 0,9 1-1 0,-7-1 1 0,1 3-1 16,-2-3 2-16,0 0-2 0,1 1-4 0,-7-1-7 0,0-4-10 0,0 5-6 0,0 1-9 15,-7-3-4-15,1 3-5 16,0-2-2-16,-2 0-4 0,1 3-5 0,2-3-4 0,-9 5-11 0,1-4-13 0,0 0-14 16,0 0-16-16,0 5-18 0,-1-6-16 0,2 0-20 0,0 3-18 0,-8-3-17 15,6 0-21-15,2 6-19 0,-2-6-24 0,1 1-26 0,8 1-26 0,-9-1-36 0,1-1-43 0,8 0-71 0,-11 1-80 0,5 1-35 16,4-2-4-16,-6 1 14 0,5-1 25 0,-3-4 30 0,3 5 33 0,-5-4 37 0,8-2 41 15,-9 1 42-15,9 1 44 0,-10-6 55 0,10 4 59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10:53.644"/>
    </inkml:context>
    <inkml:brush xml:id="br0">
      <inkml:brushProperty name="width" value="0.05292" units="cm"/>
      <inkml:brushProperty name="height" value="0.05292" units="cm"/>
      <inkml:brushProperty name="color" value="#FF0000"/>
    </inkml:brush>
  </inkml:definitions>
  <inkml:trace contextRef="#ctx0" brushRef="#br0">24095 1226 70 0,'-5'0'133'0,"-1"0"37"0,6 0 29 0,-5 0 27 0,5 0 23 0,-7-4 24 0,-2 4 20 0,4-5 22 0,5 1 22 0,-7 4 22 16,1-5 24-16,1 5-59 0,5-4-103 0,-8 4-48 0,0 0-18 0,8-6-10 15,-5 6-5-15,5-6-3 0,-6 6-2 0,6-3-4 0,0 3-3 0,0 0-7 16,0 0-10-16,-8 0-11 0,8 0-11 0,0 0-11 0,0 0-10 0,0 0-8 15,0 0-11-15,0 0-7 0,0 0-11 0,0 0-7 0,0 0-11 0,0 0-7 0,0-6-6 16,0 6-5-16,0 0-1 0,0 0-3 0,0 0-3 16,0 0 0-16,0 0-1 0,0 0-1 0,0 0 2 0,0 0 0 0,8 0 2 0,-8-6 4 0,6 6 5 0,-1 0 4 15,3 0 7-15,0 0 5 0,3-3 3 0,1 3 7 0,4 0 8 0,0-6 2 16,0 6 5-16,2-5 1 0,3 1 3 0,-2-2-1 0,7 3-1 0,-7-3-5 16,7 2-4-16,0-2-6 0,1 1-3 0,-1 1-4 0,1-2-5 0,-2 1-5 15,7 1-5-15,-6-1-3 0,6 1-3 0,2-2-2 0,-10 6-1 0,10-4 0 0,-2-1 0 16,1 5 1-16,-1-6 0 0,3 6 3 0,-3-4 0 0,0 4 2 0,-1-6 0 15,-5 6 0-15,0 0 1 0,8 0 0 0,-15-5-1 0,7 5 0 0,-6 0 0 0,-1 0 1 16,1 0-3-16,-8 0 1 0,2-4-2 0,-1 4 1 0,-8 0-1 16,11 0 1-16,-16 0 2 0,5 0 2 0,-5 0 3 0,6 0 3 0,-6 0-1 0,0 0 3 15,0 0 2-15,0 0-1 0,0 0 3 0,0 0-1 0,0 0-3 0,0 0-2 16,0 0-5-16,0 0-8 0,0 0-7 0,0 0-12 0,0 0-12 0,0 0-25 16,0 0-29-16,0 0-29 0,-6 0-30 0,1 0-27 0,5 0-26 0,-9 0-36 0,9 0-44 15,-7 4-41-15,7-4-42 0,-5 0-40 16,5 5-38-16,-8-5-5 0,8 6 12 0,0-2 30 0,-5 7 37 0,5-7 39 0,-6 2 38 0,6 3 38 0,-8-5 37 0,8 7 44 15,-5-7 46-15,5 7 46 0,-7-7 63 0</inkml:trace>
  <inkml:trace contextRef="#ctx0" brushRef="#br0" timeOffset="570.22">24182 2057 0 0,'-8'0'15'0,"8"0"38"0,-5-4 16 0,-2 4 20 0,0 0 18 0,7 0 26 0,-5 0 31 0,5 0 27 0,-7-6 27 0,7 6 24 16,0 0 19-16,0 0-10 0,-8 0-33 0,8 0-15 0,0 0-5 0,-6-5 0 16,6 5 1-16,0 0-2 0,-6 0-6 0,6-4-13 0,0 4-19 0,0 0-12 15,-7 0-7-15,7 0-4 0,0 0-2 0,-5-6 1 0,5 6 2 0,0 0 0 0,0 0 3 16,-8 0-1-16,8 0-6 0,0 0-4 0,0 0-8 0,0 0-8 0,0 0-11 15,0 0-11-15,0 0-10 0,0 0-14 0,0 0-9 0,0 0-12 0,0 0-11 16,0 0-10-16,0 0-8 0,0 0-10 0,0 0-7 0,0 0-5 0,0 0-2 0,0 0 1 16,8 0 7-16,-3-5 7 0,2 5 8 0,-1 0 7 0,0 0 9 0,9 0 5 15,-10 0 4-15,14 0 4 0,-6 0 3 0,8 0 3 0,-8-4 5 0,6 4 2 16,7 0 3-16,-7-5-3 0,7 1-1 0,-5 4-7 0,5-6-9 0,1 3-7 0,-3-3-7 16,10 0-5-16,-8 2-5 0,6-1 1 0,2-1-4 0,-11 2-1 0,9-1 0 15,3 1-1-15,-10 4-5 0,10-5 0 0,-12 1-3 0,4 4-3 16,-1-6-1-16,1 6-1 0,-9-6 1 0,3 6 0 0,-2-3-1 0,-6 3 1 0,0-6 0 0,0 6-1 15,0 0-1-15,-7 0 1 0,1-6 0 0,-7 6 1 0,6 0 1 0,-6 0 0 16,0 0-2-16,0 0-1 0,0 0-3 0,0 0-5 0,0 0-4 0,0 0-4 16,0 0-11-16,0 6-10 0,-6-6-12 0,-1 6-14 0,7-3-12 0,-6-3-16 15,-2 6-18-15,3 0-19 0,0-2-19 0,-3 1-18 0,2-1-22 0,-1 1-18 0,-1-1-24 16,3 2-34-16,-1-1-36 0,-2-1-49 0,3 8-50 0,-3-9-26 0,3 3-10 16,-3 3 9-16,2-5 20 0,6 1 29 0,-5 5 31 0,-2-5 36 0,-1 5 34 0,2-4 38 15,-7-1 38-15,8-1 46 0,-2 0 50 0</inkml:trace>
  <inkml:trace contextRef="#ctx0" brushRef="#br0" timeOffset="1126.56">24079 2893 91 0,'0'-6'158'0,"0"1"38"0,-7 5 30 0,7-4 20 0,0-1 20 0,0 1 16 0,0-2 18 0,-9 3 19 0,9-3 20 15,0 6 20-15,0 0 21 0,0-6-65 0,0 6-116 0,-5-4-56 0,5 4-26 16,0 0-7-16,0 0 3 0,0 0 6 0,0-5 9 0,0 5 5 0,0 0 2 0,0 0 1 15,0 0-5-15,0 0-4 0,0 0-8 0,0 0-10 0,0 0-8 0,0 0-11 16,0 0-9-16,0 0-11 0,0 0-12 0,0 0-12 0,0 0-11 0,0 0-11 16,0 0-11-16,0 0-11 0,0 0-7 0,0 0-5 0,0 0-5 0,0 0 1 15,0 0 1-15,0 0 4 0,0 0 6 0,5 0 6 0,4 0 9 0,-2 5 5 16,-2-5 9-16,6 0 8 0,-3 0 8 0,5 0 8 0,0 0 9 0,8 0 5 0,-9 0 6 16,8 0 1-16,-1-5 0 0,1 5-2 0,4-6-5 0,-3 2-5 0,6-1-2 15,-1 1-5-15,1-5-9 0,-2 3-3 16,7 0-6-16,-6-3-6 0,6 3-5 0,2 2-4 0,-10-6-7 0,10 6-2 0,-2 0-2 0,-6-8-2 0,1 9-2 0,-1-3-3 15,0 1-2-15,1 5-2 0,-9-4 1 0,-4-2-1 0,5 6 0 0,-7-5-1 16,-4 5-1-16,4 0-1 0,-6 0 1 0,2 0 1 0,-8 0 0 0,0 0 0 0,5 0 1 16,-5 0-3-16,0 0-3 0,0 0 0 0,0 0 2 0,0 0 0 0,0 5 2 15,0 1 2-15,-5-6 0 0,5 4 1 0,0 1-1 0,0 1-4 0,-8-3-6 16,8 3-9-16,-6 0-6 0,6-2-9 0,0 0-9 0,-5 1-13 16,5 0-15-16,0-1-18 0,-7 2-18 0,7 0-23 0,-8-3-21 0,8 3-26 0,-6-6-21 0,6 10-30 15,-6-5-32-15,6-1-41 0,-7 1-50 0,2-1-50 0,5 7-50 0,-7-7-9 16,7 8 12-16,-9-9 22 0,4 3 30 0,-1-2 32 0,-1 1 37 0,2-1 36 0,-4 1 37 15,4 1 44-15,-8-2 48 0,0 1 52 0,0 1 66 0</inkml:trace>
  <inkml:trace contextRef="#ctx0" brushRef="#br0" timeOffset="1558.62">24063 3474 32 0,'-5'4'92'0,"-2"-4"25"0,1 6 15 0,6-6 18 0,-5 5 22 0,-3-5 25 0,0 4 30 0,3-4 27 0,5 6 24 0,-6-6 24 0,-2 0 20 0,3 3-40 0,5-3-75 0,-8 6-28 0,8-6-2 15,-7 6 5-15,2-6 13 0,5 0 0 0,-7 4-6 0,7-4-14 0,0 5-20 0,-7-5-14 16,7 0-16-16,0 0-11 0,0 0-10 0,-5 4-10 0,5-4-12 0,0 0-11 16,0 0-8-16,0 0-11 0,0 5-5 0,0-5-6 0,0 6-5 0,0-2-3 15,0-4-1-15,0 5 4 0,0-1 4 0,0 2 8 0,5 0 10 0,-5-2 12 16,7 1 10-16,0-1 7 0,-2 1 7 0,2 1 2 0,6-6 3 0,-5 4 1 16,3 1 6-16,10-1 1 0,-8-4 0 0,8 5-4 0,-5-5-6 0,12 0-5 0,-8 0-10 15,6 0-10-15,0 0-11 0,6 0-7 0,-5-5-5 0,4 1-7 0,3-1-3 16,5 1-6-16,-7 4-5 0,7-11-5 0,1 7-1 0,-2-1-3 0,8-5 0 15,-9 4-2-15,11 2-4 0,-9-1 0 0,1-5-3 0,-1 5-3 0,-7 1 0 0,7-1-2 16,-15 1-3-16,10-2 0 0,-8 6-2 0,-6-6-3 0,5 6-3 0,-11-3-8 16,6 3-17-16,-9 0-19 0,-3 0-26 0,-3 0-20 0,2 0-19 0,2 3-30 15,-9-3-38-15,-9 6-73 0,9 0-86 0,-7 3-99 0,2-5-99 0,-8 7-39 0,-1-7-7 16,2 5 18-16,-8 3 25 0,1-8 37 0,-1 5 43 0,-6-4 42 0,0 1 39 16,-1-6 52-16,-5 4 57 0,0-4 75 0,-1 0 80 0</inkml:trace>
  <inkml:trace contextRef="#ctx0" brushRef="#br0" timeOffset="2550.05">22697 1563 0 0,'0'7'2'0,"0"-7"109"0,0 3 66 0,0-3 43 0,-7 6 32 0,7-6 28 0,0 0 27 0,0-6 27 0,0 6 33 0,-6-3 29 0,6 3 24 0,0-7 26 0,0 7 22 0,0-3-78 15,0 3-132-15,0 0-70 0,-6 0-37 0,6 0-14 0,0 0-4 0,0 0-8 16,0 0-8-16,0 0-14 0,0 0-17 0,0 0-16 0,0 0-14 0,0 0-13 0,0 0-12 16,0 0-10-16,0 0-10 0,0 0-9 0,0 0-3 0,0 0-4 0,0 3-4 15,0 4-2-15,0-4 0 0,0 8 1 0,0-1 1 0,-7-1 4 0,7 0 4 16,0 7 5-16,0 2 4 0,0-3 5 0,0 6 4 0,0 3 2 0,0-5 1 0,0 6 0 15,0-1 0-15,0 0-1 0,0 0 2 0,0 7-6 0,0-7 0 0,0 6-6 16,0-8-2-16,7 5-3 0,-7-5-3 0,0 5-1 0,0-5-1 0,6-2 0 16,-6 1-2-16,0-2 0 0,0-4-1 0,6 0 1 0,-6-2-3 0,0-4 1 0,0 6 0 15,7-3 1 1,-7-3 1-16,0 0-3 0,0-5-1 0,0 2-4 0,0-1-2 0,0-1-1 0,0-4 0 0,5 5 1 0,-5-5 1 0,0 0 5 0,0 0 4 16,0 0 8-16,0 0 6 0,0 0 2 0,0 0 0 0,0 0 2 0,0 0-2 15,0-5 2-15,0 1 3 0,-5-7 2 0,5 2-1 0,0 0 0 0,0-1-2 0,-7-5-4 16,7-4-3-16,0 5-8 0,0-7-7 0,-6 2-2 0,6 0 2 0,0-7 1 15,0 4 0-15,0-5 2 0,-6 5 0 0,6-9 4 0,0 7 7 0,0-6 4 16,0 6 2-16,0-1 3 0,-7 1 3 0,7 6 5 16,0-3 4-16,0 2 7 0,0 4 2 0,0 0 4 0,0 6 5 0,0-1-1 0,0 1 5 0,0 3-6 0,0 0-9 15,0 3-9-15,0 3-6 0,0 0-7 0,0 0-12 0,0 0-8 0,0 0-6 16,0 0-3-16,0 0-4 0,7 3-1 0,-1-3-3 0,0 12 1 0,-6-8-1 0,7 5 2 16,-2 2-1-16,3 2 6 0,0 2 5 0,-3 1 7 0,1 2 6 0,-1-3 6 15,2 6 1-15,7-3-2 0,-7 7 2 0,-1-6-3 0,-1 1-1 0,4 1-2 16,-2 1 0-16,-2-1-2 0,9-2 2 0,-9 1 0 0,3-4-1 0,4 2 1 15,-5-3 0-15,0 0-1 0,6 0 2 0,-8-2 0 0,9-3 0 0,-9 1 1 16,11-1 6-16,-11-1 6 0,3-4 4 0,2-1 10 0,-1 2 9 0,-4-6 14 0,2 3 8 16,-1-3 10-16,1-3 10 0,0 3 11 0,0-6 9 0,-2-3 8 0,2 5 9 15,-1-8 4-15,2-2 2 0,-2 4 1 0,1-3 0 0,-2-8-6 0,4 1-8 32,-4 1-9-32,0 0-12 0,-5-5-9 0,8 0-80 0,-3-6-3 0,-5 5 0 15,0-5 0-15,8 2 0 0,-8-2 0 0,0 0 0 0,-8 2 0 0,8 3 0 16,0 1 0-16,-5 0 0 0,5 0 0 0,0 3 0 0,-8 7 0 0,8 0 0 15,0 4 0-15,-5-1 0 0,5 8 0 0,0-4 0 0,0 7 0 0,0 0 0 0,0 0-50 16,0 0-107-16,0 0-41 0,0 0-43 0,0 0-36 0,0 0-35 0,5 7-70 16,-5-4-82-16,8 3-84 0,-3 3-76 0,3 1-16 0,0 4 10 0,-3-4 30 0,1 5 39 15,1 0 51-15,-1 0 54 0,7 0 57 0,-6-2 55 0,0 2 51 0,0 0 55 16,-2 0 69-16,3 0 77 0</inkml:trace>
  <inkml:trace contextRef="#ctx0" brushRef="#br0" timeOffset="3473.97">27197 4123 64 0,'0'0'140'0,"0"0"47"0,0 0 36 0,0 0 34 0,0 0 33 0,0 0 31 0,0 0 32 0,5 0 33 0,-5 0 31 0,0 0 34 16,0 0 29-16,0 0-46 0,0 0-94 0,0 0-53 0,0 0-31 0,0 0-21 16,0 0-9-16,0 0-10 0,0 0-11 0,0 0-15 0,0 0-18 0,0 0-17 0,0 0-22 15,0 0-19-15,0 0-19 0,0 0-21 0,0 0-20 0,0 0-20 0,0 0-21 16,0 0-13-16,0 0-8 0,0 0-8 0,0 6-2 0,0-3-2 0,0 3 3 0,0 4-1 16,0 1 5-16,8 2 4 0,-8 2 3 0,0 0 5 0,8 4 6 0,-8 1 5 15,0-1 8-15,0 0 3 0,0 7 2 0,5-3-3 0,-5 3 0 0,0 2-4 16,0-4-3-16,0 1-3 0,0 4-2 0,0-4-2 0,0 5-1 0,0-6-1 0,0 0-4 15,6 1 0-15,-6 3 1 0,0-2-1 0,0-3 0 0,0 3-1 16,0-3 2-16,7 3 0 0,-7-3 2 0,0-3-1 0,0 5 3 0,0-7-1 0,0 3 0 16,6-2-2-16,-6-5 5 0,0 7-1 0,0-11 0 0,0 3-1 0,0 2 0 15,8-4 0-15,-8-2 0 0,0 1-1 0,0-6 0 0,0 7-2 0,0-8-1 0,0 3-2 16,0 0-4-16,7-3-10 0,-7 3-14 0,0-6-13 0,0 6-19 0,0-6-19 16,0 0-20-16,0 0-26 0,0 0-26 0,0 0-26 0,0 0-27 0,0 0-44 15,0 0-49-15,0 0-89 0,5-6-105 0,-5 6-35 0,0-6 1 0,6 3 15 0,-6-9 28 16,0 9 34-16,8-8 34 0,-8 1 39 0,0 1 44 0,0 0 40 0,5-7 46 15,-5 7 56-15,0-6 61 0</inkml:trace>
  <inkml:trace contextRef="#ctx0" brushRef="#br0" timeOffset="4139.39">28837 4382 2 0,'0'-4'59'0,"0"4"32"0,0-5 29 0,0 1 28 0,-5-2 31 0,5 0 28 0,0 3 28 0,-8-3 24 0,8 0 25 0,-5 3 19 0,5-3 17 0,-5 1-17 15,5 1-41-15,-9-5-22 0,9 3-11 16,-5 2-6-16,-2-2-4 0,-1 1-9 0,2 1-7 0,6-2-5 0,-6 1-4 0,-1 1-1 0,2-1 4 0,5 1 0 0,-8-2-1 16,8 6-1-16,-6-4-3 0,6 4-4 0,-7-5-7 0,7 5-8 0,0-6-9 15,0 6-11-15,0 0-10 0,0 0-10 0,0 0-12 0,0 0-11 0,0 0-12 0,0 0-10 16,0 0-11-16,0 0-10 0,0 0-11 0,0 0-10 0,0 0-8 0,0 0-9 16,0 0-8-16,0 0-9 0,0 0-9 0,0 0-7 0,0 0-6 0,0 0 2 15,0 6 3-15,0-1 4 0,0 5 6 0,0-1 3 0,0 0 3 16,0 6 3-16,0 1 2 0,0 2 1 0,0 3 3 0,0-2 4 0,0 5 2 0,0 1 3 15,0-7 0-15,0 12-4 0,0-6-6 0,0 0-7 0,0 1-6 0,0 5-3 0,0-6-2 16,7 7-1-16,-7-9-1 0,0 5-2 0,6 0 2 0,-6-3 0 0,0 1-2 16,8-1 0-16,-8 1 1 0,0-5-1 0,5-1-1 0,-5 2 1 0,7-3 0 15,-7 3 0-15,6-7 1 0,-6 0 1 0,6 2-1 0,-6-7 1 0,0 6 0 0,8-6-1 16,-8 0 4-16,7-3-2 0,-7 3 1 0,5-3-5 0,-5 0-5 0,0-2-6 16,9-1-10-16,-9 3-8 0,0-1-9 0,5-1-11 0,-5-4-13 0,0 0-14 15,0 6-15-15,0-6-18 0,5 0-18 0,-5 0-18 0,0 0-20 0,0 0-20 0,0 0-23 16,0 0-29-16,0 0-27 0,0 0-67 0,8-6-83 0,-8 6-61 0,0-4-48 15,0-1-4-15,0-4 13 0,0-1 25 0,0 1 32 0,0-3 33 0,0 3 38 0,0-6 41 16,-8 2 45-16,8-2 50 0,0 0 52 0,0 0 72 0,0 0 83 0</inkml:trace>
  <inkml:trace contextRef="#ctx0" brushRef="#br0" timeOffset="4631.85">29802 4418 75 0,'0'-6'152'0,"0"-4"45"0,0 5 38 0,7-1 33 0,-7 2 33 0,0-1 33 0,0-4 35 0,0 5 36 0,-7-2 35 0,7-3 35 0,0 3 34 0,0 0-50 0,0 3-100 0,0-3-61 15,0 1-32-15,0 1-19 0,0 4-8 0,0-4-8 0,0-1-9 0,0-1-13 16,0 6-15-16,0-4-20 0,0-2-18 0,0 6-20 0,0-5-22 0,0 5-18 16,0 0-18-16,0 0-16 0,0 0-17 0,0 0-10 0,0 0-16 0,0 0-10 0,0 0-8 15,0 0-6-15,0 5-7 0,0 1 0 0,0-2-1 0,0 2 0 0,0 3 6 16,0 0 3-16,0 0 3 0,7 6 3 0,-7 1 4 0,0-2 5 0,0 1 3 15,0 5-2-15,5-2 5 0,-5 2-2 0,0-4-2 0,0 8-1 0,0-6 0 16,0 3-5-16,0-2 1 0,0 6-3 0,8-7-1 0,-8 3-1 0,0-1-1 0,0-1-1 16,0 0 2-16,8 2-1 0,-8-3 0 0,0-2-1 0,5 2 2 0,-5-3-1 15,6 0 1-15,-6 0-2 0,7-5-1 0,-7 4 0 0,5-4 0 0,-5-1-1 16,0 3-6-16,9-3-5 0,-9 0-9 0,5-5-14 0,-5 1-12 0,0 2-21 0,7-4-18 16,-7 3-22-16,0-6-20 0,0 5-23 0,0-5-21 0,0 0-21 0,6 4-21 15,-6-4-20-15,0 0-14 0,0 0-21 0,0 0-23 0,0 0-46 0,0 0-52 16,0 0-46-16,0 0-39 0,0 0-3 0,0-9 20 0,0 3 26 0,0 3 32 0,0-9 33 15,-6 8 36-15,6-5 34 0,0 0 36 0,0-3 41 0,0 3 46 0,0-6 58 16,0 6 72-16</inkml:trace>
  <inkml:trace contextRef="#ctx0" brushRef="#br0" timeOffset="5234.99">31097 4333 0 0,'7'-5'32'0,"1"5"101"0,-3-4 54 0,-5 0 37 0,8-1 32 0,-8-1 27 0,0 2 23 0,6-2 27 0,-6 1 25 0,0 1 27 0,0-2 22 0,0 1 11 0,0 1-1 0,0-1-73 16,0 5-112-16,0 0-53 0,0-4-23 0,0-2-10 0,0 6-1 0,0-4-1 16,0 4 0-16,0-5-2 0,0 5-2 0,0-6-6 0,0 6-4 0,0-4-5 15,0 4-3-15,0 0-5 0,0-6-4 0,0 6-6 0,0 0-6 0,0 0-8 0,0 0-6 16,0 0-10-16,0 0-10 0,0 0-9 0,0 0-9 0,0 0-9 16,0 0-9-16,0 0-7 15,0 0-9-15,0 0-6 0,0 0-8 0,0 0-2 0,0 0-3 0,0 0 3 0,0 0 1 0,0 6 4 0,0-2 3 0,0 2 4 0,5-1 3 16,-5 5 4-16,0-6 2 0,0 5 6 0,7 2 3 0,-7-2 4 0,0 1 4 0,9 1 2 15,-9-3 3-15,0 3-1 0,0 4 0 0,5-6-3 0,-5 1-1 0,0 4-2 16,6 1-3-16,-6 1-1 0,0-3-4 0,0 2-4 0,7-1-3 0,-7 2-3 16,0-3-1-16,0 7-3 0,0-4-4 0,5 2 0 0,-5-3-4 0,0 6-1 0,0-8-4 15,0 7 0-15,0 0-1 0,0-6-1 16,0 5 1-16,0-4-3 0,0 0 1 0,0 4-8 0,0-5-4 0,0 2-11 0,9-1-13 0,-9-1-19 0,0 2-17 0,0-3-25 16,0-4-24-16,0 6-34 0,0-3-33 0,0-3-39 0,0 6-40 0,0-6-74 15,0 0-91-15,0 1-71 0,0-4-63 0,0 3-13 0,-9-3 11 0,9 3 26 16,-5-5 34-16,-2 1 39 0,7-5 45 0,-6 0 49 0,1 0 49 0,-11 0 55 0,11 0 55 15,-1-5 72-15,-7 5 81 0</inkml:trace>
  <inkml:trace contextRef="#ctx0" brushRef="#br0" timeOffset="5822.39">29229 5739 23 0,'6'-9'100'0,"-6"5"42"0,0-5 33 0,0 3 31 0,0 1 30 0,0-5 29 0,0 4 28 0,0 3 28 0,0-7 26 0,0 5 30 0,0-1 28 0,0 3-30 0,0-3-61 0,-6 2-41 0,6-1-31 16,0-1-14-16,0 2-5 0,0-2-7 0,0 2 0 0,-5-6-4 0,5 6-4 15,0 4-6-15,0-6-6 0,0 2-10 0,0 4-12 0,0-5-13 0,0 5-15 16,0 0-14-16,0 0-16 0,0 0-15 0,0 0-16 0,0 0-19 0,0 0-18 0,0 0-18 16,0 0-11-16,0 0-12 0,0 0-9 0,0 5-7 0,0 5-5 0,0-1 2 15,0 0-2-15,0 7 0 0,5-1 4 0,-5-1 1 0,0 5 3 0,0 2 5 16,0-3 3-16,0 1 5 0,0 2-1 0,0-2-1 0,0 5 2 0,0-5 0 0,0 7-1 15,-5-7-1-15,5 5-1 0,0 1-2 0,0-1-1 0,0-3-6 0,-7-3-8 16,7 6-10-16,0-4-11 0,0 0-13 0,0-1-18 0,0-4-12 0,0 4-13 16,0-5-16-16,0 2-17 0,0-7-22 0,0 6-26 0,0-6-22 0,0 3-23 15,0-8-29-15,7 5-33 0,-7-4-45 0,0-1-50 0,0-4-49 0,0 6-43 0,0-1-8 16,0-5 9-16,0 0 23 0,0 0 29 0,5 0 35 0,1-5 38 0,-6-1 37 16,0 2 40-16,8-5 45 0,-8 0 49 0,0-3 55 0,0 3 68 0</inkml:trace>
  <inkml:trace contextRef="#ctx0" brushRef="#br0" timeOffset="6248.84">29203 5696 0 0,'0'0'19'0,"-7"-6"136"16,7 6 77-16,0-3 53 0,-6 3 41 0,6 0 28 0,0-6 22 0,0 6 16 15,0-4 16-15,0 4 19 0,0 0 22 0,0 0 25 0,0-5 24 0,0 5-96 16,0 0-165-16,6 5-84 0,-6-5-42 0,7 4-17 0,-7-4-5 0,5 6 4 16,4-3 7-16,-2 3 10 0,-2 0 8 0,1 3 0 0,2-3-6 0,-3 3-10 15,3-5-10-15,-3 5-11 0,9 6-12 0,-9-3-9 0,3 1-8 0,4-4-9 0,-4 6-8 16,3 0-9-16,5 0-5 0,-11 0-6 0,8 4-5 0,1-4-4 0,-9 4-1 0,8 1-3 15,1-5 1-15,-7 4-2 0,6-4-1 0,-2 4 1 0,-3-4-2 0,4-1 1 16,-6 2 0-16,2-3 1 0,5 2-1 0,-8-4 0 0,9 4 0 0,-7-6 0 16,-1 1 0-16,7-1-1 0,-5-3 0 0,-3 4 0 0,0-5-1 0,9-1 0 15,-7 1 1-15,1-1-1 0,-3-4 2 0,1 0 0 0,2 0 3 0,-3 0 4 0,2 0 5 16,-7 0 10-16,6 0 8 0,2-4 9 0,-8 4 8 0,6-5 11 0,1 1 9 16,-7-1 9-16,5-2 6 0,-5-2 11 15,8 4 7-15,-2-5 6 0,-6 1 2 0,7 0 1 0,-1-1-1 0,-6-5-5 0,5 0-5 0,2 0-6 0,-7-4-7 16,9-1-85-16,-9 1 0 0,5-2 0 0,-5-1 0 0,6 1 0 0,-6-3 0 15,0-6 0-15,7 6 0 0,-7-1 0 0,0-3 0 0,0 4 0 0,0-1 0 0,0 1 0 16,0 3 0-16,0 3 0 0,0-3 0 0,0 7 0 0,0 4 0 16,0 0 0-16,-7 1 0 0,7 3 0 0,0 3 0 0,0 3 0 0,0-7 0 0,0 7 0 15,0 0 0-15,0 0 0 0,0 0 0 0,0 0 0 16,0 0 0-16,0 0 0 0,-6 7 0 0,6-4 0 0,0 3 0 0,0-1-6 0,0 5-64 0,0-1-8 16,0 0-10-16,0 7-11 0,0-1-15 0,6-1-21 0,-6-1-20 0,0 8-29 15,0-2-33-15,0 2-38 0,0-2-43 0,0-5-78 0,-6 11-89 0,6-10-68 0,0 3-54 16,-5 3-8-16,5-2 15 0,0-4 28 0,0-6 34 0,-9 6 45 0,9-5 42 15,0-5 53-15,-7-1 52 0,7 2 54 0,0-6 59 0,-5 0 74 0,-1-6 85 0</inkml:trace>
  <inkml:trace contextRef="#ctx0" brushRef="#br0" timeOffset="8936.71">19519 1935 12 0,'-7'-6'84'0,"7"6"34"0,-7-4 27 0,2 4 20 0,5 0 21 0,-7-5 23 0,-1 5 23 0,3 0 23 0,5-4 21 0,-7 4 20 0,0-5 18 0,2 5-30 0,-11 0-62 15,11-4-42-15,-1 4-32 0,-1 0-13 0,2 0-1 0,-9 0-4 0,7 0-2 0,-4 0-4 16,3 0-9-16,0 0 0 0,-4 0-5 0,5 0-2 0,2 0-3 0,-10 4-1 0,10-4-4 16,-2 0 0-16,0 0-1 0,2 0-3 0,5 0-1 0,-8 0-7 0,8 5-4 15,0-5-7-15,0 0-11 0,0 0-7 0,-5 0-7 0,5 0-10 0,0 0-10 16,0 0-11-16,0 0-8 0,0 0-7 0,0-5-1 0,5 5 1 0,3 0 2 0,-3 0 5 16,2 0 4-16,0 0 1 0,-2 0 3 0,10 0 1 0,4 0 0 0,-6 0 3 15,6 0 4-15,2 0 4 0,2 0 8 0,-2 0 2 0,6 0 0 0,4 0-4 16,-4 0-7-16,6 0-4 0,-1 0-4 0,0-4-1 0,2 4-4 0,-2 0 1 15,7 0-5-15,1 0-1 0,-3 0-1 0,9 0-2 0,0-6-1 0,-1 6-2 0,7 0-1 16,1 0-1-16,-1 0 2 0,1 0-3 0,-2-6 1 0,2 6-4 0,-2 0-4 16,2 0-1-16,0 0 1 0,-1 0-1 0,-1 0 1 0,-7 0-1 0,9 0 2 0,-6 0-1 15,-2 0-1-15,-8 0 0 0,3 0 2 0,-1 0-3 0,-5 0-1 0,-8 0 1 16,1 0 3-16,-4 0 2 16,-2 0 1-16,-7 0 7 0,-1-3 10 0,-8 3 12 0,2 0 14 0,0 0 11 0,-7 0 9 0,0 0 6 0,0 0 3 0,0 0 1 0,0 0-4 15,0 3-1-15,-7-3 0 0,0 0-1 0,2 0-2 0,-3 0-7 0,3 0-11 16,-3 0-13-16,-5 0-12 0,8 0-15 0,-9 0-10 0,1 0-13 0,0 0-11 15,5 0-5-15,-3 0-4 0,4 0-7 0,-7 0-9 0,9 0-9 0,-2 0-11 0,7 0-11 16,-6 0-16-16,0 0-12 0,6 0-15 0,0 0-17 16,0 0-15-16,0 0-18 0,0 0-19 0,0 0-26 0,0 0-33 0,0 0-44 15,0 0-49-15,0 0-54 0,0 0-58 0,0 6-10 0,6-6 10 0,-6 0 19 0,6 0 27 0,1 0 30 16,-7 0 34-16,5-6 38 0,3 6 37 0,-2-3 47 0,-6-8 46 0,7 7 56 0,-1-7 65 16</inkml:trace>
  <inkml:trace contextRef="#ctx0" brushRef="#br0" timeOffset="9317.84">20977 1622 86 0,'-7'-3'152'0,"2"3"42"0,-4-7 33 0,4 3 31 0,0 4 29 0,-3-5 30 0,3 0 30 0,-3 1 28 0,0-2 28 0,3 6 22 0,-1-4 22 0,-1-1-71 0,7 5-117 0,-6 0-64 16,6-6-32-16,-8 6-22 0,8 0-13 0,0 0-15 0,0 0-15 0,-5 0-16 15,5 0-17-15,0 0-16 0,0 0-17 0,0 0-8 0,0 0-8 0,0 0-8 16,0 0-2-16,0 0-3 0,0 0-2 0,0 0-2 0,0 0-2 0,0 0 2 16,0 0 0-16,0 0 3 0,0 6 2 0,0-1 1 0,0-1 2 0,5 2 2 0,-5-6 3 15,0 4 5-15,8 1 6 0,-8 4 4 0,6-2 2 0,1-4 3 0,-1 3 0 16,-1 3 3-16,3-3-2 0,0 3-1 0,5 0-2 0,-8-3 0 0,9 3 1 16,-2 1-2-16,2-5-2 0,4 5-3 0,-4-1-5 0,-1 0-5 0,-1-3-5 0,2 3-2 15,-1 3-1-15,8-3-4 0,-16 0 1 0,9 1-3 0,-2-1-2 0,-6-3 0 16,8 3-2-16,-7 1 1 0,-2-5 0 0,3 4 3 0,-8-3 3 0,0 4 6 15,5-5 7-15,-5 5 12 0,0-7 9 0,0 3 9 0,-5 3 7 0,5-3 6 0,0-2 7 16,-8 1 2-16,3 4 3 0,-2-3-2 0,0 0 1 0,0 3-2 0,-6-5-6 16,8 1-5-16,-9-1-9 0,9 8-10 0,-11-9-10 0,3 3-18 0,8 0-17 15,-9 3-21-15,2-5-22 0,-1 1-27 0,6-1-28 0,-5 2-30 0,-1 3-35 0,-1-3-42 16,7 0-45-16,-7 3-84 0,4-5-98 0,2 5-57 0,-5 2-33 16,0-7-1-16,0 7 15 0,7-7 29 0,-7 7 34 0,0-3 40 0,7-3 41 0,-9 5 47 0,4-5 49 15,3 1 53-15,-4 4 58 0,-2-5 73 0,1 4 86 0</inkml:trace>
  <inkml:trace contextRef="#ctx0" brushRef="#br0" timeOffset="12946.46">19714 1061 4 0,'7'-5'94'0,"-7"5"61"0,0 0 43 0,0-4 37 0,0 4 31 0,0-9 32 0,0 3 31 0,0 0 30 0,0 3 28 0,-7-3 30 0,7 0 25 0,0 2-19 0,0-1-44 0,0-1-66 16,0 3-75-16,0-1-39 0,0-2-20 0,0 1-15 0,0 1-11 0,0-2-10 0,0 0-15 16,0 6-12-16,7 0-14 0,-7 0-12 0,0-4-14 0,0 4-13 0,0 0-12 0,0 0-13 15,0 0-8-15,0 0-10 0,0 0 0 0,0 0-6 0,0 0-2 0,0 4-1 16,0 2-5-16,0 0 0 16,6 3 1-16,-6 1-3 0,0-1 1 0,0 6 1 0,0 0 2 0,0 0 1 0,0 3 4 0,0 3-1 0,0-2-4 0,0 0-2 15,0 2-4-15,0-3-5 0,0 6-2 0,0-3-1 0,0-2-2 0,8 2-2 0,-8-3 0 16,0 1 2-1,0 2-2-15,5-3 1 0,-5 3 0 0,0-8-7 0,5 8-11 0,-5-6-9 0,8-2-9 0,-8 7-13 0,6-10-12 0,1 4-16 0,-7 2-16 16,6-7-16-16,-6 1-17 0,7-1-20 0,-7 0-15 0,6-3-23 0,2 0-23 0,-8-2-23 16,0 1-23-16,5-1-16 0,-5-4-17 0,8 5-24 0,-8-5-28 0,0 0-16 15,0 0-6-15,0 0 14 0,0-5 21 0,0 5 28 0,5-4 25 0,-5-1 33 0,0-5 34 16,0 4 35-16,-5-3 37 0,5 0 34 0,0-1 34 0</inkml:trace>
  <inkml:trace contextRef="#ctx0" brushRef="#br0" timeOffset="13365.88">19735 1150 53 0,'0'-16'126'15,"0"1"39"-15,-8 1 34 0,8 4 30 0,0-5 26 0,0 5 24 0,-6-4 23 0,6 1 22 16,0 1 24-16,0 3 20 0,-7-1 21 0,7-1-49 0,7 4-91 0,-7-4-50 16,0 1-30-16,0 4-16 0,0-3-12 0,6 4-11 0,-6-5-7 0,0 6-9 15,8-1-4-15,-3-4-7 0,-5 3-4 0,5 2-9 0,3-2-5 0,-2 1-6 16,1-5-8 0,-1 7-5-16,1-3-5 0,7 2-3 0,-9-1-7 0,3-1-1 0,2 3-4 15,-1-4-3-15,3 7-3 0,-4-5-3 0,4 1-2 0,0 4-3 0,-5-5-4 0,7 5-8 16,-1 0-3-16,-8 0-5 0,9 5-4 0,-7-5-2 0,-1 4 0 0,-1-4-2 15,11 5 1-15,-11 2-2 0,-5 2-2 0,6-4-2 0,2-1-2 0,-8 5 2 16,0 1 0-16,0 1 3 0,0-1 3 0,0 4 0 0,-8-4 2 0,8 4-1 16,-6-4 1-16,1 5 0 0,-3-2 1 0,0-2-1 0,-3 5 4 0,-1-1 1 0,3-6-2 15,-3 4 0-15,1-2-3 0,-5 4-1 0,4-5-2 0,0-1-4 0,-3 0-2 16,1 1-3-16,4 1-3 0,-3-7-3 0,-1 5-1 0,1-3-6 0,6-2-1 16,-7 1-6-16,9 1 1 0,-8-3-1 0,7 3-2 0,-1-6 3 0,7 6 0 0,-8-6 2 15,3 3 2-15,5-3 1 0,0 0 5 0,0 0 1 0,0 0 1 0,0 0 5 16,-7 6-1-16,7-6 4 0,0 0 0 0,0 0 2 0,0 0-1 0,0 0-3 15,0 0-1-15,0 0-5 0,0 0-6 0,0 0-3 0,0 0-8 0,0 0-5 0,0 0-8 16,0 0 0-16,0 0 0 0,7 0 2 0,-7 0 1 0,5 6 5 0,-5-6 5 16,8 0 6-16,-1 4 7 0,-1 1 6 0,2-1 8 0,-3 1 8 15,0-1 7-15,9 7 6 0,-7-7 6 0,6 2 0 0,-7 3 0 0,7-3-2 16,-5 3-2-16,2-5-3 0,-1 7-2 0,3-2-9 0,-4-3-14 0,4 4-23 0,-5-1-26 0,-2 0-27 16,2 1-29-16,2 1-45 0,-4-1-50 0,1-1-68 0,1 6-75 0,-7 0-49 15,5-6-36-15,4 1-9 0,-4 4 6 0,-5-4 15 0,0-1 26 0,7 0 33 16,-7 3 40-16,6-8 39 0,-6 1 43 0,5-1 51 0,-5 2 55 0,8-6 64 15,-8 5 70-15</inkml:trace>
  <inkml:trace contextRef="#ctx0" brushRef="#br0" timeOffset="13604">20190 1436 0 0,'0'-4'17'0,"0"-5"132"0,0-2 72 0,0 1 53 0,0 1 46 0,0 0 39 0,0-6 38 0,-8 6 34 0,8-1 32 0,0-5 31 0,0 4 29 0,0 7 26 16,0-5 31-16,0 3-95 0,0 2-164 0,0 4-79 0,0-6-35 0,0 6-25 15,0-5-19-15,0 5-21 0,0 0-19 0,0-4-20 0,0 4-18 0,0 0-19 16,0 0-17-16,0 0-15 0,0 0-16 0,-5 4-10 0,5 1-14 0,0 1-9 0,0-2-9 16,0 6-4-16,0-5-3 0,0 10 1 0,0-6 0 0,-8 7 6 0,8 2 6 15,0-3-1-15,0 4 2 0,0 1-7 0,0-1-11 0,0 2-12 0,0-2-14 16,0-5-13-16,0 6-13 0,0-6-14 0,0 1-16 0,0 1-22 0,0-7-24 0,8 6-25 16,-8-6-21-16,0 0-33 0,5 1-35 0,-5 1-41 0,8-1-44 0,-8-7-44 15,6 3-45-15,-6-1-6 0,5-1 11 0,-5-4 22 0,0 0 25 0,0 0 36 16,8 0 38-16,-1 0 37 0,-7-4 36 0,0-1 47 0,6-1 47 0,-6 3 52 0,0-3 67 15</inkml:trace>
  <inkml:trace contextRef="#ctx0" brushRef="#br0" timeOffset="13966.5">20378 1472 12 0,'0'0'91'0,"7"-5"50"0,-7 5 41 15,0 0 38-15,0 0 33 0,0-7 36 0,0 7 32 0,0 0 33 0,0 0 35 0,0 0 29 16,0 0 33-16,0-4-23 0,0 4-56 0,0-5-45 0,0 1-37 0,0-1-28 16,0 5-18-16,0-6-17 0,0 6-13 0,0 0-19 0,0-4-20 0,0 4-21 15,0 0-18-15,0 0-23 0,0 0-21 0,0 0-19 0,0 0-18 0,0 0-21 0,0 0-17 16,0 0-19-16,0 0-11 15,0 0-8-15,0 0-6 0,0 4-2 0,0 7 0 0,0-7 1 0,0 1 1 0,0 6 3 0,0-2 5 0,0 0 7 0,0 2 4 0,0-2 8 16,0 7 6-16,0-7-3 0,0 6-8 0,6-6-11 0,-6 0-11 0,0 1-13 16,0 1-16-16,0-1-16 0,0-1-16 0,0 0-23 0,0-2-25 0,0 2-23 15,0-4-26-15,0 5-41 0,0-7-49 0,0 3-57 16,0-1-60-16,0-5-39 0,0 4-26 0,0-4 1 0,0 0 16 0,0 6 24 0,0-6 30 0,0 0 33 0,0 0 37 0,0 0 39 16,0 0 39-16,-6-6 49 0,6 2 53 15,0-1 58-15,-7-1 72 0</inkml:trace>
  <inkml:trace contextRef="#ctx0" brushRef="#br0" timeOffset="14129.13">20404 1271 1 0,'7'-5'89'0,"-7"-5"60"0,6 1 40 0,1 3 31 0,-7 2 27 0,0-7 23 16,6 7 22-16,-6-1 22 0,8 1 18 0,-8-1 17 0,0 1 15 0,5 4-29 15,-5 0-56-15,0-6-77 0,0 6-92 0,0 0-51 0,0 0-30 0,0 0-29 0,0 0-32 16,8 0-44-16,-8 6-52 0,5-2-74 0,-5 1-79 0,5-1-42 0,-5 1-16 15,9 5-2-15,-9-1 11 0,0 3 14 0,0-9 22 0,0 7 21 0,0-1 24 0,0 2 29 16,0-2 35-16,-9 1 45 0,9 0 51 0</inkml:trace>
  <inkml:trace contextRef="#ctx0" brushRef="#br0" timeOffset="14812.84">20470 1509 73 0,'5'-9'143'0,"-5"5"45"0,0-7 38 0,7 2 36 0,-7 0 34 0,0-2 32 15,8 2 30-15,-8-2 29 0,0-2 28 0,5 2 23 0,-5 7 23 0,0-5-60 0,7-2-108 16,-7 1-59-16,0 1-34 0,7 3-23 0,-7-4-16 0,5 1-19 0,-5 4-16 16,8-5-16-16,-8 5-12 0,6 1-15 0,1-1-12 0,-7 1-7 0,6-2-13 0,-1 6-9 15,-5-4-8-15,7 4-8 0,2-6-5 0,-9 6-4 0,5 0-6 0,1 6-2 16,-6-6-4-16,7 0-1 0,-2 4-4 0,-5 6 0 0,8-5-1 0,0-1-1 16,-8 7 1-16,0-2 1 0,0 0 1 0,5 7 1 0,-5-1-1 0,0 0-7 15,0-2-9-15,0 7-5 0,0-5-9 0,0-2-6 0,0 8-6 0,0-6-3 16,-5-2-3-16,5-1-1 0,0 1 0 0,0-2-2 0,0-2 2 0,0 0-1 15,0-2-1-15,0-4 7 0,0 3 5 0,0-1 7 0,0-5 8 0,0 4 6 0,0-4 8 0,0 0 9 16,0 6 7-16,0-6 7 0,0 0 7 0,0 0 9 0,0 0 9 0,0 0 8 16,0 0 10-16,0 0 9 0,0 0 9 0,0 0 1 0,5 0-3 0,-5-6-3 15,0 6-3-15,0-4-3 0,6-1-2 0,-6-1-6 0,0 3-6 0,0-4-8 0,8 4-9 16,-8-8-10-16,5 7-8 0,-5-7-10 0,8 2-10 0,-3-1-1 0,-5 0 2 16,7-4 3-16,0 4-3 0,-2 1 0 0,2-7-4 0,1 7 0 0,-8-2-1 0,5 2 1 15,3 0 0-15,-8 3 0 0,6 2-6 0,-6-2-3 0,0 6-3 0,5-3-6 16,-5 3-4-16,0 0-3 0,0 0 2 0,7 0 0 0,-7 3 1 0,9-3 0 15,-9 6 0-15,5-2 2 0,-5 2 0 0,6 3 3 0,-6-4 2 0,7 5 7 16,-7-1 1-16,5 0 4 0,4-2 5 0,-2 2-1 0,-7 0 1 0,5 2-2 16,1-7 0-16,-6 5-1 0,5-3 0 0,3 0-1 0,0-2-1 0,-3 1 4 0,2-1-1 15,-1 1 3-15,0 1 1 0,2-6 3 0,4 0 4 0,-4 4 3 0,-2-4 4 16,7-4 6-16,-6 4 5 16,-1 0 7-16,7-6 5 0,-8 6 8 0,9-5 7 0,-7 1 8 0,-1-5 5 0,-1 3 9 0,3-4 9 0,5 1 8 0,-5 4 7 0,-8-5 0 15,5-4 5-15,0 3-3 0,4-3-1 0,-9-1-3 0,5 0-2 0,-5 5-6 16,7-8-8-16,-7 3-3 0,0-1-3 0,0 2-5 0,0-1-10 0,0 2-9 0,0-3-13 15,0 2-8-15,0-1-3 0,0 2-3 0,-7 1-1 0,7 3-2 0,0-6 0 16,-5 6-1-16,5-1 1 0,-9 4-2 0,9-3-6 0,0 3-3 0,-5 3-4 0,5-3-2 16,0 6-3-16,0 0-3 0,-5 0-5 15,5 0-3-15,0 0-7 0,-8 6-2 0,3-3-5 0,5 3 0 0,-8 3-3 0,0 3-2 0,3-3-2 0,-1 4-2 16,-1 8 0-16,1-6 3 0,-2 4 2 0,8-5 6 0,-5 6 4 0,5 0 3 16,-7-5 3-16,7 4 4 0,-6 0 0 0,6 1 2 0,0-5-1 0,0 4 1 15,6-1 2-15,-6-2 4 0,0-1-1 0,7 3 4 0,-7-6 3 0,5 1 0 16,3 2 0-16,-2-4-2 0,-6-1 1 0,7-1-1 0,-1 0-2 0,-1 1 1 0,3-5-1 15,0 4 1-15,-3-2-1 0,3-4-3 0,-8 3-5 0,5-1-7 0,0-1-12 16,4 2-15-16,-4-6-16 0,-5 3-18 0,7-3-26 0,-7 6-28 0,0-6-38 0,0 0-41 16,0 0-45-16,0 0-106 0,0 0-129 0,0 0-53 0,0 0-11 0,0 0 9 15,-7 0 21-15,2 0 29 0,5 0 35 0,-14-6 39 0,9 3 41 0,-3 3 50 0,-5-6 52 16,5 2 56-16,-10-1 64 0</inkml:trace>
  <inkml:trace contextRef="#ctx0" brushRef="#br0" timeOffset="18415.09">30656 5779 29 0,'0'0'106'0,"0"0"42"0,0 0 32 0,0-4 29 0,0 4 27 0,0 0 25 0,0 0 26 0,0 0 26 0,0 0 27 0,0 0 29 0,0 0 29 0,0 0-32 0,0 0-68 0,0-5-48 0,0 5-36 16,0-4-21-16,0 4-14 0,0-6-7 0,0 0-4 0,0 3-4 0,0-3 0 15,0 0 0-15,0 2-3 0,0-1-6 0,0-4-7 0,0 5-4 0,0-2-4 16,0 1-3-16,0 1 2 0,0-2 4 0,0 0 1 0,0 3-2 0,0 3-3 16,0-6-8-16,0 6-11 0,0 0-11 0,0-4-14 0,0 4-11 0,0 0-15 0,0 0-12 15,0 0-10-15,0 0-10 0,0 0-12 0,0 0-9 0,0 0-10 0,0 0-9 16,0 0-8-16,0 0-3 0,0 0-4 0,-7 4 2 0,7-4-1 0,0 6 2 15,0 3 2-15,0 1 3 0,0-5 1 0,0 10 4 0,0-6 2 0,0 7 3 16,0-1 3-16,7-2 3 0,-7 7 3 0,0-5 1 0,0 4-1 0,0-4-1 0,0 4-2 16,0 0-2-16,0 1-2 0,0 1 0 0,0 1-2 0,6-1 0 0,-6-2 1 15,0 5-2-15,0 1-1 0,0-5 1 0,8 5-1 0,-8-1-1 0,0-6 1 0,5 7-1 16,-5-5 0-16,0 0 1 0,5-2-2 16,-5 2-1-16,8 1 0 0,-8-7 0 0,6 6-2 0,-6-5 2 0,7-2-1 0,-7 8 2 0,0-11-2 0,6 4-2 15,-6 0-1-15,7-4-5 0,-7 0-3 0,7 0-11 0,-7 1-9 0,0-4-13 16,7 4-13-16,-7-7-16 0,0 8-18 0,0-9-18 0,5 3-20 0,-5-1-18 0,0-1-19 15,0-4-22-15,0 6-22 0,0-2-22 0,0-4-22 0,0 5-45 0,-5-1-55 16,5-4-63-16,0 5-64 0,0-5-16 0,-7 0 13 0,7 6 22 0,-7-6 30 0,7 0 33 16,-7 0 34-16,1-6 39 0,6 6 37 0,-7-5 44 0,1 1 43 15,-2-1 59-15,3-5 66 0</inkml:trace>
  <inkml:trace contextRef="#ctx0" brushRef="#br0" timeOffset="19979.55">31215 6272 73 0,'0'-4'144'0,"8"4"42"0,-8-5 35 0,0 5 29 0,0 0 30 0,0-6 24 0,5 2 28 0,-5 4 23 0,0 0 25 0,0 0 19 0,0 0 19 0,0 0-63 0,0 0-108 0,0 0-65 16,0 0-39-16,0 0-22 0,0 0-17 0,0 0-15 0,0 0-14 0,0 0-13 15,0 0-16-15,0 0-13 0,0 0-13 0,0 0-10 0,0 0-4 0,0 0-1 16,0 0-1-16,0 0 4 0,0 0 5 0,0 4 2 0,0 2 6 0,0-1 6 16,0-1 5-16,0 1 6 0,0 5 5 0,0 1 5 0,0-7 9 0,7 5 2 0,-7 6 3 15,0-6 1-15,0 3-7 0,0 1-1 0,0 2-7 0,0 0-3 0,6 0-4 16,-6-2-7-16,0 2-4 0,0 6-4 0,0-6-4 0,0 3-5 0,0 3-4 0,0-8-3 15,0 8-4-15,0-6-2 0,0 4-3 0,0-5-2 0,0 2-1 0,0-1-1 16,0-6 0-16,0 4-1 0,0-2 0 0,0-1 0 0,0-1-2 0,0 1 0 16,6-1 0-16,-6-4-5 0,0 5-6 0,0-5-5 0,0 1-11 0,0-2-12 0,0 2-12 15,0-1-16-15,0-5-17 0,0 4-15 0,0-4-16 0,8 4-13 0,-8-4-12 16,0 0-11-16,0 0-9 0,0 0-17 0,0 0-14 0,0 0-25 0,0 0-28 0,0 0-32 16,0 0-34-16,0 0-19 0,0 0-14 0,0 0 7 0,-8-4 17 0,8 0 21 15,0-7 22-15,0 7 24 0,0-7 23 0,-6 1 31 0,6 1 32 0,0 0 38 0,0-6 41 16</inkml:trace>
  <inkml:trace contextRef="#ctx0" brushRef="#br0" timeOffset="20551.22">31241 6272 7 0,'0'-4'83'0,"0"-1"46"0,-6 5 32 16,6-6 28-16,0 2 27 0,-7 4 24 0,7-4 27 0,0-1 21 0,-5 5 19 15,5-6 22-15,0 6 18 0,0 0-28 0,0 0-55 0,-8-3-49 0,8 3-42 0,0 0-21 16,-6-7-13-16,6 7-7 0,0 0-7 0,-7 0-8 15,7-5-6-15,0 5-5 0,0 0-2 0,-6 0-3 0,6 0 0 0,0-4-1 0,0 4-2 0,0 0-2 16,-5-5 0-16,5 5-4 0,0 0-2 0,0 0-4 0,0-6-3 0,0 6-3 0,0-4-4 16,0 4-6-16,0-5-4 0,0 1-5 0,0-1-3 0,0 1-6 0,5 4-2 15,-5-6-2-15,0 0-6 0,6 2-1 0,-6-1-2 0,7-1-1 0,-1 3-4 0,2-3 0 16,4 2-1-16,-6-5 0 0,8 4 0 0,-2-2-1 0,2 4-2 0,-1-3-3 16,6 6-1-16,-7-5 0 0,9 1-6 0,-2 4 0 0,-6 0-1 0,5-6-3 15,3 6-4-15,-1 6 1 0,-1-6-5 0,-5 4 0 0,-1-4-5 0,6 5 1 0,-6 1-2 16,0-3 0-16,0 4-2 0,-7-2-2 0,7 4 1 0,-6-5-1 0,-1 5 1 15,-6-3-2-15,7 3 2 0,-7 3 1 0,0-8 2 0,0 5 3 0,0 0 1 0,-7 2 2 16,7-2 1-16,-6 1-1 0,-1 5 3 0,-6-5 2 0,7-1-2 0,-7 6-2 16,5-4-2-16,-5 2-1 0,3 2 0 0,-4-6-3 0,-6 3-4 0,6 1-4 15,2-3-6 1,-8 0-3-16,8 0-5 0,-2 0-1 0,1-5-4 0,0 4-2 0,0 1-1 0,0-5-3 0,-1-1 2 16,2 2-1-16,6 0 1 0,-7-3-2 0,5 3 5 0,-4-1 3 0,5-5 1 0,2 4 6 0,-2-4 4 0,-1 6 4 0,2-6 3 15,6 0 4-15,-6 0 5 0,6 0 3 0,0 0 3 0,0 0 7 0,-7 0 1 0,7 0 2 16,0 0 1-16,0 0 3 0,0 0-3 0,0 0-1 0,0 0-3 0,0 0-2 15,0 0-5-15,0 0-2 0,0 0-1 0,0 0-5 0,0 0-3 0,0 0-6 32,0-6-5-32,0 6-4 0,0 0-6 0,0 0 0 0,7-4-1 0,-7 4 7 15,0 0 8-15,6 4 8 0,0-4 7 0,-6 0 4 0,8 6 4 0,-1-2 4 16,-2 1 2-16,9-1 5 0,-9 1 4 0,3 1 5 0,5 4 2 0,0-1 2 0,-8 0-1 16,9-3-3-16,-1 9-7 0,-8-6-8 0,11 1-3 0,-3 1-7 0,-8-3 0 0,9 2-3 15,-9 0-2-15,8-1-2 0,-5 7-2 0,5-11-1 0,-8 4 1 0,2 1-1 16,0-1 0-16,0-3 0 0,-1 0-1 0,1 3-2 0,-2-5-3 0,-5 1-8 15,9-1-8-15,-9-4-11 0,5 5-9 0,-5 1-12 0,0-6-11 0,0 0-13 16,0 0-10-16,0 0-17 0,0 0-12 0,0 4-14 0,0-4-13 0,0 0-14 0,0 0-10 16,0 0-9-16,0 0-6 0,-5 5-5 0,5-5-6 0,0 0-28 0,0 0-38 0,0 0-50 15,0 0-55-15,0 0-31 0,-9 6-20 0,9-6 4 0,0 0 18 0,-5 0 22 0,5 0 27 16,0-6 28-16,-7 6 28 0,7 0 32 0,0-5 32 0,0 5 48 0,0-4 52 0</inkml:trace>
  <inkml:trace contextRef="#ctx0" brushRef="#br0" timeOffset="21136.64">31702 6664 7 0,'0'0'90'0,"0"-6"50"0,0 2 38 0,0-1 33 0,-5 5 30 0,5-6 29 0,0 2 28 0,0-1 31 0,-6 1 31 0,6-1 29 0,0 1 29 0,0-2-21 0,-5 0-48 16,5 3-50-16,0-3-50 0,0 0-28 0,0 6-12 0,0-4-8 0,-7-1-9 16,7 0-9-16,0 1-9 0,0 0-13 0,0 4-11 0,0-6-13 0,0 1-9 0,0 1-10 15,7 4-10-15,-7-6-8 0,0 0-6 0,0 6-10 0,0-3-8 0,0 3-11 16,5-6-8-16,-5 6-8 0,0 0-6 0,6 0-4 0,-6 0-4 0,0 0-4 15,5 0-1-15,-5 6-3 0,8-3 0 0,0 3 0 0,-3 0-1 0,-5-2 0 0,7 1 0 16,-1 5-1-16,0-1 0 0,-6 0 2 0,7 3-3 16,1-3-3-16,-3 6 1 0,2-6-6 0,0 6-2 0,-7 1-5 0,5-7-4 0,3 4-4 0,-8 2-2 0,7 0-1 15,-7 0 2-15,0-6 2 0,6 6 0 0,-6 0 1 0,0 0-2 0,0-2 0 16,6 2 1-16,-6 1-1 0,0-2-1 0,0 1 0 0,0-6 2 0,0 7-2 16,0-3-2-16,0-2-11 0,0 4-8 0,0-5-12 0,0-1-15 0,0 6-15 15,0-6-14-15,0 0-18 0,0 3-16 0,0-3-19 0,0 1-20 0,0-7-21 0,0 8-22 16,0-1-19-16,0-4-20 0,0 3-32 0,7-5-37 0,-7 1-57 0,0 5-66 15,0-5-38-15,0-1-23 0,5 1 7 0,-5 2 22 0,0-4 26 0,8-3 32 0,-8 0 35 16,0 6 37-16,6-6 38 0,-6 0 40 0,7 0 48 0,-7 0 53 0,6-6 63 0,-1 3 78 16</inkml:trace>
  <inkml:trace contextRef="#ctx0" brushRef="#br0" timeOffset="21389.24">31965 6868 0 0,'0'-4'3'0,"0"-1"119"0,0-1 83 0,0 2 63 0,6-1 48 0,-6 1 41 0,0-1 37 16,0 5 33-16,7-4 33 0,-1-2 34 0,1 6 35 0,-7-6 32 0,0 6 31 16,0 0-76-16,0 0-140 0,0 0-92 0,0 0-64 0,0 0-39 0,0-4-26 0,0 4-19 15,0 0-12-15,0 0-14 0,0 0-14 0,0 0-12 0,6 4-16 0,-6-4-12 16,5 6-13-16,-5 0-9 0,0-2-8 0,8 1-4 0,-8-1-5 16,0 1-1-16,8 5-2 0,-8-1 0 0,5 3 0 0,-5-3-3 0,0 0-2 0,0 0-9 0,8 1-10 15,-8 5-18-15,0-4-16 0,0 2-18 0,0-3-19 0,0 4-18 0,5-2-22 0,-5-3-23 16,0 1-18-16,0-1-29 0,0 0-32 0,0 3-28 0,-5-8-28 0,5 5-49 15,0-4-60-15,0-1-57 0,0 2-60 0,0-1-9 0,0-5 11 0,-8 4 27 0,8-4 31 0,0 0 37 16,0 0 34-16,0 0 43 0,-5 0 45 0,-3-4 43 0,8-1 43 0,0-1 60 16,-8 2 68-16</inkml:trace>
  <inkml:trace contextRef="#ctx0" brushRef="#br0" timeOffset="21579.29">31984 6639 0 0,'0'-9'6'0,"0"4"119"0,0 1 67 0,0-8 48 0,0 9 35 0,0-9 31 15,0 8 30-15,0-1 22 0,0-4 17 0,0-1 18 0,0 5 17 0,0 1 17 0,0 4 17 16,0 0-93-16,0-6-148 16,7 6-81-16,-7 0-45 0,0 0-27 0,0 0-15 0,6 0-13 0,-6 0-13 0,5 0-16 0,-5 6-16 0,8-2-17 0,-8 1-26 0,8 5-43 15,-8-6-61-15,5 6-69 0,3 0-75 0,-8-1-48 0,5 3-27 0,-5-8-5 0,5 5 6 16,4 0 11-16,-9 2 17 0,0-7 25 0,5 2 29 0,-5 3 34 0,0-3 37 0,0-6 52 16,0 4 55-16</inkml:trace>
  <inkml:trace contextRef="#ctx0" brushRef="#br0" timeOffset="22340">32232 6815 12 0,'-7'0'105'0,"7"-5"56"0,-7 5 40 16,2 0 33-16,5-6 29 0,-8 6 28 0,8-3 30 0,0-3 30 0,0 2 33 0,-5-1 31 15,5 1 24-15,-8-2-23 0,2 0-55 0,6 3-65 0,-7 3-72 0,7-6-34 16,0 1-16-16,-6 1-8 0,6 4-8 0,0-6-9 0,-8 1-11 0,8 5-13 15,0-4-17-15,0 4-11 0,0 0-10 0,0-4-8 0,0 4-8 0,0 0-5 0,8-5-5 16,-8 5-7-16,0-6-1 0,0 6-5 0,6-4-7 0,-6 4-2 0,0 0-4 16,7 0-6-16,-7-6-2 0,6 6-3 0,2 0-2 0,-3 0-4 0,-5 6 2 0,8-6-1 15,-3 0-1-15,2 4 0 0,0 2-2 0,5-1 0 0,-4-1-5 0,-3 0 1 16,2 7-1-16,0-7-2 0,-2 7-4 0,11-2-1 0,-11 1-2 0,1-1-2 0,1 0 0 16,-7 6-2-16,5-3-3 0,4-3-1 0,-9 4-5 0,0 2-7 0,0-3-3 0,5 2-7 15,-5-6-8-15,-5 7-4 0,5-4-3 0,0-1-2 0,0 4-2 0,0-4-1 16,-9-6 2-16,9 7-1 0,0-1 1 0,0-5 3 0,-5-1 3 0,5 1 5 0,0-1 8 15,0-4 8-15,0 0 9 0,0 6 9 0,0-6 9 0,0 0 7 0,0 0 8 16,0 0 6-16,0 0 1 0,0 0 3 0,-7 0 0 0,7 0 2 0,0 0 1 0,0 0 1 16,-6-6 1-16,6 6 0 0,-5-4 0 0,5 4-4 0,-9-5-2 0,2 1-6 15,7-1-5-15,-5-2-3 0,5 4 0 0,0-8 2 0,-7 7 2 0,7-2 5 0,-7-3 2 16,7 0 0-16,0 3 2 0,-5-4 0 0,5 1 1 0,0-2-1 0,0-2-1 16,-8 4 1-16,8-7 0 0,0 5-3 0,0-2-3 0,8-2-5 0,-8 0-9 15,0 6-2-15,5-6-6 0,-5-1-1 0,7 7-6 0,0 0-1 0,-7-6-4 0,5 11 2 16,2-7-3-16,2 1-2 0,-9 5 0 0,5 1 1 0,1-2-2 0,1 6 3 0,-2-5 1 15,4 5-1-15,-4 0 0 0,2 0 2 0,-1 5 0 0,-1-5 1 0,3 6-2 0,-8-2 0 16,13 7-1-16,-7-7 3 0,1 7 0 0,-1-3 2 0,2 3 2 16,-1-2-1-16,-7 0 3 0,5 7 1 0,1-7-2 0,2 6 2 15,-8-6 2-15,5 7-1 0,-5-2 3 0,8-4-1 0,-8 4 2 0,7-4 0 0,-7 5-1 0,0-6-1 0,6 1-2 16,-6 1 1-16,0-1 1 0,0-5-1 0,6 4 2 0,-6-5 0 0,0 6-4 16,0-10 1-16,0 5-1 0,5 1 1 0,-5-6-1 0,0 3 3 0,0 4 2 0,0-7 5 15,7 0 2-15,-7 0 7 0,0 0 6 0,8 0 8 0,-8 0 5 0,6 0 6 16,1-7 4-16,-7 7 5 0,6-3 2 0,-1-3 5 0,3 1 2 0,0 1 2 15,-3-6 4-15,1 5-2 0,1-4-1 0,-2 3-2 0,4-4-8 0,-2 1-3 0,-2-2-3 16,-5 3-2-16,6-3-5 0,2-4-1 0,-8 6 1 0,5-6-4 0,3 2-1 0,-8 1-6 16,5-3-5-16,-5 2-2 0,0-2-5 0,7 0-1 0,-7 0-1 0,0 2-14 15,0 2-3-15,0-4 0 0,0 5 0 0,0-4 0 0,0 4 0 0,-7 7 0 0,7-9 0 16,0 8 0-16,-5-7 0 0,-3 7 0 0,3 4 0 0,-3-5 0 0,2 5 0 16,1 0 0-16,-2 0 0 0,-2 5-12 0,4-1-20 0,-2 2 1 0,-4-1-4 0,3 5 0 15,0-1 2-15,-3 6 0 0,4-6 2 16,1 6 4-16,-2 1 5 0,1-3 3 0,-4 2 3 0,5-1 4 0,6 2-6 0,-7-1 2 0,-1-1 2 0,3 2 0 0,5-7 1 15,0 4 0-15,0 2 2 0,0-3 0 0,0-3 4 0,0 4-1 0,0-2 3 16,5-2 1-16,-5 1 3 0,8-4 2 0,-1 3 3 0,-7 0 2 0,6-3 1 16,0-2 0-16,6 7 2 0,-4-8 0 0,-2 4-2 0,1-2-2 0,4-1 1 0,-3 1-3 15,0-1-4-15,3-4-11 0,-4 6-16 0,-2-3-18 16,4-3-21-16,-2 6-25 0,-2-6-33 0,1 5-37 0,-6-5-42 0,8 4-42 0,-8-4-47 0,0 0-69 16,-8 0-82-16,8 0-75 0,0 6-69 0,-6-6-12 0,1 6 15 0,5-6 25 0,-7 0 34 0,-2 0 45 0,4 0 47 15,-2 0 52-15,1-6 56 0,-7 0 55 0,5 2 58 0,-3-1 69 0,4-4 73 0</inkml:trace>
  <inkml:trace contextRef="#ctx0" brushRef="#br0" timeOffset="29776.01">26168 1643 0 0,'0'0'42'0,"-7"0"22"0,0 0 12 0,2 0 9 0,5 0 6 0,-8-6 8 0,3 6 11 0,-1 0 9 0,6-4 12 0,-8 4 7 0,3-5 10 0,-2 5-28 0,-1 0-45 0,8-6-10 0,-6 6 7 16,0 0 8-16,-1-3 7 0,2 3 13 0,-4 0 13 0,2-7 9 0,2 7 7 15,-1 0 5-15,-1 0 5 0,1 0 5 0,-7 0 7 0,6-4 3 0,1 4 0 0,0 0-3 16,6 0-9-16,-7 0-6 0,-1 0-5 0,8 0-13 0,0 0-18 0,-5 0-17 16,5 0-18-16,0 0-14 0,0 0-14 0,0 0-14 0,0 0-12 0,0 0-10 15,0 0-7-15,0 0-8 0,0 0-4 0,0 0-4 0,5 0 1 0,-5 0 1 16,8 0 7-16,-8 4 4 0,7-4 8 0,-1 0 7 0,0 7 5 0,1-7 4 0,-2 3 7 16,3-3 2-16,5 6 0 0,-7-6 1 0,6 0 2 0,2 0 0 0,-1 5 4 15,1-5 5-15,6 0 2 0,-9 0 2 0,9-5 0 0,0 5 3 0,0 0 6 16,-1 0 1-16,2-6 5 0,3 6 2 0,3-3 2 0,-1 3 0 0,8-7 1 0,-3 7 0 15,1 0-2-15,0-4-3 0,7 4 0 0,0-5-6 0,1 5 2 0,7-5-4 16,-8 5-4-16,6-4-4 0,0 4-2 0,8-6-6 0,-9 6 0 0,9-4-2 16,0 4-1-16,0-5 1 0,4 5 0 0,-4 0 0 0,10-6-2 0,-4 3-2 0,6 3 0 15,1-7-5-15,-3 7-1 0,4-3 0 0,6-3-1 0,-3 1 0 0,2 1-1 16,-1-2-4-16,0 1-1 0,1 1-5 0,6 4-2 0,2-5-4 16,-9 1-1-16,8-2-1 0,-8 0 2 0,7 2 2 0,-1-1-1 0,-6 1 1 0,8 4-5 0,-8-5 0 15,8-1-2-15,-8 6 2 0,2-4 0 0,-1 4 0 0,6-5 1 16,-12 5 0-16,6-4 0 0,-1 4-2 0,-8 0 0 0,8-5-2 0,-5 5-1 0,0 0 3 15,0 0 1-15,-1-7 1 0,-6 7 2 0,4-4 1 0,-3 4-2 0,-2 0 2 16,1-5 2-16,-7 1 4 0,8 4 4 0,-9-5 3 0,1-1 6 0,-7 2 1 16,2-1 4-16,-2 1 4 0,-1-1 1 0,-4-1 4 0,-8 2 2 0,2-2 7 0,-2 3 3 15,-6-3 7-15,-8 1 5 0,3 1 8 0,-2-2 8 0,-4 2 8 0,-10-1 9 16,1-1 2-16,2 6 6 0,-3-3 1 0,-5 3 1 0,0 0-1 0,0 0-5 0,0 0-7 16,0 0-10-16,0 0-13 0,0 0-11 0,0-7-20 0,-5 7-20 0,5-3-25 15,-8 3-23-15,8 0-25 0,-6-6-21 0,1 6-19 0,-2-5-21 0,-1 5-16 16,-5 0-15-16,2 0-18 0,4 0-16 0,-7 0-17 0,1 5-18 0,-1-5-24 0,-4 6-26 15,-3-6-47-15,9 3-53 0,-7 4-52 0,-2-4-48 0,-6 3-10 0,9-1 13 16,-8-1 21-16,-1 2 28 0,3-2 32 0,-2 1 36 0,0-5 37 0,-8 6 37 0,2-6 46 16,1-6 46-16,-4 6 59 0,-2-5 70 0</inkml:trace>
  <inkml:trace contextRef="#ctx0" brushRef="#br0" timeOffset="30474.77">27170 1384 0 0,'0'-6'36'0,"-7"-3"50"0,7 3 33 0,0-4 31 0,-5 7 30 0,5-3 26 0,-6-3 22 0,6 3 21 0,0-3 24 0,0 4 23 15,-6 1 21-15,6-6-10 0,0 4-36 0,0 1-23 0,-7 1-23 0,7-1-18 0,0-1-12 0,0 2-11 16,-8-1-13-16,8 1-1 0,0-2 2 0,-5 3-2 0,5-3-5 0,0 0 0 16,-7 2-7-16,7-1-3 0,0 5-7 0,0-6-10 0,0 6-15 0,0 0-16 15,0-4-20-15,0 4-16 0,0 0-20 0,0 0-16 0,0 0-14 0,0 0-17 0,0 0-8 31,0 0-12-31,0 0-7 0,0 4-5 0,0-4 0 0,7 6 0 0,-7-1 5 16,0 5 6-16,5-4 9 0,-5 3 9 0,8-5 6 0,-8 5 9 0,7 6 6 0,-7-4 2 16,0 3 4-16,6 0 5 0,-6 7 5 0,0-8 5 0,6 8 0 0,-6 3 3 15,0-5 0-15,0 5-2 0,0 6-2 0,5-6 1 0,-5 5-4 0,0 0 0 16,0 2-2-16,0-3-1 0,0 2-1 0,0 0-6 0,7 3-4 0,-7 2-7 16,0-5-7-16,0 3-2 0,0 1-4 0,8 5-3 0,-8-5 0 0,0 2-4 0,6-3 0 15,-6 5-1-15,7-2 1 0,-1 3-3 0,-6-2-1 0,5 3 1 0,3-1-2 16,0 0-1-16,-3 1 1 0,1-1-1 0,1 5 3 0,-1-6-2 0,9 2-1 0,-10-6 0 15,1 5 1-15,2-5-1 0,-3 2 4 0,3-2-3 0,-3-1 1 0,2-3 1 16,0 4 0-16,-2-10 3 0,3 4 0 0,-8 3 2 0,7-7 0 0,-7 0 2 16,6 0 2-16,-6 1-2 0,7-6 1 0,-7 7-2 0,0-7-2 0,6-1-7 15,-6 3-5-15,0-6-13 0,0 4-12 0,0-5-10 0,0 2-11 0,0-3-9 0,0-2-6 16,0-2-9-16,0 1-5 0,0 1-6 0,0-7-12 0,0 5-8 0,0-9-8 16,0 0-5-16,0 6-7 0,0-6-13 0,0 0-17 0,0 0-81 0,0 0-108 0,0 0-52 15,0 0-28-15,0-6-3 0,-6 2 10 0,6-5 18 0,0-6 24 0,0 0 24 16,-7 0 28-16,7-3 30 0,0-9 32 0,0 5 45 0,-6-5 50 0,6 0 85 0,0-9 89 15</inkml:trace>
  <inkml:trace contextRef="#ctx0" brushRef="#br0" timeOffset="31124.75">28279 1339 75 0,'5'-4'134'0,"3"-2"31"0,-2 1 25 0,-1 1 21 0,-5-1 25 0,7 1 22 0,-7-6 23 0,9 4 25 0,-9 1 26 0,0 1 28 0,5-1 32 0,-5 5-50 16,0 0-98-16,0 0-38 0,0 0-7 0,0 0 0 0,0 0 8 0,0 0 2 15,0 0-4-15,0 0-4 0,0 0-7 0,0 0-11 0,0 0-14 0,0 0-20 16,0 0-21-16,0 0-25 0,0 0-24 0,0 0-21 0,0 0-20 15,0 0-19-15,0 0-15 0,0 0-16 0,0 0-14 0,0 0-9 0,0 0-5 0,0 0 0 0,0 0 1 16,0 5 2-16,0-5 7 0,6 4 9 0,1 7 8 0,-7-7 8 0,5 6 11 16,3-1 6-16,0 2 7 0,-3-2 9 0,1 7 9 0,1-2 8 0,-1 0 5 0,2 0 7 15,-3 7 0-15,2-8 3 0,-1 7-1 0,0 0-1 0,1 0-2 0,-7 5-1 16,8-7-2-16,-3 6 2 0,-5 1 0 0,6-1-2 0,2 1-4 0,-8-1-7 16,5 6-3-16,2-2-7 0,-7 3-4 0,8-1-6 0,-2-2-5 0,0 7-2 15,1-1-6-15,-2 0 0 0,3-1-4 0,-8 1-3 0,13 6-2 0,-7-5-1 16,-1 3-1-16,2 1-1 0,2 1 1 0,-4-2-2 0,2 2 0 0,-1-1 0 0,-1 5 1 15,-5-11 3-15,9 7-2 0,-2-1 4 0,-2 1 0 0,-5-7 2 0,6 1 1 16,2 2 1-16,-8-3 2 0,5-3-1 0,-5 4-1 0,8 0-2 0,-8-4 2 0,0-2 1 16,0 2-1-16,7 4 0 0,-7-4-2 0,0-2 0 0,0 2-2 0,5 0-2 15,-5-2 0-15,0 2 0 0,7-6-2 0,-7 7 0 0,7-3 1 0,-7-4 0 16,5 0 0-16,-5 0-1 0,8 1 1 16,-8-5-9-16,5 0-9 0,-5-6-14 0,8 1-12 0,-8 1-22 0,0-7-20 0,6 0-27 0,-6 1-28 0,0-5-22 0,0-1-24 15,0 1-23-15,0 1-19 0,0-6-86 0,-6 4-115 0,6-4-60 0,0 0-30 16,-8-4 2-16,8 4 15 0,-5-6 31 0,-3 1 35 0,3-4 40 0,-2-1 40 0,0-5 41 15,-5 0 39-15,4 0 42 0,-5-3 45 0,2-7 80 0,-5 1 97 0</inkml:trace>
  <inkml:trace contextRef="#ctx0" brushRef="#br0" timeOffset="31870.98">25999 2668 0 0,'0'4'5'0,"-8"-4"79"0,8 0 43 0,-5 5 29 0,5-5 23 0,0 0 25 0,-6-5 26 0,6 5 21 0,-8 0 21 0,8 0 17 0,0-4 17 0,0 4 1 16,0 0-6-16,0 0-53 0,0 0-82 0,0 0-39 0,0 0-23 0,0 0-12 15,0 0-7-15,0 0-14 0,0 0-15 0,0 0-9 0,0 0-8 0,0 0-2 16,8-5-3-16,-8 5-1 0,6-4-1 0,-6 4 2 0,5 0 0 0,3 0 2 16,-1-6 0-16,-1 6 2 0,0 0-3 0,1-4 5 0,6 4 2 0,-7 0 2 0,7 0-1 15,-8 0-1-15,11-5-1 0,-4 5 1 0,0 0 2 0,8 0-1 0,-6 0 1 16,4 0-1-16,3 0-2 0,-2-6 1 0,-1 6-1 0,11 0 0 0,-5 0-1 0,10 0-1 15,-2 0 0-15,-1 0 0 0,3 0-3 0,5 0 0 0,7 0 0 0,-7 0 0 16,6 0 1-16,7 0 3 0,1 0 0 0,0-3 1 0,-3 3-3 0,10-6 0 16,-2 6-2-16,8-6-1 0,-3 2 1 0,4-1-4 0,4 1-2 0,0-1-2 15,8 1-7-15,-8-8-3 0,8 9-9 0,5-3-3 0,-5-4-3 0,-3 5-2 0,11 0 1 16,-3-5 0-16,1 6 0 0,-1-1-2 0,0-5 0 0,8 4 0 0,-7 3-2 16,7-8 1-16,-2 7 1 0,2-2 1 0,-9-3 2 0,9 5-1 0,-2-1 3 15,2-5-1-15,-2 4-1 0,4 1-1 0,-11 1 2 0,1-1 0 0,3-5 0 0,-4 6 0 16,2-1 1-16,0-1 2 0,-7 3 3 0,-1-9 1 0,-4 8 0 0,4-7 3 15,-4 7 1-15,-2 1 2 0,1-3 1 0,-7 1 4 0,-1-5 1 0,2 4 2 16,-1 2-1-16,1-1 1 0,-8-1-1 0,-5 3-3 16,5 3 1-16,-6-6-4 0,-7 6 1 0,8-4-4 0,-14 4-4 0,6 0-3 0,-14 0-4 0,10 0-2 0,-8 0-2 15,-6 4-1-15,-4-4-1 0,-2 0-4 0,-2 6-2 0,-4-6 0 0,-3 0-4 0,-7 3 1 16,10-3-1-16,-15 6 1 0,5-6 4 0,-5 0 1 0,0 0 0 0,0 0-7 16,-5 0-13-16,5 5-13 0,-8-5-19 0,1 4-19 0,2-4-26 0,-2 6-24 15,-5 0-32-15,-1-2-66 0,-1-4-85 0,1 5-74 0,-6-5-66 0,-2 6-23 0,3-6-1 16,-8 0 15-16,-1-6 25 0,1 6 29 0,-6-9 36 0,-1 3 36 0,6-4 42 15,-10-4 44-15,3 4 48 0,2-4 67 0,-7-7 81 0</inkml:trace>
  <inkml:trace contextRef="#ctx0" brushRef="#br0" timeOffset="33811.83">29712 885 51 0,'0'0'121'0,"7"-4"40"0,-7-1 31 0,0-1 27 0,0 3 27 0,-7-4 28 0,7 2 26 0,0 1 26 0,0-1 26 16,-9-1 27-16,9 6 26 0,0-4-46 0,0 0-89 0,0-1-44 0,-5 0-26 16,5 1-14-16,0 4-3 0,0 0-6 0,0-6-7 0,0 0-5 0,0 6-8 0,0-4-6 15,0 4-9-15,0 0-8 0,0 0-11 0,0 0-9 0,0 0-11 0,0 0-11 16,0 0-9-16,0 0-11 0,0 0-10 0,0 0-12 0,0 0-15 0,0 0-11 16,0 0-15-16,0 0-12 0,0 0-12 0,0 0-13 0,0 0-7 0,0 0-7 15,0 0 1-15,0 0-1 0,0 0 2 0,0 4 3 0,0 2 2 0,0 4 3 16,0-5 9-16,0 8 6 0,5-2 6 0,-5 5 8 0,0-2 6 0,0-1 6 0,9 8 4 15,-9-6 3-15,0 4-3 0,0-1 2 0,7 3-4 0,-7-2-2 0,0 2-1 16,0-6-2-16,5 3-2 0,-5-3-2 0,6 4-2 0,-6-4-2 0,6 0 0 0,-6 0-2 16,7-5 2-16,-7 3-5 0,8-2-5 0,-8-2-8 0,5 0-4 0,-5 3-6 15,0-3-9-15,7 0-8 0,-7-5-9 0,7 7-11 0,-7-7-11 0,0 2-9 16,0-6-10-16,5 6-13 0,-5-6-6 0,0 3-3 0,0-3 0 0,0 0 4 0,0 0 3 16,0 0-3-16,0 0-3 0,0 0-4 0,0 0-7 0,0 0-6 0,0-3-9 15,0-3-5-15,0-4-2 0,0 5 0 0,-5-5 2 16,5 1 4-16,0 0 3 0,0-6 5 0,-7 0 2 0,7 0 9 0,0 0 12 0,-7 0 16 0,7 0 15 0,-5-4 23 15,5 4 22-15,-8-4 24 0,8 1 28 0,-7-3 24 0,7 0 27 0,-6 3 20 16,6 2 14-16,-6-2 14 0,6 3 11 0,-5 0 9 0,5 0 12 0,0 2 6 16,-7 3 10-16,7-1 5 0,0 1 3 0,0 1-2 0,0 4-4 0,-9-5-12 0,9 6-11 15,0-1-8-15,0 5-7 0,0-5-6 0,0 5-5 0,0-4-8 0,0 4-8 16,0 0-14-16,0-6-11 0,0 6-13 0,0 0-15 0,0 0-12 0,0 0-13 16,0 0-9-16,9 0-8 0,-9 0-6 0,7 6-6 0,-7-6-4 0,5 4 0 0,1 1-1 15,0 0 1-15,1-1 5 0,6 6 3 0,-6-1 5 0,5 3 7 0,-5 2 5 16,6-1 4-16,1 2 0 0,-1 1 1 0,-5-2-3 0,3 5 0 0,1-4-2 0,2 6-3 15,-1-3-3-15,0 1 0 0,7 2-1 0,-8-8-3 0,3 8 1 0,-3-6-2 16,0 3-1-16,1-3-1 0,1-5 1 0,-1 5 0 0,0-6 1 0,0 0 1 16,-8 3 5-16,11-9 4 0,-11 3 10 0,3 0 9 0,-3-2 16 0,1-4 17 0,2 0 17 15,-3 0 16-15,2 0 14 0,-1-4 12 0,-6-2 7 0,8 0 7 16,-2 3 2-16,-6-9 7 0,7 3-3 0,-7 0-1 0,5-6-7 0,-5 5-11 0,9-10-13 16,-9 7-18-16,0-8-14 0,0 6-18 0,0-7-13 0,0 1-10 0,0 0-11 0,0-1-5 15,0-4-8-15,-9 7-4 0,9-6-4 0,-5 1-3 0,5-1-3 16,-7 1 0-16,7 6-4 0,-6-9-2 0,-2 9 0 0,8-2-5 0,-6 0-5 0,6 7-3 15,-7-2-8-15,7 0-4 0,-5 4-7 0,5 3-10 0,-8-3-10 0,8 1-16 16,0 5-22-16,-6 1-26 0,6 4-27 0,0 0-25 16,0 0-23-16,0 4-18 0,-5-4-17 0,5 12-14 0,-8-3-21 0,8 0-25 0,-5 0-41 0,5 6-42 0,-7 6-53 15,7-8-56-15,0 7-4 0,-9 0 20 0,9-2 31 0,0 3 35 0,0 3 35 0,0-5 34 16,0 2 35-16,0-6 34 0,0 3 41 0,0-2 43 0,9-2 52 0,-2-4 61 0</inkml:trace>
  <inkml:trace contextRef="#ctx0" brushRef="#br0" timeOffset="34081.74">30447 983 95 0,'0'-10'158'0,"-7"4"42"0,7 2 34 0,-5-6 34 0,5 0 37 0,-7 6 31 0,7-5 33 0,-8-2 30 0,8 1 27 0,-5 1 27 16,5 3 24-16,0-3-69 0,-8 5-123 0,8-1-57 0,0-1-24 0,-6-4-12 31,6 10-6-31,0-5-16 0,-5 1-17 0,5 4-22 0,0 0-22 0,0 0-19 0,0 0-21 16,0 0-18-16,0 0-17 0,0 0-15 0,0 0-8 0,0 0-12 0,0 0-9 15,0 0-9-15,0 0-10 0,5 4-6 0,-5 1-3 0,0 5 2 0,6-4 5 16,2-1 4-16,-3 5 7 0,3-1 8 0,-1 0 5 0,-2 1 4 0,2 1 3 16,5-2 0-16,-4 1 0 0,5 4-12 0,-7-4-17 0,6 0-20 0,2 5-23 0,-1-6-24 15,-8 0-20-15,11 6-23 0,-11-3-23 0,8-3-49 0,-7 4-50 0,2-2-55 16,-1-1-52-16,-2-1-40 0,1-3-40 0,-6 3 3 0,8-5 19 0,-8 1 30 0,0-5 32 16,0 0 34-16,0 0 33 0,0 0 38 0,0 0 38 0,0 0 49 0,0-9 51 15,0 4 52-15,0 1 64 0</inkml:trace>
  <inkml:trace contextRef="#ctx0" brushRef="#br0" timeOffset="34225.61">30596 1056 36 0,'0'-10'111'0,"0"1"45"0,-6-6 42 0,6 5 41 0,0-1 37 0,-5-2 39 15,5-2 37-15,-7 5 37 0,7-4 31 0,-8 4 29 0,8-4 32 0,-6 4-34 0,6-1-73 16,-7 1-43-16,7 1-31 0,-6 5-21 0,6-1-24 0,-5-1-20 0,5 3-25 16,0-4-24-16,-7 2-28 0,7 5-23 0,0 0-26 0,-9 0-20 0,9 0-20 0,0 0-18 15,-5 0-18-15,-1 5-18 0,6 2-16 0,-7-4-13 0,2 3-13 0,-4 3-10 16,-3 0-12-16,6 6-10 0,-2-5-13 0,3 5-14 0,-3 0-13 0,3-1-18 16,-2 6-18-16,0-5-16 0,7 3-17 0,-5-3-25 0,5 6-27 0,-7-8-66 0,7 8-82 15,0-2-62-15,0-5-48 0,0 7-7 0,-8-8 13 0,8 2 25 0,0-6 32 0,0 6 34 16,0-3 34-16,0-3 36 0,0-5 37 0,0-4 42 0,0 5 46 0,0-5 65 15,8 4 84-15</inkml:trace>
  <inkml:trace contextRef="#ctx0" brushRef="#br0" timeOffset="34494.89">30993 788 0 0,'9'-10'29'0,"-9"5"139"16,5 1 64-16,-5-2 42 0,7 0 33 0,-7-3 29 0,0 4 29 0,6 1 28 0,-6 4 28 15,0-6 24-15,0 6 25 0,5-4 21 0,-5 4 21 0,0 0-114 0,0 0-192 16,0 0-85-16,0 0-33 0,0 0-18 0,0 0-7 0,0 0-7 0,-5 4-2 0,5 2-7 16,0-2-6-16,0 6-7 0,-6 0-6 0,6 0-6 0,-7-1-6 0,7 6-3 15,0 0-3-15,-5 0 5 0,5 4 4 0,-9-5 6 0,9 7 2 0,0-2-6 16,-7 0-5-16,7 1-14 0,0-1-15 0,0 2-17 0,0-2-19 0,0-1-17 16,0 3-12-16,0-6-15 0,0-2-16 0,0 2-17 0,7 0-16 0,-7 0-30 0,0-6-37 15,9 1-46-15,-9 1-52 0,5-1-56 0,-5-7-55 16,7 7-12-16,-7-5 11 0,6-5 20 0,-6 6 22 0,0-6 26 0,5-6 31 0,3 6 31 0,-8-5 31 0,8-5 41 15,-8 7 48-15,0-7 50 0,0-1 62 0</inkml:trace>
  <inkml:trace contextRef="#ctx0" brushRef="#br0" timeOffset="34924.98">30954 773 0 0,'-5'-16'1'0,"-2"2"95"0,0 0 66 0,2 5 40 16,-3-6 29-16,8 4 31 0,-7-4 31 0,7 7 30 0,-5-3 29 0,5-4 28 15,0 6 26-15,0-1 27 0,0 5 25 0,0-4-66 0,0 5-118 0,0-8-59 0,0 8-26 16,5-1-9-16,-5-1-3 0,0-3-8 0,7 5-12 0,-7-1-11 0,8 1-14 0,-8-2-9 15,5 0-13-15,2 3-10 0,0-3-11 0,-2 0-11 0,3-3-8 0,-2 5-10 0,7-1-9 0,-1 1-6 0,2-1-5 16,-1-2-7-16,0 4-5 0,0 3-2 0,6-6-8 0,-4 1 0 0,2 5-5 0,3 0-2 16,-1 0-3-16,2 0-5 0,-8 0-1 0,8 5-4 0,-3-5 0 0,-4 6-4 15,-2-3-3-15,0 4 1 0,3 2-5 0,-3-4 1 0,-5 5 1 0,-2-1 1 16,3 0-1-16,-1 3 2 0,-1-3 3 0,-6 4 1 0,0 2-2 0,0-3-2 0,0 1-3 16,-6 2 4-16,6-1 4 0,-7 2 4 0,-1-3 2 0,-4 2 2 15,0-1 3-15,5 7-1 0,-7-11 2 0,-4 4-2 0,4 2-1 0,1-3 0 16,-8-4 1-16,9 6 4 0,-8-3 3 0,8-3-3 0,-2-4-3 0,1 3-4 0,1-2-6 15,0-1-4-15,-3-1-3 0,2 1-3 0,2 2-3 0,-5-4 1 0,11 3-2 16,-8-6-1-16,8 5-1 0,-11-5 2 0,11 4-3 16,-1-4 3-16,-7 6 0 0,5-6 2 0,3 0 2 0,-2 0 2 0,7 0 2 0,-7 3 4 0,2-3 1 0,5 0 2 15,0 0 0 1,0 0-1-16,0 0-1 0,0 0 0 0,0 0-4 0,0 0-2 0,0-2994-3 0,0 5988-5 0,0-2994-3 0,0 0-5 0,0 0-5 0,0 0-1 0,0 0 1 31,0 0 2-31,5 0 2 0,2 0 5 0,0 0 9 0,-2 6 7 0,3-6 7 0,-2 4 5 16,7 1 6-16,-1 1 6 0,2-2 4 0,-1 2 5 0,0-1 4 0,0 4 2 15,6-5-1-15,1 2-2 0,-8 3-2 0,8-4-5 0,-1 5-6 0,-3 0-4 16,2-5-6-16,-4 5-8 0,4-1-10 0,-5 0-12 0,0 3-18 0,0-3-21 0,-7-3-21 16,9 3-30-16,-10 0-29 0,2 0-31 0,0 1-36 0,-7 1-64 0,5-1-75 15,-5-6-67-15,0 5-63 0,0 2-18 0,-5-2 5 0,-2-3 21 0,7-2 29 0,-7 2 35 16,2-3 38-16,-2 3 41 0,-1-6 44 0,2 0 47 0,0 0 48 0,-1 0 61 16,2-6 76-16</inkml:trace>
  <inkml:trace contextRef="#ctx0" brushRef="#br0" timeOffset="36018.33">31599 1515 31 0,'0'0'110'0,"0"0"42"0,0 0 30 0,0 0 23 0,0 0 17 0,0 0 19 0,0 6 18 0,0-6 19 0,0 0 18 0,0 0 16 0,0 0 17 0,0 0-46 0,0 0-80 15,-5 0-53-15,5 0-45 0,0 0-18 0,0 0-10 0,-7 0 0 0,7 0 5 0,0 0 0 16,-7-6-2-16,7 6 0 0,0 0-2 0,0 0 3 0,-7 0 1 0,7 0 6 15,0 0 5-15,0 0 4 0,0-6 6 0,0 6 1 0,-6 0 4 0,6 0 0 16,0 0 3-16,0-4 2 0,0 4 2 0,-7-5 3 0,7 1 2 0,0-1 0 0,0-1 0 16,0 2 0-16,0-1-2 0,0-4-1 0,0 2-3 0,0-2-3 0,7 0-3 15,-7-1-2-15,0 1-4 0,0-6-4 16,0 6-6-16,0-6-8 0,6 5-7 0,-6-4-7 0,0-2-5 0,0 1-10 0,0 1-6 0,0 4-6 0,0-5-5 0,0 0-6 16,0 2-7-16,0-2-3 0,0 0-7 0,0 0-6 0,0 2-2 0,0-2-2 15,0-6-1-15,0 6-3 0,0 2-2 0,0-2 0 0,0-5-2 0,0 6 0 16,0-1-3-16,0 0 3 0,0 0 0 0,0 0 1 0,0 0 0 0,0 0 1 0,0 8 0 15,0-8 0-15,0 3-1 0,0 3 1 0,0 0-2 0,0-1 2 0,0 1 0 0,-6 4 0 16,6-1-2-16,0 2 2 0,0 4-2 0,0-6 0 16,0 6-3-16,0-5-2 0,0 5-3 0,0 0-4 0,0 0-4 0,0 0-5 0,0 0-2 0,0 0-3 15,0 0-4-15,0 0 0 0,0 5 2 0,-7-5-1 0,7 0 1 0,-5 6 1 16,5-2 2-16,-8 7 5 0,8-7 0 0,-6 5 6 0,6 1 2 0,-5 0 3 0,-3 0 6 16,8 0 2-16,-8 1 1 0,3-4 1 0,5 8 0 0,-8-3 1 0,8 3-1 0,-5-6 0 15,5 4-2-15,-5-2-1 0,5 4-1 0,-9-5 2 0,9 3-1 0,0-2-1 16,0 4 1-16,-5-5-1 0,5 3-2 0,0-2 2 0,0 4-1 0,0 0-2 15,0-6-1-15,0 4 1 0,0 2 2 0,5-3-1 0,-5 1 1 0,0 2 1 0,9-1-2 16,-9 2 2-16,5-7 0 0,-5 6 1 0,5 0 0 0,3-2 1 0,-8 2 0 16,5 0 1-16,3 0 0 0,0-5 1 0,-3 4-1 0,1 1 1 0,-6-6-1 0,13 2-2 15,-6-2 1-15,-1 0 0 0,1 2 1 0,0-2-1 0,0-5 1 0,6 8 0 16,-8-8 1-16,3 1 0 0,-2-1 2 0,6 1 2 0,-3 1-1 0,-4-6 3 0,1 4-1 31,1-4 1-31,7 0 1 0,-7 0-5 0,-2 0-7 0,1 0-11 0,-1 0-9 16,3 0-14-16,0-4-11 0,-3 4-15 0,-5-6-15 0,7 6-18 0,-7-5-21 0,6 1-23 15,-6 4-24-15,6-5-26 0,-6 1-23 0,0-2-55 0,0 0-63 0,0-3-68 16,7 5-65-16,-7-7-18 0,0 7 6 0,0-5 19 0,8-3 25 0,-8 3 30 0,0 5 36 16,5-11 38-16,-5 6 38 0,7-2 41 0,-7 7 44 0,7-5 61 0,-7-2 68 0</inkml:trace>
  <inkml:trace contextRef="#ctx0" brushRef="#br0" timeOffset="36367.57">31841 1344 79 0,'6'-5'152'0,"-6"1"45"0,0-2 36 0,0-3 34 0,0 4 35 0,0 1 33 0,5-2 34 0,-5 2 30 0,0-7 30 0,0 7 26 0,0-1 25 0,0 5-58 0,0 0-112 0,0 0-61 15,0 0-36-15,0-6-22 0,0 6-14 0,0 0-21 0,0 0-21 0,0 0-26 16,0 0-24-16,0 0-19 0,0 0-23 0,0 0-14 0,0 0-18 0,0 0-11 16,0 0-9-16,0 0-11 0,0 0-4 0,0 0-5 0,0 6-4 0,0-6 2 0,0 5 3 15,0 4 3-15,0-3 5 0,0 4 5 0,0-1 6 0,7 0 3 0,-7-3 5 16,0 9 2-16,0-5 1 0,0-1 1 0,0 0-1 0,0 1 0 0,0 1 0 0,9-2-7 16,-9 6-11-16,0-6-9 0,0 1-13 0,5-1-15 0,-5 0-12 0,0 3-15 15,0-3-10-15,7-5-16 0,-7 7-14 0,0-2-17 0,6-5-22 0,-6 2-32 16,6 0-44-16,-6-2-38 0,0 1-35 0,0-5-39 0,8 0-41 0,-8 0-7 0,0 0 12 15,0 0 17-15,7 0 24 0,-7-5 25 0,5 1 25 0,-5-8 33 0,0 8 33 0,6-1 43 16,-6-4 46-16,0-1 47 0,0 1 61 0</inkml:trace>
  <inkml:trace contextRef="#ctx0" brushRef="#br0" timeOffset="36560.37">31886 1086 13 0,'0'-6'102'0,"-6"-4"51"0,6 5 38 0,0 1 33 16,-7-1 30-16,7 1 29 0,0-2 30 0,0 3 28 0,0 3 29 0,0 0 24 0,-5-6 23 0,5 6-30 0,0 0-59 0,0-6-62 15,0 6-64-15,0 0-34 0,0 0-20 0,0-3-21 0,0 3-21 0,0 0-25 16,0 0-24-16,0 0-34 0,0 0-35 0,0 0-26 0,0 0-23 0,0 0-19 0,0 0-24 16,5 3-30-16,-5-3-38 0,0 6-47 0,0 0-47 0,7-3-58 0,-7 3-57 0,6-2-16 15,-6 5 4-15,6-4 19 0,2 5 29 0,-8-4 25 0,0 3 25 0,7 1 26 16,-7-5 29-16,5-1 38 0,-5 7 41 0,0-7 49 0,0 1 63 0</inkml:trace>
  <inkml:trace contextRef="#ctx0" brushRef="#br0" timeOffset="37161.85">32002 1393 0 0,'0'-5'52'0,"0"1"41"0,-5-2 32 0,5 2 36 15,0-1 34-15,0-1 33 0,0 3 30 0,0-4 27 0,0 4 24 0,-6-3 25 16,6 1 23-16,0 1-21 0,0-2-45 0,0 1-30 0,0 1-19 0,-7-1-18 0,7 5-20 15,0-4-23-15,0-2-22 0,0 2-18 0,-6-2-14 0,6 1-11 0,0 1-9 0,0-1-11 16,0-1-7-16,0 6-6 0,0-4-6 0,0 4-5 16,0-5-4-16,0 5-5 0,0 0-1 0,0-4-7 0,0-2-3 0,0 3-3 0,0 3-4 0,6-6-2 15,-6 6-2-15,0-6-4 0,0 6-5 0,7-4-4 0,-7 4-4 0,0 0-7 0,0 0-8 16,6-5-6-16,-6 5-9 0,0 0-4 0,5 0-1 0,-5 0 2 0,8 0 3 0,0 0 2 31,-3 0 0-31,3 5 2 0,-3-5 3 0,9 4 0 0,-9 2 2 0,8 0 0 16,-5-3 6-16,5 7 2 0,-8-5 3 0,9 5 4 0,-9-1-2 0,3 2-3 0,-3-1-6 15,2-1-2-15,-7 6-3 0,9 0-2 0,-9-2 0 0,5 2-1 0,-5 6 1 16,0-8 1-16,0 2-1 0,0 5 0 0,0-7-1 0,0 3-1 0,-5-1-2 16,5-6 1-16,0 6-3 0,0-5 1 0,0-5-1 0,0 4 2 0,0-3 0 0,-9-6 1 15,9 4 0-15,0-4 2 0,0 5 4 0,0-5 1 0,0 6 6 0,0-6 6 16,0 0 3-16,0 0 6 0,0 0 4 0,0 0 5 0,0 0 7 0,0 0 7 0,0 0 1 16,0 0 2-16,0 0 1 0,0 0-4 0,-7-6 1 0,7 6-3 0,0-5-6 0,-5 1-5 15,5 4-5-15,0-11-5 0,-8 7-3 0,8-1-6 0,0-5-6 0,-5 4-5 16,5-3-4-16,0 0-2 0,-6-1 0 0,6 1-2 0,0-3 0 0,-8 3 0 15,8-6 1-15,0 6-1 0,0-6 1 0,0 2-3 0,0-2 0 0,0 5-1 0,0-4-2 16,0-2 2-16,0 7 0 0,0-6 4 0,0 6-1 0,8-1 2 0,-8-5 0 16,6 10-1-16,-6-5 1 0,5 1 0 0,-5 3 0 0,0 3-2 0,8-3 1 0,-3 0-4 15,-5 2-4-15,7-1-3 0,-7 5-3 0,9-6-2 0,-4 6-5 0,0 0-1 16,3 0-1-16,-3 0-1 0,9 0-2 0,-7 6 0 0,7-6-2 0,-9 5 4 0,8-1-1 16,-6 2 2-16,5 3 5 0,-5-3 1 0,6 3 2 0,-6 1 0 0,0-1 4 15,5 2 1-15,-3-1 0 0,-4-1 3 0,1 6 1 0,1-6 2 0,-7 7 2 0,5-7 3 16,-5 6 3-16,9 0 2 0,-9-2 2 0,0 2-2 0,0 0-5 0,0-1-9 15,0 2-11-15,-9-3-13 0,9 2-10 0,-5 0-18 0,5 0-15 0,-7-6-15 0,7 6-20 16,-6-6-18-16,1 7-18 0,5-7-22 0,-9 6-21 0,2-6-41 0,7 1-47 16,-5 1-50-16,5-1-49 0,0-1-27 0,0-4-16 0,0 5 7 0,0-7 18 0,0 3 26 15,0-6 29-15,5 0 29 0,-5 0 30 0,7 0 35 0,2 0 37 0,-4-6 47 0,1 6 52 16</inkml:trace>
  <inkml:trace contextRef="#ctx0" brushRef="#br0" timeOffset="37686.75">32531 1388 0 0,'0'-4'4'0,"5"-2"110"0,4 2 64 0,-9-1 44 0,0-1 34 0,7 3 34 0,-7-4 30 0,0 4 35 0,0-3 33 0,5-3 31 0,-5 3 31 0,0 6 24 0,0 0 25 0,0 0-79 15,0-5-143-15,0 5-71 0,0 0-37 0,0 0-25 0,0 0-19 0,0 0-21 16,0 0-23-16,0 0-20 0,0 0-21 0,-5 0-17 0,5 5-16 0,-7-5-13 0,7 6-10 16,-9-2-4-16,9 1-6 0,-5 1 0 0,5-3 0 0,0 7 2 0,-7-4 6 15,7 3 5-15,-6 1 6 0,6-5 1 0,-5 4 0 0,5 1 2 0,0 1-1 0,0-2 0 16,0 1 1-16,0-5 0 0,0 4 0 0,0 2 1 0,0-2-2 0,5 0 0 15,-5 2 1-15,6-7 0 0,-6 5 2 0,7-3 3 0,-2 0 3 0,4 3 6 0,-2-5 6 16,-2 1 5-16,9 1 2 0,-9-6 5 0,8 4 4 0,-6-4 6 0,5 5 13 0,3-5 9 16,-10 0 9-16,9 0 9 0,-9 0 6 0,8-5 8 0,-5 5 2 0,5-4 5 15,-7 4 0-15,7-6 2 0,-6-3 4 0,-1 4 0 0,8 1 4 0,-7-8-6 0,-2 3-6 16,3 0-8-16,-3-1-9 0,1 1-2 0,2-7-7 0,-3 7-5 0,2-6-7 16,0 1-5-16,0-2-7 0,-7 2-2 0,6 4 0 0,-6-5-2 0,7 2-3 0,-7-2-3 15,0 4-5-15,0-2-1 0,0 3-3 0,0-1-2 0,-7 2-4 0,7-1-4 16,-6 1-4-16,6 0-3 0,-7 3-3 0,7 0-7 0,-7 2-8 0,0-1-10 0,2-1-7 0,5 6-5 15,-8 0 0-15,2 0-1 0,1 0-2 0,-3 0-2 0,3 6-2 0,-2-1 0 16,-7-1 4-16,8 2 2 0,-6 3 0 0,4 1 2 0,-5-1 0 0,7 6 3 0,-7-4 3 16,5 3 2-16,-2 0 4 0,1 1 3 0,4 4 1 0,-2-4 1 0,-6 0-2 0,6 4-2 15,7-4-1-15,-7 0-1 0,2-1 5 0,-3 6 2 0,8-5 0 0,-5-1 2 16,5 2 2-16,-8-3-1 0,8 2 1 0,0-4-2 0,0 2 0 0,0 2 1 0,0-5 4 16,0 0 4-16,8 1 4 0,-8-2 0 0,0 0-1 0,5 0 1 0,3 2 2 0,-3-7 1 15,-5 5 2-15,7-3 1 0,0 0 1 0,-2-2 3 0,3 1 0 0,-1-1 1 0,-2 2 5 16,4-1-5-16,-4-1-1 0,0-4 1 0,3 5-4 0,-3-5 3 0,3 4-1 15,-2-4-1-15,1 0 1 0,-1 6-1 0,2-6-6 0,-3 0-5 0,2 0-13 0,-1 0-10 16,-6 0-13-16,5 0-15 0,4 0-13 0,-2 0-18 0,-2 0-22 0,-5-6-21 0,8 6-27 16,-8 0-31-16,5-4-36 0,-5 4-47 0,0 0-55 0,0 0-92 0,0-5-109 0,0 1-38 15,0 4-4-15,0-5 16 0,0-5 25 16,0 5 33-16,-5 1 36 0,5-8 39 0,-8 3 44 0,3 5 48 0,-11-7 52 0,11 2 61 0,-8 0 67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13:35.991"/>
    </inkml:context>
    <inkml:brush xml:id="br0">
      <inkml:brushProperty name="width" value="0.05292" units="cm"/>
      <inkml:brushProperty name="height" value="0.05292" units="cm"/>
      <inkml:brushProperty name="color" value="#FF0000"/>
    </inkml:brush>
  </inkml:definitions>
  <inkml:trace contextRef="#ctx0" brushRef="#br0">5958 11012 0 0,'9'-5'32'0,"-9"-2"105"0,0 7 61 0,0 0 49 0,0-3 39 0,0-3 36 0,-9 1 33 0,9 1 31 0,0-2 31 0,0 2 31 16,0-1 28-16,0 1 14 0,-5-1 1 0,5-1-72 0,0 2-116 0,0-2-62 0,0 1-38 16,0 5-20-16,0 0-12 0,0-4-10 0,0-1-10 0,0 5-7 0,0-6-11 15,0 6-8-15,0-4-13 0,0 4-10 16,0 0-8-16,0 0-11 0,0 0-11 0,0 0-9 0,0 0-10 0,0 0-12 0,0 0-13 0,0 0-13 0,0 0-12 0,0 0-8 15,0 0-5-15,-7 4-4 16,7 2-1-16,0 3-4 0,7-4-1 0,-7 5-2 0,0 1 3 0,0 2 2 0,5 2 4 0,-5 1 4 0,0-2 8 0,0-1 6 16,0 8 7-16,9 0 0 0,-9-3-2 0,0 1-6 0,0 6-9 0,-9-5-11 31,9-1-11-31,0 0-18 0,0 1-19 0,0-1-21 0,-5-4-22 0,5 6-25 0,0-8-28 16,-7 7-28-16,7-4-28 0,0 2-36 0,0-3-40 0,-8 0-68 0,8 4-79 15,0-4-48-15,0 4-28 0,8-5 4 0,-8 2 22 0,0 2 30 0,0-3 33 0,0 1 38 16,7-7 40-16,-7 6 41 0,0-6 44 0,0 0 49 0,5 3 52 0,-5-3 67 15,0 0 83-15</inkml:trace>
  <inkml:trace contextRef="#ctx0" brushRef="#br0" timeOffset="1176.33">5875 14612 63 0,'-9'-6'135'0,"9"0"41"0,-5 3 33 0,5-3 28 0,0 1 27 0,-7 1 23 0,7-2 24 0,0 1 25 0,-6-3 25 0,6 3 28 0,0-1 27 0,0-4-52 16,-5 5-99-16,5 1-53 0,0-7-28 0,0 7-18 0,0-1-10 0,0-5-9 31,0 7-10-31,0-3-10 0,0-4-8 0,5 5-14 0,-5-5-12 0,0 5-16 0,6 1-14 0,-6-5-13 0,7 3-9 0,-2 0-6 0,4-3-8 0,-2 3-7 16,-2 2-4-16,1-1-4 0,2-4-2 0,5 5 0 0,-1-2-2 0,-5 1 1 0,6 5 0 31,-1-4-2-31,2-2 1 0,5 6-4 0,-6 0 1 0,0 0 0 16,7 0-4-16,-9 0 0 0,10 6 2 0,-7-2-2 0,-1 1-1 0,-1 1 1 0,2 2-1 15,-1-3 1-15,0 4 2 0,0 3-1 0,-7-3 2 0,7 6 0 0,-5-6 1 16,-3 1 0-16,-5 5 3 0,5-6 1 0,4 6 1 0,-9 0 1 0,0 0 2 0,0 0 1 15,-9-2-1-15,4 2 1 0,5 0 1 0,-13 0-5 0,7 4 1 0,-1-4-1 16,-6 4-3-16,-1-4 0 0,2 6 1 0,-1-8-2 0,-1 7-2 0,-4-5 0 16,4 0-3-16,2 4 0 0,-2-4 1 0,1-5-1 0,0 4 1 0,7-4-1 0,-7-1 3 15,6 0 1-15,1-3 1 0,-2 4 3 0,3-5 5 0,0-5 1 0,5 4 7 16,0-4 1-16,0 0 5 0,0 0 3 0,0 0 5 0,0 0 0 0,0 0 2 0,0 0-2 16,0 0 0-16,0 0-6 0,0 0-2 0,0 0-6 0,0 0-2 0,5 0-5 15,-5-4-6-15,5 4-1 0,3-5-6 0,-8 1-2 0,13 4-2 0,-7-6-1 16,7 0 1-16,0 2 2 0,-6 4 1 0,4-5 4 0,10 5 1 0,-7-6 3 15,-1 6-1-15,-1 0 3 0,2 6-1 0,4-6 0 0,-10 5-1 0,5-1-2 0,0 2-1 16,-7 0-1-16,7-2-1 0,-8 5-1 0,4-4 4 0,-4 5-1 0,2-1 2 16,1 3 5-16,-8-9-1 0,5 8 5 0,-5-3 3 0,0 3 5 0,0-7 6 15,0 7 2-15,0-1 5 0,-5-1 3 0,5 0 0 0,-8-3 0 0,1 3 0 0,2 0-2 16,-9 7-3-16,1-7-2 0,7 1 0 0,-7 0-4 0,-8 0-3 0,9 0-4 16,-8 4-5-16,0-4-10 0,1-1-8 0,-2 3-6 0,3-9-4 0,5 8-7 15,-6-1-9-15,-2-1-7 0,11 0-12 0,-11-3-14 0,8 4-19 0,-1-1-20 16,9-3-18-16,-8-3-25 0,-1 7-25 0,9-5-31 0,-2 4-29 0,-7-3-71 0,7 4-91 15,1-5-71-15,1 5-58 0,-3-6-14 0,0 6 9 0,3-6 23 0,-1 2 30 0,-1 0 35 16,1-6 37-16,-2 0 40 0,8 0 44 0,-7 0 49 0,2-6 52 0,5 0 73 16,0-3 84-16</inkml:trace>
  <inkml:trace contextRef="#ctx0" brushRef="#br0" timeOffset="118582.3">7496 10248 8 0,'0'-5'41'0,"0"5"20"16,0-4 20-16,-7-1 22 0,7-1 26 0,0 2 26 0,0 1 27 0,0-3 23 0,0 6 23 0,0 0 5 0,0-5-11 0,0 1-2 0,0 4-6 0,0-6-6 15,0 0-7-15,0 2-13 0,0-1-13 0,0 5-19 0,7-6-23 0,-7 6-21 0,0-3-20 16,6-3-17-16,-6 6-11 0,8-4-11 0,-8 4-6 0,5-5-7 0,-5 1-3 16,7 4-1-16,-1-5-3 0,-6 5 0 0,6-7-1 0,1 7 1 0,-7-4 1 0,8 4 1 15,-3-5 1-15,1 5 1 0,2 0 0 0,-3-5-2 0,2 5-1 0,1 0 0 16,4 0-2-16,-5-4-2 0,6 4 0 0,-7 0-2 0,7 0 0 0,-8 0-3 15,11 0-1-15,-5 0-3 0,1 4-4 0,4-4 1 0,-5 0-3 0,2 0 0 0,0 5-2 16,1-5 0-16,-9 0 1 0,10 5-2 0,-2-5 4 0,-2 4-1 0,-3-4 0 16,5 7 1-16,-7-7 1 0,1 5 4 0,-2-5 0 0,4 4 2 0,-2 1 1 15,-2-5 0-15,1 4 2 0,-6-4 1 0,7 6-1 0,-7-6-2 0,6 3 0 16,-6 3 0-16,0-6-2 0,8 5 0 0,-8-5 1 0,0 4-2 0,5 2 1 0,-5 0-3 16,0-6 0-16,7 4-1 15,-7 1-2-15,0 1 1 0,7-3-2 0,-7 1-3 0,5 2 4 0,-5 3-3 0,0-4 3 0,8 2 0 0,-8 2-1 0,0-4 1 16,7 5 0-16,-7-6 0 0,5 5-1 0,-5 3 0 15,9-9-1-15,-9 8-2 0,5-1 1 0,-5-1 0 0,5 0-2 0,-5 0 2 0,8 3 0 0,-3-3 0 0,-5 1 4 16,0-1 0-16,8 0 2 0,-8 3-1 0,6 3 1 0,-6-6-1 0,7 0 3 16,-7 7-1-16,0-7 2 0,6 6-1 0,-6-2 3 0,0 2 0 0,7 0 0 0,-7 0-3 15,0 0-1-15,0 3-4 0,6 2-1 0,-6 0 2 16,0 5-2-16,0-7 4 0,0 9-1 0,7-5 1 0,-7 4 1 0,0-3-3 0,0 3-1 0,0-2 0 16,0 0-3-16,6 1 0 0,-6-1-1 0,0-5-1 0,0 6 0 0,0-1-2 15,5 0 0-15,-5 0-2 0,0 1-2 0,0-1-1 0,0-3 0 0,9 3-1 0,-9 1-2 16,0-1 0-16,7-5 1 0,-7 5 0 0,0 0 0 0,0-3 0 0,5 3 2 15,-5 1-2-15,0-6 2 0,0 5-2 0,8 1 2 0,-8-1 1 0,0 0 0 16,5 1 1-16,-5-1 1 0,0 0 1 0,0 0 2 0,6 7 2 0,-6-7 0 0,0 0 0 16,0 0 2-16,0 1-1 0,8-6-1 0,-8 7 1 0,0-7-1 0,0 6 0 15,5-7-1-15,-5 2 0 0,0-4-1 0,0 3-2 0,0-1-1 0,0-3-1 32,0 0 0-32,0 4 1 0,0-4-1 0,0 0 0 0,0-5 1 0,7 4 0 0,-7 2 0 15,0-7-1-15,0 0 0 0,0 1 0 0,0 0 0 0,0 0-1 0,0 0 0 16,0-5-3-16,0 5 0 0,0-7-1 0,0 3-2 0,0-1-1 0,0-1 0 15,0-4-1-15,0 6 1 0,0-6-2 0,0 6 2 0,0-6 0 0,0 3-1 0,0-3 1 16,0 0-1-16,0 6 1 0,0-6 2 0,0 0 1 0,0 0 0 0,0 6 3 16,0-6 2-16,0 0 1 0,0 0 4 0,0 0 1 0,0 0 4 0,0 0 3 15,0 0 4-15,0 0 5 0,0 3 5 0,0-3 5 0,0 0 5 0,0 0 0 16,-7 0 0-16,7 0-1 0,0 0-3 0,-5 6-2 0,5-6-3 0,-8 0-3 16,2 0-5-16,1 0-4 0,-3 0-4 0,3 0-5 0,-2 0-7 0,-7 0-4 0,8 0-7 15,-7 0-3-15,6 4 0 0,-6-4 0 0,7 0 1 0,-7 5-1 0,0-5 1 16,8 4 1-16,-9 1 1 0,7-5 1 0,-6 6 1 0,-1-2 1 0,9 2-1 0,-9-6 3 15,1 5 0-15,1-1 2 0,-9 2-1 0,10-2 1 0,-5 1 1 0,-3-1-1 16,-1 1 2-16,1 1-1 0,6-2-2 0,-6 1 1 0,-2 1 0 16,3-2-1-16,-8 2-1 0,7-1-1 0,-1-1-1 0,0 0 0 0,0 1-2 0,-6 4-1 0,7-3 1 15,0 0-1-15,-7 3 0 0,5-3 1 0,2-2-1 0,-7 5 0 0,8-4 1 16,-3-1 1-16,3 7 1 0,-1-7 1 0,6 2-1 0,-8 0 2 0,7-2 0 16,2 1 2-16,-1-1-1 0,6 1 0 0,-5-1 2 0,4-4 0 0,3 6 1 15,-3-6 1-15,2 0 1 0,6 5-2 0,-5-5 0 0,5 0-6 0,0 0-3 0,0 0-7 16,0 0-5-16,0 0-12 0,0 0-7 0,0 0-9 0,0 0-11 0,0 0-9 15,0 0-12-15,0 0-13 0,0 0-8 0,0 0-14 0,5-5-13 0,-5 5-12 16,0 0-13-16,6-6-13 0,-6 6-8 0,8-4-9 0,-3 4-11 0,-5-5-20 16,8 5-27-16,-3-4-32 0,2 4-35 0,-7-5-45 0,7 5-50 0,0-4-8 0,-1 4 8 15,1-6 21-15,-7 6 26 0,5-6 29 0,3 2 30 0,-8-1 29 0,6-1 32 0,-6 2 40 16,0-5 43-16,5 0 47 0,-5-3 59 0</inkml:trace>
  <inkml:trace contextRef="#ctx0" brushRef="#br0" timeOffset="119060.33">7449 11587 76 0,'0'0'142'0,"-5"4"36"0,5-4 26 0,0 0 21 0,0-4 21 0,-5 4 14 0,5-9 13 0,0-2 10 0,0 7 11 0,0-1 9 0,0 1 12 0,0-2-68 0,0 0-109 0,0 3-55 0,5 3-21 0,-5-6-8 16,0 2 0-16,0 4 1 0,0-5 4 0,0-1 7 0,0 6 8 0,0-4 12 15,0 4 10-15,0-5 7 0,0 5 7 0,0 0 5 0,0-4 2 0,0 4 1 16,-5 0 0-16,5 0-1 16,0 0-1-16,0-5-2 0,0 5-4 0,0 0-4 0,0 0-5 0,0 0-8 0,0 0-6 0,0 0-8 0,0 0-6 0,0 0-8 0,0 0-5 15,0 0-6-15,0 0-9 0,0 0-5 0,0 0-9 0,0 0-7 0,0 0-6 16,0 0-6-16,0 0-3 0,0 0-2 0,0-7 1 0,5 7 6 0,-5 0 5 16,5-3 3-16,3 3 4 0,-3 0 5 0,3 0 0 0,5-6 4 0,-7 6 5 0,7 0 3 15,7-3 1-15,-8 3 4 0,8-6 0 0,-1 6-1 0,2 0-4 0,-8-6-6 16,6 6-9-16,-1 0-9 0,9 0-9 15,-15-4-22-15,9 4-24 0,-2 0-33 0,1 0-37 0,-8 4-38 0,3-4-42 0,4 6-80 16,-6-6-91-16,-5 6-81 0,3-6-71 0,1 3-22 16,-3-3-3-16,-9 0 13 0,7 0 22 0,-7-3 35 0,5-3 39 0,-10-9 48 0,5 0 48 0,-7 2 54 0,7-8 56 0,-9-3 72 0,4-1 83 0</inkml:trace>
  <inkml:trace contextRef="#ctx0" brushRef="#br0" timeOffset="120747.24">7425 12844 0 0,'0'4'1'0,"-7"-4"32"0,7 0 12 0,0 0 14 0,-8 0 16 0,8 0 14 0,-6-4 16 0,6 4 13 0,0 0 14 0,0 0 13 16,0 0 16-16,0 0-8 0,0 0-19 0,0 0-2 0,0 0 10 0,0-6 11 15,0 6 16-15,0-6 1 0,0 6-2 0,0-3-1 0,0 3-3 0,0-6-1 16,0 0 0-16,0 6-1 0,0 0-2 0,0-3-6 0,0-3-8 0,0 1-11 16,0 5-12-16,0-4-10 0,0-6-11 0,0 5-9 0,0 1-8 0,6 4-9 0,-6-5-7 15,0 5-11-15,0-10-7 0,0 10-9 0,0 0-7 16,0-6-8-16,0 1-11 0,0 5-8 0,0-4-8 0,0-1-8 0,0 5-7 0,8 0-6 0,-8-4-4 0,0 4-3 15,7-6-3-15,-7 6 0 0,5-4-2 0,-5 4 1 0,9 0-2 0,-4-5 3 16,0 5 1-16,3 0 2 0,-3-6 5 0,9 6 3 0,-7 0 5 0,6-3 2 16,1 3 3-16,-2 0 4 0,0 0 4 0,8-7-1 0,-6 7 6 0,6 0-1 15,-1-5 4-15,0 5 3 0,-1-4 3 0,3 4 2 0,-3-5 1 0,-2 5 2 0,3-6 5 16,-1 2 0-16,1 1 3 0,-4 3 3 0,4-6 5 0,-6 6 3 0,0-6 3 16,0 6 4-16,1-3 4 0,-7 3 1 0,4-6 2 0,-4 6 1 0,-1 0 1 15,-6 0 2-15,8 0-4 0,-3-6 2 0,-5 6-5 0,0 0-2 0,0 0-7 0,0 0-6 16,0 0-6-16,0 0-4 0,0 6-4 0,0-6 0 0,0 0-4 0,0 0 0 15,0 6-3-15,0-3 0 0,0 9-2 0,0-9 0 0,0 1 1 0,7 7-2 16,-7-7 2-16,0 8 2 0,0-3 0 0,0-4 2 16,0 9-1-16,0-5-2 0,0 2 0 0,0-1-2 0,0-1-1 0,0 6-2 15,7-6-1-15,-7 6 3 0,0-6 2 0,0 7 4 0,0-2 2 0,0-4 4 0,5 5 1 0,-5 0 2 0,0-2-1 16,0 2 0-16,0 0 1 0,8 4-1 0,-8-4 1 0,0 0 0 0,0 0-2 0,7 3-1 16,-7-3-4-16,0 6-3 0,5-2-4 0,-5 2-2 15,0-3-2-15,9 1-1 0,-9 2 1 0,5 3 0 0,-5-6-2 0,5 3 1 0,-5 3 0 0,0-4 2 16,8 4 1-16,-8-3 1 0,5-3 2 0,-5 6-1 0,8-4 3 0,-8 0 1 15,6-2 0-15,-6 3 3 0,0-2 1 0,7 0 0 0,-7 2 3 0,0-3 0 0,6-3 0 16,-6 0 3-16,0 4 0 0,0-4 1 0,7 0 3 0,-7 0-3 0,0 0 0 0,0-6 1 16,0 6-1-16,-7-5 2 0,7-1 0 0,0 6 1 0,0-11 2 0,0 7 1 15,-6-1 4-15,6-1-1 0,-7-4 1 0,7-1 2 0,-6 2-1 0,-2 3 3 16,8-3 1-16,-5-3 2 0,-3 3 0 0,3 0-2 0,0-2-2 0,-4 1-1 16,-3-1-3-16,4 1-3 0,3-5-3 0,-9 4-3 0,9 2-5 0,-3-6-1 0,-5 6-5 15,2-3-3-15,4-3-1 0,-7 0-2 0,1 6-2 0,8-6 0 0,-11 0-1 16,5 6-1-16,-2-6-1 0,-2 0-1 0,3 0-1 0,0 4 0 0,-9-4-1 15,10 0 0-15,-5 0-2 0,-2 0 2 0,4 0-3 0,-4 5-1 0,5-5-1 0,-7 4 0 16,8-4-4-16,-8 5 0 0,1-5-2 0,4 4-6 0,-4 2-3 0,0-1-7 16,6-1-8-16,-8 2-9 0,3 0-6 0,-1-3-7 0,4-3-10 0,-4 6-8 15,7-2-7-15,-8 1-13 0,8-1-10 0,-2 1-11 0,1-5-12 0,0 6-12 0,5-6-8 16,-3 4-10-16,3-4-11 0,3 0-18 16,-2 5-25-16,1-5-52 0,6 0-58 0,0 0-52 0,0 0-46 0,0 0-10 0,0 0 11 0,0 0 18 0,6-5 25 0,-6-5 28 15,7 1 29-15,-2 0 33 0,3-6 32 0,3 0 41 0,-3-4 45 0,5-2 59 16,0-3 73-16</inkml:trace>
  <inkml:trace contextRef="#ctx0" brushRef="#br0" timeOffset="121032.86">7568 13355 61 0,'0'-5'132'0,"0"5"41"0,5-4 34 0,-5 4 31 0,-5-5 30 0,5-1 28 0,0 2 27 0,0 4 25 0,0-5 24 0,-8 1 24 0,8-1 23 0,0 5-53 0,-6-4-97 16,6-2-51-16,0 0-29 0,0 6-16 0,-5-4-6 0,5 4-13 0,0 0-8 0,0-5-13 15,0 5-10-15,0 0-9 0,0 0-9 0,0 0-12 0,0 0-12 16,0 0-13-16,0 0-14 0,0 0-16 0,0 0-14 0,0 0-11 0,0 0-9 0,0-6-10 16,5 6-6-16,-5 0-5 0,6 0-5 0,2 0-2 0,-3 0-1 0,2 0 0 15,1 0 3-15,4 0 1 0,0 6 6 0,2-6 4 0,4 5 6 0,-2-5-4 16,2 0-14-16,3 4-24 0,-2 2-28 0,6-6-44 0,-6 6-48 0,2-2-100 0,6 1-123 15,-4-1-53-15,4 1-22 0,-6-1 1 0,3-4 6 0,-4 6 15 0,7-6 17 16,-8 0 30-16,1 0 33 0,-7-6 42 0,-2 6 50 0,5-4 56 0,-11-1 65 0</inkml:trace>
  <inkml:trace contextRef="#ctx0" brushRef="#br0" timeOffset="122191.29">7528 14029 21 0,'0'5'83'0,"-6"-1"26"0,6-4 17 0,0 0 13 0,-7 0 11 0,7 0 8 0,0 0 5 0,0-4 3 0,0 4 1 0,0 0 3 0,0 0 4 0,0 0-43 0,0 0-71 16,0 0-31-16,0 0-11 0,0 0 4 0,0 0 9 0,0 0 13 0,0 0 9 0,0 0 13 16,0 0 16-16,0 4 12 0,0-4 12 0,7 6 12 0,-7-6 9 0,6 5 6 15,-6-5 1-15,6 4-1 0,1-4-1 0,1 5-9 0,-8-5-7 0,5 7-9 16,1-7-11-16,7 0-5 0,-6 0-6 0,1 4-2 16,4-4-1-16,-5 0-4 0,6-4-3 0,0 4-3 0,-2 0-3 0,5 0-3 0,-5-7-2 0,1 7-1 0,9 0 1 15,-7-5-4-15,4 5-4 0,1 0-3 0,1-4-2 0,-1 4-3 0,2-5-3 16,-3 5-3-16,3 0-3 0,6 0-2 0,-8-6-1 0,1 6-4 0,-1 0 0 0,-1 0-4 15,3 0-3-15,-2 0 0 0,-6 6 1 0,1-6-1 0,-2 0-2 0,1 5 2 32,-7-5-4-32,7 4 1 0,-6-4-1 0,-7 0 0 0,6 5 2 0,2 2-1 15,-8-7 1-15,0 4 2 0,6-4-1 0,-6 5 1 0,0 0-4 0,0-5-1 0,7 4 0 16,-7 0-3-16,0 2-2 0,0-1-2 0,0-1-2 0,0 7 0 16,0-7-2-16,0 7-2 0,0-7-1 0,0 5-1 0,5 1 0 0,-5-5-3 0,0 4 0 15,0 3 1-15,0-3-2 0,0 1 0 0,0-1 3 0,0 0 0 0,0 7 4 16,0-5 1-16,0-4 4 0,0 8 2 0,0 0 4 0,0 0 1 0,0 0 4 0,0 0 1 15,0 4 2-15,0-4 2 0,-5 3-1 0,5 3 1 0,0-2 1 0,0-4-1 16,0 10-2-16,0-7-3 0,0 3-2 0,0-2-2 0,0 5-4 0,0 2-3 16,0-7-3-16,0 5-2 0,0 1-2 0,0 5-4 0,0-8 2 0,0 5-3 15,0 0-1-15,0-2-2 0,0 5-1 0,0 0 2 0,5-8-1 0,-5 5-1 0,0 1 1 16,0-4 1-16,0 1-1 0,0-1 2 0,0 0-1 0,0-3 1 0,0 3 1 16,0-5-1-16,0 2 2 0,0-3-1 0,0-3 0 0,0 4 1 0,0 2 1 15,0-8-1-15,-5 2 2 0,5 6-1 0,0-8 1 0,0 1 1 0,0 2 0 0,-7-1 0 16,7-1 0-16,0 2-1 0,0-7-1 0,0 6-1 0,-6-2-1 0,6-2-1 15,0 5-1-15,0-7-1 0,0 0-1 0,-8 0 1 0,8 1-2 0,0 1 1 16,0-1-1-16,0-1 0 0,0 0 1 0,0-3-1 0,0 3 3 0,0-3 2 16,0-3 2-16,0 3 3 0,0-2 3 0,0-4 3 0,-6 6 8 0,6-6 4 15,0 5 8-15,0-5 6 0,0 0 4 0,0 4 5 0,0-4 2 0,-7 6 1 0,7-6 3 16,-5 0-2-16,-3 3-1 0,2-3-2 0,1 0-4 0,-3 6-3 0,-4-6-4 16,3 5-7-16,-2-5-5 0,-2 4-7 0,0 2-5 0,0-6-4 0,-8 0-5 0,11 3-1 15,-11-3-1-15,1 7-2 0,0-7 1 0,7 5-1 0,-5-5 1 16,-9 0 0-16,6 4-1 0,2-4-1 0,-1 0-3 0,1 5-3 0,-7-5-7 0,8 0-9 15,-3 0-11-15,1 0-12 0,-5 4-16 0,6-4-17 0,0 0-18 0,-1 0-24 16,1 0-23-16,-2-4-28 0,8 4-26 0,-6 0-34 0,6 0-35 0,0 0-43 0,0 0-47 16,0 0-57-16,-1 0-60 0,2 0-12 0,4 0 9 0,2 4 25 0,1-4 28 15,-3 0 36-15,3 0 37 0,-2 0 40 0,0 0 42 0,7 0 44 0,-7 0 45 0,1 0 53 16,6-4 61-16</inkml:trace>
  <inkml:trace contextRef="#ctx0" brushRef="#br0" timeOffset="122556.43">7333 15041 0 0,'0'4'80'0,"-5"2"75"0,5-6 50 0,-8 4 38 0,8-4 35 0,0 0 30 0,-5 0 29 0,5 0 25 0,0 0 21 0,0 0 19 0,0 0 18 0,0 0-15 0,0 0-39 16,0 0-76-16,0 0-96 0,0-4-51 0,0 4-27 0,0-6-21 0,0 6-16 0,5-4-15 16,-5 4-14-16,8 0-7 0,-3-5-6 0,0 5-5 0,4 0-2 0,3 0-7 15,-6 0-4-15,8 0-3 0,-2 0-2 0,7 0-5 0,-4 5-1 0,4-5 0 16,-1 4 0-16,3 2-1 0,6-6 0 0,-9 4-12 0,8 1-12 0,0 0-24 15,1-5-26-15,5 4-31 0,-6 2-32 0,1 0-64 0,4-2-81 0,-4-4-69 0,6 0-64 16,-1 5-22-16,-5-5-6 0,4 0 8 0,1-5 14 0,-3 1 24 0,2-2 32 16,-5-4 38-16,-2 0 39 0,5-4 45 0,-5-7 48 0,-3 3 61 0,6-12 78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22:31.430"/>
    </inkml:context>
    <inkml:brush xml:id="br0">
      <inkml:brushProperty name="width" value="0.05292" units="cm"/>
      <inkml:brushProperty name="height" value="0.05292" units="cm"/>
      <inkml:brushProperty name="color" value="#FF0000"/>
    </inkml:brush>
  </inkml:definitions>
  <inkml:trace contextRef="#ctx0" brushRef="#br0">21167 1895 46 0,'0'0'118'0,"0"0"35"0,0 0 25 0,0 0 24 0,0 0 20 0,0 0 22 0,0 0 19 0,5 0 18 0,-5 0 20 0,0-3 15 0,0 3 17 0,0 0-50 0,0 0-88 0,0 0-50 0,6-6-28 16,-6 6-8-16,0 0 3 0,0 0-3 15,0 0-2-15,0 0-3 0,0 0-6 0,0 0-6 0,0 0-7 0,0 0-9 0,0 0-8 0,0 0-10 0,0 0-10 0,0 0-12 16,0 0-11-16,0 0-4 0,0 0-5 0,0 0-1 0,0 0-1 0,8 0 2 16,-8 0 0-16,5 0 3 0,2 0 2 0,-7 0 4 0,9 0 5 0,-4 0 6 15,8 0 10-15,-8 0 12 0,9 6 9 0,-7-6 1 0,4 0-3 0,5 0-3 16,3 0-1-16,1 3-5 0,-8-3 0 0,8 0-1 0,-1 0 3 0,7 0 0 15,-8 0 0-15,10 0 0 0,-8 0-2 0,6 0-2 0,-1 6-2 0,2-6-2 16,-3 0 0-16,10 0-3 0,-8 0 2 0,1 0-5 0,5 0 0 0,-1 0-4 0,3 0-4 0,-2-6-2 16,7 6-2-16,1 0-4 0,-1 0-1 0,-1 0-5 0,9-3-1 15,-3 3-3-15,4 0-1 0,-4 0-1 0,2-6 2 0,6 6-2 0,0 0 0 0,-1-5-4 16,1 5 3-16,1-4 0 0,5 4-2 0,1-6 1 0,1 1-1 0,3 5 0 16,3-4-1-16,-6-2-1 0,3 6-3 0,3-3-6 0,5-3-1 0,-5 6-1 15,0-4 1-15,-2-1 1 0,8 5-2 0,-6-6 0 0,-3 6-2 0,9-4 0 0,-6 4 0 16,5-6-3-1,-6 6-2-15,7 0 3 0,-6-5 1 0,-1 5 1 0,6 0 2 0,-5-4-2 0,-3 4-1 0,9 0-1 0,-6-5-1 0,7 5 1 0,-10 0-1 0,9-4 3 16,-6 4 2-16,5-6 1 16,1 6 4-16,-5-4-1 0,4 4 1 0,0-5-2 0,-8 5 2 0,11-6 2 0,-3 6 1 0,0-3 1 0,-5-3 3 0,5 6 0 15,0-6 1-15,0 2-5 0,-5 4 2 0,6-5-2 0,-7 1-2 0,1-1 0 0,5 5 1 32,-6-4 1-32,2-2 1 0,-10 0-2 0,9 3-1 0,-8-3-3 0,6 0-2 15,-5 2-1-15,-8-1 1 0,9 5 0 0,-7-4 1 0,-3-1 0 0,3-1-1 0,0 2-1 16,-9 4 1-16,9-5 1 0,-8 5-1 0,-5-4 3 0,4 4 2 0,-5-6 1 15,1 6 2-15,0-6 0 0,-1 6 3 0,-7-3 0 0,8 3-2 0,-9 0 3 16,3-6-1-16,-2 6-2 0,2 0 0 0,-3 0 0 0,-4-4 0 0,5 4-3 16,-6 0 3-16,0 0 2 0,0 0-1 0,0 0 0 0,-7 0 3 0,8-5 1 15,-7 5 0-15,-1 0 2 0,2 0-1 0,-3 0 2 0,-4 0-1 0,-2-6 2 16,8 6-1-16,-8 0-2 0,2 0 1 0,-1-3-2 0,-6 3 0 0,5 0 1 0,-5 0-3 16,-2-6 2-16,3 6-1 0,-3 0 5 0,-5-4 4 0,8 4 4 0,-8 0 6 15,0 0 4-15,0 0 3 0,0 0 2 0,0 0 1 0,0 0-2 0,0 0-2 0,0 0-3 16,0 0-5-16,0 0-5 0,0-5-6 0,0-1-10 0,0 3-8 0,-8 3-15 15,8-7-18-15,-5 7-18 0,-3-4-24 0,3-1-27 0,-2 0-26 0,0 5-30 16,-5-4-30-16,4-2-35 0,-3 6-35 0,-2-4-65 0,-3-1-79 0,5-1-79 16,-10 3-74-16,3-4-22 0,5 4 9 0,-6-3 22 0,-1 1 32 0,-7 1 40 0,1-7 43 15,0 2 45-15,2-1 50 0,-16-5 50 0,8 0 54 0,-7 2 70 0,0-3 74 0</inkml:trace>
  <inkml:trace contextRef="#ctx0" brushRef="#br0" timeOffset="1186.6">23355 953 53 0,'6'-4'132'0,"-6"-2"47"0,0 2 38 0,0 4 35 0,0-5 30 0,0 1 32 0,0-7 34 0,0 7 31 0,0-2 28 0,0 6 29 0,0 0 27 15,0-5-45-15,0 5-91 0,0-4-56 0,0 4-39 0,0 0-25 0,0 0-16 0,0 0-13 16,0 0-13-16,0 0-15 0,0 0-16 0,0 0-18 0,0 0-10 0,0 0-16 16,0 0-14-16,0 0-13 0,0 0-15 0,0 0-11 0,0 0-13 0,0 0-14 15,-6 0-11-15,6 0-2 0,0 4 1 0,0 1 5 0,-8 1 8 0,8-2 4 0,0 7-3 16,-5-2 4-16,5 1 3 0,0-1 2 0,-7 6 3 0,7 0 6 0,-7 4 4 15,7 2 6-15,-5-3 5 0,5 1-1 0,-7 2-6 0,7-2-8 0,-8 5-13 0,8-3-5 16,-5 3-3-16,-3-6-3 0,8 7 1 0,0-5-4 0,-6-1 0 0,6 0-3 16,0 1-3-16,-5-4 0 0,5 2-1 0,0-3 1 0,0 1 1 0,0-2 2 15,0 0 1-15,0 0-6 0,0-4-11 0,0 5-16 0,0-6-19 0,0 2-23 16,0-2-25-16,0 2-27 0,0-2-32 0,0-4-29 0,0 5-32 0,0-5-56 0,0-1-65 16,0-4-81-16,0 5-81 0,0-5-25 0,5 4 6 0,-5-4 22 0,0 0 29 15,0 0 37-15,6 0 40 0,-6-4 44 0,8-1 45 0,-3 1 43 0,-5-7 48 0,8 2 59 16,-8 0 64-16</inkml:trace>
  <inkml:trace contextRef="#ctx0" brushRef="#br0" timeOffset="1922.07">23563 988 96 0,'0'-5'166'0,"5"5"44"0,4-4 35 0,-9-2 30 0,5 0 29 15,-5 6 28-15,7-4 30 0,-7-1 27 0,6 0 29 0,-6 1 25 0,0 4 25 16,0 0-68-16,0 0-120 0,0 0-69 0,0 0-38 0,0 0-22 0,0 0-17 0,0 0-14 16,0 0-15-16,0 0-21 0,0 0-21 0,0 0-17 0,0 0-14 0,0 0-8 15,0 0-5-15,0 4-5 0,0 1-1 0,7 0-1 0,-7 5-1 0,0 0 1 16,0 1 2-16,0-4 4 0,0 8 5 0,0 0 6 0,0 0 8 0,0 4 3 0,-7 2 0 16,7-2-4-16,0-5-7 0,0 11-8 0,-6-6-3 0,6 1-6 15,0 1-3-15,-7-3-2 0,7 1-2 0,0 2-1 0,0-2-2 0,0-5-3 0,0 2-4 16,-5-3-2-16,5 2-7 0,0-1-4 0,0-4-6 0,5 5-8 0,-5-5-7 15,0 1-5-15,0-8-9 0,0 7-7 0,0-4-8 0,0-1-4 0,0-1-5 0,0-4-2 16,0 5 1-16,0-5 7 0,0 0 9 0,0 0 10 0,0 0 14 0,0 0 10 16,0 0 8-16,0 0 7 0,0-5 8 15,7 1 6-15,-7-1 8 0,0-1 6 0,0-4 8 0,0 7 2 0,6-12 0 0,-6 5-1 0,0-4-4 0,0-2-5 0,7 1-8 16,-7 1-1-16,0-6-2 0,0 0 1 0,0-2 2 0,7 1 0 0,-7-3-1 16,7-1 0-16,-7-5-2 0,0 6 1 0,5 0-1 0,-5-1 4 0,0 6 2 0,8 1 8 15,-8-3 3-15,0 0 7 0,5 8 7 0,-5-2 6 0,0 5 7 0,0 5 2 16,0-4 1-16,0 3-3 0,0 6-4 0,0 0-7 0,0 0-8 0,0 0-7 15,0 0-8-15,0 0-6 0,0 0-4 0,6 6-9 0,-6-2-9 16,0 1-5-16,0 4-6 0,8-3-1 0,-8 4 1 0,0 5 4 0,5-6 7 0,-5 6 8 16,7 0 8-16,-7 0 5 0,9-2 0 0,-9 2 2 0,5 0-2 0,-5 0 1 15,0 0 2-15,5 0-1 0,-5-2 1 0,8 2-1 0,-8-6 1 0,5 6-2 0,-5 1 2 16,8-7 2-16,-8 6 2 0,6-6 4 0,-6 3 0 0,7 1 1 0,-1-8 0 16,-6 5 2-16,7-1-1 0,-7-4 3 0,6 1 2 0,-6 4 8 0,8-10 5 0,-8 4 12 31,5-4 8-31,-5 5 9 0,7-5 6 0,-7 0 6 0,6 0 8 0,0-5 4 0,1 5 4 15,1-4 4-15,-8-2 0 0,5 2 1 0,1-2-3 0,2-3-3 0,-3 4-6 0,2-5-7 16,1 1-8-16,-2 0-10 0,0-3-11 0,1-3-6 16,-2 2-7-16,3-2-3 0,-2 0-4 0,1 0-5 0,-7-3-2 0,6-3-3 0,-1 2-4 15,-5 0-3-15,7-2-5 0,2 3-6 0,-9-3-4 0,5 2-5 0,1 1-4 16,-6-3-1-16,7 6-3 0,-7-4 2 0,5 5-3 0,-5 4 1 0,0-1 1 0,0 1 1 16,9 1 1-16,-9 5-1 0,0-1-3 0,0 5-1 0,0 0 0 0,0 0 0 15,0 0 3-15,0 0 4 0,0 0 3 0,0 5 2 0,0 5-1 0,0-7-1 16,0 7 0-16,0-5-3 0,0 5-1 0,0 5 3 0,0-6-1 0,0 6 2 15,0-6 4-15,0 7 0 0,0-1-1 0,0-1 0 0,0 2-2 0,0-1-2 0,0 3 1 16,0-3-3-16,0 4 2 0,0-4 1 0,0 4 1 0,0-4 1 0,0 4 2 16,0-5 2-16,0 1 2 0,0 6 1 0,0-8-2 0,0 2 1 0,0 0-1 15,0 0-8-15,0-5-9 0,0 4-12 0,0-4-11 0,0 5-16 0,0-6-19 0,7 1-19 16,-7 1-22-16,0-1-29 0,0-1-26 0,0-4-31 0,0 5-30 0,0-6-33 16,0 1-35-16,0 1-44 0,0-6-47 0,0 3-57 0,0-3-62 0,5 6-10 15,-5-6 12-15,0 0 28 0,0 0 32 0,6-6 37 0,2 3 41 0,-3-3 43 0,-5 1 43 16,8-5 46-16,-3 1 47 0,2-7 54 0,0 7 62 0</inkml:trace>
  <inkml:trace contextRef="#ctx0" brushRef="#br0" timeOffset="2447.19">24123 930 0 0,'0'0'6'0,"0"-5"119"0,0-1 69 0,0 2 52 0,0-2 40 0,-7 6 38 0,7 0 34 0,0-5 33 0,-5 1 32 0,5-2 28 0,0 6 28 16,0 0 27-16,0 0 28 0,0 0-83 0,0 0-145 0,0 0-75 0,0 0-44 15,0 0-29-15,0 0-23 0,0 0-20 0,0 0-20 0,0 0-20 0,0 0-21 0,0 0-6 16,0 0-1-16,0 0-5 0,5 6-5 0,-5-2-7 0,0 1-6 0,0 5-2 15,7-4 1-15,-7 8 3 0,0-4 1 0,0 4 7 0,0-4 6 0,0 11 4 16,0-8 7-16,0 8-6 0,0-3-13 0,0 6-7 0,0-3-4 0,-7-2-5 0,7 0-2 16,0 2-4-16,0-3-4 0,-5 3-1 0,5-6-3 0,0-2-2 0,0 7-5 15,0-10-8-15,0 5-9 0,0-2-7 0,0-2-5 0,0-2-7 0,0 1-6 16,0 0-6-16,0-5-6 0,0 4-5 0,0-3-5 0,0-2-6 0,0 1-4 0,0-5-3 16,5 6 2-16,-5-6 5 0,0 0 11 0,0 0 10 0,0 0 12 0,0 0 12 15,0 0 14-15,0 0 11 0,0 0 13 0,0 0 4 0,0 0 3 0,0 0 4 16,0 0 8-16,0-6 2 0,0 1 0 0,0 1 1 15,-5-7-2-15,5 7-4 0,0-5-6 0,0-1-5 0,0-1-7 0,0 2-6 0,-8-1-5 0,8 1-1 0,0 0 4 16,0 3 1-16,0-4 2 0,0-1 3 0,0 7 4 0,0-5 2 0,0 4 1 16,0 1 2-16,0-2-1 0,0 0-1 0,0 3 1 0,0 3 1 0,0-6 0 0,8 0 0 15,-8 6 0-15,5-3-2 0,-5 3 2 0,7-6-4 0,-1 6 0 0,-6-5-3 16,6 1 0-16,9 4 3 0,-10-6 0 0,2 6 3 0,0 0 2 0,6-3 2 16,-8 3 0-16,9-6 3 0,-7 6 3 0,6 0 1 0,0 0 2 0,-7 0-2 15,8 6 1-15,-2-6-3 0,1 3-2 0,-7 3-3 0,7-2-1 0,-6 1-1 0,7 1-3 16,-8 3-2-16,1-3 0 0,7 3-3 0,-14 1-2 0,5-1 0 0,2 6-1 15,-1-6 4-15,-6 6 0 0,7-5 2 0,-7 5 0 0,0-1 4 0,0 2-1 16,0-3 1-16,0-2-1 0,0 4 2 0,-7-2-1 0,7 2 1 0,-6-5-1 0,6 1-3 16,-7 2-3-16,2-7-9 0,-4 3-8 0,4 0-9 0,5-3-10 0,-7-1-8 15,1 4-12-15,-2-5-14 0,2 3-20 0,-1-7-18 0,2 5-24 0,-3-5-19 16,2 4-23-16,1-4-19 16,-8 0-20-16,6 0-31 0,-2 0-36 0,4 0-51 0,-1-4-57 0,-1 4-44 0,1-5-36 0,-1-2-1 0,7 7 18 0,-6-4 27 0,-1-1 29 0,7 1 35 15,0-7 35-15,-6 7 35 0,6-5 38 0,0 4 47 0,0-5 50 0,0 1 55 16,6-6 73-16</inkml:trace>
  <inkml:trace contextRef="#ctx0" brushRef="#br0" timeOffset="3002.85">24768 1125 12 0,'0'0'120'0,"0"0"72"0,0 0 53 0,0 0 41 0,0-6 34 0,-7 1 33 0,7 5 32 0,0 0 27 0,0-4 28 0,-5 4 23 0,5 0 22 0,0 0-29 0,0 0-57 16,0 0-87-16,0 0-105 0,0 0-59 0,0 0-40 0,0 0-20 0,0 0-13 15,0 4-12-15,0-4-13 0,-7 5-11 0,7 1-8 0,0-2-7 0,-9 7-4 16,9-7-6-16,0 5-5 0,-5 1-2 0,5 1 1 0,0 4 0 0,-6-6 6 0,6 6 3 16,0-6-2-16,-7 6-2 0,7 1-1 0,-5-3-3 0,5 2 1 0,0-1-1 15,-9 2-2-15,9-3-4 0,-5 2 2 0,5-1-1 0,0-4-2 0,0 5-2 16,-7 0-3-16,7-6-3 0,0 1-2 0,0 5-2 0,0-10-6 0,0 5-3 0,0-1-4 31,0-4-5-31,0-1-1 0,0 3-2 0,0-7-1 0,0 5 0 0,0-5-2 16,0 0 1-16,0 0 4 0,0 0 4 0,0 0 4 0,0 0 10 0,0 0 9 15,0 0 10-15,0 0 13 0,0 0 3 0,0 0 5 0,0 0-2 0,0 0 0 0,-6-5 0 16,6-2 3-16,0 3-3 0,0-5 1 0,0 4-2 0,-5-5-2 0,5 1-7 16,-8-6-5-16,8 6-7 0,-8-6-10 0,8 0 2 0,-5-1 0 0,5-2 7 15,-7 3 4-15,0-4 7 0,7-1 6 0,-5 1 7 0,5-6 8 0,0 5 10 0,0-5 7 16,-7 1 10-16,7 0 7 0,0 5 3 0,0-5 6 0,0 3 4 0,0 2 0 16,0 1 2-16,0 3 1 0,0-6-3 0,7 12-3 0,-7-6-8 0,0 5-8 15,0 0-8-15,0 0-9 0,5 6-11 0,-5-6-7 0,7 10-6 0,-7-5-7 0,7 1-3 16,-7-1-7-16,5-1-3 0,3 6-3 0,0-4-4 0,-3 4-3 0,1-6 1 15,1 6 0-15,7 0 1 0,-9 0 4 0,8-5 1 0,-8 5 3 0,11 0 1 16,-11 0 1-16,8 5 1 0,1-5 2 0,-2 0-2 0,-6 6 2 0,7-6-1 0,-5 4 0 16,5 2-2-16,-7-1 0 0,-1 4-1 0,10-5-4 0,-9 2 0 0,2 3 0 15,-3 0 1-15,-5-3 3 0,5 4 1 0,3 1 0 0,-8-4 2 0,0 4 4 16,0-1-1-16,0-4 2 0,0 3 3 0,0 0-1 0,0 1 4 16,-8-1-3-16,3 2 3 0,5-7 0 0,-5 7-2 0,-9-1-2 0,7-6-4 0,-1 5-6 0,3-4-5 15,-9 5-13-15,1-5-10 0,8 1-13 0,-9-2-14 0,2 5-16 0,4-9-15 16,-4 6-17-16,0-2-22 0,-4 1-22 0,11 1-17 0,-8-6-15 0,-1 3-16 15,9-3-19-15,-8 6-11 0,8-6-13 0,-11 6-16 0,11-6-19 0,-2 0-39 0,0 3-40 16,2-3-50-16,-2 0-54 0,7 0-6 0,0 0 13 0,0 0 24 0,0 0 25 0,0 0 30 16,0 0 35-16,0 0 33 0,0-3 36 0,7 3 39 0,-7-12 44 0,5 9 52 15,9-3 63-15</inkml:trace>
  <inkml:trace contextRef="#ctx0" brushRef="#br0" timeOffset="3383.87">24982 988 0 0,'14'-5'1'0,"-1"5"110"0,-8-4 73 0,11-2 51 0,-11 6 43 0,1-6 36 0,1 2 32 0,-7-1 33 0,5 5 30 0,-5-5 32 0,9-5 30 15,-9 6 32-15,5-1 32 0,-5 1-66 0,7-1-129 0,-7-1-66 0,6 2-42 16,-6-2-21-16,0 1-15 0,8 1-9 0,-8-2-8 0,0 3-10 0,5-3-6 0,-5 2-9 16,0-1-9-16,0 5-11 0,0 0-13 0,0 0-15 0,0 0-11 0,0 0-15 15,0-6-11-15,0 6-14 0,0-3-10 16,-5 3-13-16,5 0-11 0,-8 0-10 0,8 0-11 0,-6 0-9 0,-1 0-9 0,2 0-5 0,-4 3-7 0,4 3-3 0,-8-6-4 16,8 5 0-16,-11-1 0 0,11 5 3 0,-8-3 2 0,7 3 5 0,-2-3 1 15,3 4 3-15,-2-5 1 0,-7 4 2 0,8 1 1 0,6-6 1 0,-7 6-1 16,2 0 2-16,-2-4-3 0,7 3 2 0,-7-3-2 0,7 1 2 15,-7-1-2-15,7 3 2 0,0-3 1 0,0 0 2 0,0 3-2 0,0-3 2 0,0-3 0 0,0 3 1 16,0 3 3-16,7-5 4 0,-7 1-1 0,7 5 3 0,0-4 1 0,-2 3 3 16,2 1 2-16,-1-5 4 0,2 4 4 0,5 1 5 0,-8 1 7 0,9-7 3 15,-1 5 4-15,-1-3 4 0,2 3 4 0,-8-3 0 0,6 3 5 0,2-3 0 0,-1-3 2 16,-5 3 0-16,-3 0 2 0,3-2-2 0,-3 1-1 0,0-5-4 0,4 4-3 16,-9-4-4-16,5 5-2 0,-5-5-1 0,0 0 0 0,0 0 1 0,0 0 2 15,0 0 1-15,0 0 2 0,0 4 2 0,-5-4 2 0,-4 6 2 0,9-6 0 0,-5 5 1 16,-8-5-1-16,8 4-1 0,-9-4-2 0,2 6-14 0,-2 0-14 0,1-6-23 15,-8 3-28-15,8-3-33 0,2 6-36 0,-9-2-41 0,6-4-43 0,-4 0-49 16,4 5-55-16,1-5-101 0,-8 4-126 0,11 2-75 0,-11-6-46 0,8 5-4 0,-6-5 17 16,6 0 34-16,-1 4 41 0,2-4 49 0,-2 0 50 0,1-4 56 0,1 4 57 15,3-5 62-15,4 5 67 0,-8-6 88 0,8-3 101 0</inkml:trace>
  <inkml:trace contextRef="#ctx0" brushRef="#br0" timeOffset="7395.89">23490 2413 5 0,'0'0'34'0,"0"-4"16"0,0 4 16 0,0-5 14 0,0-1 14 0,0 6 14 0,8-4 13 0,-8 4 11 0,0-3 8 0,0-3-1 0,0 6-6 0,0-5-3 0,7 5-1 0,-7 0 0 15,0-10 2-15,0 4-2 0,0 6-3 0,0-4 1 0,0 4 0 0,0-5-1 16,0-1-3-16,-7 3 1 0,7 3 1 0,0-6 0 0,0 2-1 0,0-1-1 15,0 1-2-15,-8 4-3 0,8-5-4 0,0-2-5 0,0 4-2 0,0 3-2 0,0-6-5 16,0 1 0-16,0 1-2 0,0 4 1 0,0 0-2 0,0 0 1 0,0-6 3 16,-5 2 3-16,5 4 3 0,0-5 1 0,0 1 2 0,0-1 0 0,0-1-1 15,0 6 0-15,0-4-2 0,0-7 1 0,0 7 2 0,0-1-1 0,0-1-2 16,5-2-1-16,-5 3-7 0,0-1-3 0,0-4-6 0,0 5-1 0,0 1-5 0,8-1-2 16,-8-5-1-16,0 10-4 0,0-5-1 0,0 1-6 0,0 4-3 0,0-5-7 15,0 5-3-15,0 0-6 0,0 0-4 0,0 0-4 0,0 0-8 0,0 0-5 16,0 0-6-16,0 0-8 0,0 0-3 0,0 0-3 0,0 0-5 0,0 0 3 0,0 0 4 15,7 5 2-15,-7-5 1 0,0 9 5 0,0-5 1 0,0 2 5 0,5 3 5 16,-5 6 2-16,0-4 4 0,0 3 3 0,0 0 5 0,0 2 0 0,0 2 0 16,0 3-2-16,0-2-5 0,0-1-2 0,0 3-5 0,-5 0-4 0,5-3-6 0,0 1 0 15,-7 2-6-15,7-3-5 0,0 7 1 0,-8-6-5 0,8 1-1 0,0 5-4 16,0-7-1-16,0 3-2 0,0-2-1 0,0 2 1 0,0 3-1 0,0-11-1 16,0 7 1-16,0-1-1 0,0-4 0 0,0 0 0 0,0 6 1 0,0-13-2 15,0 6 3-15,0 1-1 0,0-3 2 0,0 1 0 0,0-4 1 0,0 2 1 16,0-1 0-16,0-1 2 0,0 1-1 0,0-5 2 0,0-1 0 0,0 7-4 0,0-7-5 15,0 1-11-15,0 1-9 0,0-6-11 0,0 4-11 0,0-4-13 0,8 6-15 16,-8-6-15-16,0 0-17 0,0 0-15 0,0 0-15 0,0 0-18 0,0 0-18 16,0 0-28-16,0 0-35 0,0 0-57 0,0 0-66 0,0 0-79 0,0 0-83 0,0-10-24 15,0 4 3-15,0-3 19 0,0-2 26 0,0 2 32 0,0-1 34 0,0 1 37 16,0-6 39-16,0 0 50 0,0 2 58 0,7-2 67 0,-7-1 73 0</inkml:trace>
  <inkml:trace contextRef="#ctx0" brushRef="#br0" timeOffset="8174.77">24013 2498 0 0,'0'0'1'0,"0"0"32"0,0 0 21 0,0 0 13 0,0 0 9 0,0 0 10 0,0 0 11 0,0 3 9 0,0-3 9 0,0 0 11 0,6 0 8 0,-6-3-11 0,5 3-24 0,-5 0-13 0,8-6-6 0,-8 6 0 0,8-4 3 16,-8 4 9-16,0 0 9 0,5-5 11 0,-5 5 10 0,0 0 5 0,6-6 10 0,-6 6 7 15,7 0 4-15,-7-4 5 0,0 4 5 0,5-6 1 0,-5 6 2 0,0-5-1 31,9 5-2-31,-9-4-2 0,7-1-3 0,-7 5-2 0,0-4-4 0,5-2-4 16,-5 6-2-16,0-4-2 0,0 4-1 0,6-5 0 0,-6 5-2 0,0 0 0 16,0 0 1-16,0-6-1 0,0 6 0 0,0 0-2 0,0 0-5 0,0 0-2 0,0 0-6 15,0 0-4-15,0 0-4 0,0 0-7 0,0 0-6 0,0 0-7 0,0 0-5 16,0-3-11-16,0 3-5 0,0-7-11 0,0 2-8 0,0 1-9 0,0 4-8 0,-6-5-8 16,6 5-8-16,0-6-4 0,-5 2-5 0,5 4-3 0,-7 0-3 0,7-3-3 15,-9 3-3-15,4-6-2 0,-2 6-2 0,1 0-1 0,1-5-4 0,-3 5-2 16,0 5-2-16,3-5-2 0,-1 0-4 0,-7 6-2 0,5-3-1 0,-4 1-6 15,5 2-1-15,0 3-1 0,-6-4 0 0,8 5 1 0,-3 1 2 0,2-7 3 16,1 6 3-16,-2-1 1 0,-2 2 4 0,4-1-1 0,-2-1 1 0,1 0 1 0,1 1 0 16,5 1 4-16,-9-2 1 0,9 1 1 0,0-5 0 0,0 5 3 0,-7-1 1 15,7-4 0-15,0 5-1 0,7-4 4 0,-7 3 3 0,0 1 2 0,0-5 6 0,9 4 3 16,-4 1 3-16,1-4 6 0,1 3 3 0,-2 0 6 0,4 1 4 0,-2-1 4 16,4 2-2-16,-3-2 1 0,5 1-1 0,-1-4 1 0,0 3-1 0,-5 0-1 15,6 1-2-15,1-5-2 0,-9 4 1 0,11-3-3 0,-11 4 1 0,1-6-3 16,1 1-2-16,-2 4-3 0,4-3 1 0,-2 0 0 0,-2-3-1 0,-5 3 1 0,6-6 1 15,-6 6 1-15,5-2 4 0,-5-4 1 0,0 0 4 0,0 0-2 0,0 5 0 16,0-1 3-16,-5 1 4 0,5-1 3 0,-6-4 3 0,6 6 2 0,-5-1 1 0,-11-1-2 16,11 2-4-16,-2 0-3 0,-4-3-6 0,-5 3-14 0,5-6-19 0,-2 4-21 15,-2 1-27-15,-4-1-31 0,6 1-34 0,-6-5-38 0,7 6-41 0,-9-6-42 16,10 4-45-16,-5 1-76 0,-2-5-93 0,4 6-77 0,2-6-69 0,-8 0-11 0,8 4 11 16,-2-4 31-16,9 0 37 0,-10 6 43 0,3-6 47 0,5-6 50 0,2 6 52 0,-3 0 54 15,2-4 59-15,-1-2 72 0,7 1 80 0</inkml:trace>
  <inkml:trace contextRef="#ctx0" brushRef="#br0" timeOffset="10306.26">28390 3392 0 0,'-8'-6'9'0,"8"0"43"0,0 3 25 0,-6 3 22 0,6-6 22 0,-7-3 26 0,7 3 28 0,0 3 30 0,0-3 26 0,-6 0 26 0,6-3 22 0,0 5-5 15,0-2-27-15,0 1-15 0,0 1-12 0,-5-1-8 0,5 1-9 0,0-2-6 0,0 1-7 16,0 1-11-16,0-5-15 0,0 2-9 0,5 2-7 0,-5 1-6 0,0-1-2 15,0-1 1-15,0 2 1 0,0-1 6 0,0 1 4 0,0-5 7 0,0 9 6 16,0-6 1-16,0 0 0 0,0 6 0 0,0-4-4 0,0 4-7 0,0-5-5 16,0 5-7-16,0 0-12 0,0 0-8 0,0 0-10 0,0 0-14 0,0 0-15 0,0-5-13 15,0 5-16-15,0 0-13 0,0 0-15 0,0 0-11 0,0 0-13 0,0 0-9 16,0 0-5-16,0 5-3 0,0-5-2 0,-5 9 0 0,5-3 3 0,0 4-2 16,0-1 3-16,-8 6 1 0,8-6 2 0,0 6 2 0,-8 6 2 0,8-8 3 0,-5 8 5 15,5-6 1-15,-7 3-1 0,7 3 1 0,-6-2-3 0,6 5 1 0,0-5-4 16,-5 5 1-16,5-3 1 0,-9 3-1 0,9-5-2 0,0 6 1 0,-7-5-1 15,7 4 1-15,0-5-1 0,0 0 1 0,0 2 1 0,0-7-1 0,0 5 0 16,0-4-1-16,0 0 0 0,0 4-1 0,0-10 0 0,0 7 0 0,7-7 3 0,-7 2 1 16,0-2-1-16,0-5 1 0,0 8-1 0,9-9-1 0,-9 3 2 0,0-6 0 15,0 0 2-15,0 0 1 0,0 0 4 0,0 0 3 0,0 0 2 0,0 0 6 16,0 0 1-16,0 0 3 0,0 0-1 0,0 0 2 0,0 0-1 0,0-9 0 0,0 2 0 16,0-2-2-16,0 0 1 0,0-2-1 0,0-2 2 0,0-3-2 0,0-4 2 15,0 1-5-15,0-1 1 0,5-3-4 0,-5-3-3 0,0 3 2 0,0-7-1 16,0 1-1-16,0 0 0 0,0-7 1 0,0 3-2 0,6 5-4 0,-6-8-1 0,7 8-2 15,-7-8-6-15,5 8 0 0,-5 4-1 0,0-1 3 0,8 5 1 0,-8 1 2 16,0 4 2-16,8 0 1 0,-8 2 3 0,0-2-1 0,5 4 2 0,-5 1-1 16,0 6 1-16,0-5-2 0,6 4-2 0,-6-1-3 0,0 6-6 0,0 0-4 0,0 0-7 15,0 0-4-15,0 0-4 0,0 0-1 0,0 0-1 0,7 6-1 0,-7 3 3 16,6-4 3-16,-6 5-1 0,8 5 3 0,-8 0-1 0,5 4 5 0,2-1 5 16,-7 7 4-16,6-5 6 0,-6 5 3 0,6-1 1 0,-6 1 2 0,7-1-1 0,-7 0-1 15,0 1-3-15,8-1 0 0,-8 1-1 0,0-1 0 0,5-6 0 0,-5 3 2 16,6 3-3-16,2-8 0 0,-8 2 1 0,5 1 1 0,2-4-1 0,1 0 0 15,-2 0 2-15,0 0 0 0,1-5 2 0,-2 4 3 16,3-10 1-16,-8 6 2 0,6 1 2 0,1-8 3 0,-1 3 3 0,-1-6 6 0,2 6 0 0,2-6 4 16,-4 0 5-16,2 0 2 0,-1 0 5 0,-1-6 4 0,4 6 3 0,3-9 3 15,-6 3 4-15,2 1 1 0,5-5 2 0,-6 1-2 0,-2-7 2 0,2 7-1 0,5-6-2 16,-4 2-4-16,-3-8-2 0,9 3-37 0,-9-2-12 0,3-5 0 0,5 1 0 16,-5-1 0-16,-3 1 0 0,9-4 0 0,-9-2 0 0,2-4 0 0,-1 4 0 15,1-4 0-15,-1 4 0 0,2 0 0 0,-3 2 0 0,2-2 0 0,-1 5 0 16,-6 1 0-16,6 0 0 0,-6 9 0 0,0-4 0 0,8 10 0 0,-8 0 0 15,0-3 0-15,0 3 0 0,0 3 0 0,0 6 0 0,0 0 0 0,0-4 0 0,0 4 0 16,0 0 0-16,0 0 0 0,0 0 0 0,0 0-9 0,0 0-45 0,0 0-2 16,0 0 3-16,0 10 0 0,0-5 3 0,7 4 3 0,-7 1 5 0,0 1 3 15,5 3 6-15,-5-5 5 0,0 12 5 0,0-7 8 0,9 0 8 0,-9 7 5 0,5-3 6 16,-5-3 3-16,5 6 0 0,-5-3 1 0,0 1 2 0,8 2 2 0,-8-2 2 16,5 1 3-16,-5-1 1 0,0 0 1 0,8 1 3 0,-8 5 0 0,0-7 1 15,0 3 1-15,0 3-2 0,0-5 0 0,0 6-2 0,0-5-1 0,0-1-4 16,0 0 0-16,0 1-4 0,-8-1-2 0,8 1-1 0,0-6-1 0,0 0-1 15,0 2-1-15,0-1-2 0,0 0-1 0,0-6 1 0,0 1 0 0,0-1-1 16,0 2-1-16,0-7 1 0,0 5-1 0,0-4 0 0,0 2-3 0,0-3-3 16,0-4-10-16,0 5-7 0,0-5-10 0,0 0-5 0,0 0-7 0,0 4-7 0,0-4-8 15,0 0-8-15,0 0-9 0,0 0-11 0,0 0-19 16,0 0-21-16,0 0-29 0,0 0-30 0,0-4-32 0,8 4-34 0,-8-5-51 0,0 1-63 0,0-3-84 16,0-2-94-16,0 4-32 0,0-5-1 0,0 1 16 0,0 0 25 0,0 3 35 0,0-9 41 15,0 6 50-15,0-1 50 0,0 1 53 0,0-3 58 0,0-2 63 0,0 10 70 0</inkml:trace>
  <inkml:trace contextRef="#ctx0" brushRef="#br0" timeOffset="11355.82">29130 3396 3 0,'0'0'39'0,"0"0"24"0,0 0 24 0,0 0 26 0,0 0 25 0,0 0 28 0,0 0 26 0,0-4 21 0,0 4 16 0,0-6 12 0,0 0 12 0,0 3 4 15,0 3 2-15,0-6-9 0,-5 1-10 0,5 1-15 0,0-5-13 0,0 3-13 16,0 0-13-16,0 3-9 0,0-7-8 0,0 4-7 0,0-3-8 0,0 4-8 16,0 1-6-16,0-7-5 0,0 7-3 0,0-2-3 0,0 3-2 0,0-4-2 0,0 2-1 15,0 1-4-15,0-1-4 0,0-1-4 0,0 2-9 0,0 4-7 0,0-5-6 16,0 5-6-16,0 0-2 0,0 0-5 0,0-4-6 0,0 4-5 0,0 0-8 15,0 0-8-15,0 0-8 0,0 0-9 0,0 0-9 0,0 0-8 0,0 0-10 0,0 0-7 16,0 0-9 0,0 0-5-16,0 0-2 0,0 0-3 0,0 0 2 0,0 4-1 0,0 1 4 0,0-1 4 0,0 7 0 15,0-2 4-15,0 1 2 0,0 0 6 0,0 5 4 0,5-1 5 0,-5 2 5 0,0-1 2 16,0-2 4-16,0 7 0 0,0-5 0 0,0-1-2 0,0 6 0 0,0-5-3 0,0 4 1 0,7-4-3 0,-7 3 0 16,0-2-2-16,0 4-1 0,0-7-1 0,8 3-3 0,-8 4 1 0,0-7-2 15,0 2-2-15,6-4-1 0,-6 2-5 0,0 2-10 0,0 1-17 0,0-7-18 0,7 0-28 16,-7 1-30-16,0 4-37 0,0-2-40 0,0-3-68 0,0 0-79 0,0-3-88 15,0 3-87-15,0 0-31 0,0-2-9 0,0-3 14 0,-7 1 24 0,7-1 32 16,-6 1 39-16,6-5 43 0,-8-5 47 0,8 5 54 0,-7-4 54 0,2-1 70 16,-2-6 72-16</inkml:trace>
  <inkml:trace contextRef="#ctx0" brushRef="#br0" timeOffset="11706.01">29217 3698 0 0,'7'0'5'0,"-7"0"117"0,0 0 70 0,0-4 48 16,5 4 38-16,-5 0 35 0,0-6 36 0,0 6 34 0,0 0 34 0,0 0 30 16,0 0 30-16,0-4 26 0,0 4 26 0,0 0-80 0,0-5-142 0,0 5-72 15,0 0-37-15,0-4-20 0,0 4-8 0,0 0-10 0,0-5-14 0,0 5-14 16,0-7-11-16,0 7-12 0,0 0-8 0,0-3-11 0,0 3-6 0,0 0-7 0,0-6-5 16,0 6-7-16,0 0-8 0,0-5-3 0,0 5-6 0,0 0-7 0,0 0-3 15,0-4-7-15,0 4-7 0,0-6-3 0,6 6-6 0,-6-4-3 0,8 4-5 16,-8 0-3-16,5-5-5 0,3 5-2 0,-3 0-3 0,2 0-2 0,5 0-1 0,-4 0 2 15,4 5-3-15,-4-5 0 0,3 4 0 0,5 2 2 0,-5-2 3 0,-4 1 0 16,7 1 0-16,-2 4 0 0,-1-5 1 0,-2 4 1 0,-2-5 1 0,6 6 2 16,-8-5 0-16,1 4 2 0,-6-3 1 0,8 4 3 0,-8-5 2 0,0 4 1 0,7 1 2 15,-7-5 5-15,-7-1 5 0,7 8 4 0,0-8 4 0,-8 1 3 0,2 4 0 16,1-3-2-16,-8-2 2 0,-3 1-3 0,5-1-2 0,-1 1-7 0,-9 2-10 16,2-4-16-16,0 3-22 0,-1-6-31 0,0 5-35 0,0-5-43 0,-4 4-50 0,3-4-54 15,3 6-56-15,-9-6-98 0,6 3-116 0,2-3-63 0,-1 6-33 0,1-6-2 16,-1 0 18-16,8 4 30 0,-8-4 36 0,7 5 48 0,0-5 50 0,-1 0 57 0,9 0 59 15,-2-5 63-15,-5 5 66 0,4-4 83 0,8 4 93 0</inkml:trace>
  <inkml:trace contextRef="#ctx0" brushRef="#br0" timeOffset="12434.84">27621 3366 59 0,'0'-4'138'0,"5"-2"48"0,-5-3 38 0,0 3 36 0,0 3 37 0,7-3 35 0,-7 2 36 0,0-7 34 0,0 7 33 0,0-1 32 16,0 1 31-16,0-2-45 0,0 1-92 0,0 5-55 0,0-4-43 0,0 4-21 0,0-6-15 0,0 6-20 0,0 0-18 16,0-3-24-16,0 3-20 0,0 0-22 0,0 0-19 0,0 0-19 0,0 0-17 15,0 0-17-15,0 0-18 0,0 0-12 0,0 0-15 0,0 0-7 0,0 0-3 0,0 0 3 16,6 3 6-16,-6-3 6 0,8 6 12 0,-8-2 5 0,6 1 8 0,-6 5 6 15,7-5 6-15,-2 4 6 0,-5 1 7 0,9-1 6 0,-9 3 5 0,5 1 2 16,2-2 2-16,-7 4-4 0,6-6-6 0,-6 5-5 0,0 0-7 0,5 1-5 16,-5 1-6-16,0-2-5 0,0 1-3 0,0-2-5 0,8 8-3 0,-8-2-8 15,0-4-6-15,0 4-21 0,0 1-24 0,0-1-32 0,0 1-32 0,0-1-41 16,0 2-43-16,8-8-61 0,-16 8-69 0,8-2-119 0,0 1-138 0,0-2-60 0,0-2-16 16,0 3 7-16,-8-5 20 0,8 2 35 0,-5-1 43 0,-1-6 50 0,-1 0 50 0,2-3 57 15,-4-6 62-15,-3 0 70 0,6-6 77 0</inkml:trace>
  <inkml:trace contextRef="#ctx0" brushRef="#br0" timeOffset="40516.99">21375 1153 11 0,'0'0'68'0,"-7"-3"21"0,7 3 10 0,-6-6 7 0,6 6 8 0,-6-4 11 0,-1 4 13 0,7-6 18 0,-8 6 21 0,3 0 21 0,5 0 23 0,0 0-28 0,0 0-56 0,0 0-24 16,-7-5-6-16,7 5 7 16,0 0 14-16,0 0 8 0,0 0 4 0,-7 0 1 15,7 0-5-15,-5 0-10 0,5 0-13 0,0 0-15 0,0 0-19 0,0 0-8 16,-8-4-10-16,8 4-7 0,-7 0-9 0,7 0-6 0,-5 0-6 0,5 0-5 0,0 0-4 15,-7 0-5-15,7-6-5 0,-7 6-6 0,2 0-3 0,5 6-4 0,-8-6-1 16,0 0-2-16,8 0 1 0,-5 4 0 0,-1-4 0 0,-1 5 2 0,2 1 1 0,-4-2 1 16,9 2 3-16,-12 3 1 0,6-5 2 0,1 7 3 0,-4-2 2 0,2 0 1 15,-6 3 2-15,7-3 0 0,1 4 1 0,-8 2-2 0,-1-3 3 0,7 1-3 16,-6 7-1-16,8-5 0 0,-9 4-2 0,9 0 0 0,-11 2-3 0,11 3 1 16,-8-6 0-16,8 3-4 0,-4 3 0 0,4 1 0 0,-8-1-1 0,6 1-1 0,0-1-3 15,7-6-1-15,-7 7-1 0,2-1-1 0,5-3-1 0,0 3-1 16,0-5 2-16,0 6 1 0,0-7 1 0,0 9 3 0,5-5 0 0,2 4-1 0,0-3 4 15,0 3-2-15,-1-3 2 0,1 3-3 0,-2 2-2 0,9 2-10 0,-1-6-9 16,0 7-12-16,0-9-15 0,1 8-24 0,4 0-28 0,3 0-35 0,-3-2-40 0,8 2-61 16,1-2-69-16,-1 2-28 0,1 0-5 0,4-6 3 0,1 1 12 0,2-1 20 15,-2 0 21-15,1-4 26 0,5-2 27 0,-5-3 33 0,0-3 36 0,1-3 42 0,-11 0 55 16</inkml:trace>
  <inkml:trace contextRef="#ctx0" brushRef="#br0" timeOffset="41280.93">27555 1095 55 0,'0'0'107'0,"0"0"30"0,0 0 23 0,0-4 21 0,0 4 19 0,0 0 16 0,0 0 11 0,0 0 13 0,0 0 12 0,0-5 8 31,0 5 6-31,0 0-43 0,0 0-73 0,8-6-34 0,-8 6-17 0,0-4-9 16,0 4-6-16,5 0-2 0,-5 0-5 0,0-6 1 0,5 6 5 0,-5 0-1 0,0 0 4 16,0 0-6-16,9 0-5 0,-9 0-3 0,0 0-5 0,0 0 2 0,0 0 0 15,5 0 1-15,-5 0-1 0,7 6-2 0,-7-6 0 0,8 4-1 0,-3 2-3 16,-5-1-2-16,7-1-2 0,0 6-2 0,-7-5-3 0,5 4-4 0,2 1-2 15,-1 5-5-15,2-6-6 0,-2 6-4 0,1 6 0 0,-2-6 1 0,4 3-1 0,-9 7 2 16,5-1 0-16,2 0 0 0,-7 5-1 0,6 7 1 0,-6-8 2 0,0 11 1 16,-6-6 1-16,6 7-11 0,-12 5-13 0,3-6-24 0,4 5-29 0,-8-5-30 15,-1 4-31-15,-5-3-66 0,7-1-78 0,-8 0-83 0,1-1-79 0,-8 3-33 0,1-7-9 16,-1 3 4-16,-4-1 10 0,-3-8 24 0,2 2 30 0,-7 0 37 0,0-6 39 16,-7 0 42-16,2-8 45 0,-11 2 65 0,11-8 70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30:11.959"/>
    </inkml:context>
    <inkml:brush xml:id="br0">
      <inkml:brushProperty name="width" value="0.05292" units="cm"/>
      <inkml:brushProperty name="height" value="0.05292" units="cm"/>
      <inkml:brushProperty name="color" value="#FF0000"/>
    </inkml:brush>
  </inkml:definitions>
  <inkml:trace contextRef="#ctx0" brushRef="#br0">10661 6551 62 0,'0'-6'135'0,"6"3"41"0,-6-3 32 0,0 1 28 0,0 1 27 0,0-2 24 0,0 3 22 0,0-3 27 0,0-3 22 0,0 3 23 0,0 2 21 0,0-2-55 0,0-3-100 0,0 4-55 16,0 1-32-16,0-6-16 0,0 5-8 0,0-1-7 0,0 3-5 0,0-9-4 15,0 8-5-15,0-1-3 0,0-1-5 0,0 2-4 0,0 1-3 0,0-3-4 16,0 1-1-16,0 1-4 0,-6-2 1 0,6 6-4 16,0-6 0-16,0 2-2 0,0 4-5 0,0 0-4 0,-5-5-5 0,5 0-4 0,0 5-9 0,-8 0-6 0,8-4-6 15,0 4-5-15,-7 0-6 0,1 0-6 0,6 0-6 16,-8 0-5-16,3 0-2 0,5 0-6 0,-5 0-3 0,-4 4-4 0,4-4 0 0,-2 5-2 0,-1-5 1 0,3 5-2 15,5-1 0-15,-7 2 2 0,0 0-2 0,2-2 1 0,-3 1 1 0,8 1-1 16,-5 1 1-16,-3-1-1 0,2 3 2 0,6 3 0 0,-5-3-1 16,-2 0 1-16,-2 6 0 0,4 0-1 0,0-5 0 0,-3 5 1 0,3-2-2 0,-3-2 2 15,0 4-2-15,8 0 0 0,-5-2-1 0,-1-4-1 0,-1 6-3 0,1 1 1 16,6-2-2-16,-8 1-1 0,8-5 1 0,-5 5-2 0,5-2-1 0,-7-2-1 0,7 4 0 16,0-5-1-16,-6 3 0 0,6 2 3 0,0-4-1 0,0 4-1 0,0-2 1 0,0-4 0 15,0 6-2-15,6-3 3 0,-6 1 0 0,0-4-1 0,7 2 4 0,-2-2-1 16,-5 7 2-16,8-7 0 0,-2 0 0 0,7 1 1 0,-8 1 1 0,3-7 2 15,5 7 4-15,0-2 4 0,-8-5 3 0,11 2 5 0,-5-2 8 0,2 1 9 16,0-5 7-16,1 6 6 0,-1-6 8 0,-1 0 5 0,2-6 8 0,-1 6 4 16,0-5 8-16,0 1 3 0,1-2 3 0,-2 2 1 0,1-5 1 0,-6-2-1 0,5 7-3 15,1-7-2-15,-7 1 0 16,7 1-2-16,-6 0-1 0,2 0-1 0,-4-3-3 0,1-3-5 0,1 6-2 0,-2-4-59 0,4-3-10 0,-4 2 0 0,2-1 0 16,-7-1 0-16,6-2 0 0,-6-1 0 0,7 4 0 0,-7-11 0 0,0 7 0 15,0-5 0-15,0 0 0 0,0-1 0 0,-7 1 0 0,7-7 0 0,-6 4 0 0,-1 2 0 16,2-5 0-16,5 0 0 0,-9 8 0 0,-3-5 0 0,6 9 0 0,1-1 0 15,-4 4 0-15,-3 0 0 0,-2 6 0 0,9-1 0 0,-8 5 0 0,-8-1 0 16,8 6-33-16,0 0-106 0,-6 0-29 0,6 6-31 16,-5-1-32-16,4 5-38 0,-6-1-39 0,6 6-69 0,-4 0-81 0,4 4-74 0,2-1-71 0,-7 9-12 0,6-5 9 15,-3 4 26-15,5-3 36 0,-2 7 40 0,0-6 47 0,0 6 50 0,0-2 50 0,5 3 58 32,-5-7 58-32,2 6 73 0,4-6 77 0</inkml:trace>
  <inkml:trace contextRef="#ctx0" brushRef="#br0" timeOffset="3016.58">10564 7464 0 0,'-8'0'52'0,"8"0"55"0,-5 0 35 0,-3-3 31 0,2 3 31 0,1 0 27 0,-2 0 28 0,-2 0 27 0,4 0 24 16,5-6 25-16,-5 6 19 0,-3 0-13 0,8 0-37 0,-5 0-41 0,5 0-44 0,0 0-26 16,-8 0-10-16,8 0-14 0,0 0-11 0,-8-6-7 0,8 6-10 0,0 0-5 15,0 0-5-15,0 0-1 0,0 0-1 0,0-4 0 0,0 4-2 0,0 0-4 16,0 0-9-16,0-5-6 0,0 5-5 0,0-5-4 0,0 1-2 0,8-2-5 16,-8 2-2-16,0-1-7 0,8 1-5 0,-8-2-6 0,5 0-9 0,3 3-6 0,-3-3-4 15,0 1-2-15,4-5-3 0,-2 10 2 0,-2-9 0 0,9 5-6 0,-9-1-5 16,8 5-4-16,1-6-5 0,-9 6-4 0,10-4-1 0,-1 4-3 15,-4 0-2-15,4 0-5 0,1 4 1 0,-4-4-5 0,2 6 1 0,0-1-3 0,1-1-4 16,-7 2-2-16,6-3 0 0,-2 7-2 0,-3-5-3 0,-3 4-1 0,2 3-2 0,2-3 3 16,-9 1 2-16,5-1 1 0,-5 6 1 0,0-6 1 0,0 7 1 0,0-2 1 15,-5-4-2-15,5 5 4 0,-9 0-1 0,2-2 2 0,2 2-2 0,-3 0 0 16,2-5-1-16,-7 4-4 0,8 1-1 0,-9-6-2 0,7 1-4 0,-6 5-1 16,8-6-1-16,-9 1-1 0,9-5-1 0,-3 4-2 0,-5-2 1 0,5 2 0 0,-2-4 1 15,1-1 0-15,4 2 1 0,-2-1 1 0,-6-1 5 0,13 1 1 0,-14-1 1 0,14-4 4 16,-5 6 0-16,-3-6 5 0,3 0 1 15,5 6 2-15,0-6 0 0,-8 0 2 0,8 0 1 0,0 0-3 0,0 0 3 0,0 0-3 0,0 0-2 0,0 0-3 16,0 0 1-16,0 0-4 0,0 0-3 0,0 0-2 0,0 0-3 0,0 0-2 0,0 0-3 16,0 0-1-16,8-6 2 0,-8 6 4 0,5 0 5 0,3 0 3 0,-3 0 4 15,2 0 2-15,5 0 2 0,-4 0 1 0,4 0 3 0,2 0 1 0,-1 6 3 0,0-6 3 16,6 4 3-16,-6 1-2 0,0-1-2 0,8 2-6 0,-8-1-2 0,-8-1-3 16,9 5-3-16,-2 3-4 15,-3-8 1-15,2 6 0 0,-4 0-2 0,-2-1 1 0,4 0 0 0,-9 7-1 0,0-7 1 0,5 0 0 0,-5 1 4 0,0 1 2 16,0-1-2-16,-5 4 5 0,5-4 2 0,0-1 0 0,-9 0 2 0,4 3 1 0,-2-3 1 15,1 1-1-15,-8-7 0 0,7 8-2 16,-6-7 1-16,7 8-2 0,-7-9-3 0,1 3-2 0,-2 3-4 0,1-3-7 0,0-6-9 0,-6 4-13 0,6 1-12 0,0-1-15 31,-1 1-16-31,-6-5-19 0,8 6-19 0,0-6-25 0,-1 4-24 0,-1-4-29 16,2 6-34-16,-2-6-36 0,1 5-37 0,0-1-81 0,0 2-100 0,0-2-54 16,7 1-31-16,-7-1 3 0,6 1 20 0,-5 1 31 0,5-2 32 0,-1 1 40 0,-5 1 42 15,7-2 47-15,1 2 48 0,-2-3 53 0,-1 3 56 0,2 3 77 0,0-3 93 0</inkml:trace>
  <inkml:trace contextRef="#ctx0" brushRef="#br0" timeOffset="3809.04">10877 8662 36 0,'0'-5'114'0,"5"0"44"0,-5 1 39 0,0 4 32 16,7-6 29-16,-7 0 29 0,0 2 28 0,0-1 26 0,0-1 27 0,0 3 27 0,7-3 30 0,-7 2-38 0,0-1-74 0,0 1-44 0,0 4-34 0,0-12-16 16,0 8-13-16,0-1-6 0,0 0-5 0,0 1-6 0,0-2-4 0,-7 2-4 0,7-5-5 15,0 4-10-15,0-2-9 0,0 4-10 0,0-8-7 0,-7 7-12 0,7-2-5 16,0 1-11-16,-5 1-8 0,5 0-13 0,0-1-6 16,-8-1-12-16,8 3-10 0,0-4-9 0,-7 2-7 0,7 5-6 0,-5-4-9 0,-2-1-6 0,7 5-3 0,-7-6-6 15,2 6-5-15,-3-4-4 0,2 4-5 0,-1 0-3 0,1-5-4 0,-1 5-1 16,-7 5-4-16,9-5 0 0,-8 4-1 0,8-4-2 0,-11 11 0 0,3-7-1 15,2 8-2-15,-2-3-1 0,6 0 1 0,-7 6 0 0,1 0 0 0,0 0-1 16,2-2 1-16,-4 7 4 0,9-4-2 0,-7 3 2 0,-1-1 1 0,9 3-1 0,-10-8 1 16,10 7 0-16,-2 1 3 0,-5-2-4 0,4 0 1 0,3-4 0 0,-3 4 3 15,8-5-2-15,-6 7 0 0,1-8-1 0,5 2 0 0,-7 6 1 0,7-6-2 16,0-2-2-16,0 2 0 0,0 0 0 0,0 0-1 0,0 0 1 0,7-6-1 0,-7 7 2 16,5-7 0-16,1 6 1 0,2-6 0 0,-3 0 2 0,3 3 1 0,4-3 2 15,-5-5 0-15,6 5 2 0,-1-3 2 0,2 3 3 0,-1-3 1 0,0 0 2 16,6-3 1-16,-6-3 3 0,7 0-1 0,-6 0 6 0,-1 0 2 0,-2-3 2 0,9 3 9 15,-6-6 3-15,-8 0 2 0,6 3 7 0,2-9 4 0,-7 8 4 0,-1-1 6 16,1 1 7-16,-1-1 2 0,2 1 4 0,-8-8 1 0,0 9 1 0,5-3-1 16,-5 0-5-16,0-3-4 0,-5 4-4 0,5-3-2 0,0-3-9 0,-8 7-6 15,2-7-6-15,-1 1-9 0,1 1-8 0,-6 0-11 0,3-1-12 0,-3-1-15 16,1 1-10-16,-5 1-11 0,-3 4-13 0,6-5-8 0,1 7-16 0,-8-3-19 0,8 0-21 16,-7 3-22-16,4 3-25 0,1-6-25 0,4 6-30 0,-4 0-32 0,-1 6-52 15,3-3-61-15,5 3-86 0,-6 0-91 0,8 3-33 0,-9 0-1 0,9 0 21 16,-11 1 31-16,11 5 36 0,0-5 41 0,-8 4 46 0,-3 1 45 15,11 1 48-15,-8 2 55 0,-1-3 65 0,2 6 72 0</inkml:trace>
  <inkml:trace contextRef="#ctx0" brushRef="#br0" timeOffset="4521.85">10700 9500 13 0,'0'0'101'0,"0"-3"53"0,0 3 42 0,0-6 37 0,0 2 35 0,-7-1 32 0,7-1 31 0,0 6 31 0,0-3 29 0,-6 3 27 0,6-6 24 0,0 6-29 0,0-4-58 31,0 4-58-31,0 0-56 0,0-5-30 0,0-1-18 0,0 6-13 0,0-10-10 0,0 6-11 16,0-1-9-16,0 0-8 0,0 1-7 0,0-2-6 0,0 6-4 16,0-4-6-16,0-1-4 0,0-1-6 0,0 3-9 0,-7-4-9 0,7 7-10 0,0-3-8 15,0-3-11-15,-5 6-10 0,5-5-11 0,-8 5-8 0,8-4-9 0,-6 4-9 16,1-6-8-16,-3 6-5 0,1 0-8 0,1 0-2 0,-2 0-5 0,3 0-3 16,-9 0-4-16,9 0-3 0,-2 6-2 0,-6-6-1 0,6 4 0 0,0 7-3 0,-6-8 2 15,8 7-2-15,-9-4-2 0,9 3-5 0,-11 6-4 0,11-6-4 0,0 1-6 16,-8 5-1-16,5 0 2 0,0 0-3 0,3-5 2 0,-1 4-1 0,-1 1-3 0,7-6-2 15,-6 7-5-15,-2-1 0 0,8-6 1 0,0 0 5 0,0 7 0 0,-5-13 6 16,5 8 2-16,5-1 3 0,-5-1 2 0,0 0 2 0,0-3 2 0,8 4 2 16,-8-5 4-16,6 5 5 0,1-7 3 0,-1 3 2 0,-1-1 8 0,3-1 2 15,0 2 6-15,-3-6 5 0,3 4 4 0,2-4 2 0,-1 0 3 0,3 0 0 0,-6 0 4 16,7 0 2-16,-5-4-1 0,4-2 4 0,0 6-1 0,-4-4 1 0,4-1 1 0,-3-1-4 16,-4-3 2-16,8 5-3 0,-7-1 2 0,1-1 2 0,6 2-2 15,-7-6 1-15,2 5 0 0,-8 0 2 0,5-5 0 0,2 6 3 0,-1-7 2 0,-6 8 7 16,7-7 8-16,-7 4 9 0,0-3 11 0,7 0 8 0,-7-3 11 0,0 9 6 15,0-6 5-15,0-3 5 0,0 3 3 0,0 3 5 0,0-3 2 0,0 5 3 16,0-8 2-16,0 9 1 0,0-3-7 0,0-3-6 0,0 3-6 0,0 6-10 16,0 0-9-16,0-3-6 0,0 3-9 0,0 0-6 0,0 0-5 0,0 0-8 0,0 0-6 15,0 0-8-15,0 0-9 0,0 0-6 0,0 0-6 0,0 0-3 0,0 0-2 16,0 0-1-16,0 0 1 0,0 3-1 0,7 8 1 0,-7-7 1 0,0 5 2 16,0 3 0-16,0-3 1 0,0 1 4 0,5 4 0 0,-5-4 3 0,0 5 1 0,0 0-1 15,8 0-5-15,-8-2-1 0,0 2 0 0,5 0-2 0,-5 4 0 0,0 2 0 16,6-7 0-16,-6 5-1 0,8 2 1 0,-8-3-1 0,5-2 2 0,-5 3 0 15,0-5 2-15,7 5 2 0,-7-4 3 0,0 0 1 0,0-6 2 0,0 6 0 16,0-5 3-16,0 1 1 0,0-2 2 0,-7 1 2 0,7-1-1 0,-5 0 2 0,-3 3-1 16,2-3-1-16,1-5-4 0,-3 5-6 0,3 2-10 0,-2-7-11 0,-7 8-17 15,8-8-13-15,-6 1-16 0,-2 4-19 0,9-5-25 0,-10 2-24 0,9-1-27 16,-7-1-32-16,-1 1-31 0,9 2-36 0,-10-4-37 0,10 3-64 16,-9-6-69-16,1 5-75 0,0-5-71 0,7 0-15 0,-6 4 8 0,-2-4 27 0,9 0 32 0,-8 0 41 15,-3 4 44-15,11-4 47 0,-8 0 46 0,7 0 53 0,-2 6 55 0,3-6 68 0,-2 0 72 16</inkml:trace>
  <inkml:trace contextRef="#ctx0" brushRef="#br0" timeOffset="5519.46">10459 10712 1 0,'0'0'41'0,"0"-4"26"0,-6-1 22 0,6 1 29 0,0-2 29 0,0 3 34 0,0 3 32 0,0-6 30 0,-8 0 27 0,8 2 16 0,0 4 5 16,0-5-2-16,0-1-6 0,0 2-6 0,-5-1 0 0,5 1-2 0,0-1-5 15,0 1-15-15,-7 4-21 0,7-12-14 0,0 9-15 0,0-3-7 0,-6 0-3 0,6-3-3 16,0 4-2-16,0-3-2 0,-6 2-6 0,6 0-8 0,0-3-7 0,0 4-8 16,0 1-9-16,0-7-6 0,0 7-6 0,0-2-8 0,0 3-9 0,0-3-12 15,0 2-13-15,0 4-12 0,0-5-14 0,0 5-15 0,0 0-9 0,0 0-12 16,0-6-8-16,0 6-10 0,0 0-6 0,0 0-3 0,0 0-7 0,0 0-5 15,0 6-3-15,0-1-2 0,0 5 1 0,0-1-3 0,0 0 0 0,0 6 2 0,0 0 5 16,0-1 2-16,0 6 6 0,0 1 0 0,0 1 2 0,0 5 2 0,0-9-2 16,-7 6 0-16,7 1-1 0,0-6-2 0,0 7 0 0,-8-7-6 0,8-1-5 0,0 3-10 15,0-2-14-15,0 2-13 0,0-7-16 0,0 0-18 0,0 0-22 0,0 2-26 16,0-2-24-16,8-4-27 0,-8 5-32 0,0-5-26 0,0-1-26 0,0 0-49 16,0 0-56-16,7-3-70 0,-7 3-71 0,0-3-22 0,0 4 9 0,0-10 23 0,0 5 33 15,0-5 37-15,-7 6 40 0,7-6 42 0,0 0 44 0,0 0 42 0,0-6 45 0,-8 1 58 16,8 1 64-16</inkml:trace>
  <inkml:trace contextRef="#ctx0" brushRef="#br0" timeOffset="6137.66">10719 10654 0 0,'0'0'41'0,"0"-4"82"0,0 4 48 16,0 0 36-16,8-5 33 0,-8 5 30 0,0-4 29 0,0 4 26 0,-8-6 24 15,8 6 22-15,0 0 17 0,0-6-6 0,-5 3-23 0,5 3-65 0,0 0-90 0,0 0-51 16,0-6-28-16,-7 6-20 0,7-6-20 0,-7 6-15 0,7-4-17 16,-7 4-13-16,7 0-10 0,-6 0-11 0,6 0-4 0,-7-5-7 0,2 5-4 0,5 0-4 15,-8 0-2-15,2 0-2 0,6 0 1 0,-5 0 1 0,-3 5 3 0,1-5 5 16,7 0 9-16,-6 0 7 0,6 0 9 0,0 0 5 0,-8 0 10 0,8 0 8 16,-5 0 6-16,5 0 6 0,0-5 4 0,0 5 2 0,0-5 5 0,0 5 0 0,0-4 5 15,0 0 2-15,0-2 1 0,0 0 4 0,5-3 0 0,3 4 3 0,-8 1-2 16,6-7 1-16,1 1-4 0,1 7-1 0,-3-7 2 0,1 5 2 0,2-1 4 0,4-4 0 15,1 5-1-15,-6 1-4 0,5-1-5 0,1 1-8 0,1 4-9 0,-2 0-4 16,2 0-8-16,-1 0-4 0,1 0-3 0,-2 4-5 0,1-4-5 0,1 9-4 16,-2-4-7-16,-5 5-3 0,5 1-7 0,-4-7 0 0,-3 11-4 0,2-6-1 0,0 6 1 15,-2 0-3-15,-5-1 0 0,8 0 1 16,-8 1-2-16,0 6-2 0,0-8 3 0,-8 2 1 0,8 6 0 0,-5-8-1 0,-2 2 0 0,0 0-1 0,2 0 2 16,-3 0-5-16,1 0-1 0,2-5-4 0,-2 4-4 0,-5-4-5 0,4-1-5 15,-5 0-5-15,7 3-2 0,-6-8-4 16,3 5-3-16,-3-4-1 0,6 5-1 0,-8-5-4 0,7-1 1 0,2 1 0 0,-3 2 2 0,2-7 2 0,1 3 4 0,-3-3 6 15,3 6 6-15,-2-6 3 0,7 0 5 0,-7 0 3 0,7 0 3 0,0 0 3 16,-7 0 3-16,7 0 0 0,0 0 0 0,-6-6 1 0,6 6 0 0,0 0 2 0,0-3 1 16,0-4 2-16,0 7 0 0,0-5-2 0,0 1 4 0,0-1 0 0,6-1 2 15,-6 2 2-15,7-1 4 0,-7 1 4 0,7-1 6 0,0 1 3 0,-2-2 4 16,8 0 3-16,-7 2 2 0,7 4 1 16,3-5 3-16,-5 5 1 0,1 0-2 0,2 0 1 0,-1 0-3 0,8 0-3 0,-9 5-8 0,0-1-4 0,8 2-3 0,-6 0-5 15,-1 3-6-15,0-5-2 0,-2 5-3 0,-4 2-4 0,7-2-1 0,-7 1 0 16,-1 1-1-16,-1 3 0 0,-5-5-2 0,0 2 4 0,0 4-8 0,0-6-1 15,0 5 0-15,0-3 0 0,-5-1 0 0,-1 4 0 0,-1-4 0 0,7 4 0 16,-14-4 0-16,7 0 0 0,2 1 0 0,-7-4 0 0,5 4 0 0,-6-2 0 16,6-2-42-16,-5 2-39 0,-3-4-20 0,3-1-25 0,5 6-31 0,-6-5-30 0,0-1-34 15,-5-4-36-15,4 5-39 0,1 1-65 0,-1-2-72 0,2 2-77 0,-2-6-74 16,1 5-19-16,1-5 8 0,-2 4 23 0,1-4 36 0,0 6 38 0,7-6 47 0,-7 0 49 16,0 0 48-16,0 0 56 0,8 0 54 0,-9 0 71 0,7 0 73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30:38.368"/>
    </inkml:context>
    <inkml:brush xml:id="br0">
      <inkml:brushProperty name="width" value="0.05292" units="cm"/>
      <inkml:brushProperty name="height" value="0.05292" units="cm"/>
      <inkml:brushProperty name="color" value="#FF0000"/>
    </inkml:brush>
  </inkml:definitions>
  <inkml:trace contextRef="#ctx0" brushRef="#br0">8427 5955 0 0,'0'0'49'0,"0"0"35"0,0 0 24 0,0-6 25 0,-7 6 23 0,7 0 26 0,0 0 26 0,0 0 24 0,0 0 22 0,0 0 20 0,0 0 18 0,0 0-24 0,0 0-52 0,0 0-29 16,0 0-22-16,0 0-15 0,0 0-19 0,0 0-19 0,0 0-19 0,0 0-20 0,0 0-20 16,0 0-19-16,0 0-12 0,0 0-7 0,0 0 1 0,0 0 1 0,0 0 7 15,0 0 4-15,0 6 5 0,-5 0 6 0,5-3 4 0,0 3 6 0,0 0 3 16,0-2 6-16,0 5 3 0,0-4 5 0,0-1 5 0,0 2 0 0,0-1-5 0,0 4-8 15,0-2-6-15,0-4-8 0,0 3-6 0,0-2-4 0,0 1-3 0,0 4-3 16,0-9-4-16,0 10-2 0,0-5-1 16,0 1-7-16,5-2-1 0,-5 7-6 0,0-7-3 0,7 1-1 0,-7-1 0 0,0 6 0 0,7-5 3 0,-2 1 2 0,3 4 2 15,0-5 3-15,-3-1 2 0,1 5 1 0,1-3 1 0,7-3 1 0,-9 3 0 16,8-1 2-16,-8-1 3 0,11 2 2 0,-4 0 4 0,0-2 3 0,3-4 5 0,-4 0 3 16,2 5 4-16,0-5 4 0,1 0 4 0,6-5 6 0,-14 5 4 0,12-4 5 31,-4 4 3-31,-1-6 4 0,-6 0 3 0,7-3 1 0,-2 3 1 0,2 3 1 15,-8-3-1-15,1-3 0 0,-2 5 0 0,3-1-3 0,-2-5-4 0,-1 4-2 16,-5 1-4-16,8-5-7 0,-8 1-1 0,0 5-5 0,0-7-4 0,0 1-6 0,-8 1-5 16,8 3-7-16,-5-8-6 0,5 4-7 0,-6 0-5 0,-2 1-5 0,3-2-5 15,-8 2-2-15,5 0-2 0,2-1-3 0,-6 4-1 0,-2-3 0 0,7 0-4 0,-6 3 0 16,-1 2-3-16,4-5 3 0,-4 3-3 0,-1 6 0 0,4-6-1 0,3 3-7 16,-5 3-1-16,0 0-4 0,2-6-2 0,-4 12 0 0,3-6-4 0,5 3 2 15,-5 3 0-15,3 0 0 0,-2-2 1 0,4 5 0 0,2 0 0 0,-9 3 3 16,7 3 1-16,1-2 5 0,-7 2 3 0,5-1 4 0,3 6 2 0,-2-6 2 0,0 7-1 15,2-6 2-15,-2 4 1 0,-1-1-1 0,3 3-2 0,5-2-1 0,-7 2 2 16,7-3-3-16,0 1-1 0,0-4-1 0,0 4-3 0,0 1-3 0,0-4-3 16,0 2-2-16,7-3-3 0,-7 1 1 0,5-2-3 0,3 0-4 0,-8 0-4 15,12 2-8-15,-5-5-9 0,0 2-7 0,6-4-9 0,-5 3-13 0,3-3-14 16,1 0-12-16,2 1-15 0,-1-1-16 0,1-4-19 0,5 5-23 0,-7-4-26 0,8-1-34 16,-1-1-38-16,2-4-52 0,-10 0-57 0,10 0-15 0,-3-4 7 0,3-1 18 0,-1-1 22 15,-1-4 29-15,1 1 29 0,0 0 31 0,-9-1 33 0,9-1 38 0,-6 2 38 0,5-6 45 16,-6 2 58-16</inkml:trace>
  <inkml:trace contextRef="#ctx0" brushRef="#br0" timeOffset="521.62">8973 6159 0 0,'-7'-3'1'0,"2"-3"105"0,5 2 65 0,-6 4 42 0,1-5 35 0,-3 1 32 0,8-1 32 0,-8-2 31 0,3 4 29 0,5-3 25 0,0 1 21 0,-7 1 22 0,7 4 22 0,-7-6-76 0,7 2-127 16,-5-1-61-16,5 1-30 0,0-1-11 0,-8-1-9 0,8 2-9 0,0-2-11 15,0 1-11-15,-7 1-11 0,7-2-7 0,0-3-4 0,0 4-6 0,0 1-2 16,0-2-6-16,0-4-7 0,0 5-7 0,0 1-6 0,7-1-9 0,-7-1-3 0,0 2-5 15,8-1-3-15,-3 1-2 0,-5-1-3 0,7 1-3 0,0-2-1 0,-2 0-3 16,3 3-2-16,5-3-2 0,-7 6-2 0,-1 0 2 0,11-6-3 0,-4 6 2 16,-6 0-3-16,7 0-4 0,0 6-2 0,-7-6-3 0,7 6-3 0,2 3-1 15,-3-3-1-15,0 3 0 0,-4-5-1 0,5 11-2 0,-7-6-2 0,6 6-2 0,-3 0-1 16,-4 0-2-16,2 0 0 0,-7 0-1 0,6 4 0 0,-6-1 2 0,0 3-3 16,0-2-7-16,0 2-9 0,-6-3-12 0,6 1-13 0,-7 7-6 0,2-7-5 0,5 0-4 15,-9 2-5-15,2-8-4 0,2 8-6 0,-1-7-4 0,-2 0-3 0,3 0 2 16,5-2 0-16,-8-3 6 0,3 0 10 0,5 1 11 0,-7-5 13 0,0-1 9 15,7 8 5-15,-5-12 7 0,5 3 9 0,-7 3 8 0,7-6 8 0,-8 5 9 16,8-5 6-16,-5 0 3 0,-3 0 2 0,8 0 3 0,-6-5 2 0,6 5-2 16,-5-6 0-16,-3 3-1 0,8-3 0 0,-8-4-1 0,8 5 0 0,-5-5 3 0,5 7 0 15,-6-12 2-15,6 3 0 0,-7 3 1 0,7 0-1 0,0-6 3 0,-5-1-2 16,5 2 0-16,0 1 2 0,0-2-1 0,0-6 1 0,0 6 0 0,0-4-4 0,0 0-3 16,5 4 0-16,-5-3-3 0,7-3-6 15,-7 6-2-15,6-3-3 0,-1 2 0 0,3-3 0 0,-8 5-2 0,8-2 0 0,3 1 0 16,-3 1 0-16,-3 4 1 0,3 0 2 0,4 1-2 0,-5 4 0 0,5-5 1 0,1 5 0 0,-5 1 3 15,3 4 1-15,5-5 1 0,-4 5 0 0,-1 0 0 0,5 0 0 0,2 0-2 0,-4 5-1 16,-2-5-2-16,2 4-6 0,-1 1 1 0,-1 5-4 0,0-5-1 0,-4 4-1 16,5-2-2-16,0 2 0 0,-8 4 0 0,3-2-2 0,-2-2 0 0,1 7-1 0,-1-2 1 15,-6 0 1-15,0 0-2 0,7 2 2 0,-7-1-2 0,0-1 0 0,-7 2-7 16,7-3-5-16,0 2-5 0,-6-1-11 0,6 2-7 0,-7-3-8 0,7 2-8 16,-6-4-7-16,6 4-10 0,-8-5-10 0,8-1-13 0,-5 0-10 0,5 0-9 15,0 3-8-15,-5-3-8 0,5-5-10 0,-8 2-9 0,8 3-8 0,0-4-14 16,0-1-9-16,-6 2-29 0,6 0-38 0,0-2-61 0,0 1-72 0,0-5-35 0,-7 6-17 15,7-6 6-15,0 0 14 0,0 0 23 0,0 0 27 0,0 0 30 0,0 0 32 0,7 0 33 16,-7-6 37-16,6 1 48 0,2 1 53 0</inkml:trace>
  <inkml:trace contextRef="#ctx0" brushRef="#br0" timeOffset="1093.33">9698 6195 70 0,'7'-5'140'0,"-7"1"41"0,5-2 33 0,-5 0 28 0,6 2 27 0,-6-7 26 0,6 8 25 0,1-3 24 0,-7 2 23 0,8-5 24 0,-8 4 20 0,5-2-57 0,-5-2-103 0,8 4-54 31,-8 1-25-31,0-2-14 0,6 2-6 0,-6-1-8 0,0 1-4 0,5-1-5 16,-5-1-6-16,0 2-8 0,0 4-4 0,0-6-4 0,0 6-7 0,0-5-6 15,0 1-4-15,0-2-9 0,-5 6-7 0,5-5-9 0,0 5-8 0,0-4-9 0,-6 4-5 16,-2-5-8-16,8 1-5 0,-5 4-8 0,-3-6-4 0,8 3-8 0,-7-4-5 16,1 7-6-16,0-5-5 0,1 5-4 0,-2-4-4 0,-1 4-5 0,2-5 2 15,-1 5-3-15,1 0-2 0,1 0 1 0,-2 0-2 0,-2 0-1 0,4 0-4 0,-8 0 0 16,8 5-1-16,-4-5-3 0,2 4 3 0,2 1-1 0,-1 2 1 0,-2-4 1 16,-5 7-2-16,8-5 1 0,-2 4 2 0,0 1-2 0,2 1 2 0,-3-1 1 15,1 4 3-15,2-4-1 0,-3 5 2 0,2 0 1 0,1-6-1 0,5 4 2 0,-8 2-2 16,8 1 3-16,-8-2 0 0,8-4 1 0,0 4 0 0,0 2 0 0,0-3-3 15,0 2 4-15,0 0-3 0,0 0 2 0,0 0 1 0,8 0-3 0,-8 0 0 0,8-6 1 16,-8 5 0-16,5-4 1 0,-5 6 1 0,6-7-4 0,2 0-5 0,-3 1-10 16,2-5-8-16,1 5-8 0,-3-4-10 0,9-3-15 0,-9 8-13 15,8-11-19-15,-5 4-14 0,3 2-30 0,5-6-34 0,-11 0-47 0,8 0-54 16,1 0-58-16,-2-6-61 0,-6 6-17 0,7-4 5 0,2-1 15 0,-10-4 21 0,1 3 25 16,7-4 32-16,-5 5 30 0,-3-5 34 0,3 1 41 0,-8 0 44 0,6 3 51 0,-6-4 62 15</inkml:trace>
  <inkml:trace contextRef="#ctx0" brushRef="#br0" timeOffset="1379.01">9705 6146 8 0,'0'-5'103'0,"-7"-4"62"0,7 2 43 0,-8 4 38 0,8-3 33 0,0-3 32 16,-6 3 32-16,6 2 32 0,0-1 29 0,0 1 28 0,-7-1 26 0,7-1-22 15,0-4-49-15,0 10-65 0,0-5-74 0,0 1-35 0,7-2-17 0,-7 1-11 0,0 1-9 16,0 4-9-16,0-5-15 0,0 1-12 0,6 4-13 0,-6-6-8 0,0 6-9 16,8-3-6-16,-8 3-10 0,7 0-7 0,-7-7-9 0,5 7-8 0,1 0-7 0,-6 7-4 15,6-7-7-15,1 3-2 0,6 3-5 0,-5-2-3 0,-2 1-4 0,-1-1-4 16,10 7-2-16,-9-2-1 0,0 1-6 0,1 1-4 0,6 2-2 0,-5 2-6 15,-3 1-3-15,1 2-2 0,1-3-5 0,-7 6 0 0,5 1-2 0,-5-2 0 16,9 5-2-16,-9-1-1 0,0 1-1 0,0 5 1 0,0-6-2 0,0 4-3 16,0 2-4-16,-9 1-5 0,9-3-6 0,0 2-7 0,0-6-6 0,-5 6-11 0,5-7-9 15,-7 3-13-15,7-2-13 0,-6-5-13 0,6 5-10 0,0-5-9 0,-5 1-7 16,5 1-6-16,0-2-7 0,-8-4-16 0,8 4-20 0,0-4-13 0,0-1-11 16,0 2-8-16,0-7-8 0,8 4-24 0,-8-2-36 0,0-2-43 0,5 1-47 0,-5-4-41 15,6-1-34-15,-6-1 0 0,7 0 14 0,-7-4 29 0,0 0 34 16,0 0 31-16,0 0 33 0,5 0 31 0,-5-4 34 0,0 0 45 0,0-1 52 0,0-4 53 0,9-3 70 15</inkml:trace>
  <inkml:trace contextRef="#ctx0" brushRef="#br0" timeOffset="1799.82">9964 6268 0 0,'0'-11'1'0,"7"-2"99"0,-1 4 66 0,-6-7 43 0,5 5 36 0,-5-2 36 16,0 4 36-16,0-7 34 0,0 5 32 0,0 2 31 0,0 0 31 0,0 0 28 0,0 2 23 15,-5-2-69-15,5 0-122 0,0 3-59 0,0-3-25 16,0 5-11-16,0-1-10 0,0-1-13 0,0 6-15 0,0-4-20 0,0 4-16 0,0 0-19 0,0 0-17 16,0 0-14-16,0 0-14 0,0 0-14 0,0 0-12 0,0 0-10 0,0 0-10 0,0 0-8 15,0 4-9-15,0 7-5 16,0-7-5-16,0 5-3 0,0 1-1 0,0 1 2 0,0-1 0 0,0 4 3 0,0-1 4 0,0 2 1 0,0 6 0 0,0-8-2 16,0 7-1-16,0 1-5 0,0-7-2 0,0 6-1 0,5-1-1 0,-5 0 0 15,0-5 0-15,8 7-2 0,-8-2-2 0,8-4-1 0,-8 6-7 0,5-8-2 0,3 2-4 16,-3 0 1-16,0 0-3 0,4-2-2 0,-4 2 2 0,2-4 1 0,-1-1-2 15,2-1 5-15,-2 0 2 0,6-3 2 0,-4-3 5 0,-2-3 7 0,7 6 9 16,-8-6 3-16,11-6 7 0,-11 6 4 0,8-3 3 0,0-3 7 16,-5-3 3-16,3 3 4 0,-3-3 5 15,5 0 4-15,-1-7 2 0,-5 7 1 0,-2-6-2 0,10 0 2 0,-15 0 0 0,13 0-3 0,-13-3-1 0,6 2-1 0,-1 2-3 0,-5-5-6 16,0 0-4-16,7 4-2 0,-7-4-6 0,0-2-6 0,0 1-11 0,-7 1-9 0,7 0-9 16,0 4-8-16,-5-3-10 0,5 2-9 0,-6 2-5 0,-2 4-10 0,3 1-8 15,5-3-11-15,-8 3-12 0,1 4-15 0,2 1-16 0,5 4-23 0,-7 0-19 0,0 0-21 16,2 0-19-16,-3 4-27 0,3 7-28 0,-3-8-57 0,2 9-69 0,1-3-51 15,-3 1-42-15,0 4-3 0,8 2 11 0,-5-7 24 0,-3 4 30 0,3 2 35 0,0-3 41 16,5-3 40-16,-9 4 40 0,9-7 45 16,0 3 48-16,9-4 61 0,-9 1 77 15</inkml:trace>
  <inkml:trace contextRef="#ctx0" brushRef="#br0" timeOffset="2633.25">10576 6244 31 0,'7'-9'130'0,"-7"2"61"0,0 2 46 0,0-4 43 0,0 3 42 15,-7-3 38-15,7 0 40 0,-7-1 33 0,2 4 33 0,5-3 26 0,-8 0 21 16,3 3-37-16,-3-3-75 0,2 5-75 0,6-8-74 0,-5 9-42 0,-2-8-23 16,-2 7-21-16,4-2-24 0,5 2-19 0,-5-1-23 0,-3 1-16 0,8 4-14 15,-5-5-9-15,5 5-6 0,0 0-10 0,-8 0-11 0,8 0-11 0,0 0-8 0,-8 0-10 16,8 5-9-16,-5-5-6 0,5 4-3 0,-6 1-5 0,6-1 0 0,-7 2-4 16,7 3-2-16,0-3 1 0,-6 4-1 0,6-1 5 0,0 0-1 0,-8 0 4 15,8 2 4-15,0-1 1 0,0 0 2 0,0 4 0 0,0-4-3 0,0-1 0 0,0 3-2 16,0-3 2-16,0 4-1 0,0-7 2 0,8 3 1 0,-8 2 0 0,6-1 0 15,1-1 2-15,-1 0 0 0,-1-3 2 0,3 3 1 0,0-3 4 0,-3 4 2 0,8-5 3 16,-8-1 1-16,11 1 2 0,-5-1 1 0,-3-4 1 0,5 6 2 0,-1-6 3 16,0-6 4-16,3 6 1 0,-1-4 1 0,-4-1 1 0,4-4 3 0,1 2 0 15,-4-2 2-15,2 0 6 0,0 0 3 0,1-1 4 0,-7-1 6 0,6 1 2 16,-8-4 2-16,9 4 2 0,-9-5 0 0,-5 0 0 0,7 6 2 0,-7-6-4 16,9 2-1-16,-9-3-1 0,0 2-4 0,0-1-6 0,-9-4-3 0,9 4-6 0,-7 0-4 15,2 0-6-15,-3 0-1 0,2 0-4 0,1 6-3 0,-3-4-3 0,3 1-2 16,-2 3-2-16,-7-1-1 0,8 5-4 0,-1 1-1 0,-6-1-4 0,7 1-4 15,1 4-2-15,-10 0-3 0,9 0-4 0,-7 4-4 0,8 1 0 0,-9-1-3 0,-1 5-2 16,10 2 0-16,-9-2 2 0,1 7-1 0,0-3 3 0,7 2 2 0,-6 0 1 16,-2 0 3-16,9 4-1 0,-3-5 3 0,-5 2-1 0,5-1 2 0,3-6 0 15,5 6 1-15,-6 0 0 0,6-6-3 0,-7 1 1 0,7 4-7 0,0-4-1 0,0 1-5 16,0-3-3-16,0 3-3 0,0-2-7 0,7 1-9 0,-7 1-6 0,6 2-6 16,-6-3-6-16,5 1-5 0,3-1-9 0,0-1-7 0,5 0-12 0,-8 1-9 0,9 4-5 15,-2-2-8-15,2-3-7 0,-1 0-9 0,-1 1-3 0,0-1-5 0,8-3 3 16,-6 3 3-16,5-3 0 0,1-1 0 0,-6-5-3 0,4 4 2 0,3-4 4 15,-3-4 4-15,8 4 7 0,-6-5 5 0,1-4 11 0,-3 3 10 0,3-4 14 16,-9-1 14-16,7 4 13 0,1-8 11 0,0 3 19 0,-7 3 21 0,5-6 22 16,-4 6 23-16,-1-7 23 0,0 2 24 0,-5 4 21 0,3-3 20 0,-4-2 18 15,-1 0 15-15,2 0 15 0,-8-3 14 0,7 2 6 0,-7 1 3 0,5-3 2 0,-5 2 0 16,-5 2-2-16,5-5-6 0,0 4-7 0,-7 0-7 0,7 0-10 0,0 0-11 16,-8 5-7-16,8-5-10 0,-6 6-7 0,-1 0-13 0,7 3-8 0,-6-4-7 0,6 5-9 15,0 1-11-15,-5-1-12 0,5 5-9 0,0 0-13 16,0-6-15-16,0 6-13 0,0 0-12 0,0 0-8 0,0 0-9 0,-8 6-4 0,8-6-1 0,0 5-2 15,-8-1-3-15,8 1-3 0,0 5-2 0,0-4-1 0,0 3 4 0,-5 0 1 16,5 1 9-16,0 5 4 0,0-4 6 0,0 2 3 0,0-3 3 0,0 4-2 0,0 2-2 16,0-1-3-16,0-6-1 0,0 6-1 0,5 0 1 0,-5-6 0 0,0 6 0 15,0 1-1-15,0-7-1 0,8 4 1 0,-8-2 1 0,8-2 1 0,-8 7 1 0,5-7-1 16,-5 0 0-16,6 1 0 0,-6 1-1 0,7-1 2 0,-1-1-2 0,-6 0 1 16,8 1-1-16,-1-5 1 0,-2 4 0 15,1-3 1-15,2 0-1 0,-3-2 1 0,3 1 5 0,-3 1 1 0,2-6 4 0,0 0 1 0,-2 0 5 0,3-6 6 16,5 6 2-16,-6-5 6 0,4 1 7 0,-3-8 6 0,5 8 7 0,-7-6 4 0,6 0 6 15,-3 1 1-15,-4 0-1 0,2-7-2 0,-1 7 2 0,8-6-2 0,-7 0-3 16,-2 0-5-16,-5 0-5 0,7 2-6 0,0-8-8 0,-2 6-7 0,-5-3-11 0,8 2-9 16,-8 1-10-16,0-3-6 0,7 2-7 0,-7 2-2 0,0 0-7 0,0 5-3 15,0-6-4-15,0 4-6 16,0 1-3-16,0 5-5 0,0-4-5 0,-7 5-11 0,7-2-12 0,0 3-18 0,0 3-22 0,0 0-28 0,0 0-34 0,0 0-23 0,0 0-22 16,-8 0-22-16,8 3-22 0,0 3-48 0,0-2-62 0,0-4-64 0,0 9-68 15,0-4-11-15,0 10 9 0,8-9 30 0,-8 4 36 0,7-1 44 0,-7 0 45 0,5-3 41 16,-5 3 39-16,9-3 39 0,-4-6 43 0,0 3 58 0,8-3 66 0</inkml:trace>
  <inkml:trace contextRef="#ctx0" brushRef="#br0" timeOffset="3125.58">11475 6156 0 0,'0'0'11'0,"0"0"124"0,0 0 69 0,0-6 50 0,0 2 38 0,0-1 39 0,0 1 38 0,0-1 35 0,0-2 37 0,0-2 30 0,0 4 30 0,0 1 28 0,0-2 25 16,0 2-86-16,-8 4-152 0,8 0-76 0,0-5-34 0,0 1-24 0,0 4-14 0,0 0-23 15,0 0-27-15,0 0-25 16,0 0-25-16,0 0-21 0,0 0-21 0,-5 0-12 0,5 0-12 0,0 4-11 0,-6-4-9 0,6 5-12 0,0-1-8 0,0 2-3 15,0-2-3-15,-7 7 2 0,7-8 4 0,0 4 7 0,0 2 2 0,0-4 10 16,-5-1 4-16,5 5 4 0,0-3-2 0,0-1-1 16,0 5 0-16,5-4 0 0,-5-2 2 0,0 5 5 0,7-4-2 0,-7-1 3 0,6 2 3 0,-6-1 1 0,5-5 1 15,3 4 4-15,0 1 0 0,-3-5 5 0,1 7 0 0,1-7 4 0,6 0 5 0,-5 0 3 16,3-7 3-16,-3 7 4 0,5-5 2 0,0 1 7 0,-7-1 5 0,6 5 8 31,-4-10 8-31,4 5 7 0,-5-4 4 0,6 5 5 0,-5-8 4 0,-3 3 3 16,8 0 2-16,-8-1 2 0,4 1-3 0,-2-6-3 0,-7 0 1 0,5 5-10 15,-5-4-5-15,6-2-9 0,-6 1-8 0,0 1-7 0,0 1-8 0,0-3-8 0,-6 1-7 16,1 6-7-16,5-6-4 0,-7 0-6 0,-2 6-4 0,4-1-2 0,-2 1-2 16,-4 3-3-16,3-3-3 0,-5 3-4 0,6 1-5 0,-5 1-1 0,4-2-5 15,-4 6-2-15,-2 0-2 0,9 6 0 0,-8-2 0 0,-1 1-1 0,1 4 1 0,0 3 1 16,6 1 0-16,-4 2 1 0,-5 0 4 0,5 0 1 0,4 4 6 0,-7-5 1 16,2 6 6-16,6-6-1 0,-2 7 3 0,-5-2-1 0,8-4 2 0,-2 3 0 15,0-2 1-15,2-1-1 0,5-1 0 0,-8 6-1 0,8-6 1 0,-7 1-1 16,7-6-2-16,0 7 2 0,0-3 0 0,7 2 1 0,-7-4 4 0,8 4 1 0,-3-2 2 15,2-3 3-15,0 4 3 0,-2 2 3 0,8-7 3 0,-5 6 3 0,5 0 2 16,1-5 3-16,-2 1 3 0,-1 2 2 0,5-4-1 0,-5 3 3 0,2-3-3 0,7-4 0 16,-6 5 0-16,-1-6-3 0,0 1 3 0,5-1-3 0,-4 1-2 0,-1-5-3 15,0 0-1-15,0 0-6 0,0 6-5 0,8-6-11 0,-16-6-14 0,7 6-12 16,-5 0-17-16,6 0-12 0,-6 0-15 0,0-5-18 0,-2 5-23 0,-5-4-33 16,8 4-42-16,-8-5-74 0,0-5-85 0,0 6-91 0,0-1-88 0,0-4-26 0,0-3 2 15,0 3 19-15,-8-1 28 0,8-4 29 0,-5 4 32 0,-2-5 39 0,0 0 43 0,2 6 51 16,-3-7 60-16,8 2 73 0,-7 1 79 0</inkml:trace>
  <inkml:trace contextRef="#ctx0" brushRef="#br0" timeOffset="3504.59">12444 5927 0 0,'8'-12'45'16,"0"3"93"-16,-3 4 53 0,3-5 47 0,-3 1 45 0,0 0 42 0,4-1 39 0,-9-1 37 0,5 1 39 0,-5 1 35 0,0 0 32 0,7-1 9 0,-7-1-4 0,0 2-66 0,6-1-101 15,-6 1-50-15,0 0-23 0,0 3-26 0,0-3-20 0,0 3-23 0,0 0-15 0,0-3-20 16,-6 5-20-16,6-1-17 0,0 5-18 0,-7-4-20 0,7 4-19 0,-5 0-19 16,5-6-19-16,-9 12-15 0,4-6-13 0,0 0-11 0,-8 4-9 0,5 1-9 15,-5 4-4-15,-1-5-7 0,1 8-3 0,1-3-2 0,0 6-1 16,-3-2 4-16,2 2 2 0,2 0 7 0,-5 0 5 0,5 0 4 0,-1 4 4 0,3-4 2 0,-3 4 1 15,1 1 1-15,3-5 1 0,-5 4 0 0,6 2 1 0,-5-3 2 0,4-3 2 16,1 4-2-16,2 0 3 0,-1 1-2 0,-2 1 0 0,-5-2-2 0,13-1-3 0,-7 3-3 16,1-2-4-16,0 2-9 0,6-3-6 0,0 1-7 0,0-4-3 0,0 4-7 15,0 1-8-15,0 1-12 0,0-8-14 0,6 8-14 0,-6-2-16 0,6 0-11 16,1 1-6-16,1 1-11 0,5-3-11 0,-7 1-9 0,-1 2-8 0,10-3-10 16,-3 3-13-16,-5-8-13 0,14 8-14 0,-10-6-32 0,1 0-41 0,2-7-52 15,4 6-55-15,-2-2-21 0,3-9-3 0,1 9 14 0,-1-8 25 0,-1 1 25 0,-4-5 29 16,12 0 31-16,-8 0 30 0,3 0 36 0,-2-5 38 0,1 1 50 0,7-8 56 15</inkml:trace>
  <inkml:trace contextRef="#ctx0" brushRef="#br0" timeOffset="3996.34">13105 6034 0 0,'-8'-6'28'16,"0"-4"142"-16,3 5 79 0,-1-4 55 0,-7-1 43 0,13 1 40 0,-7 0 36 0,-1-3 33 15,3 3 29-15,5 0 27 0,0 3 29 0,0 2 27 0,0-1 28 0,0 1-107 16,0 4-186-16,0-6-88 0,-7 0-42 0,7 3-20 0,0-3-10 0,0 6-13 15,0 0-14-15,-7-5-14 0,7 5-12 0,0 0-14 0,0 0-14 0,0 0-14 0,-5 0-15 16,5 0-13-16,-8 5-11 0,8-5-9 0,-5 6-9 0,-3 3-10 16,8-3-5-16,-6 3-5 0,1-5-3 0,-2 11 4 0,-2-6 0 0,4 7 4 0,-2-7 8 15,-4 6 2-15,11-1 3 0,-16 2 2 0,11-3 0 0,5 7-1 0,-6-4-1 0,-1 2-2 16,1-3-4-16,-2 6-4 0,8-8-9 0,-7 2-5 0,7 6-7 0,0-8-1 16,0 7-1-16,0-4-4 0,0 2-5 0,0-3-6 0,0 4-8 0,0-4 0 15,7 0 0-15,1 3 5 0,-8-2 2 0,6-1 7 0,1-1 9 0,-1 2 9 16,-1-7 9-16,2 0 1 0,7 1 5 0,-8-5 6 0,6 5 10 0,4-4 12 0,-11-6 13 15,9 0 6-15,4 0 9 0,-4 0 7 0,-1-6 10 0,7 0 9 0,-9 2 6 16,10-7 6-16,-8 4 2 0,6 1 4 0,-6-3 3 0,8-7 3 0,-8 6 2 0,-2 0 0 16,-3-3-6-16,4-2-3 0,-3 0-6 0,1 0-6 0,-2 0-5 0,-8 0-10 15,5-4-7-15,3 1-5 0,-8 2-9 0,0-8-4 0,0 3-8 0,0 3-7 16,-8-6-9-16,3-1-5 0,5 6-2 0,-8-11-5 0,-2 6-5 16,1-1-4-16,-3 1-3 0,-2 0-5 0,1 3 0 0,1-4-3 0,-2 1-4 0,-4 6 0 0,-3 2 0 15,2-4-1-15,0 7 1 0,-1 3-1 16,0-1-1-16,0 2-3 0,1 3-4 0,-2 2-5 0,3-1-7 0,-3 10-5 0,3-5-7 0,4 4-5 0,-5 2-6 15,7 3-7-15,-1 2-6 0,-1 3-8 0,1-5-6 0,0 6-8 0,0 0-8 0,8 0 0 16,-11 4-3-16,11-5 3 0,-1 2 3 0,-1 2 5 0,2-3 3 0,-4 6 4 16,9-8 6-16,0 2 2 0,0 0 0 0,0 0 1 0,0 0 3 0,0 0 1 15,9 0 7-15,-9-2 1 0,12 2 4 0,-12 1-2 0,11-2-9 0,-3-1-12 16,5 2-14-16,0 1-22 0,0-2-25 0,0 5-30 0,1-4-27 0,-1 0-46 16,-1 0-49-16,0 0-14 0,9 0-1 0,-8-2 8 0,-1 2 15 0,2-6 20 0,-1 3 24 0,-8-3 27 15,11 1 32-15,-11-6 34 0,1 6 37 0,-6-10 40 0,0 0 57 0</inkml:trace>
  <inkml:trace contextRef="#ctx0" brushRef="#br0" timeOffset="4265.18">12789 6332 0 0,'-5'-6'9'0,"-1"1"126"0,-1 1 75 0,7-5 56 0,-5 3 49 0,5-3 41 0,0 3 36 0,-9-4 36 0,9 1 31 16,0-2 32-16,9 3 26 0,-9-3 29 0,0 8 26 0,0-4-84 0,5-2-153 0,-5 4-80 15,7-1-48-15,-7 2-30 0,0-1-22 0,6 1-17 0,-1-1-17 0,-5 1-11 16,8 4-16-16,-8-6-9 0,8 6-10 0,-3-6-11 0,2 6-8 0,-1 0-8 15,0 0-9-15,1 0-6 0,6 0-3 0,-7 6-2 0,7 0-4 0,-5-6-3 16,4 9-2-16,0-5-1 0,3 5 1 0,-2-3-4 0,-2 3 1 0,5 3-2 0,-11 2-4 16,8-6-1-16,1 7-3 0,-2 0-3 0,-6 0-5 0,7 0 0 0,-5 3-2 15,-3 3 0-15,9-2-1 0,-9 2-6 0,3-3-12 0,-1 1-8 0,-2 7-10 16,9-3-10-16,-14-2-7 0,5 3-11 0,11-6-13 0,-11 9-13 0,1-9-14 0,1 1-15 16,-2 2-15-16,4-8-16 0,-4 2-15 0,2 0-14 0,-1 0-14 0,1-6-15 15,0 1-17-15,0 1-46 0,-2-1-60 0,3-1-65 0,-3 0-66 0,1-3-16 16,2-2 7-16,-1 1 21 0,-2 1 24 0,-5-3 31 0,9-3 33 0,-9 0 36 0,5 0 37 15,0-3 43-15,-5 3 42 0,8-6 62 0,-8 1 65 0</inkml:trace>
  <inkml:trace contextRef="#ctx0" brushRef="#br0" timeOffset="4519.18">13500 6512 0 0,'8'-4'5'0,"-3"-1"121"0,3-1 76 0,4 2 59 15,-5-2 51-15,-7-3 48 0,5 4 44 0,2-5 44 0,-7 6 42 0,8-7 40 0,-3 8 37 16,-5-3 31-16,0-4 32 0,8 5-82 0,-2-1-145 0,-6 2-85 0,5 1-48 16,3-3-37-16,-8 1-27 0,8 5-27 0,-3-4-24 0,1 4-24 0,1 0-24 0,-7-6-18 15,5 6-19-15,4 0-11 0,-2 0-9 0,-7 6-10 0,5-6-8 16,1 4-8-16,-6 1-7 0,0 1-4 0,5-3-4 0,-5 7-1 0,0-5-2 0,0 11-1 16,0-7-1-16,0 6-1 0,-5-2-3 0,5 2-12 0,-6 0-11 0,1 0-18 15,-2 3-16-15,-2-2-21 0,4 3-26 0,-8-5-27 0,8 7-30 0,-11-6-46 16,11-2-49-16,-9 2-71 0,1 0-83 0,1 0-92 0,5-6-88 0,-5 1-25 0,-1-5 5 15,-1 5 23-15,9-4 33 0,-11-1 39 0,4-5 42 0,6 4 50 0,-8-4 51 0,7-4 57 16,-4 4 63-16,4-5 72 0,1-1 75 0</inkml:trace>
  <inkml:trace contextRef="#ctx0" brushRef="#br0" timeOffset="5366.1">14321 6062 0 0,'0'-4'1'0,"-5"-2"105"0,-2 1 68 0,7-4 50 0,-9 5 47 0,9-5 41 0,-5 2 40 0,5-2 37 0,0-2 37 0,0 7 30 0,0-1 29 0,-6-4 29 0,6 5 24 0,0 4-73 16,0-6-134-16,0 6-71 0,6-6-39 0,-6 6-32 0,0 0-28 0,0 0-27 0,0 0-27 16,0 0-18-16,0 0-20 0,0 0-9 0,0 0-12 0,5 0-5 0,-5 0-6 15,9 6-4-15,-9 0-2 0,7 3-5 0,-2-5-3 0,1 5 2 0,-6 2-3 16,7-2 3-16,-1 7 4 0,2-3-1 0,-8 2-2 0,7 0 0 0,-7 5-4 0,5-1-5 15,-5-3-6-15,6 2-3 0,-6 2-6 0,0 0-3 0,8-2-5 0,-8 9-9 16,0-9-15-16,0 1-11 0,0 2-9 0,0-3-10 0,0 3-6 0,0 3-8 16,-8-10-10-16,8 6-5 0,0 1-7 0,0-3-6 0,0-2-3 0,0-2-2 15,0-4 2-15,0 3 9 16,0-2 13-16,0-7 10 0,0 7 11 0,0-7 13 0,0 2 11 0,0-6 17 0,0 0 18 0,0 0 20 0,0 3 17 0,0-3 18 0,0 0 12 16,0 0 9-16,0 0 4 0,0 0 5 0,0-3 2 0,0-7 2 0,0 5 3 0,-6-5-2 31,6-1-3-31,-5-2-7 0,5 3-4 0,-7-4-7 0,7-7-7 0,-8 8-4 15,2-8-7-15,-1 1-2 0,1 1-1 0,6-6 0 0,-5 7-2 0,-2-7-1 16,-2-1-4-16,4 4-2 0,5-5-2 0,-6 5-5 0,6-8-5 0,0-1-6 16,-7 7-4-16,7-4-5 0,0-2-7 0,7 5-3 0,-7-4-1 0,0 4-2 0,6 1-2 15,-6 5-3-15,5-1-1 0,-5 1-3 0,9 4 0 0,-2 0-2 0,-2 0 0 16,1 2-2-16,1-2 0 0,-1 5-2 0,2-1 3 0,-1 2 0 0,-2 5-1 16,9-5 5-16,-9 3 0 0,8 0 0 0,1 3 4 0,-1 3-1 0,0-6 3 15,0 12 1-15,0-6 4 0,0 3 2 0,7 3 3 0,-8 0-2 0,1 3 0 0,1 0 1 16,-2 6 1-16,2-5-2 0,-1 5 1 0,-1-2-1 0,-3 2-1 0,-4 6 2 15,1-8 1-15,-6 7 1 0,7-5-2 0,-7 4 2 0,0 2-1 0,-7-2 0 16,7-5 1-16,-6 5-3 0,1-4-3 0,-4 4-5 0,2-4-7 0,2 0-5 0,-8 0-8 16,-1-6-12-16,9 6-10 0,-8-6-15 0,-1 3-16 0,7-3-20 0,-5 1-19 15,-2-7-25-15,1 3-29 0,7 3-23 0,-7-3-23 0,8 0-32 0,-9-2-41 16,7 1-45-16,-6-5-47 0,7 4-44 0,-2-4-39 0,3 0-4 0,-8 5 16 0,13-5 26 16,-8 0 32-16,2 0 37 0,1-5 41 0,5 5 37 0,0 0 40 0,0 0 47 15,0-4 48-15,0-1 53 0,0 1 67 0</inkml:trace>
  <inkml:trace contextRef="#ctx0" brushRef="#br0" timeOffset="5899.23">14732 6034 0 0,'13'0'3'0,"-7"0"110"0,-1 0 64 0,2-6 40 0,2 6 31 0,-4-3 29 0,2-4 29 0,-1-2 29 0,-1 4 30 0,3-5 28 0,0 5 28 16,-3-4 30-16,1-1 31 0,2 4-73 0,-3-3-124 0,3 3-57 0,-1-3-20 15,-2 5-5-15,2-5 5 0,-2 3-4 0,2 0-4 0,-7-3-7 0,8 4-7 0,-3-5-9 16,-5 5-9-16,8 1-11 0,-8 0-11 0,0-1-15 0,0 5-12 0,6-6-16 15,-6 6-12-15,0 0-13 0,0 0-11 0,0-4-8 0,0 4-12 0,-6 0-11 16,6-6-9-16,0 6-9 0,-8 0-10 0,8 0-10 0,-5 0-5 0,-3 0-9 0,8 0-3 16,-7 0-5-16,2 0-3 0,-2 6-2 0,2-6-4 0,-10 4 0 0,10 2 0 15,-9-1 0-15,9 3 2 0,-11 3-1 0,11-2-1 0,-8 0 3 16,8 3 1-16,-11-3-1 0,11 4-2 0,-1 2-1 0,-7 1-3 0,5-7 0 0,3 6-3 0,-2-1 1 16,0 2-1-16,2-3-1 0,-3 2-2 0,8-4-2 0,-7 4 1 0,2-6-2 15,5 1-1-15,-9 5 3 0,9-5 0 0,0-5 2 0,0 4 2 0,0 1 1 16,0-7 2-16,0 3 2 0,0-1 2 0,0-1 3 0,0 2 4 0,0 0 7 15,9-2 6-15,-9-4 5 0,5 5 4 0,2-5 6 0,-7 4 3 0,8-4 5 0,-3 0 4 16,2 0 7-16,0 0 9 0,-2 0 6 0,3 0 6 0,5 0 3 0,-7-4 5 16,-1-1 2-16,11 5 2 0,-11-4 2 15,8-2 2-15,-8-4 1 0,11 5 2 0,-11-4 2 0,9 3-4 0,-9-3-3 0,10 0-4 0,-10-1-4 0,7-1-2 0,-5 1-6 16,6-3-4-16,-5 2-6 0,3-4-5 0,-4 5-6 0,2-4-5 0,2 4-5 16,-4 0-1-16,-2 1-4 0,4-2-1 0,-2 2-3 15,-7 5-3-15,5-1-5 0,-5 1-2 0,6-2-2 0,-6 6-7 0,0 0-1 0,0 0-3 0,0 0 0 0,0 0 2 16,0 6 2-16,0-2 1 0,0 1 1 0,0-1-1 15,0 5 0-15,0-3 4 0,0 8-1 0,0-4 1 0,0 0 6 16,0 4 3-16,0 1 3 0,0 1 2 0,0-7 0 0,-6 6-3 0,6 0-2 0,0 0-4 0,0-6-5 0,0 4-9 0,0-2-9 16,6 5-13-16,-6-7-12 0,0 0-12 0,7 1-10 0,-7-1-14 0,6 3-12 15,-6-3-14-15,8 0-14 0,-3-5-18 0,2 7-18 0,-1-7-20 0,8 1-11 16,-7 1-14-16,6-2-16 0,-2 2-20 0,4-1-32 0,-3-5-34 0,0 0-51 0,9 4-51 16,-8-4-17-16,6-4 2 0,-1 4 19 0,3-5 24 0,-2-1 31 0,1-4 33 15,7 1 33-15,-8-2 34 0,-1 3 38 0,3-3 41 0,5-4 47 0,-6 6 53 16</inkml:trace>
  <inkml:trace contextRef="#ctx0" brushRef="#br0" timeOffset="6121.76">15493 6088 87 0,'7'-15'157'0,"0"0"48"0,-2 0 45 0,2-3 42 0,1 2 45 0,-8-4 41 0,0 1 36 0,0 4 36 0,0-4 34 0,0 4 31 0,-8-5 34 0,8 5-60 16,-7 2-114-16,7-3-59 0,-5 1-33 0,-2 6-26 0,7 0-24 0,-7-1-28 15,7-1-29-15,-5 7-23 0,-3-1-21 0,8-1-20 0,-8 2-20 0,8 4-18 16,-5-5-20-16,-1 5-19 0,6 0-16 0,-5 0-11 0,-2 5-10 0,-2-5-7 0,4 4-1 16,5 2-5-16,-13-1 0 0,8 5 0 0,-4-5-1 0,2 5 2 0,-4-1 4 15,3 0 1-15,3 6 4 0,-3-5 4 0,3 5 2 0,-2-6 3 0,0 6 1 16,0 0 0-16,1 0-1 0,-1-2-2 0,2 2 0 0,-3 1-1 0,2-2 0 15,6 1 0-15,-5 1-2 0,-3-3 1 0,8 1-2 0,0-4 0 0,-8 5-3 16,8 0 0-16,0-6-2 0,0 6-3 0,0-6-2 0,8 7-4 0,-8-7-6 0,8 6-10 16,-8-6-6-16,5 3-7 0,1-3-9 0,2 0-8 0,-3 1-14 0,2-1-10 15,6 3-15-15,-6-3-14 16,5-4-11-16,1 3-20 0,1-2-22 0,-2-6-19 0,2 5-16 0,-1-5-30 0,1 4-37 0,4-4-65 0,-5-4-78 0,7 4-40 0,-8-5-19 16,8-1 6-16,-1 2 19 0,-4 0 24 0,4-7 30 0,2-4 34 0,-10 6 39 0,10-6 38 31,-9-4 39-31,0-2 50 0,3 3 52 0,-4-1 70 0,2-2 70 0</inkml:trace>
  <inkml:trace contextRef="#ctx0" brushRef="#br0" timeOffset="6313.01">15780 5751 0 0,'0'-21'15'0,"0"8"128"0,-8-8 70 0,8 6 52 0,-5 0 44 0,5 2 42 15,-6-2 41-15,6 5 37 0,0 0 34 0,0 6 26 0,0-6 25 0,-7 5 20 0,7-1 20 16,0 6-99-16,7-3-166 0,-7 3-83 0,0 0-43 0,0 0-30 0,0 0-28 16,0 0-17-16,0 0-16 0,0 0-13 0,0 9-7 0,0-4-3 0,0 5 1 15,0 4-1-15,0 0-1 0,0 1-6 0,0 0-4 0,0 3-2 0,0 3 1 0,0-2 4 16,6 2 5-16,-6-2-4 0,0 5-9 0,0-4-21 0,-6 3-27 0,6-3-27 15,0 5-31-15,0-6-34 0,0 1-32 0,0 5-39 0,-7-7-39 0,7 3-53 16,0-2-62-16,0-5-82 0,0 6-85 0,0 0-39 0,0-5-8 0,7 0 15 0,-7-6 29 16,0 1 39-16,0-1 39 0,6-3 46 0,-6-3 47 0,5 4 49 0,3-7 52 0,-8 0 58 15,8-7 63-15</inkml:trace>
  <inkml:trace contextRef="#ctx0" brushRef="#br0" timeOffset="6613.78">15912 6058 80 0,'5'-6'158'0,"0"-3"50"0,3 0 46 15,-3 0 39-15,3-3 42 0,-8 3 39 0,6-1 39 0,1 1 37 0,-7-6 40 0,6 6 34 16,-6-3 36-16,8 3-51 0,-8 5-109 0,0-5-60 0,5 3-40 0,-5-3-26 15,0 3-19-15,0 1-20 0,0 1-21 0,0 4-20 0,0-6-21 0,0 1-20 16,0 5-22-16,0 0-21 0,-5-4-25 0,5 4-21 0,-8-4-21 0,8 4-16 0,-6 0-16 16,6 0-11-16,-7 0-10 0,1 0-6 0,-2 0-6 0,-5 4-5 0,8-4-5 15,0 4-2-15,-9 1-2 0,7 1-1 0,-6-2 0 0,7 1 4 0,-7 1 3 16,6-3-1-16,-7 3 2 0,8 4-1 0,-1-5-2 0,-7 5 0 0,9-7-4 0,0 9 0 16,-3-9-3-16,3 9-1 0,-3-8-2 0,0 5 1 0,3-4 0 0,-1-1-2 15,-1 7 1-15,7-7 1 0,-6 1 2 0,6 5 3 0,0-4 2 0,-7-2 1 16,7 1 1-16,0 4 3 0,0-3 2 0,7-2 4 0,-7 1 3 0,0 5 4 15,6-4 4-15,1-1 3 0,-1 4 3 0,-1-5 3 0,3 6 2 0,0-5 2 0,-3 4 3 16,8-2 1-16,-8 2 1 0,9-4 2 0,-7 5-1 0,7-7 0 0,-1 3 2 16,0 3-2-16,-7-3 1 0,7 0-3 0,-6-2 0 0,7 5-8 0,-4-4-7 15,-2-1-18-15,-3 2-19 0,9-1-27 0,-7-1-28 0,-1 1-30 0,2-5-34 16,-3 7-34-16,-5-4-32 0,8-3-58 0,-8 6-72 0,0-6-70 0,0 0-65 0,5 0-16 0,-5 0 5 16,0 0 25-16,0 0 31 0,0 0 39 0,0-6 41 0,-5 3 46 0,5-4 44 15,0 2 46-15,0-4 46 0,0-1 59 0,0 1 72 0</inkml:trace>
  <inkml:trace contextRef="#ctx0" brushRef="#br0" timeOffset="7264.99">16125 5980 0 0,'0'0'16'0,"8"-4"130"0,-8-2 70 0,5 6 48 0,-5-6 38 0,7 3 36 0,-7-3 32 16,6 0 34-16,-6 3 33 0,6-7 30 0,-6 5 27 0,0 5 29 0,0 0 25 16,0 0-96-16,0 0-164 0,0 0-83 0,0 0-40 0,0 0-23 0,0 0-21 0,0 0-18 15,0 0-20-15,0 0-15 0,0 0-14 0,-6 0-14 0,6 5-10 0,-6-1-11 16,6-4-12-16,-7 6-5 0,7 3-8 0,0-3-4 0,-5-3-1 0,5 9 1 15,-8-3 6-15,0-5 4 0,8 5 4 0,-5 2 0 16,5-2-4-16,-6 1-3 0,6 0-2 0,0-1-2 0,-7-4-3 0,7 5-1 0,0 1 0 0,0-1-2 0,0-5-1 16,7 4 2-16,-7-5-1 0,0 6-1 0,6-5 2 0,-6 1 1 0,5-3 3 0,3 4 1 15,0-7 3-15,-3 5 3 0,2-5 2 0,-1 4 4 0,0-4 1 0,2 0 4 16,4 0 3-16,-6 0 0 0,7 0 4 0,-5 0 3 0,5-4 2 0,-2 4 2 16,-4 0 4-16,7-5 4 0,-7-2 2 0,4 4 6 0,-3-3 4 0,5 1 1 15,-7 1 1-15,1-6 0 0,-2 5-2 0,4-4-1 0,-2-1 1 16,-7 4-3-16,5-3-4 0,-5-2-2 0,6 2-3 0,-6-1-5 0,0 0-6 0,0 1-7 15,-6-2-7-15,6 2-7 0,-5 0-5 0,5 5-4 0,-7-8-3 0,-2 9-3 0,4-3-6 16,-2 0-3-16,1 3-5 0,1 3-4 0,-3-6-6 0,-5 6-2 0,7 6-1 0,-1-6 0 16,-7 3 1-16,7 3 2 0,-4 3 2 0,5-3 1 0,-9 4 0 0,10-1 3 15,-9 0 1-15,9 2 1 0,-2 5 4 0,-1-7 1 0,2 4 0 0,0-2 4 16,-1-2 2-16,2 7-1 0,5-7 3 0,0 6-2 0,0-6 2 0,0 0 0 16,0 3 3-16,0 1 6 0,5-4 0 0,-5 2 4 0,7-1 3 0,-1 0 3 0,0-5 5 15,9 4 4-15,-10 1 2 0,9-5 5 0,-9 4 4 0,10-2 4 0,-3-4 7 16,8 3 3-16,-7-1 7 0,6-1 5 0,0-4 5 0,2 0 5 0,-3 4 6 15,3-4 5-15,-2 0 2 0,1-4 5 0,-1 4 2 0,0-4 2 0,1-1 3 0,-6-1-1 16,4 3 2-16,3-9-4 0,-8 3-2 16,6-1-5-16,-7 1-3 0,2-6-6 0,-1 0-4 0,1-4-4 0,-2 5-4 0,1-7-5 0,-7-2-5 0,7 2-7 15,-8-3-5-15,4-1-6 0,-4 1-4 16,2-6-5-16,1 6-4 0,-8-4-2 0,5-2-3 0,-5 0-3 0,0-4-5 0,0 4-1 0,0 2-1 0,0-2 2 16,0 2 2-16,-5 3 2 0,5-4 5 0,-8 9 0 0,8-4 0 0,-7 10 2 0,7-2-3 15,-5 1-3-15,5 6-5 0,-9 4-5 0,9 1-3 0,-5-2-5 0,0 6-2 16,5 6-2-16,-8-2-3 0,2 1-4 0,-1 10-5 0,1-6-3 0,-6 7 0 31,3-2 1-31,4 5-1 0,-2 0 7 0,1 2 4 0,1-3 8 0,-4 7 4 0,9-5 3 16,-7 5 4-16,7-6 3 0,0 5-1 0,0-4 3 0,0 3 3 0,0-3 0 15,0 5 4-15,7-6-1 0,-7 1 2 0,0 5-1 0,9-7-2 0,-4 3 1 16,-5-2-5-16,6 5-9 0,1-5-8 0,-7 1-16 0,5-4-16 0,4 2-21 0,-9-3-21 16,5 6-26-16,-5-8-28 0,7 2-36 0,-7 0-40 0,6-5-35 0,-6 4-36 15,7-4-46-15,-7-1-53 0,0 3-60 0,0-3-58 0,0-4-23 0,0 3-3 0,0-8 19 16,0 0 30-16,0 0 38 0,0 0 42 0,0 0 47 0,0-4 48 0,-7 0 49 15,1-1 47-15,6-4 53 0,-7-3 56 0</inkml:trace>
  <inkml:trace contextRef="#ctx0" brushRef="#br0" timeOffset="7407.1">16470 6047 0 0,'-13'-9'1'0,"7"-1"103"0,-7 7 77 0,6-4 56 0,-7-2 46 0,9 4 45 0,0-1 42 0,-4-3 39 0,4 9 38 0,-2-4 32 0,7-1 28 0,0 1 25 0,0-2 25 0,0 0-73 0,0 3-126 16,7-3-76-16,-2 0-48 0,-5 3-31 0,9-3-28 0,-4-3-26 0,0 5-27 0,9-2-23 15,-7-3-20-15,-1 3-13 0,7 1-12 0,0-5-8 0,0 5-10 16,1 1-21-16,-2 0-32 0,1-1-35 0,1 5-40 0,-2-6-44 0,8 6-46 0,-8-4-66 15,2 4-77-15,-1-6-90 0,0 6-100 0,0-5-39 0,1 1-6 0,-9-2 6 16,10 1 16-16,-3 1 32 0,-5-5 39 0,-2-1 48 0,3-5 50 0,5 0 55 0,-7 6 59 16,-1-6 68-16,2-6 73 0</inkml:trace>
  <inkml:trace contextRef="#ctx0" brushRef="#br0" timeOffset="7612.99">16778 5623 0 0,'0'0'1'0,"5"5"106"0,1-5 93 0,-6 0 66 15,7 0 55-15,-1-5 54 0,2 0 53 0,-1 1 48 0,-2-6 49 0,7-1 40 0,-5 1 37 0,1 7 32 16,5-12 29-16,-2 9-71 0,4-3-130 0,-3 0-94 0,0-3-69 0,9 8-45 15,-8-5-30-15,6 4-30 0,-1-1-30 0,3 2-25 0,-2 4-26 0,1 0-17 16,-6 0-11-16,4 4-47 0,-4 2-38 0,7-1 0 0,-8 4 0 0,-3 1 0 16,4 5 0-16,-7 0 0 0,6 3 0 0,-6 3 0 0,0 3 0 0,-2 1 0 0,-5 3 0 15,0 2 0-15,0-2 0 0,-5 8 0 0,-2-2 0 0,-13 5 0 0,8-5-62 16,-15 5-126-16,1 4-60 0,-6-3-67 0,-7 3-67 0,-7 2-109 0,2 4-126 16,-11-4-52-16,4 4-12 0,-9-7 12 0,2 2 25 0,-8-5 40 0,8 1 47 0,-5-1 55 15,-3-9 55-15,-7-2 71 0,10-4 73 0,-3-3 73 0,-6-6 73 0</inkml:trace>
  <inkml:trace contextRef="#ctx0" brushRef="#br0" timeOffset="17058.43">7971 9759 73 0,'0'-9'143'0,"7"5"43"0,-7-5 35 0,0-2 31 0,0 1 30 0,0 5 27 0,-7-5 28 0,7 1 27 0,0 3 30 0,0-3 26 0,0 5 27 16,0-1-57-16,0-1-105 0,0 6-56 0,0-4-29 0,0 4-16 0,0-6-9 15,0 6-5-15,0-4-8 0,0 4-8 0,0-5-7 0,0 5-12 0,0 0-11 0,0 0-14 16,0 0-10-16,0 0-14 0,0 0-10 0,0 0-12 0,0 0-14 0,0 0-12 16,0 0-13-16,0 0-14 0,0 0-12 0,0 0-8 0,0 0-8 0,-6 5-4 0,6-5-5 15,0 4 2-15,-8 6-2 0,8-4 2 0,0 3 1 0,-5 6 2 0,5-6 4 16,-8 12 1-16,8-6 4 0,0 3 2 0,-5 1 6 0,5 6-1 0,-5-5 0 15,5 5 0-15,-9-7-2 0,9 7-2 0,0-1 0 0,0-3-2 0,-5 3 0 0,5-5-3 16,0 2-1-16,0-3-1 0,5 1-2 0,-5 2-2 0,0-8-1 0,0 7 0 16,9-10 0-16,-9 5-4 0,5 0 3 0,0-6-2 0,3 0-2 15,-8 3 2-15,5-3 0 0,3 1 3 0,-2-7 2 0,1 3 3 0,-1-1 3 0,7-1 7 0,-6 2 4 16,-1-6 8-16,-1 0 12 0,11 0 7 0,-11 0 8 0,3 0 9 0,3-6 7 16,2-3 6-16,-6 3 6 0,7 3 4 0,-1-7 3 0,1 1 4 0,-9-3 2 15,8 3 2-15,0-6 1 0,0 6-2 16,-8-6-2-16,3 0-6 0,5 6-3 0,-5-5-3 0,-3 0-5 0,-5-2-3 0,6 5-5 0,-6-2-2 0,8-2-3 0,-8-6-3 15,0 8-5-15,0-8-4 0,0 7-3 0,-8-5-5 0,8 4-5 0,0 0-4 16,-6 0-4-16,6 2-2 0,-5-2-4 0,5 5-3 16,-8-1-2-16,8 2-3 0,0 0-2 0,-7 5-7 0,7-2-3 15,0 6-11-15,-6-6-4 0,6 6-7 0,0 0-3 0,0 6-4 0,-8-6 0 0,8 6-4 0,0 3 0 0,0 0 1 0,-5 1-1 16,5-1 0-16,0 6-1 0,-5 4 0 0,5-4 4 0,0 6 0 16,0-3 2-16,0 3 1 0,0-2 0 0,0-1 1 0,5-3 2 0,-5 6 1 0,5-8-2 0,3 7 2 15,-2-4 2-15,1-3 2 0,1 7 1 0,-3-10 6 0,9 5 5 0,-9 0 3 16,8-6 7-16,1 7 5 0,-2-7 5 15,2-4 4-15,-1 5 3 0,-1-7 6 0,8 3 3 0,-8-1 10 0,4-1 7 0,0-4 8 0,0 0 7 0,3-4 10 16,1-1 13-16,-8 5 9 0,8-9 7 0,-1-1 7 0,-7 5 4 0,9-4 8 0,-10-7 4 16,10 7 2-16,-8-6-1 0,8 0-2 0,-10 0-4 0,2 0-5 0,0 2 1 15,1-3-10 1,-9-4-9-16,3 2-9 0,5-2-6 0,-13 0-3 0,8 2-11 0,-3-7-7 16,-5 1-6-16,0-1-7 0,-5-5-5 0,5 0-6 0,-8 2-6 0,2-2-6 0,-1 6-9 0,-1-5-3 0,-3 5-4 0,3-1-4 15,3 1-5-15,-8 4-2 0,5 5-5 0,2 2-1 0,-6 1-5 0,4 3-7 0,2-1-11 0,0 5-10 16,6 5-17-16,-7 0-12 0,2 0-19 0,-2 0-17 0,-2 5-22 0,4 2-20 15,-1 2-21-15,6 0-24 0,-7 6-29 0,2-6-29 0,-4 10-29 0,4-4-48 0,5 5-57 16,-7 0-59-16,7-2-56 0,0 7-10 0,0-5 15 0,0-1 26 0,7 2 34 0,-7-2 35 16,5-1 39-16,9-3 42 0,-7-3 46 0,4 1 45 0,-2-8 49 0,3 4 59 15,1-3 66-15</inkml:trace>
  <inkml:trace contextRef="#ctx0" brushRef="#br0" timeOffset="17691.14">8800 9750 0 0,'0'-9'1'0,"0"-6"111"0,0 0 81 0,0 1 59 0,0 0 42 0,0-7 42 0,5 2 40 0,-5 4 35 0,0-9 34 0,0 5 31 0,6-2 30 0,-6 2 28 0,7-1 27 0,-7 2-73 0,6-2-130 16,1 0-83-16,-1 5-59 0,-6 1-26 0,7 0-14 0,-1-1-17 0,2 6-20 15,-3-1-16-15,-5 4-15 0,8-3-15 0,-8 9-14 0,5-6-13 0,-5 6-11 16,0 0-11-16,7 0-11 0,-7 0-9 0,0 6-6 0,7 3-10 0,-7-3-5 0,0 7-4 16,0-2-3-16,5 8-2 0,-5-4-1 0,0 10 4 0,0-7-1 0,0 7 3 15,-5 4-1-15,5 2 0 0,0-3-2 0,-7 2-5 0,7 4-11 0,-7-5-9 16,2 5-14-16,-3 0-8 0,8-4-8 0,-5-2-9 0,5 2-11 0,-8 0-9 0,8-6-12 15,0 1-6-15,-6-6-5 0,6-1-1 0,0 3-1 0,0-6 2 0,6-2 1 16,-6 2 6-16,0-3 7 0,0-3 8 0,0 0 6 0,8 1 7 0,-8-5 8 16,0-1 12-16,0 1 11 0,5 1 7 0,-5-6 7 0,0 0 5 0,0 0 6 0,0 0 10 15,0 0 10-15,0 0 12 0,0 0 16 0,0 0 14 0,0 0 13 0,8-6 12 16,-8 6 7-16,0 0 9 0,5-5 3 0,-5 1 3 0,7-1 2 0,-7-1 3 16,7-2-3-16,-7 3 0 0,5-4-5 0,2-7-7 0,-7 5-11 0,8 2-9 15,-3-4-15-15,2-3-10 0,0 2-15 0,-7 4-5 0,5-4-8 0,3-2-6 0,0 7-7 16,-3-6-6-16,1 6-1 0,-1-1-6 0,-5 4-3 0,7 1-4 0,2 1-7 15,-9-2 3-15,5 6-2 0,2 0 2 0,-7 0 3 0,6 6 2 0,-1-2 4 16,3 7 4-16,0-7 1 0,-3 7 4 0,1-2 4 0,2 5 1 0,-3-3 3 0,3 4 2 16,-1-2 6-16,-2-4-1 0,9 6 3 0,-9 1-1 0,3-2-2 0,5 1-1 15,-7-6-1-15,6 1 0 0,-3 1 0 0,3-3-2 0,-1 3-2 0,5-2 2 16,-5 1 3-16,2-4 3 0,0-1 1 0,0-1 2 0,1 1 3 0,-2-5 4 16,7 4 5-16,-4-4 5 0,4 0 8 0,-6-4 4 0,6 4 7 0,-6-5 5 0,0 1 5 15,5-1 2-15,-4-1 5 0,1 2 2 0,-3-2 3 0,0-3 5 0,2-2 5 16,-1 3 2-16,-6 3 0 0,-2-4 0 0,9-7-2 0,-7 5-2 0,-1 2-1 0,-6-4-4 15,5-3 0-15,-5 2-6 0,8-1-4 0,-8-1-7 0,0-2-4 0,0-1-4 16,0-2-5-16,0 1-2 0,0 1 1 0,0 0 3 0,0 4 1 0,0 1 2 16,-8-2 0-16,8 1 0 0,0 6-4 0,0 5-6 0,0-1-5 0,0 1-10 15,0 4-7-15,0 0-9 0,0 0-10 0,0 0-10 0,0 0-7 0,0 0-7 16,0 4-8-16,-5 1-7 0,5-1-3 0,0 5 1 16,0 6 2-16,0-3 4 0,0 1 7 0,0 2 6 0,5 6 9 0,-5-8 7 0,0 7 8 0,0-5 6 0,0 4 0 15,8-4 0-15,-8 0 1 0,0 4-1 0,0-10 1 0,8 6-1 0,-8 0 0 16,0-5-2-16,0-1-2 0,5 0-12 0,-5 6-8 0,0-10-14 0,6 5-16 0,-6 1-19 15,0-7-25-15,0 0-23 0,8 2-25 0,-8-6-23 0,0 5-22 0,0-5-18 16,0 0-18-16,0 0-26 0,0 0-32 0,0 0-78 0,0 0-103 0,0 0-49 16,-8-11-26-16,8 3 11 0,0-3 26 0,0-4 34 15,-6 0 39-15,6 2 36 0,-5-8 36 0,5-3 39 0,-8-1 35 0,0-3 48 0,3-2 53 0,5 1 80 0,-6 0 94 0</inkml:trace>
  <inkml:trace contextRef="#ctx0" brushRef="#br0" timeOffset="17818.55">9417 9491 0 0,'-6'-18'3'0,"0"-3"122"0,-2 7 89 0,1 0 65 0,2-1 50 0,5 6 41 0,-9-1 33 0,4-1 29 0,5 1 26 0,-5 5 19 0,5-4 15 0,0 5 11 0,0 4 9 0,0 0-96 0,0 0-152 0,0 0-105 15,0 0-78-15,0 0-46 0,5 0-27 0,-5 0-13 0,5 4-13 0,-5 1-14 16,9-1-19-16,-9 7-18 0,5-2-18 0,2-3-20 0,1 7-18 0,-2-2-41 16,0-1-54-16,1 4-79 0,-7 0-88 0,5 1-38 0,2-6-17 0,0 6 2 0,-7 1 10 15,7-7 22-15,-7 6 27 0,6-6 33 0,1 3 38 0,-7-9 40 0,5 3 41 0,-5-3 56 16,9 3 60-16</inkml:trace>
  <inkml:trace contextRef="#ctx0" brushRef="#br0" timeOffset="18075.89">9684 9604 101 0,'6'-4'183'0,"2"-7"56"0,4 1 45 16,-6 1 39-16,0-6 37 0,9 0 37 0,-10 0 36 0,9 2 39 0,-9-8 38 16,3 6 37-16,5-3 34 0,-7 2-61 0,1-2-115 0,6 3-74 0,-5-1-50 0,-3 2-25 15,1 4-16-15,-6 1-10 0,7 0-13 0,-2 3-18 0,-5 3-22 0,0-4-25 16,0 7-23-16,0 0-26 0,0 0-22 0,0 0-23 0,0 0-23 0,0 0-17 16,0 0-11-16,0 7-11 0,0-4-5 0,0 7-7 0,0-5-4 0,0 10 1 15,0-6 1-15,0 7 4 0,0 2 1 0,0 2 4 0,0 0 7 0,0 4 4 16,-5 6 6-16,5-6 1 0,-7 4-1 0,7 8-2 0,-6-2-5 0,6-6-5 0,-5 7-8 15,-3 5-10-15,8-6-12 0,0-1-8 0,-8-2-10 0,8 2-19 0,8-3-18 16,-8-2-21-16,0 2-26 0,8-6-25 0,-3 1-29 0,-5-1-34 0,6-5-38 0,1 6-53 16,-2-5-58-16,4-1-80 0,-4 0-89 0,2-5-26 0,5 2 2 0,-4-1 21 15,-1-1 33-15,-2-4 35 0,3-4 41 0,-2-2 45 0,-1 1 43 0,3-5 54 16,-3-5 52-16,2 1 63 16,0-8 68-16</inkml:trace>
  <inkml:trace contextRef="#ctx0" brushRef="#br0" timeOffset="18501.32">10011 9795 0 0,'5'-15'37'0,"-5"6"154"16,0-3 85-16,0 3 59 0,0 0 44 0,5-1 39 0,-5 1 31 0,0-2 32 0,0 1 30 0,9 6 27 16,-9-1 25-16,0-1 23 0,5 3 22 0,-5 3-122 15,0 0-203-15,7 0-106 0,-7 3-49 0,6-3-28 0,-6 6-10 0,8-1-9 0,-8-1-9 0,0 2-9 0,0-2-9 16,6 7-8-16,-6-2-7 0,0 1-6 0,0-5-7 0,7 8-6 0,-7-1-9 31,0-3-2-31,0 1-6 0,0-1-3 0,5 6-3 0,-5-6 1 0,0 3-3 0,8-3-2 16,-8 0 2-16,0 0-3 0,6 1-2 0,1-5 0 0,-7 1 1 0,6 4 2 15,-1-5 0-15,2-1 1 0,7 1-1 0,-9-5 2 0,8 4 0 0,-5-4-1 16,5 6-6-16,1-6-3 0,4 0 0 0,-4 0-2 0,-2-6 4 0,1 6 0 0,6-4 1 16,-3-1 2-16,-5 1 1 0,1-1 3 0,4-1 2 0,-5 2 4 0,2-7 6 15,-5 1 5-15,4 1 12 0,-6 0 7 0,0-6 10 0,2 5 5 0,-8-5 1 0,7 1 2 16,-7-2 1-16,0 1 2 0,0 2-1 0,0-2-3 0,0 0-1 0,-7 0-3 16,-1 0-2-16,8 2-2 0,-6-2-2 0,-7 5-3 0,8 0-2 0,-3 0-1 15,-5 1-4-15,7 3-3 0,-6 3-2 0,-2-3-7 0,1 2-3 0,8-2-7 0,-11 6-3 16,5 6-5-16,-2-2-4 0,-2 2-4 0,3-3-5 0,0 8-4 0,-1-1-4 15,5 4-3-15,-3 0-4 0,-5 1 3 0,3 5 1 0,8-6 2 0,-9 12-1 0,2-8 6 16,6 1-1-16,-1 6 4 0,1-5 0 0,-2 5 2 0,3-7 2 16,-2 7-2-16,7-5 2 0,-6-1-1 0,6 2 2 0,-8-2-1 0,8-5-1 0,8 6 0 15,-8-6 0-15,0 1-1 0,6 4-1 0,1-4-3 0,-2 0-5 0,3-6-8 16,-2 7-8-16,7-2-13 0,-8-4-15 0,11 4-13 0,-6-3-19 0,3-2-20 16,8 6-20-16,-7-6-35 0,4-4-35 0,1 5-56 0,-4-4-57 0,9-2-90 0,-3 1-99 15,-3 1-31-15,3-6-2 0,6 0 18 0,-3-6 25 0,-4 1 32 0,7 1 35 0,4-8 39 16,-4 3 42-16,-1-6 51 0,8-3 53 0,-10 2 63 0,3-8 66 0</inkml:trace>
  <inkml:trace contextRef="#ctx0" brushRef="#br0" timeOffset="18803.75">11182 9452 0 0,'0'0'25'0,"0"0"142"0,0 0 74 0,0-4 50 0,6-2 35 0,-6-3 32 0,0 0 27 0,0-1 30 0,8-1 28 0,-8 1 26 0,6-4 26 0,-6 4 29 0,7 1 33 16,-7 0-100-16,5-7-172 0,-5 7-83 0,0-2-33 0,7 2-12 0,-7 0 1 15,0 5 0-15,0-8-1 0,0 8-4 0,0-1-7 0,0-5-7 0,-7 5-7 16,7 1-14-16,0 4-16 0,0-5-16 0,-5 5-16 0,5-4-18 0,0 4-12 16,-7 0-13-16,7 0-12 0,-6 0-11 0,-2 0-11 0,8 0-7 0,-6 0-8 0,-1 4-3 15,2-4-6-15,-4 5-3 0,-3-1-3 0,6 5 1 0,1-3 1 0,-11 3 1 16,11 3 2-16,-1 1 3 0,-7-4 2 16,6 6 4-16,-1 0 1 0,3 4 6 0,-9-4-2 0,9 6 3 0,-3-3-2 0,3 6 1 0,5-3-2 0,-8-2-1 0,2 6 0 15,6-1-2-15,-5 0 1 0,-2 0-5 0,7 7-9 0,0-7-6 0,0 4-11 16,0 2-12-16,-8 0-15 0,8-2-20 0,8 8-17 0,-8-8-15 0,0 6-12 0,0-5-16 15,7 5-15-15,-2-3-18 0,1 2-20 0,2-3-31 0,-3-2-32 0,3 2-53 16,4 0-61-16,-5-2-41 0,6 3-26 0,0-13 3 0,5 6 22 0,-2-3 23 16,2-2 28-16,-4-5 29 0,4-4 33 0,3 1 35 0,-2-7 38 0,1-4 45 0,-6 0 50 15,4-4 60-15,1-7 75 0</inkml:trace>
  <inkml:trace contextRef="#ctx0" brushRef="#br0" timeOffset="19078">11755 9442 0 0,'12'-4'7'0,"2"-6"121"0,-1 0 73 0,0 1 50 16,0 0 40-16,-6-1 37 0,4-1 36 0,-2-4 37 0,-2 6 38 0,-2-4 39 0,3 1 40 15,-8 3 37 1,6-6 39-16,-1 6-74 0,3-1-142 0,-8 0-69 0,5 5-33 0,-5-5-13 0,7 5-8 0,-7 1-12 0,0-1-13 0,0 5-21 0,0 0-23 16,0 0-27-16,0 0-31 0,0 0-28 0,0 0-29 0,0 0-22 0,0 0-18 15,-7 5-15-15,7-1-15 0,0 1-10 0,-5 5-8 0,5-1-5 0,0 7-5 0,0-2 1 31,-8 5 3-31,8 2 3 0,0-3 5 0,-5 6 9 0,5 1 6 0,0-1 4 0,-6 7 0 0,6-7-7 0,0 0-16 0,-8 7-22 0,8-4-25 0,0 4-35 16,-5-3-36-16,5 2-46 0,0-1-45 0,0 0-41 0,0 0-38 0,0 2-74 0,0-3-90 16,0 2-68-16,5-2-61 0,-5-7-8 15,8 3 14-15,-8-6 32 0,6-2 41 0,-6-1 49 16,5-6 52-16,-5 0 59 0,0-3 55 0,0-6 53 0,0 0 52 0,0 0 71 16,0 0 81-16</inkml:trace>
  <inkml:trace contextRef="#ctx0" brushRef="#br0" timeOffset="19280.32">11767 10210 0 0,'8'5'43'0,"-2"1"139"16,1-3 81-16,-1 1 62 0,-6-4 45 0,7 0 43 0,-7 6 39 0,6-6 37 15,-6 0 36-15,8 0 28 0,-8 0 29 0,0 0 16 0,0 0 11 16,0 0-113-16,5-6-178 0,-5 6-99 0,0 0-55 0,0 0-32 0,0 0-21 0,0 0-18 0,0 0-18 16,0 0-17-16,0 0-21 0,0 0-25 0,0 0-21 0,0 0-33 0,0 0-35 15,0 0-45-15,0 0-54 0,0 0-48 0,0 0-46 0,0 0-102 0,0 6-121 16,0-6-60-16,0 0-29 0,0 0 2 0,7 0 14 0,-1 0 29 0,-1-6 34 0,4 2 45 15,-9 1 48-15,7-8 58 0,-2 1 58 0,-5 0 59 0,8-1 59 0,-2 2 89 16,-6-4 86-16</inkml:trace>
  <inkml:trace contextRef="#ctx0" brushRef="#br0" timeOffset="19723.68">12289 9829 0 0,'0'0'24'0,"0"0"153"0,0-6 108 0,0-3 76 15,0 3 58-15,0-3 40 0,0-4 34 0,0 1 31 0,0-3 27 0,0 2 29 0,0 4 23 0,5-2 22 16,-5-4 21-16,0 11-115 0,0-6-188 0,7-1-125 0,-7 8-95 0,0-3-44 16,0 2-20-16,0-1-11 0,0 5-5 0,0-6-6 0,0 6-10 0,0 0-9 15,0-4-6-15,0 4-10 0,0 0-8 0,0 0-12 0,0 0-14 0,0 0-10 0,-7 4-11 16,7-4-12-16,-5 6-7 0,5 3-7 0,0-3-6 0,-6 3-10 0,6 0-4 16,-5 1-10-16,5 1-5 0,0 4-4 0,-8-6-7 0,8 4 3 0,0 2 1 15,0-3 3-15,0-3 4 0,0 4 3 0,8-2 7 0,-8-1 8 0,5-1 9 16,-5 1 11-16,6-1 14 0,6-4 15 0,-3 1 10 0,-4 3 16 0,8-3 12 0,1-6 11 15,-2 4 9-15,2-4 6 0,-1 0 4 0,-1 0 4 0,7-4 3 0,-6 4 3 16,6-6 0-16,-3 1 3 0,2 1 3 0,-4-7 8 0,-2 7 8 0,1-5 10 16,1 0 9-16,-2-3 8 0,-6 3 6 0,8-1 5 0,-7-4 5 0,-2 4 1 15,4-5 3-15,-9 5-1 0,0-4 1 0,0-1-3 0,0 0-7 0,0 1-9 0,0 0-10 16,0-1-12-16,-9-5-9 0,4 6-8 0,-2-7-7 0,-1 8-5 16,2-8-2-16,0 6 0 0,-6 3 1 0,4-4-4 0,-5 1-3 0,0 6-1 0,8-6-4 0,-9 5-7 15,1-1-3-15,0 8-6 0,0-3-7 0,-1 2-4 0,1 4-2 0,1 0-7 16,0 4-5-16,-3 2-5 0,2-3-6 0,2 8-1 0,-5-1-1 0,5 5 1 15,4-2 0-15,-7 2 0 0,2 0 1 0,6 6-1 0,-7-3-4 0,5 1-5 16,3 2-6-16,-2-3-7 0,7 7-3 0,-6-5-7 0,6-1-6 0,0 6-8 0,0-7-11 16,6 9-15-16,-6-9-17 0,7 7-17 0,-2-6-18 0,3 1-14 0,5-1-11 15,-7 1-24-15,6-6-24 0,-3 7-47 0,3-7-50 0,-1-4-50 0,5 4-48 0,3-4-7 16,-6 0 9-16,6-5 24 0,1 4 28 0,-1-5 33 0,2 2 33 0,-3-6 32 16,1 5 33-16,7-10 42 0,-6 5 45 0,7-6 53 0,-8 2 69 0</inkml:trace>
  <inkml:trace contextRef="#ctx0" brushRef="#br0" timeOffset="20804.03">12955 9619 0 0,'-16'-15'9'0,"11"5"125"0,-8-5 77 0,7 6 53 0,-9 0 44 0,3 0 39 0,0-3 36 0,-1 3 34 0,-1-1 31 0,1 1 25 15,6 4 23-15,-5-2 19 0,5 4 17 0,2 3-99 0,-3-6-160 0,0 6-89 16,3 0-56-16,-1 0-28 0,6 0-20 0,0 0-18 0,0 0-16 0,0 0-15 16,-7 0-13-16,7 6-6 0,-5-6-4 0,5 3 2 0,0-3 1 0,-9 7 6 15,9-2 1-15,0-1 4 0,0 1 0 0,-5-1-1 0,5 2 0 0,0 3 1 0,0 3-2 16,-7-3 0-16,7 0-1 0,0 0-3 0,0 1 0 0,0 5-4 15,0-6-3-15,7 6-7 0,-7 0-1 0,0 0-3 0,0 0-1 0,5-2-1 0,-5 2-3 16,0 0-6-16,9 6-9 0,-9-8-13 0,0 2-14 0,0 0-16 0,0 0-21 0,5-2-8 16,-5 2-7-16,0 0-7 0,0-5-5 0,0-1-6 0,7 6-7 0,-7-10-1 15,0 5-3-15,0-4 10 0,0-1 13 0,0-1 20 0,0-4 21 0,0 0 30 16,0 0 33-16,0 0 27 0,0 0 23 0,6 0 19 0,-6-4 19 0,0 4 16 16,5-5 17-16,-5-1 15 0,0 2 11 0,8-7 7 0,-8 7 6 0,8-7 3 15,-8 2 0-15,5-1-8 0,2-5-11 0,-7 6-13 0,6-6-13 0,0 2-13 0,-6-2-11 16,7-1-10-16,1-2-6 0,-3 3-10 0,-5-6-8 0,6 6-7 0,2-3-9 15,-3 2-9-15,3-2-7 0,-8 3-9 0,7 0-3 0,-2 0-4 0,2 2-4 0,-7 1-3 16,5 3-3-16,-5-1-3 0,7 5-6 0,-7 1-5 0,0-1-6 0,8-1-7 16,-8 6-3-16,0 0-3 0,0 0-1 0,0 6-3 0,6-6 0 0,-6 5-1 15,7 4 0-15,-7-2 2 0,6 2 0 0,-6 0 2 0,5 6 0 0,-5 0-2 0,7-2-2 16,2 2-5-16,-9 5-2 0,5 0-7 16,-5-2-5-16,6 3-7 0,-6-2-6 0,7 1-3 0,-7-1-3 0,5 2-1 0,-5-3-1 0,9-3 2 0,-9 4 3 0,7-4 4 15,-2-6 8-15,-5 6 10 0,6-5 9 0,2 1 10 0,-8-2 9 0,5-5 12 16,3 2 10-16,-8-2 8 0,5 1 6 0,2 1 10 0,0-6 9 0,-7 0 10 15,5 0 14-15,3 0 11 0,-8 0 11 0,7-6 5 0,-2 1 9 0,3 1 3 0,-2-2 6 16,-6-3 5-16,5 5 6 0,3-7 1 0,0-4 1 0,-8 5-5 0,5-4-5 16,1 1-9-16,-6-3-12 0,7-4-9 0,-2 7-9 15,-5-8-11-15,9 2-5 0,-9-1-8 0,5 5-7 0,2-4-9 0,-7 0-7 0,6 4-8 0,1-5-4 16,0 6-4-16,-7 0 2 0,7-2-3 0,-7 7 0 0,5 0-3 0,3-3-2 0,-8 9-3 16,0-3-3-16,0 3-6 0,0 3-7 0,0 0-5 0,0 0-6 0,0 0-2 15,0 0 0-15,0 0-2 0,0 3-2 0,0 6 0 0,0 3-2 0,0-3 2 31,0 6 1-31,0-2 0 0,0 2 0 0,-8 0 0 0,8 4 4 0,0-4 0 16,0 5 3-16,0-6-2 0,0 6-2 0,0-5-4 0,0 4-3 0,0-4-4 0,0 0 0 16,0-2-4-16,8 2-2 0,-8-3 4 0,5 1 3 0,-5-4 4 0,6 2 6 15,2-7 6-15,-1 7 5 0,-2-7 6 0,4 2 5 0,1-1 9 0,-2-1 4 0,5 1 5 16,-7-5 3-16,7 0 5 0,0 0 4 0,0 0 3 0,-8-5 4 0,9 5 2 16,1-4 3-16,-4-1 3 0,2-5 1 0,0 4-1 0,1-3 2 0,-2-2-1 15,-4 2-2-15,5-4 1 0,-2-3-2 0,5 1 3 0,-11 1 2 0,8-5 2 16,1 3 4-16,-7-2 3 0,4-3 3 0,-3 2 5 0,5-1 2 0,-8 1 7 0,2 4 4 15,0-4 10-15,-2-1 9 0,2 5 11 0,1-4 4 0,-8 4 7 0,0 0 2 16,5 6-2-16,-5-1 0 0,0 1-11 0,0 4-9 0,0-2-16 0,0 4-19 16,0 3-16-16,0 0-18 0,0 0-15 0,0 0-15 0,-5 0-10 0,-3 3-10 0,8 9-6 15,-7-3-10-15,2 1 0 0,5 4-5 0,-7 5 2 0,0 2 7 0,2 4 8 16,-3-1 10-16,3 4 11 0,-3 2 8 0,8 4 6 0,-6-5 3 0,1 6 0 16,5-2 1-16,-7-3-2 0,7 4 1 0,0-4 0 0,0 0 0 0,0-8-1 15,0 9 1-15,7-7 0 0,-7 0-1 0,5 1 0 0,1-5-1 0,2 4 1 16,-3-5-3-16,3 2-2 0,-3-2-2 0,2-5-3 0,0 6-6 0,-2-6-1 0,2-4-1 15,1-1-1-15,-8 3 0 0,5-3 4 0,-5-4 6 0,8-5 3 0,-8 4 8 16,0-4 7-16,0 0 5 0,0 0 9 0,0 0 4 0,6-4 8 0,-6-1 9 0,0-4 4 16,0 2 2-16,0-2 3 0,0-6-2 0,0 6-2 0,0-6-3 0,0-6-6 15,0 3-6-15,0-2-2 0,-6 0-7 0,6-4-1 0,0 0-6 0,-8-1 1 16,8 1-4-16,-5-4 0 0,5-2-1 0,0-1-1 0,-8 3 1 0,8-2-1 16,0-3 1-16,0-3-4 0,0 2 0 0,0 1-3 0,0 3-3 0,8-4-2 15,-8 0-1-15,0 1 0 0,5-1-2 0,-5 3 1 0,0 2-2 0,0 0 0 16,8 9-1-16,-8-5-4 0,0 7-2 0,0 3-2 0,6-1 0 0,-6 7-3 0,0 0-1 15,0 3-6-15,5-3-3 0,-5 4-4 0,0 1-2 0,8 4-2 0,-8 0-4 16,8-6 0-16,-3 6-2 0,1 0 3 0,1 6 1 0,-2-6 3 0,4 4 3 16,3 1 0-16,-1-1 5 0,-3 1 2 0,5 1 4 0,1 3 0 0,-9 0 4 0,10 1 1 15,-10 5 1-15,2-5 0 0,0 4 1 0,-2 2 0 0,3-1 2 0,-8-1-1 16,5-1-1-16,-5 3 4 0,-5 4-4 0,5-4 1 0,-8 2-4 0,3-3-2 16,-2 4-4-16,-5-4-6 0,5 0-7 0,-6-1-6 0,-1 0-8 0,1 1-6 0,0 0-8 15,2-6-8-15,-5 1-11 0,4 1-9 0,1-2-7 0,3-3-10 0,-5-2-4 16,7 1-8-16,-7-1-4 0,5-4-9 0,1 5-12 0,2-5-8 0,5 0-13 0,0 0-16 15,0 0-19-15,0 0-52 0,0 0-66 0,0 0-62 0,5-5-60 0,2 1-18 16,6-1 5-16,1-5 16 0,-1 1 20 0,0-2 31 16,5 1 30-16,3-5 35 0,-2 6 36 0,8-6 40 0,-7-4 44 0,4 4 63 0,-3 0 72 0</inkml:trace>
  <inkml:trace contextRef="#ctx0" brushRef="#br0" timeOffset="21009">13885 9467 0 0,'12'-25'6'0,"2"7"119"0,-9-3 80 0,-5-3 61 0,8 5 53 0,-8 1 52 0,7-3 46 0,-7 2 49 0,0-2 46 0,-7 6 44 0,7-3 40 0,0 2 37 0,0 1 35 0,0 6-78 0,0 0-147 15,0 0-86-15,0 2-60 0,0 4-45 0,0 3-39 0,0-6-39 0,0 6-38 16,0 0-34-16,0 0-31 0,0 0-24 0,7 0-20 0,-7 6-17 15,6-3-15-15,-6 4-9 0,8 2-9 0,-3 0-4 0,0 6 1 0,3 6 3 0,-2-8 7 16,1 11 6-16,-1-3 9 0,1 7 5 0,-1-3 1 0,-6 4-1 0,8 1-1 16,-8-2 0-16,5 6-2 0,-5-3 1 0,8 2-1 0,-8-3-2 0,0 0-1 0,0-2-3 15,0-4-6-15,0 7-10 0,0-7-13 0,5 0-13 0,-5 0-13 0,0 1-19 16,0-1-23-16,-5-5-29 0,5 6-30 0,0-5-36 0,0-5-38 0,-8 4-41 16,8-4-44-16,0 0-77 0,-5 0-94 0,5-2-51 0,-8-4-28 0,2-3 3 0,6 3 20 15,-7-3 33-15,1-6 40 0,6 0 43 0,0 0 45 0,-7 0 51 0,1-6 52 0,6-3 53 16,-8 3 56-16,8-3 74 0,-5 5 86 0</inkml:trace>
  <inkml:trace contextRef="#ctx0" brushRef="#br0" timeOffset="21180">13911 9808 0 0,'0'-13'11'0,"-7"-2"129"0,0 0 80 0,2 0 60 16,-2 6 52-16,1-6 47 0,-2 0 45 0,2 1 40 0,-1 0 37 0,2-1 34 15,5 5 30-15,-8 0 26 0,8 0 26 0,0 0-93 0,0 6-163 0,0-1-91 16,0-1-56-16,0 3-39 0,0-3-30 16,0 2-28-16,8 4-26 0,-8-6-21 0,0 6-20 0,5-5-13 0,-5 1-11 0,7 4-12 0,-1-6-7 0,2 6-9 0,-2 0-5 15,1-3-3-15,5 3-7 0,0 0-4 0,3 0-11 0,-1 0-17 0,-4 0-21 16,4 0-31-16,-1 3-32 0,0-3-44 0,8 6-47 0,-8-6-74 0,-2 4-87 15,4 1-80-15,-3 1-74 0,7-6-27 0,-5 4-1 0,-1-4 17 0,1 0 26 0,-2-4 35 16,-1 4 43-16,5-6 49 0,-4-3 52 0,0 3 58 0,3-3 60 0,-3 3 73 16,0-3 77-16</inkml:trace>
  <inkml:trace contextRef="#ctx0" brushRef="#br0" timeOffset="21563.35">14282 9555 0 0,'0'0'39'0,"0"0"155"0,0 0 87 0,0 0 65 0,0 0 55 0,0-3 50 0,0-4 48 15,0 2 39-15,0 1 35 0,0-1 31 0,0 5 26 0,0 0 24 0,0 0 22 31,0 0-131-31,0 0-215 0,0 0-112 0,0 0-61 0,0 0-43 0,0 0-31 0,0 0-31 16,0 0-31-16,0 0-16 0,0 0-15 0,0 0-6 0,-5 5-3 0,5-1-3 16,0 1-5-16,0 2 0 0,0-4-1 0,5 6-1 0,-5 3 5 0,0-3 4 15,0 0 3-15,0 1 7 0,7-1 4 0,-7 2 3 0,6-1 1 0,-1-1 0 16,-5 0 1-16,9 1 0 0,-2 1 1 0,4-7 1 0,-4 5 0 0,7-3 3 0,-2-1 1 16,2-1 0-16,-1 2 0 0,0-2 3 0,6-4-1 0,-6 5 0 0,5-5 3 15,-4 0 0-15,6 0 0 0,-6 0 1 0,4-5 2 0,-4 5 1 0,-2-4 1 16,2-2 3-16,-9 2 1 0,8-1 4 0,-6-4-1 0,2-1 3 0,2-1 0 0,-4 1 0 15,-7 1 2-15,6-6-3 0,1 0 2 0,-1 2-1 0,-6-2-1 0,7 0 2 16,-7-3-4-16,0 2-1 0,6-4 2 0,-6 1 3 0,0 4 2 0,0 0 4 16,0-4 3-16,0 9 4 0,0-4 2 0,0 4-3 0,0 5 0 0,0-4-11 15,0 2-12-15,0 7-10 0,0 0-11 0,0 0-9 0,0 0-6 0,0 0-6 0,-6 7-4 16,6-4-5-16,0 8-4 0,-7-1-4 0,7 4-3 0,-6 6 1 0,-1-2 2 16,1 3 8-16,6 3 13 0,-7 7 9 0,1-4 12 0,1 4 4 0,-4-3 2 15,2 2 3-15,2 3-2 0,-3 3 0 0,8-8 0 0,-5 6 0 0,-1-4 0 0,-2-2-1 16,8 2 0-16,-5 0 0 0,5-5-3 0,-7-1-2 0,7 0-2 0,0-5-6 15,-6 1-15-15,6-1-12 0,-8-4-15 0,8 0-20 0,-6 0-20 0,6 0-28 16,-7-6-28-16,7 5-36 0,-5-4-41 0,5 1-47 0,-7-6-52 0,0 4-89 0,7-5-113 16,0 2-43-16,-7-3-12 0,7-3 11 0,0 6 24 0,0-6 34 0,0 0 39 15,0 0 44-15,0 0 46 0,0-9 51 0,7 3 55 0,-7-3 59 0,7 0 61 0</inkml:trace>
  <inkml:trace contextRef="#ctx0" brushRef="#br0" timeOffset="21943.9">15390 9342 49 0,'0'-7'130'0,"-8"2"50"0,8-4 37 0,-5-1 42 0,5 1 40 0,-8 0 40 0,3-3 41 0,5 3 39 0,-7-6 37 0,0 6 35 0,7-1 35 16,-7 1-40-16,1-3-86 0,6 9-54 0,-7-3-38 16,7 2-27-16,0-1-14 0,-5 1-24 0,5 4-29 0,0-5-27 0,0 5-29 0,0 0-29 0,0 0-23 15,0 0-26-15,0 0-25 0,0 0-16 0,-8 0-14 0,8 5-13 0,-6-5-6 0,6 4-6 16,-5 1-4-16,-3 5 0 0,0-1 0 0,3 0 3 0,-8 7 1 0,8-2 5 16,-9 1 3-16,1 1 5 0,-1 2 5 0,7 1 2 0,-6 2 0 0,2 3-1 15,-9 1-6-15,6-1-3 0,1 0-5 0,0 4-5 0,0-4-6 0,0 7-13 16,-1-7-19-16,9 6-20 0,-8-2-21 0,7-3-20 0,-1 5-19 0,-1-6-20 15,3 6-18-15,5-2-16 0,0-4-15 0,0 1-19 0,5 5-19 0,-5-6-19 0,8-5-18 16,-1 7-19-16,5-7-20 0,0-4-33 0,2 4-37 0,-1-4-33 0,0-6-25 0,8 6 4 16,-2-9 19-16,1 3 22 0,-9-5 28 0,9 1 31 0,7-5 34 0,-8 4 35 15,-1-8 34-15,3 4 42 0,-2-5 44 0,1 1 53 0,-1-1 69 0</inkml:trace>
  <inkml:trace contextRef="#ctx0" brushRef="#br0" timeOffset="22543.74">15682 9759 0 0,'6'-18'7'0,"2"-1"123"0,-3-2 80 0,-5 3 60 16,0-3 49-16,8 2 44 0,-8-5 44 0,0 5 43 0,0-2 39 0,5 3 36 0,-5-3 35 15,0 2 30-15,0 5 28 0,0-6-87 0,0 6-153 0,-5-1-87 0,5 5-54 16,0 0-38-16,0 0-22 0,-8 0-24 0,8 6-28 0,0-1-26 0,-5 5-28 16,5-6-22-16,0 6-18 0,-8 0-12 0,8 6-11 0,-6-6-9 0,1 5-8 0,-2-1-6 15,-1 6-5-15,2 0-6 0,0 0-2 0,-6 5-1 0,3-2 2 0,-3 2 5 16,6 1 3-16,-7-2 7 0,5 5 1 0,-4 2 2 16,6-3 2-16,0 3 1 0,-1-2 0 0,-6 0 1 0,13 5 1 0,-14-3 0 0,14 3 1 0,-5-5-2 15,-3 5 0-15,8-3-1 0,-7-2-1 0,7 5-1 0,0-3 1 0,0-3-3 0,0-3 2 16,0 4-2-16,7-4-1 0,-7 0 0 0,8-6 1 0,-8 7 0 0,5-7 2 15,3 0 2-15,-2 0 4 0,-1-3 0 0,10 3 5 0,-9-3 2 0,7-6 4 16,0 6 1-16,0-2 2 0,-2-4 6 0,10 0 2 0,-8 0 5 0,1-4 2 0,4 4 3 16,-5-6 4-16,7 0 4 0,-6 2-1 0,-1-1 1 0,0-4 1 0,-7-1-1 15,7 1 0-15,-5-3-1 0,5-2-1 0,-8 4-1 0,0-8-5 0,4 2-3 16,-9-4-7-16,5 1-8 0,-5 0-10 0,0-5-7 0,0 0-9 0,0-1-5 16,0 1-9-16,-5-6-5 0,-4 6-6 0,4-6-7 0,0 5-3 0,-8-3-6 0,-3-2 1 15,5 6 0-15,-2 0-3 0,0-7 4 0,-1 13 2 0,2-7 1 0,-9 6 1 16,10-2-2-16,-4 7-6 0,3-1-9 0,0 6-11 0,-4-1-13 0,5 7-15 15,-2-4-17-15,5 2-16 0,-4 5-18 0,6 5-17 0,-7 2-15 0,5-4-14 0,-3 3-9 16,3 7-8-16,-5-2-9 16,6 4-5-16,-5-2-17 0,5 2-19 0,2 5-12 0,-11 0-9 0,11-2-7 0,-1-3-3 0,1 6 11 0,-2-2 16 0,-2-5 19 0,4 2 19 15,5-1 16-15,-7-2 17 0,7 2 25 0,-6-6 29 0,6 2 41 0,0-7 46 16,-5 6 43-16,5-5 47 0,0 0 44 0,0-1 44 0,0-4 35 0,0 6 30 0,0-2 30 16,5 2 32-16,-5-6 34 0,0 0 34 0,6 5 21 0,-6-5 15 0,7 0 5 15,-7 0-1-15,5 4-9 0,4-4-15 0,-9 0-14 0,7 0-20 0,-2 0-17 16,1 0-15-16,-1 0-25 0,3 0-22 0,0 0-28 15,-3 0-29-15,2 0-19 0,0 0-23 0,-2 0-16 0,2 0-15 0,1 0-14 0,-8 0-11 0,5 0-11 0,3 6-10 16,-2-6-6-16,-1 0-6 0,-5 3-7 0,8 3-2 0,-1-1-3 0,-1-1-3 16,0 2 2-16,6-2-1 0,-4 7 4 0,0-2-2 0,-3 6 1 0,6-6 2 15,-4 7 0-15,2-1 0 0,3 3-2 0,-6 1 1 0,8 2-1 0,-7-8-1 0,4 13 2 16,-3-7-3-16,-3 0-3 0,3 2 0 0,-3-3-4 0,2 2-2 0,0-4-3 16,0 2-9-16,-1-3-6 0,-6 1-7 0,7-2-14 0,-7 0-10 0,6 0-16 31,1-4-18-31,-7 1-20 0,6-2-24 0,-6 1-27 0,0-1-35 0,5-4-30 15,-5 6-34-15,0-6-31 0,8-1-35 0,-8 1-51 0,0-1-59 0,8-4-54 0,-8 0-45 16,0 0-7-16,0 0 18 0,5-4 30 0,-5-1 34 0,8 1 43 0,-8-8 44 0,5 3 46 16,-5-6 45-16,5 6 47 0,4-10 47 0,-4 4 59 0,2 0 71 0</inkml:trace>
  <inkml:trace contextRef="#ctx0" brushRef="#br0" timeOffset="22829.09">15975 9433 6 0,'0'-15'101'0,"8"0"64"16,-8 5 47-16,5-4 44 0,-5 4 46 0,7-4 40 0,-7 4 37 0,7 0 34 0,-7 5 30 0,0-4 30 0,5 3 26 0,-5 2-16 0,0-1-45 0,0 1-64 16,7-1-77-16,-7 5-40 0,0-4-23 0,0 4-24 0,0 0-29 0,0 0-22 15,0 0-19-15,0-6-15 0,0 6-14 0,0 0-10 0,8 0-11 0,-8 0-10 0,0 0-11 16,5 0-10-16,-5 0-10 0,7 0-9 0,0 6-5 0,-7-6-4 0,5 4 0 16,2 1-3-16,2 4-1 0,-4-5 1 0,1 7 2 0,6-2 0 0,-3 1-1 0,-4 5-3 15,8 0-1-15,-8 0-5 0,11 4-1 0,-4-4-3 0,0 3-5 16,-4 7-1-16,4-5-3 0,2 5-1 0,-1-1-3 0,0 1 0 0,-2-1-4 0,-4 1-3 15,1 3-3-15,5-4-5 0,-7 6-9 0,-6 0-9 0,0-6-10 0,0 4-13 16,0 2-18-16,0-5-20 0,-6-1-21 0,-1 0-25 0,1-3-28 0,-9-2-31 16,10-1-32-16,-7 3-34 0,-3-8-37 0,2-2-64 0,2 5-71 0,-4-7-55 0,3 0-43 15,5-5-4-15,-6 2 17 0,0-1 29 0,7-1 37 0,-6-4 39 0,3 0 42 0,-3-4 45 16,6-1 47-16,1-1 49 0,-4 2 50 0,9-5 64 0,-7 0 81 0</inkml:trace>
  <inkml:trace contextRef="#ctx0" brushRef="#br0" timeOffset="23367.96">16628 9052 99 0,'0'-14'173'0,"0"4"57"0,0-5 50 0,0 6 46 0,0-6 44 0,0 6 38 0,0-1 33 0,0-1 34 0,0 1 32 0,0 1 28 0,0 4 31 0,5-5-66 0,-5 6-125 16,0-1-71-16,5-1-46 0,-5 2-35 0,0 4-31 0,9-6-26 0,-4 1-24 15,-5 5-14-15,7-4-15 0,-7 4-10 0,8 0-15 0,-3-5-9 0,2 5-9 0,0 5-8 16,-2-5-8-16,3 4-5 0,-3 1-3 0,3 5-2 0,3 1-2 0,5 3-1 15,-11 0-2-15,8 1 1 0,0 6-2 0,0 1-2 0,0 5-1 0,8-5-6 16,-10 8-2-16,2 0-4 0,0-1-2 0,6 6-6 16,-4-1-2-16,-3 0-3 0,-5 5-3 0,6-5-3 0,0 9-6 0,-7-4-3 0,-6 6-8 0,7-2-9 0,-7 2-11 15,0-2-13-15,-7 6-13 0,1 0-13 0,1-4-16 0,-11 4-20 16,4-6-22-16,0 0-26 0,-8-2-27 0,1 3-38 0,-2-6-37 0,-5 0-59 0,2-2-61 0,-10 3-84 16,2-5-83-16,-1 0-25 0,1-1 4 0,-8 1 19 0,1 2 30 0,-7-8 35 15,7-2 40-15,-6 2 43 0,-7-7 47 0,7-2 51 0,-2-1 56 0,-4-3 66 0,4 1 68 16</inkml:trace>
  <inkml:trace contextRef="#ctx0" brushRef="#br0" timeOffset="25557.19">17773 9223 76 0,'-26'-9'148'0,"-1"-1"44"0,9 1 36 0,-8-3 32 0,-1 3 29 0,1 0 32 0,8-2 31 0,-9 2 29 0,6-5 30 0,2 3 27 0,7 2 26 0,-8-1-58 16,8 1-108-16,4 0-58 0,-5-3-36 0,7 9-18 0,-1-9-10 0,7 8-10 15,-5-1-9-15,5 1-10 0,0-1-12 0,0 5-9 0,0 0-11 0,0-4-5 16,0 4-7-16,-9-6-5 0,9 6-7 0,0-6-5 0,0 6-6 0,0-3-6 16,0 3-7-16,0-6-9 0,0 6-11 0,0 0-11 0,9-6-9 0,-9 6-14 0,0 0-12 15,0 0-8-15,0 0-13 16,0 0-5-16,0 0-6 0,0 0-2 0,0 6-3 0,5-6-2 0,-5 6 1 0,0-3 2 0,7 3 4 0,-7 4 4 0,6-5 3 0,0 4 7 16,-6 1 3-16,7-1 7 15,1 3 2-15,-8-3 3 0,5 0 0 0,2 6 2 0,0-6 0 0,-7 1 2 0,5 5 0 0,3-6-1 0,-1 1 2 0,-2 4-1 16,2-2 0-16,-7 1 0 0,7-4-1 0,-2 6 0 0,3-3 1 0,-2 1-1 15,-6 2 0-15,7 0 2 0,-1 0-1 0,-1-6 2 0,2 10-1 0,2-4 2 16,-9 0-1-16,5 0 3 0,2 0 2 0,-7-2 1 0,0 2-1 16,0 0-1-16,0-6 2 0,0 7 0 0,-7-1-1 0,7-1-5 0,-5-4-2 0,-4 5-6 0,2-2-7 15,-4 2-8-15,4-3-6 0,-7 0-10 0,2 0-5 0,5-3-7 0,-5 6-5 16,-1-5-4-16,-1-1-2 0,1 0-6 0,0-3 0 0,0 3 0 0,8-4 0 0,-9 5 6 16,7-6 4-16,-4 2 8 0,3-1 5 0,0-1 7 0,3-4 6 0,-2 6 8 15,1-6 4-15,0 3 8 0,6-3 6 0,0 0 5 0,-8 0 7 0,8 0 7 16,0 0 4-16,0 0 10 0,0 0 9 0,0 0 9 0,0 0 7 0,0 0 12 15,0 0 5-15,8-3 9 0,-8 3 1 0,0-6 5 0,0 6 0 0,6-4-1 0,-6-1 3 16,6-1 0-16,-6 6 0 0,7-4-5 0,-7-2-2 0,5 2-7 0,3-1-6 16,0 0-7-16,-8 1-9 0,5-2-5 0,1 6-7 0,1-4-5 0,-2 4-2 0,4 0-5 15,-9 0-3-15,5 0-6 0,2 0-1 0,5 0-4 0,-5 4-4 0,1 2 0 16,4-2-6-16,-5 1-1 0,6 4-1 0,-6 1-1 0,5 1-1 0,-5-1 1 16,-2 4 0-1,9 0 0-15,-7 6-2 0,-1-5 1 0,-1 4-4 0,2 2-2 0,2-3-2 0,-4 1-4 16,-5 2-5-16,7-8-9 0,-7 7-11 0,6 1-15 0,-6-8-16 0,0 2-21 0,5 1-19 0,-5-2-23 0,0-1-21 0,0-2-25 0,0 5-30 15,0-7-31-15,0 0-32 0,0 1-60 16,0-1-67-16,9-4-67 0,-9 5-63 0,0-4-12 0,0-1 14 0,0 3 26 0,0-2 32 0,-9-1 36 0,9-5 38 0,0 4 43 16,-5 1 44-16,5 1 47 0,-6-6 49 0,6 4 64 15,-7 2 71-15</inkml:trace>
  <inkml:trace contextRef="#ctx0" brushRef="#br0" timeOffset="26474.65">8687 14254 0 0,'7'-6'42'0,"0"-1"34"0,-7-4 22 0,0 1 21 0,0 4 20 0,-7-3 20 0,7 0 18 0,-7-1 22 0,7 5 20 0,-6-4 14 16,-1-1 10-16,1-1-11 0,-2 1-24 0,-2 7-21 0,2-7-22 0,2-1-13 16,-9 1-5-16,10 1-7 0,-1-2-7 0,-7 3-6 0,5-2-7 0,-5-1-10 0,7 2-8 15,1-2-6-15,-10-2-2 0,9 4-5 0,0-3-3 0,-1-3 3 0,2 6 4 16,-2 0 0-16,-2 0 2 0,4-1-3 0,-1-1-2 0,-1-3 2 0,7 5-4 0,-5-3-2 16,5 3-4-16,0 4-7 0,-9-5-3 0,9 1-6 0,9 0-8 15,-9 0-7-15,0-3-9 0,5 3-2 0,-5-1-3 0,7 1 0 0,-1 4-4 0,-1-5-2 16,4 1 0-16,-2 3 0 0,-2-4 1 0,2 5 2 0,5 1 3 0,-4-1 1 15,4 1 2-15,-6 4 1 0,7-6-2 0,0 6-2 0,1 0-4 0,-9 6-4 16,10-6-2-16,-1 4-2 0,-4 1-4 0,4-1 0 0,-7 1-4 0,6 5-3 16,-6-1-3-16,5 7-3 0,-5-7-2 0,7 6-2 0,-8 0 0 0,1 0-1 0,-2 3 2 15,3 3-1-15,-8 3 2 0,6 1 1 0,-6-1 1 0,5 0 1 16,-5 1-2-16,0 3 2 0,0 2-1 0,0 0-1 0,-5-5 2 0,5 2-4 0,0 4 0 0,-6-7-2 16,6 0-2-16,0 1-1 0,0-5-3 0,-8 3-2 0,8-2 0 0,8-3-3 15,-8 3-2-15,0-2-2 0,0 0 0 0,6-5-3 0,-1 1 4 0,-5 1 2 16,8-2 1-16,-3 1 1 0,2 1 2 0,2-7 2 0,-4 0 2 0,1 0 3 15,1 1 4-15,-1 1 5 0,1-7 5 0,-1 2 8 0,1-1 10 0,7-1 6 16,-9-4 7-16,3 0 6 0,-3 0 8 0,2 0 9 0,0 0 7 0,-2 0 6 0,2-4 8 16,1 4 6-16,-3-5 4 0,2 5 2 0,-7-6 1 0,7 2 0 0,-7-2-5 15,0 1 0-15,0 1-8 0,0-2-4 0,5 6-7 0,-5 0-7 0,0-9-7 0,-5 4-8 16,5 5-8-16,0 0-12 0,0-4-9 0,0 4-11 0,-7-6-9 0,7 6-9 16,-7 0-9-16,7 6-7 0,-5-2-2 0,-3-4-5 0,1 9-3 0,2-4-2 15,-9 5-4-15,9 1-1 0,-3 4-2 0,-5-7 3 0,7 7 2 0,-7-1 0 16,6 2 5-16,-6-1 2 0,2 3-1 0,2-2-1 0,-3 2-5 0,-1 2-3 0,-1 5 0 15,2-6-1-15,-2 7-2 0,-4-3-5 0,4 3-3 0,-6-4-5 0,6 5-11 16,-4-9-8-16,5 6-11 0,-6-3-13 0,6-7-12 0,0 6-11 0,-1-10-12 16,2 5-15-16,4-6-19 0,-4 0-21 0,5-3-21 0,2-3-27 0,-11 9-30 0,11-8-69 15,-1-4-82-15,-1 0-49 0,7 0-30 0,-5 0 4 0,5-4 16 0,-9-8 27 16,9 3 29-16,0-6 34 0,0-3 37 0,0-7 39 0,9-5 40 0,-4-4 47 0,-5-5 50 16,7-4 71-16,-1-6 85 0</inkml:trace>
  <inkml:trace contextRef="#ctx0" brushRef="#br0" timeOffset="27489.89">10290 11000 41 0,'0'0'110'0,"0"0"35"0,-7 0 24 0,7 0 27 0,-6 0 24 0,6 0 25 0,0 0 24 0,0 0 23 0,-5 0 22 0,5 0 24 0,0-3 25 0,-9 3-39 0,9 0-77 0,0 0-37 16,0 0-17-16,0-6-3 0,0 6 4 0,-7-5-2 0,7 5-3 0,0 0 0 16,0-4 1-16,0 4-2 0,0-6 3 0,0 6-5 0,-5 0-6 0,5 0-9 0,0 0-15 15,0 0-12-15,0 0-17 0,0 0-16 0,0 0-14 0,0 0-17 0,0 0-16 16,0 0-12-16,0 0-16 0,0 0-13 0,5 0-8 0,-5 10-8 0,0-5 0 0,0 4-2 16,0 3-2-16,7 1 1 0,-7 2 3 0,0 6 3 0,0-3 5 0,0 1 4 15,9 7 3-15,-9-3 1 0,0 7 0 0,0-6-2 0,5 6 1 0,-5-2-7 16,0-3-5-16,0 11-3 0,0-8-3 0,6 1 0 0,-6 5-2 0,0 0-1 15,0 2 1-15,0-3-2 0,7 1 0 0,-7 0 0 0,0-4-2 0,0-2 1 16,5 2 0-16,-5-6-2 0,0-3 0 0,0-2-2 0,0-5-3 0,0 2-3 0,9-7-3 16,-9 1-7-16,0-1-4 0,0-4-4 0,0-1-2 0,0 2-2 0,7 0 1 15,-7-6 2-15,0 0 4 0,0 3 6 0,0-3 9 0,0 0 6 16,0 0 8-16,0 0 3 0,0 0 6 0,0 0 7 0,0-3 4 0,0-3 4 0,0 0 6 0,0 2 4 16,0-5 0-16,0-2-1 0,0 2-2 0,0-7-7 0,-7 3-7 0,7-2-3 15,0 1-5-15,-9-7-3 0,9 2 0 0,-5-6-1 0,-2 1 2 0,7-1-1 16,-6 1-4-16,1-6 1 0,-4 6-2 0,2-4 0 0,2-2-2 0,-1 2 2 0,-2 2-1 15,3-3 0-15,-10-4 0 0,10 3-3 0,-2 0-1 0,0 1-4 0,2 0-3 16,5-5-2-16,-8 4 0 0,8-4-2 0,-5 4-5 0,5-3 2 0,0 8-3 0,0-3 0 16,0 2-3-16,0 7 1 0,0-6-3 0,5 5 2 0,-5 7-4 0,8-3 4 15,-8 2 1-15,5 4 2 0,2-4 2 0,0 4 3 0,5 0 2 0,-4 5 4 16,5-4 3-16,-2-1 4 0,-4 5 2 0,7 1 5 0,4-8 1 0,-2 9 5 16,0-3 2-16,5 6 4 0,-2 0 4 0,1 0 0 0,-1 0 4 0,2 6-3 15,-3-3 3-15,3 4-2 0,-2 2-3 0,-6 0 1 0,5 0-2 0,-2 6 0 0,-11 1 2 16,9-2-2-16,-9 5 0 0,-5-4-1 0,8 10-1 0,-16-5-3 0,8 4 2 15,-5 1-2-15,-3-1-1 0,2 4 2 0,-6-1-3 0,-2 0-2 0,1-2 0 16,0 5-6-16,0-5-2 0,0-1-8 0,-1 0-9 0,-4-5-8 0,5 2-14 0,0-2-11 16,-1-1-14-16,2 3-14 0,-2-6-13 0,-4-2-14 0,10 2-14 0,-5-4-16 15,2-1-17-15,-5 3-14 0,4-8-22 0,6 5-9 0,-8-5-10 0,7 4-8 16,-4-3-5-16,3-2-15 0,-5 2-15 0,6-6-29 0,2 5-35 0,-2-5-51 0,0 0-54 16,2 0-11-16,5 0 10 0,-8 0 23 0,8 0 26 0,0-5 29 0,-5-1 29 0,5 2 31 15,0-2 30-15,0 3 37 0,0-8 41 0,5 1 47 16,-5 1 59-16</inkml:trace>
  <inkml:trace contextRef="#ctx0" brushRef="#br0" timeOffset="29187.12">10732 11235 0 0,'6'6'1'0,"2"-2"112"0,-8 1 78 0,5-5 52 0,-5 0 39 16,0 0 29-16,0 0 26 0,0 0 27 0,0-5 26 0,0 1 30 0,0-2 26 0,0 2 28 0,0-1 27 0,0 1-72 15,0-8-129-15,0 9-73 0,0-3-48 0,0-3-18 0,0 3-6 0,0-3 1 16,0 5 2-16,0-7-4 0,-5 7-6 0,5-2-10 0,0 1-9 0,0-4-10 0,0 9-11 15,-8-4-12-15,8-2-11 0,0 6-15 0,-6-4-14 0,6 4-15 0,0-5-12 16,-5 5-11-16,5 0-11 0,-8 0-7 0,3 5-3 0,5-5-9 0,-7 4-2 0,0 2-2 16,0-2-4-16,-6 5 0 0,8-4-2 0,-3 5 0 0,2 1 2 0,-7-7 0 15,6 5 0-15,1 1-1 16,-2 1-4-16,3-2-2 0,0 1-3 0,-4-5-5 0,4 5-2 0,-2-1-3 0,-1 0-3 0,3 3-1 0,5-3-2 0,-7 1-1 16,7-1-2-16,0 0 2 0,-7 3 2 0,7-3 3 0,0 0 5 0,0 1 2 0,0-1 3 15,0-4 2-15,0 5 5 0,7 1-1 0,-7-7 6 0,0 5-1 0,7-3 5 16,-7-2 3-16,5 1 5 0,3 1 3 0,-1-2 0 0,-7 1 2 0,5 1 2 0,9-3 5 15,-9-3 2-15,3 6 6 0,-2-6 4 0,9 0 3 0,-10 0 8 0,9-6 6 16,-2 6 8-16,-6-3 5 0,8-3 8 0,-2-3 2 16,1 3 7-16,1-3 3 0,-2 0 4 0,2 3 3 0,-1-4 1 0,1 1 2 0,-9-2 1 0,8-2-1 15,-6 7 0-15,7-3-2 0,-9-6-7 0,2 5-5 0,0 1-7 0,-2-2-3 0,2 1-8 16,1 1-2-16,-3-1-7 0,2 0-4 0,0 0-8 0,-2 6-7 0,-5-1-7 16,8 1-6-16,-8-2-8 0,0 0-5 0,0 6-6 0,0 0 0 0,0 0-5 0,7 6 2 15,-7-6-1-15,0 10 2 0,6-5 3 0,-6 5 0 0,0-1 4 0,0 0 2 16,0 6 2-16,0-5 4 0,0 10 4 0,0-4 1 0,0-4 1 0,0 9-2 15,0-6-6-15,0 4-8 0,0 0-8 0,0 1-8 0,0-5-10 0,0 4-8 16,0 2-4-16,6-9-9 0,-6 4-7 0,5-1-7 0,-5 0-8 0,7 0-9 31,-7-6-11-31,9 0-3 0,-4-3-4 0,2 3 0 0,-7-5 0 0,6 1 3 0,-1 2 1 16,3-7 3-16,0 4-1 0,-3-4 2 0,8 0 1 0,-7-4 4 0,2 4 3 16,4-7 10-16,-6 2 7 0,7 1 8 0,-5-1 7 0,4 1 11 0,-5-7 7 0,6 2 7 15,-6-1 8-15,-1 1 6 0,7-1 11 0,-8-1 10 0,3 2 13 0,0-7 14 16,-3 4 11-16,1 0 9 0,1-1 12 0,-2-2 8 0,4 0 9 0,-4 0 7 15,-5 0 6-15,7-4 8 0,-7 4 7 0,6-3 7 0,-6 3 5 0,0-6 2 0,8 3-1 16,-8-1 0-16,0-2 3 0,0 2-2 0,0-2 0 0,0 7-2 0,0 1-3 16,0-2-2-16,-8-1-2 0,8 7-5 0,0 0-8 0,-6-1-4 0,6-1-7 0,-7 8-10 15,7 3-10-15,0-7-13 0,-5 7-13 0,5 0-11 0,-9 0-9 0,4 0-8 16,5 7-7-16,-7 2-7 0,1-4-4 0,1 5-5 0,-3 3-1 0,0-2-5 16,-3 4 1-16,4-2-1 0,1 8 4 0,-1-6 1 0,-1 4 5 0,3-5 1 15,-2 5 3-15,0-3 1 0,2 2 1 0,-3 3-1 0,8-6 0 0,-5 3 0 0,5 3 0 16,-8-2-1-16,8-4 0 0,0 3-1 0,0 3 1 0,0-2-4 0,0-4 0 15,0 4-2-15,0-4-3 0,8 0-8 0,-8 0-8 0,5-2-11 0,3 2-9 16,-3-6-12-16,2 7-11 0,0-11-15 0,-2 4-11 0,10 1-17 0,-9-5-20 0,7-1-16 16,0 1-20-16,0-5-20 0,0 0-20 0,1 0-13 0,-2 0-12 0,2-5-26 15,-1 1-31-15,6-1-40 0,-6-5-40 0,-1 5-41 0,2-4-39 16,-1-7-1-16,6 7 16 0,-6-6 27 0,0-4 31 0,0 4 34 0,1-4 35 0,-2-2 35 0,-4 3 36 16,4-6 59-16,-5 5 62 0,5-7 63 0,-6 3 57 0,8-3 50 0,-7 7 60 15,-2-11 51-15,4 6 42 0,-9-1 41 0,5 1 38 0,-5-1 37 0,0-2 41 0,0 2 33 16,0-5 35-16,0 0 9 0,-5 8-5 0,5-9-26 0,-9 7-37 0,4 0-29 15,-2-1-26-15,1 5-18 0,-2 1-15 0,2 0-13 0,-1 5-17 0,2-2-18 16,5 1-22-16,-7 6-21 0,7 4-22 0,-7-5-25 0,7 4-25 0,0 6-21 0,0 0-20 16,0 0-12-16,0 6-7 0,-5 4-8 0,5-1-8 0,0 0-6 0,0 6-6 15,0 0-6-15,0 4-3 0,0 1 2 0,0 1 4 0,0 2 4 0,0 3 6 16,0-4-3-16,0 5-1 0,0 1-8 0,0 2-4 0,0-6-11 0,-8 6-9 16,8-2-11-16,0-3-14 0,0 4-15 0,8-4-12 0,-8-1-21 0,0 1-15 0,0-1-23 15,5-5-19-15,-5 2-25 0,0-3-25 0,7-3-24 0,-7 0-26 0,7 0-17 16,-7-2-16-16,5-1-10 0,2 0-8 0,-7-5-14 0,6 2-20 0,-6-4-16 15,8-1-17-15,-2 2 3 0,-6-6 9 0,7 0 23 0,-7 0 26 0,5-6 26 0,4 2 31 16,-9-1 32-16,5 1 32 0,2-8 41 0,-7 3 45 0,6 0 51 0,-6-1 52 16,5 1 51-16,3-6 52 0,-8 6 42 0,8-6 35 0,-8 4 28 0,5-2 21 0,-5-3 17 15,6 1 17-15,-6 1 6 0,7-2 3 0,-1-2-14 0,-6 3-21 0,7-4-21 16,1 4-22-16,-8-5-13 0,5 6-10 0,1-7-13 0,-6 7-14 0,8 1-13 16,-3-2-10-16,-5 5-10 0,8-1-10 0,-3 2-9 0,-5-1-7 0,8 6-9 15,-8-1-5-15,0-1-13 0,0 3-8 0,0 3-16 0,0 0-17 0,0 0-11 16,0 0-6-16,0 0-6 0,0 9-3 0,0-4-2 0,0 5-3 0,0-1 0 0,-8 0-2 15,8 7-2-15,-5-7-1 0,5 10 3 0,-8-5 2 0,3 2 2 0,-3-1 1 16,2-1 1-16,-7 5-3 0,6-9-2 0,1 5-4 0,-1 0-1 0,1 0-3 0,1-6-2 16,-3 1-2-16,0-1 0 0,3 2-1 0,5-2-3 0,-6 1 1 0,-1-4 0 15,7 3-1-15,-5-5-1 0,5 7 0 0,-9-7-3 0,9 1-3 16,0 1-1-16,-5-3-4 0,5-3-4 0,0 0-4 0,0 0-3 0,0 0-1 0,0 0-4 0,0 0-1 16,0 0 1-16,0 6 2 0,0-6 0 0,5 0 3 0,-5 4 4 0,9-4 2 15,-9 0 5-15,5 0 4 0,2 0 5 0,-1 0 3 0,-1 0 5 0,3 0 2 16,5 0 5-16,0 0 2 0,0 0 4 0,0 0 4 0,1 0 3 0,-1 0 3 15,6 0 1-15,-7 6 2 0,8-6-1 0,0 5-1 0,-1-5 2 0,2 0-2 0,-3 4 2 16,3 1-1-16,-2-1-2 0,1-4-3 0,-1 6-2 0,0 0-5 0,1-6-3 16,-6 3-3-16,4 3-2 0,-4-6-1 0,6 0-1 0,-9 3 1 0,2-3-1 15,1 0 1-15,-1 0 2 0,-1 0 1 16,-4 0 1-16,3-3 3 0,-3 3 3 0,-1-6 2 0,-1 3 2 0,2-3 3 0,-8 0 0 0,5 2 2 0,0-1 1 0,-5-4 1 16,9 3 2-16,-9-4-1 0,5 1 3 0,-5 0-2 0,0-2-1 0,7 1 0 15,-7 1-2-15,0-6-3 0,0 5-2 0,0-4-3 0,-7 4-2 0,7-5-1 0,0 0-2 16,0 6-2-16,-5-6-2 0,5 2-2 0,0 1-3 0,0-2-3 0,-9 0-2 15,9 5 0-15,0-6 1 0,-5 4 2 0,5 1 0 0,0 1 2 0,-5 0-1 16,5 3 0-16,0-4 1 0,0 5-1 0,-8 1-2 0,8 4-2 16,0-5-3-16,-6 5-4 0,6 0-4 0,0 0 0 0,-7 0-6 0,-1 5-1 0,3-1-1 0,-1 1-3 15,-2 5 3-15,3 1-2 0,-2-1 0 0,-6 3 0 0,6 1 0 0,-5 2 2 16,4 3 5-16,-3-5 4 0,3 7 3 0,3-2 2 0,-2 2 1 0,-2-3 0 0,4 1 0 16,5 1 0-16,-6-1 0 0,6 2 1 0,0-3-1 15,0-2 1-15,0 2 2 0,0-3 2 0,6 6 0 0,-6-8 2 0,5 2-1 16,4 0 2-16,-2-5 1 0,-2 4 3 0,3-4 0 0,-2-1 2 0,7 3-1 0,-8-8 4 0,9 5 1 15,-7-4-1-15,6-5 2 0,0 6-1 0,6-2 3 0,-6-4-2 0,0 0 0 16,6-4 1-16,-6 4 1 0,8-6-1 0,-3 6-2 0,-4-9 3 0,7 4 0 0,-3 1-2 16,-5-8-3-16,6 3 2 0,2-1-1 0,-3-4-1 0,-5 4 0 0,8-5-2 15,-3-4 1-15,-4 5 1 0,4-5 0 0,-2-2 2 0,0 2 0 0,0-1 2 0,-4-5 1 16,-1 6 2-16,5-5-2 0,-11 3 4 0,9-3-2 0,-9 0 2 0,10-5 1 31,-10 5-2-31,2 0 0 0,-7-6-1 0,7 0 0 0,-7 7-4 0,0-7 1 16,0 1-2-16,0 4-1 0,-7 1 1 0,7-1-1 0,-7 6-2 0,2-1-2 0,-2 5 0 15,-1-4 1-15,3 4-1 0,5 5 0 0,-14-4 0 0,9 4-2 0,5 5 2 16,-7-4-3-16,-2 5-3 0,4-2-5 0,-1 0 0 0,-1 2-5 0,2 4-2 16,-4 0-2-16,9 0-2 0,-7 0-3 0,2 0 1 0,-1 4-2 0,1 2 2 0,-3 0-2 15,0 3 3-15,8-5 0 0,-5 5 5 0,-2 2 4 0,1-2 6 0,6 1 7 16,-6 1 7-16,6 3 5 0,-8 0 8 0,8 2 4 0,-7 2 2 0,7-3 3 16,0 6 2-16,0-2 1 0,0 5-1 0,0 0 1 0,0-5-3 0,7 11-3 15,-7-6-2-15,8 1-5 0,-8 5-1 0,6-6-7 0,0 4-5 0,1 3-4 16,-2-7-3-16,3 6-7 0,5-2-6 0,-7 2-11 0,-1 0-10 0,11-6-17 0,-4 4-16 15,-6 2-16-15,8-5-17 0,-2-1-18 0,2-5-21 0,-1 6-25 0,-1-5-28 16,2-7-31-16,-1 2-31 0,0 0-39 0,-2-6-43 0,5 1-88 0,-3-5-104 0,-3 1-34 16,4-3 2-16,-7-3 19 0,6-3 28 0,-7-3 32 0,7 1 38 0,-6-5 40 15,-1-3 47-15,-6-1 47 0,6-2 49 0,-6-4 56 0,0-5 63 0</inkml:trace>
  <inkml:trace contextRef="#ctx0" brushRef="#br0" timeOffset="29360.35">12262 11173 0 0,'-12'0'36'0,"0"0"154"0,4-5 86 0,-4 5 60 0,12-6 46 0,-6 6 38 0,6 0 29 0,-8-4 27 0,16-2 25 0,-8 1 25 0,0 1 25 0,6-1 24 0,-1 1 23 0,2 4-121 0,1-6-200 0,-2 6-106 16,0-4-51-16,6-1-26 0,4 5-18 0,-5-6-8 0,1 6-5 0,9 0-3 15,-1-3-8-15,-2 3-9 0,3 0-15 0,-2 0-27 0,6 0-33 0,-6 0-43 0,10 0-47 16,-5 0-66-16,-4 3-76 0,-1-3-115 0,8 0-125 0,-6 0-56 0,2 0-15 16,-2 0 4-16,-2-3 12 0,1-4 25 0,-1 2 30 0,0-4 40 0,1-1 48 0,-6 1 55 15,4-6 59-15,-4-6 70 0,-1 8 76 0</inkml:trace>
  <inkml:trace contextRef="#ctx0" brushRef="#br0" timeOffset="29661.05">13155 11250 0 0,'-6'0'91'0,"-1"-5"98"0,2 5 65 15,-4-4 54-15,4-2 47 0,-2 2 46 0,1-1 48 0,1-5 41 0,-3 4 43 16,8 3 37-16,-8 3 33 0,8-6-4 0,0 1-26 0,0 5-94 0,0 0-130 16,0 0-76-16,0 0-44 0,0 0-32 0,0-4-25 0,0 4-24 0,0 0-30 0,0 0-26 15,0-6-20-15,0 6-19 0,8 0-13 0,-8-3-11 0,0 3-7 0,8 0-8 16,-8 0-3-16,5-6-5 0,1 6-4 0,1 0-3 0,-2-4-3 0,9 4-1 16,-7-5-1-16,6 5-1 0,6-6-3 0,-6 6-9 0,8 0-10 0,-7 0-19 15,4-4-18-15,-5 4-26 0,6 4-26 16,-6-4-32-16,5 0-34 0,-4 6-39 0,1-1-40 0,-4-1-65 0,2 2-75 0,0-3-85 0,-5 7-81 0,-2-5-23 0,6 1 8 15,-4 3 24-15,-8-3 35 0,6 3 40 0,-6-5 45 0,0-4 48 0,0 6 51 0,-6-2 53 16,6 1 54-16,-8-5 68 0,3 0 72 0</inkml:trace>
  <inkml:trace contextRef="#ctx0" brushRef="#br0" timeOffset="29804.6">13189 11441 0 0,'-20'19'21'0,"6"2"139"0,1-12 83 0,-1 6 59 0,9-11 44 0,-8 5 36 16,8-3 29-16,-3-6 24 0,0-15 21 0,8 6 20 0,0 2 19 0,0 7 19 0,0 0 16 15,0-3-105-15,0 3-176 0,0-6-88 0,8 6-49 0,0 0-26 0,-8 0-15 16,5 0-8-16,1 0-4 0,1 0-3 0,7 0-2 0,-2 0-9 0,1 0-9 15,1 0-23-15,-1 0-24 0,6 0-39 0,-7 0-48 0,7 0-63 0,2-3-73 0,-2 3-108 16,7 0-120-16,-7-6-52 0,1 6-16 0,-1-6 4 0,2 2 12 0,5-1 22 16,-7 1 29-16,2-7 39 0,-3 1 41 0,8 1 53 0,-7 0 54 0,8-6 65 0,-2 0 70 15</inkml:trace>
  <inkml:trace contextRef="#ctx0" brushRef="#br0" timeOffset="30946.62">14095 11162 0 0,'5'6'5'0,"1"-1"127"0,-6-5 95 0,0 0 68 16,0 0 53-16,0 0 47 0,0 0 45 0,0-5 40 0,0-1 41 0,0 2 34 15,-6-7 33-15,6 11 26 16,0-4 28-16,0-1-86 0,0 5-149 0,-5-4-104 0,5-2-78 0,0 6-43 0,0-4-26 0,0-1-22 0,-9-1-24 0,9 6-21 0,0-3-23 16,-7-4-14-16,2 7-15 0,-2-5-11 0,1 5-10 0,0-4-8 0,-2 4-9 15,1-5-8-15,-4 5-5 0,-2 0-4 0,0 0-5 0,-1 5 0 0,1-5 1 16,0 4 0-16,0-4 2 0,0 5 1 0,-8 2 1 0,9 2 2 0,0-4-1 0,-1 5 3 16,5-6-1-16,-5 5 0 0,0 2-3 0,7-1-2 0,-7-1-6 0,8 6-3 15,-11-6-3-15,11 6-5 0,-1 0-6 0,-1-5-2 16,1 4-5-16,6 2-2 0,-7-7-2 0,7 6-3 0,-6-2 1 0,6 2-3 0,0-6 2 0,0 7 1 0,0-7 5 15,0 6 4-15,6-4 3 0,1-1 7 0,-7-1 5 0,6 0 6 0,1 1 7 16,-1-5 4-16,-1 4 9 0,11-3 2 0,-11-2 5 0,8-4 5 0,-7 6 3 0,7-6 6 16,0 0 4-16,8 0 8 0,-9-6 8 0,8 2 7 0,-7-2 3 0,5 3 9 31,3-8 4-31,-2 1 3 0,2 1 3 0,-2 0 6 0,1-7 0 0,-1 1 4 16,-7 1 4-16,8-2 0 0,1 4 2 0,-9-4-3 0,-1-4-2 0,10 1-7 15,-7-1-4-15,-1 1-8 0,-6 0-5 0,5-5-3 0,0 3-6 0,-4-3-5 16,0-1-7-16,3-5-4 0,-6 8-4 0,2-8-7 0,2-1-2 0,-9 3-5 0,5-2-5 15,-5 2-1-15,0-2-1 0,0 1-1 0,0-5-1 0,0 10-1 0,0-7 0 16,0 3-3-16,-5 2 0 0,-4 4-4 0,9-5-2 0,-7 9 1 0,2-1-4 0,-1 3-2 16,1 2-3-16,5 4-4 0,-8 1-5 0,0 3-6 0,3 1-5 0,-2 1-5 15,0 8-2-15,2-4 1 0,-2 11 3 0,-1-2 0 0,-4 5 3 0,5 0 1 16,-6 13 0-16,0-9 1 0,7 13 4 0,-6-4 4 0,3 4 4 0,-3-3 3 16,6 7 7-16,1-7 4 0,-4 6 2 0,9-4 3 0,-7 4-1 0,7-4 2 0,0-6 2 15,7 6-2-15,-7-2 0 0,0-1 1 0,9-5 0 0,-4 4 1 0,1-3 1 16,6 3-1-16,-3-3 2 0,-4-3 0 0,8 5 0 0,0-7-1 0,0 3 0 0,1-2-2 15,-1-4-1-15,-1 0-2 0,2 0-2 0,-1-2 0 0,6 2 1 0,-7-4 0 16,9-1-1-16,-1-1 1 0,-2-5 2 0,-5 7 1 0,7-7 0 0,-1-4 1 16,2 0 2-16,-10 0 3 0,10 0 1 0,-3 0 5 0,-4-4-1 0,6-2 4 15,-6 1 1-15,4-5 3 0,-4 7 1 0,-2-7 3 0,7-1 1 0,-6-4 1 0,3 6 1 16,-5-7 1-16,-4 4-1 0,6-4 1 0,0 2 0 0,1-5 2 0,-9-2 2 16,3 2-2-16,2-2-1 0,-1 3-1 0,-4-1-4 0,-5-7 1 0,7 7-2 15,1-6-1-15,-8 5 0 0,0 2-1 0,0-2 1 0,0 6 1 0,0-5-3 0,0 4-1 16,0 0-1-16,0 5-3 0,-8 1 0 0,8-2-4 0,-7 1-3 0,2 5-7 15,-4 1-4-15,4 4-3 0,0-5-4 0,-3 10-5 0,-5-5 1 16,0 4-2-16,0 1-2 0,0 5 0 0,2-4-2 0,-10 3 2 0,8 6 0 0,-1 0 3 16,-4-5 3-16,4 4 2 0,2-1 3 0,-2 8 2 0,7-6-2 0,-6-2 2 0,-1 7-1 15,9-4 0-15,0-1-2 0,-3-2 1 0,2 2-1 0,-1 0-1 0,7 0 2 16,0 0 0-16,-8 0 0 0,8-2 0 0,8 2 1 0,-8-6 0 0,7 6 4 16,-7 1 0-16,6-2 2 0,2-4 1 0,2 5 0 0,-2 0 2 0,5-6 1 0,0 6-1 15,1-6 0-15,-2 7-6 0,8-7-8 0,-8 0-8 0,7 1-12 0,1 1-13 16,0-2-15-16,6-5-16 0,-5 2-17 0,2-1-18 0,-2-1-20 0,6-4-24 15,-1 5-24-15,1-5-23 0,-4 0-18 0,4-5-18 0,1 1-17 0,-4 4-19 0,8-11-20 16,-5 7-3-16,1-2 3 0,-4-3 15 0,2 0 20 0,0-2 35 0,1 1 39 16,-1 1 48-16,-7-1 47 0,1-5 43 0,-1 1 43 0,-6 4 43 0,1-5 47 0,6 0 49 15,-14 2 52-15,7-2 39 0,-8 0 35 0,2 0 23 0,0-4 20 0,0 4 3 16,-1-5-2-16,-6 7-13 0,7-8-15 0,-7 2-19 0,0 4-16 0,0-3-19 16,-7-3-20-16,7 2-18 0,-6-2-20 0,-1 6-15 0,0-3-18 0,0 2-14 15,2-2-17-15,-3 3-13 0,-3 0-11 0,3 0-11 0,-4 6-9 0,3-1-8 0,-1-5-7 16,-3 12-7-16,5-9-7 0,-5 8-7 0,0 4-6 0,7-5-4 0,-7 5-5 15,0 0-3-15,0 5-3 0,5-1-2 0,-3 1-2 0,-2 2-1 0,-2 2-1 16,-4 0-2-16,14 1 2 0,-9-1-2 0,-4 2 2 0,2 4 2 0,11-6-1 0,-8 5 1 16,-1 0 0-16,2-2 1 0,6 1 3 0,-2-4-3 0,-5 6 1 0,6 1-2 15,2-5 0-15,-2 2 2 0,2-4-4 0,5 6 1 16,-7 0-1-16,-1-5 2 0,8-1-2 0,-5 6 1 0,5-4-2 0,0-1 1 0,0 3-2 0,0-2 1 0,0-2-1 16,0 1 0-16,0-1 1 0,0 1 0 0,5-5 2 0,-5 4 2 0,8-3 0 15,-8 0 3-15,7-3 2 0,-2 3 3 0,2-2 0 0,5 2 2 0,-4-1 1 16,5-1 2-16,-2-4 2 0,5 5 0 0,-5-1 1 0,1-4-2 0,9 0 0 15,-2 6 1-15,-6 0 0 0,14-6 2 0,-15 3 3 0,7 3 3 0,2-3 4 0,-8 3 1 16,6 0 4-16,-6-6 0 0,0 4 1 0,0 5 3 0,-5-4-1 0,2 1 1 16,-1 3 0-16,3-3 0 0,-4 4 0 0,-2-7-4 0,-6 7-1 0,5 1-4 15,3-2-3-15,-8 6 0 0,5-5-2 0,-5 4 0 0,0-4 0 0,0 5 1 16,0 4 2-16,0-4-2 0,-5 3 2 0,5-2-2 0,0 4 2 0,-8-2-2 0,3 2-2 16,5 0 0-16,-6 5 0 0,-2-7-3 0,1 3-2 0,2-2-2 0,5 1-4 15,-9 0-6-15,4-2-8 0,0 2-7 0,-3-1-9 0,3 2-11 0,-3-8-10 0,2 8-8 16,-1-6-7-16,7-2-12 0,-6 2-14 0,-1-4-13 0,1-2-16 0,-2 1-10 15,3-6-9-15,5 1-7 16,-7 0-9-16,7-1-10 0,0-4-15 0,0 0-19 0,-6 0-25 0,6 0-49 0,-6-4-61 0,6-1-75 0,0 0-77 0,0-5-22 0,0 6 4 16,0-10 17-16,6 4 21 0,-6-5 27 0,6 0 31 0,1-3 37 0,6-3 39 0,-7-4 48 15,7 1 48-15,8 0 65 0,-8-5 67 0</inkml:trace>
  <inkml:trace contextRef="#ctx0" brushRef="#br0" timeOffset="31279.17">15472 11110 95 0,'8'-16'202'0,"-8"1"74"0,0 6 60 0,0-6 52 0,0 5 52 0,0-1 45 0,0 2 41 0,0 0 37 0,0 0 31 0,0 2 32 0,-8 4 26 0,8-3-66 0,0 6-120 0,0-5-102 0,0 5-94 16,0 0-58-16,0 0-30 0,0 0-34 0,0-4-31 0,0 4-26 0,0 0-24 16,0 0-20-16,0 0-16 0,0 0-11 0,0 0-5 0,0 0-8 0,0 4-4 0,-5 1-6 15,5 4-3-15,0-2-4 0,-6 2-2 0,6 0 0 0,-5 6 5 16,5 0 3-16,0 0 5 0,-7-2 4 0,7 2 6 0,-9 6-2 0,9-6 2 16,0 3-1-16,0 3-3 0,0-2-5 0,0-1 0 0,0 3-2 0,0-7-2 0,9 6 0 15,-9-1-1-15,7 1-1 0,-2-1 1 0,1 2-1 16,-1-8-1-16,3 2-2 0,0 0 3 0,4 0-3 0,-5 0 0 0,-2-6-1 0,10 0 2 0,-10 1 1 15,9-4 1-15,-9-1 3 0,10-1-1 0,-9 1 4 0,7-5-1 0,-8 0 4 0,11 0 4 16,-11-5 1-16,6 1 3 0,-4-1 1 0,7-1 4 0,-7 2-1 0,-1-5 2 16,8-2-1-16,-7 1 2 0,-2-5-2 0,1 6-1 0,2-6-6 0,-3 0-4 31,3 2-10-31,-3-2-10 0,2-6-9 0,0 8-11 0,0-8-12 0,-1 2-11 0,1-1-13 16,-1 1-15-16,1 4-18 0,-1-3-15 0,-1-3-19 0,3 6-18 0,0 2-20 15,-8-2-19-15,5-1-27 0,-5 7-28 0,8-2-42 0,-8 7-50 0,5-5-82 16,-5 4-93-16,0 5-32 0,5-4-2 0,-5 4 18 0,9 0 27 0,-4 4 33 15,-5-4 36-15,7 0 39 0,-1 0 41 0,-6 5 50 0,8 1 51 0,-2-6 61 0,-6 3 64 16</inkml:trace>
  <inkml:trace contextRef="#ctx0" brushRef="#br0" timeOffset="31993.94">15949 11147 0 0,'0'5'24'16,"0"1"142"-16,0-6 78 0,0 0 59 0,0 0 45 0,0 0 44 0,0-6 43 0,7 1 36 16,-7 1 36-16,0-1 31 0,0-5 27 0,0 6 28 0,6-1 22 0,-6-1-108 15,0 6-182-15,0 0-95 0,0-3-47 0,0 3-29 0,0 0-21 0,0-7-22 16,0 7-24-16,0 0-21 0,0 0-19 0,0 0-15 0,0 0-11 0,0 0-10 0,0 7-9 15,0-7-2-15,-6 3-8 0,6 3-7 0,0 3-4 0,-7-3-4 0,7-2 0 16,-6 5 1-16,6 2 2 0,-8 4 1 0,8-5 5 0,0-1 2 0,-5 0 2 16,5 6 1-16,0-5-1 0,-8-1-4 0,8 1-1 0,0 4-5 0,0-2-2 15,0-3-4-15,8 1 1 0,-8-1 0 0,0 0-1 0,5-3 2 0,-5 3-1 0,8-3 4 16,-2-3 1-16,1 9 3 0,-1-12 1 0,2 4 6 0,5 1 4 0,-8-5 6 16,2 4 7-16,5-4 3 0,-5 0 5 0,6 0 4 0,1-4 2 0,-9-1 6 15,11 1 5-15,-11-2 8 0,8 0 5 0,-8 3 5 0,4-6 2 0,-4-3 2 0,8 8 4 16,-13-5-3-16,5-2 2 0,3 1-2 0,0-5-1 0,-8 6-1 0,5-6-4 15,-5 2-5-15,7-2-6 0,-7 0-5 0,6 0-9 0,-6-4-5 0,0 4-3 16,0-4-6-16,0 5-2 0,0-7-5 0,0 8-1 0,0-2-2 0,0-1-2 0,-6 2 1 16,6 4-3-16,0 1-2 0,-7-3-6 0,7 3-2 0,-5 4-3 0,5 1-8 15,-8 4-1-15,0-6-5 0,3 6-2 0,-1 0-2 0,-1 6-1 0,2-6-2 16,-9 4 0-16,7 7 1 0,-4-8-1 0,-5 9 2 0,4-3 4 0,5 4 2 0,-6-2 2 16,1 5 4-16,5-1 5 0,-5-2 2 0,4 1 2 0,3 2 0 0,-3-1-1 15,2-2 1-15,-1 8-2 0,1-6 1 0,-2-2-3 0,8-2 3 0,0 4-3 16,-5-2 2-16,5-3 0 0,0 4-2 0,0-2 0 0,5-3-1 0,-5 1 4 0,0-1 0 15,8 0 5-15,-2 3 1 0,1-3 3 0,-1-6 2 0,7 9 2 0,-5-8 3 16,4 1 4-16,0-1 1 0,3 1 2 0,4-5 3 0,-7 6 1 0,8-6 3 16,1 0 0-16,-3 0-1 0,3 0 3 0,-3-6-2 0,3 6 4 0,-2-5-1 0,1 1 2 15,-3-1 1-15,4 1 2 0,-3-8 2 0,3 9 2 0,-3-6 0 16,-2-3 3-16,3 3 2 0,-6-6 3 0,-1 5 1 0,0-5 2 0,3 1 1 0,-1 0-1 0,-4-1 1 16,-2-5-4-16,-2 1-1 0,1 4-2 0,-1-4-1 0,1 0-5 0,-1-2 1 15,2 1-1-15,-8 2-1 0,5-2 2 0,-5 6 2 0,7-1-1 0,-7-1-1 16,0 7 2-16,0 0-1 0,0-1-1 0,0 5-4 0,0 1-8 0,0 4-7 15,0 0-5-15,0 0-7 0,0 0-4 0,-7 0-4 0,2 4-6 0,-3 1-3 16,8-1-5-16,-13 6-2 0,7 1-3 0,-1 4-1 0,1-6 1 0,-2 4 1 0,-2 2 8 16,1 6 6-16,4-8 5 0,-2 7 2 0,-1-4 2 0,3 3 2 0,5-5 1 15,0 7-1-15,-7-8 1 0,14 2 1 0,-7 0 3 0,0 0-1 0,5-1 1 0,-5 0 2 16,8-2 2-16,-1 1 2 0,-2-2 3 0,9 2-1 0,-9-1 6 0,3-3 1 16,5 0 1-16,0-3 4 0,1 3 1 0,-2-5 6 0,-6 1 3 0,8 1 7 15,-2-2 5-15,1-4 5 0,1 5 6 0,-2-5 6 0,2-5 5 0,-8 5 3 16,6-4 4-16,2 4 2 0,-7-6 3 0,6 1 1 0,-7-4-25 0,2 5-51 15,-3-8 0-15,0 3 0 0,9 0 0 0,-7-6 0 16,-7 6 0-16,8-7 0 0,-3 1 0 0,2-3 0 0,0 3 0 0,-7-4 0 0,5-2 0 0,-5 3 0 0,8-3 0 16,-8 8 0-16,5-8 0 0,-5 2 0 0,0 4-6 0,8 1-84 0,-8-2-9 15,0 1-12-15,0 6-13 0,6 0-14 0,-6 0-14 0,0 2-15 0,0 4-22 0,5-3-22 16,-5 6-32-16,0-5-35 0,0 5-34 0,0 0-57 0,0 0-58 0,0 0-61 16,0 0-58-16,0 0-9 0,0 0 10 0,0 5 27 0,0-5 34 0,7 6 40 0,-7-3 42 15,0-3 48-15,0 7 51 0,0-2 55 0,0-5 54 0,9 0 62 16,-9 4 70-16</inkml:trace>
  <inkml:trace contextRef="#ctx0" brushRef="#br0" timeOffset="32438.44">16946 11083 0 0,'0'6'7'0,"5"-6"120"0,-5 0 74 0,9 0 52 0,-4 0 42 0,-5 0 40 0,7-6 38 0,-1 6 39 0,-1-4 38 0,4 1 34 0,-2-8 33 16,-2 11 31-16,2-4 30 0,-7-2-85 0,7 0-145 0,-2 2-79 0,-5-1-42 31,0-1-24-31,8 6-14 0,-8-3-18 0,0 3-20 0,0 0-21 0,0 0-20 0,0 0-20 0,0 0-17 0,0 0-14 0,0 0-16 0,0 0-14 0,0 0-13 0,0 0-10 16,0 0-11-16,0 0-6 0,0 0-6 0,-8 0 0 0,8 3-6 0,-5-3 2 15,5 6-1-15,-7-1 2 0,0-1 2 0,7 8-1 0,-5-8 2 0,-2 7 4 32,-2-8-4-32,9 7-1 0,-5-5-7 0,5-1-4 0,-6 8-6 0,6-9-5 0,0 8-5 15,-7-7-2-15,7 2 0 0,0 3-3 0,7-5 2 0,-7 1 2 16,0 1 4-16,6-2 5 0,-1 2 8 0,4-6 8 0,-2 5 10 0,-2-1 8 0,2-4 12 16,0 6 4-16,6-6 10 0,-6 0 1 0,5 0 6 0,0 0 4 0,-4-6 3 15,5 6 5-15,-7-4 7 0,7-1 5 0,0-1 3 0,-5 2 6 0,-3-2-2 0,0-3 3 16,4 4-2-16,-4-5 0 0,2 1 1 0,-7 0-3 0,8-3 2 0,-8 3-4 15,5-4-3-15,-5-2-8 0,0 3-8 0,0-3-6 0,0 2-6 0,0 4-4 16,0-6-5-16,0 0-3 0,0 5-6 0,-5 1-3 0,5-2-2 0,-8-4-4 16,8 11-4-16,-7-7-2 0,2 3-3 0,5-3-6 0,-9 8-4 0,4-4-6 0,-8 2-3 15,8 1-3-15,-3 4-5 0,-5 0 2 0,-1 0-1 0,9 0 1 0,-15 4 0 16,8 1 1-16,-3 2 3 0,3-4 1 0,-7 12 5 0,5-5 2 0,-4-1 2 0,-3 6 4 16,2 0 5-16,6 4-1 0,-6-5 2 0,4 7 1 0,4-2 1 0,-2 2-1 15,-2-3-2-15,9 1 1 0,-5 2-2 0,4-2 0 0,7 1-2 0,-8-1-1 16,8-4-3-16,0 3 0 0,0-2-6 0,8-1-4 0,-8 3-5 0,7-3-10 0,-2 1-8 15,7-2-10-15,-5-4-12 0,6 5-16 0,1 0-17 0,-1-6-20 0,6 0-23 16,1 1-26-16,-1 1-26 0,2-1-37 0,-3-1-45 0,3-5-79 0,-2 1-97 16,1 1-38-16,-1-2-10 0,7-4 11 0,-7 0 23 0,2 0 29 0,3-4 33 0,-4-2 38 15,-1-3 40-15,8 0 41 0,-6-1 47 0,-3-1 52 0,3-4 58 0</inkml:trace>
  <inkml:trace contextRef="#ctx0" brushRef="#br0" timeOffset="32676.57">17610 10976 0 0,'0'-18'1'0,"0"-3"113"0,0 2 84 0,0 1 64 0,-5-9 51 0,5 9 49 0,-9-2 46 0,2-4 45 0,7 3 44 0,-5-3 38 0,-1 6 34 0,-1-7 29 0,7 5 31 0,-6 7-76 0,-2-8-135 16,8 6-90-16,-5 6-67 0,5-1-42 0,0 1-32 0,0 3-32 0,-7-4-32 16,7 10-30-16,0-5-31 0,0 5-20 0,0 0-20 0,-7 0-9 0,2 5-12 0,5-1-4 15,-7 2-6-15,-1 3-3 0,-4 3 0 0,5 1-1 0,2 2 1 0,-10 6 6 16,3-3 4-16,5 1 5 0,-7 7 6 0,9-7 4 0,-8 6 0 0,8-1 2 16,-3 0 1-16,0 0-4 0,3-5-5 0,5 7-5 0,-7-3-7 15,7-2-8-15,0 3-11 0,0-6-9 0,0 3-12 0,0-2-11 0,7-4-16 0,-7 0-18 0,5 4-17 16,3-10-19-16,0 6-21 0,-3 0-27 0,1-5-32 0,1-1-28 0,-2 2-27 0,9-1-51 15,-7-5-59-15,5 5-68 0,3-7-71 0,-3 3-16 0,0-2 6 0,3-4 24 16,4 0 29-16,-6 0 35 0,0 0 36 0,5-4 43 0,3-2 47 0,-1 3 45 0,-8-7 48 16,7-1 61-16,1 1 66 0</inkml:trace>
  <inkml:trace contextRef="#ctx0" brushRef="#br0" timeOffset="32892.4">17962 10942 0 0,'0'-9'3'0,"6"-6"115"0,0 6 74 0,-6-7 59 0,0 2 50 0,7 4 46 0,-7-4 41 15,0-2 41-15,0 1 42 0,0 2 36 0,0-1 36 0,0 4 31 0,0-1 28 0,8 1-75 16,-8 5-140-16,0-3-76 0,0 3-46 0,0-1-37 0,0 2-31 15,0 4-28-15,0 0-24 0,0 0-26 0,0 0-25 0,5 0-18 0,-5 0-16 16,0 0-12-16,6 0-6 0,-6 4-6 0,8 7-4 0,-3-7-4 0,2 5-1 0,1 1-2 16,-2 4 5-16,0 2-1 0,1-1 4 0,-2-1 3 0,9 6 3 0,-7-2-1 15,-1 9 1-15,-1-9-5 0,2 6-4 0,2 1-7 0,-4-1-4 0,-5 1-8 16,0-1-6-16,0 1-11 0,0-1-14 0,-5 0-15 0,-4 1-16 0,2-1-25 16,2 0-26-16,-1-3-36 0,-7 3-36 0,0-5-53 0,0 5-53 0,7-3-112 0,-9 4-134 15,2-1-68-15,2-6-36 0,-4-3 3 0,3 4 18 0,0-4 28 0,-2 0 35 0,7-6 45 16,1-3 48-16,1-2 54 0,-3-4 58 0,0 0 66 0,8-4 70 0,-5-2 94 15,5-3 102-15</inkml:trace>
  <inkml:trace contextRef="#ctx0" brushRef="#br0" timeOffset="33071.68">18190 11280 0 0,'12'-6'1'16,"9"6"116"-16,-10-3 97 0,5 3 76 0,2-6 63 0,-4 0 56 0,-2 2 53 0,-6-6 45 16,7 6 43-16,-5-2 37 0,4 2 36 0,-6 4 27 0,0-5 25 0,2 1-81 15,-1 4-144-15,-7-6-111 0,5 6-91 0,-5 0-60 0,0 0-46 0,0 0-34 16,0 0-30-16,0 0-20 0,0 0-19 0,0 6-14 0,-5-2-8 0,-2 1-9 15,7 5-6-15,-8-6-8 0,2 6-9 0,-7-6-16 0,8 8-18 0,-3-3-21 16,-5 1-24-16,2-1-28 0,-5 0-29 0,11 3-36 0,-8-3-41 0,0 0-49 0,0 1-54 16,-1-5-104-16,1 4-122 0,6-3-43 0,2 3-5 0,-2-9 18 0,-5 6 31 0,12-6 37 15,0 0 43-15,-8-6 45 0,8 1 48 0,0-5 51 0,8-4 55 0,-1-2 59 16,-2 4 68-16</inkml:trace>
  <inkml:trace contextRef="#ctx0" brushRef="#br0" timeOffset="33231">18392 10986 0 0,'-8'0'30'0,"8"0"153"0,0 0 99 15,0-4 70-15,8-2 59 0,-8 6 44 0,0-4 38 0,0-1 35 0,5 5 28 16,3-4 24-16,-2-1 24 0,-6-1 16 0,0 6 17 0,0 0-127 0,7 0-205 0,-7 0-134 31,0 0-98-31,0 0-68 0,0 0-56 0,0 0-48 0,-7 0-48 0,1 0-49 0,-2 6-51 0,3-1-113 0,-3-1-138 0,3 5-57 16,-9 1-16-16,2-5 4 0,4 4 14 0,-4 3 32 0,-8-3 34 0,7 1 45 0,-5-7 46 0,-3 8 50 0,-6-7 53 16,8 8 59-16,-6-8 65 0</inkml:trace>
  <inkml:trace contextRef="#ctx0" brushRef="#br0" timeOffset="33993.41">10635 12696 29 0,'6'-10'108'0,"-6"1"43"0,7 0 35 0,1-3 29 0,-8 3 31 0,5-6 28 0,-5 2 28 0,6-3 28 0,2 6 28 0,-8-4 27 0,5 0 27 0,2-2-35 0,-7 1-69 16,6 2-46-16,1-1-38 0,-7-2-17 0,7 1-10 0,0 6-10 0,-7-6-6 15,5 0-7-15,-5 5-7 0,8 1-6 0,-8-6-11 0,0 5-6 0,0 5-11 0,0-4-9 16,0-1-12-16,0 5-10 0,0 1-9 0,0-1-10 0,0-2-7 0,-8 4-10 15,8-3-17-15,-5 6-13 0,-2-5-11 0,0 5-13 0,0 0-8 0,1 0-9 16,-1 0-8-16,2 5-6 0,-9 1-4 0,9-3-4 0,-10 4-3 0,9 2-2 0,-7 0-1 16,-1 1 1-16,9 0 4 0,-10 6 3 0,3-3 8 0,0 2 4 15,-1 6 4-15,5-3 7 0,-3 1 5 0,-5 2 6 0,11-6 3 0,0 3 3 0,-8 3 5 16,13-2 2-16,-8-1 3 0,0 3 5 0,8-2 3 0,-5 2 3 0,5-6 2 16,0 3 2-16,0 1 1 0,5-4-2 0,-5 4-1 0,8 2-1 0,0-7 0 15,-3 5 2-15,3 2 1 0,-3-6 0 0,9 3 0 0,-7-2-2 0,4 2-4 0,2-3-3 16,-5 4-5-16,4-4-3 0,-5 0-3 0,6 0-3 0,-6-6-1 0,-2 7-3 15,4-7-2-15,-4 6-2 0,-5-6-2 0,0 0 0 16,0 3 0-16,0-8 2 0,0 5-1 0,0 0-2 0,-5-3 2 0,-4 3-5 0,4 3 0 0,-10-8-8 0,10 5-8 16,-9 0-12-16,1-3-13 0,0 3-14 0,2-4-18 0,-5 1-18 0,-2-2-17 15,5 2-22-15,0-1-21 0,0-1-29 0,-1-4-31 0,2 0-44 0,0 0-41 0,-3 0-61 16,2-4-70-16,7 4-52 0,-6-5-41 0,-2-1-3 0,8 2 17 0,-1-2 25 16,2-3 31-16,-3 4 33 0,0-5 40 0,8-4 44 0,-5 4 46 0,5 0 54 0,0-5 54 15,0-3 65-15,0 3 78 0</inkml:trace>
  <inkml:trace contextRef="#ctx0" brushRef="#br0" timeOffset="35246.98">10804 12735 73 0,'13'6'176'0,"8"-2"70"0,-9 1 52 0,-5-5 45 15,5 0 39-15,-4 0 40 0,4 0 39 0,-5 0 36 0,-2-5 31 0,3 5 32 0,-1-4 26 0,-1 4-59 16,0 0-106-16,-1 0-94 0,2 0-91 0,2 0-51 0,-4 0-32 0,2 4-21 0,-7 1-19 16,6-5-18-1,-1 4-20-15,-5 1-16 0,0 1-13 0,0-2-11 0,0 7-6 0,0-7-7 0,-5 5-5 0,5 1-3 0,-6 1-2 0,-1-2-2 0,2 0 0 16,5 7 2-16,-9-7-4 0,2 0 1 0,2 6-2 0,-1-3-2 0,0-3-3 0,-1 4-3 15,7-2-3-15,-8-1-2 0,3-1-3 0,5 6-2 0,-7-11-6 0,7 7-2 16,0-2-3-16,0 1-3 0,0-4 0 0,0 3-2 0,0-5 1 0,0 1 1 16,7-5 4-16,-7 6 3 0,5-6 2 0,3 3 4 0,-1-3 3 0,5 0 4 0,-7 0 4 31,11-3 4-31,-4-3 2 0,-1 1 4 0,5 1 1 0,-5 0 3 0,10-1 0 16,-9-5 2-16,7-1-1 0,-6 1-3 0,1 1 2 0,6 0-1 0,-7-1 2 15,-2-1 2-15,5 1-1 0,-11 1 2 0,8-6-2 0,-8 6 0 0,-5 0 0 0,9-7-4 16,-9 2-6-16,0 4-4 0,0-5-3 0,-9 0-3 0,4 0-9 0,-2 2-6 15,1-2-5-15,-7 0-5 0,0-4-4 0,7 5-2 0,-7-2-3 0,-2 5-1 16,3-2-2-16,0 4 1 0,-9-7 2 0,10 11 3 0,-4-4 3 0,2 3 1 0,2 2 3 16,-5-1 3-16,-2 5 3 0,4 0-2 0,2 5 4 0,6-1 0 15,-7 2 0-15,0 3 0 0,6 0 3 0,-5 6-2 0,-3 0 2 0,10 0 0 0,-2 1 0 16,0 2 0-16,2 1 2 0,-3 2 0 0,2-3 2 0,6 3-1 0,-7-3 0 16,7 1 2-16,0 2 1 0,0 0-1 0,0-3 2 0,7 1 0 0,-7-4 1 0,6 4 0 15,2-4 1-15,-3 0 2 0,2 0 3 0,0-6 4 0,5 6 4 0,1-6 2 16,1 3 1-16,-1-3 4 0,0 0 1 0,-2 1-1 0,10-5-1 0,-8-1-4 15,8 2-8-15,-3 0-9 0,3-2-9 0,-2-4-10 0,-1 0-13 0,1 0-12 16,2 0-11-16,-3-4-11 0,3 4-10 0,-3-6-7 0,3 0-8 0,-1-3-2 0,-1 3 1 16,1-3 6-16,-8 0 11 0,7-1 11 0,-6 1 10 0,-5-6 15 0,5 0 12 15,-7 6 15-15,2-7 18 0,-3 1 13 0,3-3 16 0,-8 3 14 0,5-6 12 0,-5 2 10 16,0 1 8-16,0 2 6 0,0-8 6 0,0 3 3 0,0 3 6 0,-5-1 3 16,5-2 5-16,0 7 0 0,0-5 2 0,0 3 2 0,-8 2-3 0,8 1-1 15,0-2-1-15,0 3-4 0,0 3-6 0,0 3-7 0,0-3-8 0,0 9-10 16,0 0-12-16,0-4-13 0,0 4-10 0,0 0-9 0,0 0-9 0,8 0-2 15,-8 0 0-15,5 4-1 0,-5 2-1 0,5 3-1 0,4 0-2 0,-4 3 1 0,2 3 3 16,1-2 4-16,-3 1 9 0,2 7 2 0,-7-2 5 0,7 0-2 0,-2 1 2 16,2-1-2-16,-1 2-8 0,-6-2-2 0,8 5-6 0,-8-3-3 0,6-3-3 15,-6-3-5-15,7 4-3 0,-7-4-4 0,0 0-2 0,0 0-3 0,0 0-1 0,5-7-1 16,-5 3-1-16,0-2 0 0,0 0-1 0,0-3 3 0,9 4-3 0,-9-5 5 16,0-5 3-16,0 0 9 0,0 0 8 0,0 4 7 15,0-4 7-15,0 0 6 0,0 0 2 0,0 0 3 0,5-4 3 0,-5-1 1 0,0 1 1 0,0-2 0 0,7 0 2 16,-7 3-5-16,0-9-1 0,0 9-6 0,6-8-5 0,-6 3-6 0,5-3-8 15,-5-4-2-15,8 5-5 0,-8-4-2 0,0 4 0 0,8-5-2 0,-3 0-3 0,1 2 0 16,-6-2 1-16,7-6-1 0,-1 6 1 0,1 2-2 0,1-2-4 0,3 6 1 16,-3-6-2-16,-3 0-3 0,3 6 1 0,-3-1-2 0,9-1 1 0,-9 7-2 15,10-1 0-15,-9 1-1 0,0-2 1 0,1 6-2 0,6 0 1 0,-5 0 1 0,-3 6 3 16,1-2 2-16,1 5 4 0,-2 2 2 0,4-7 5 0,-2 11 0 0,-7 0 2 16,5-6 0-16,1 12 2 0,0-6 0 0,1 3-1 0,-7-2 1 0,8 2 1 0,-3 1-4 15,2 2 0-15,5-2-6 0,-4 1-2 0,-1-5-2 0,5 4-2 0,0-4-1 16,2 3 0-16,-1-2 1 0,8-7-2 0,-9 6 2 0,8-6 1 0,0 3 0 15,-1-3 2-15,0 0 1 0,1-5 3 0,4 2 3 0,-3-6 2 0,6 5 3 16,-9-5 1-16,8 0 1 0,-5-5-2 0,-3 5 1 0,9-6 2 0,-6 2 0 16,3-1 1-16,-4-4 0 0,-1 5 1 0,2-8 3 15,-3 3 2-15,2-1 4 0,-8 1 7 0,9 0 5 0,-10-3 3 0,-4 3 5 0,7-6 6 0,-7 6 4 0,4-6 1 16,-11 0 3-16,9 5-1 0,-9-4-1 0,7 0 0 0,-14-1-3 0,7-5-4 16,-9 7-4-16,9-8-7 0,-5 6-5 0,-1-4-6 0,-1 4-4 0,2 0-8 15,-4 0-4-15,2 2-6 0,-4-2-3 0,6 4-3 0,-3 2-1 0,0-1-4 0,3 6-3 16,-2-1-1-16,-5-1-4 0,4 6 0 0,1 0-1 0,2 0-3 0,-9 6 3 15,9-1 2-15,-3 5-1 0,-5-1 1 0,7 6 0 0,-6 0 3 16,-2-2-1-16,7 8 3 0,-4-6 1 0,3 4 3 0,0-1 5 0,3 3 0 0,-8-2 1 0,8 1-1 16,5-1 2-16,-9 0 0 0,2 1-1 0,7 1 1 0,-5-8 1 0,5 2-1 15,0 6-2-15,-6-8 2 0,6 2 2 0,0-6-1 0,6 7 0 0,-6-2 1 0,0-4 2 16,5-1 1-16,-5 2 3 0,7-1 2 0,2-5 5 0,-9 3 2 0,5-8 5 16,8 5 4-16,-8 1 5 0,3-6 2 0,5 0 3 0,-7-6 1 0,7 1 6 15,0 5 2-15,0-8 3 0,0 3 1 0,0-5 0 0,1-1 1 0,6 2 1 0,-8-1-3 16,8-4-1-16,-7-2-3 0,5 1-1 0,-4-3-1 0,4-1-3 0,-2-2-1 15,3 3-4-15,1-7-3 0,-8 5-1 0,0-5-5 0,9-3 1 0,-10 4-5 16,5-6-1-16,-11-1-1 0,8 3-5 0,-8-2 1 0,4 2-3 0,-4-7-1 0,-5 7-1 16,7-8 0-16,-7 2-3 0,0 1-2 0,0-1-2 0,0-2 0 0,-7 3-4 15,7-2-2-15,-5 5 0 0,-4 2 1 0,4-2-2 0,0 6-1 0,-3-1-1 16,3 1 2-16,-3 10-3 0,0-6 1 0,3 9-1 0,-1-2-1 0,-7 8-2 16,5-5-4-16,3 10 0 0,-2-6-2 15,-5 6 0-15,5 6-2 0,-6-6 0 0,5 10-2 0,-3-1 3 0,-5 0 1 0,5 6-2 0,4 6 3 0,-7-2-1 0,2 5 5 16,6 6 2-16,1-5 5 0,-11 8 2 0,16-3 7 0,-5-2 4 0,5 6 2 15,0-4 4-15,0 4 3 0,0-4 2 0,5-1 4 0,3 0 0 0,0 7 0 16,-3-8 1-16,6 2-3 0,5-2 0 0,-4 2-2 0,-1-6-8 0,5 6-8 0,-5-6-14 16,2 1-16-16,7-1-16 0,-6 1-25 0,-1-1-24 0,6-5-30 0,-6 2-31 15,0 3-34-15,0-9-33 0,1 4-32 0,-2-1-47 0,1-3-47 16,1 6-87-16,-9-8-98 16,8 2-33-16,-7-4 1 0,2 4 20 0,4-7 30 0,-3 3 40 0,1-7 42 0,-2 1 45 0,-3-5 48 0,11 0 49 0,-11 0 50 0,8-5 55 0,0-5 62 0</inkml:trace>
  <inkml:trace contextRef="#ctx0" brushRef="#br0" timeOffset="35532.65">13123 12558 0 0,'5'-14'10'0,"4"1"125"0,-4-8 72 0,2 6 54 0,-1-4 46 0,1 1 42 0,0-3 38 0,0 2 35 0,6-2 31 0,-8-3 32 15,1 6 30-15,2-3 28 0,-1 2 29 0,-2 4-86 0,4 0-152 0,-4 0-77 16,0 2-39-16,3 4-26 0,-8-3-21 0,0 3-17 0,5 3-16 0,-5 2-14 0,0-1-14 15,-5 1-15-15,5-1-15 0,0 5-15 0,-8-4-17 0,8 4-15 0,-5 0-14 16,0 0-14-16,5 4-10 0,-14-4-8 0,7 5-5 0,-1-1-7 0,2 1-1 0,-7 5-4 16,8-1-2-16,-9 3 1 0,1-3 3 0,6 4 5 0,-7 7 1 0,2-4 6 15,6 2 1-15,-7 3 3 0,0 3 3 0,-1 0 1 0,9 1 3 0,-10-1 0 16,10 1 0-16,-2 3 3 0,0-2 1 0,2 2-1 0,-3-3 4 0,8 4-2 16,-5 0 1-16,5-5-1 0,0 6 2 0,5 1 0 0,-5-7-2 0,8 4-7 15,-3 2-9-15,2-6-11 0,0 1-14 0,6-1-19 0,-6 0-17 0,6 0-27 0,-7 1-28 16,7-6-34-16,0 1-34 0,0-4-50 0,1 2-56 0,-2-3-89 0,1 0-103 0,6 0-37 15,-6-6 0-15,8 1 14 0,-7-5 27 0,4-1 31 0,-5 2 35 0,0-12 43 16,6 2 43-16,-6-1 50 0,0-5 49 0,0-4 58 0,0-2 63 0</inkml:trace>
  <inkml:trace contextRef="#ctx0" brushRef="#br0" timeOffset="35995.68">13545 12720 0 0,'7'-15'23'16,"-7"6"139"-16,8-4 79 0,-8 1 60 0,0-3 51 0,5 0 44 0,-5 2 44 15,0 4 38-15,8-7 32 0,-8 2 33 0,6 4 26 0,-6 1 24 0,0-3 22 0,5 9-114 16,-5-3-187-16,0 1-100 0,0 5-56 0,0 0-33 0,0 0-21 0,8 0-20 15,-8 5-17-15,0 1-12 0,0 4-8 0,8-1-7 0,-8 6-5 0,0-1-5 16,0 2 0-16,0 3-1 0,0-1 2 0,0 3 0 0,0 3 3 0,0 1-3 0,-8-6-4 16,8 5-8-16,-8 0-4 0,8 0-7 0,0 3-10 0,-5-9-3 0,-1 7-5 15,6-6-2-15,-8 1-5 0,8-5 0 0,0 4-5 0,0-4 1 0,-5-6-5 16,5 7 3-16,0-7-3 0,0 0 3 0,5 0 0 0,-5-3 2 0,0 0 3 0,0-3 3 16,0 3 5-16,8 0 5 0,-8-6 9 0,0 0 8 0,0 4 8 0,0-4 8 15,0 0 5-15,6-4 4 0,-6 4 5 0,5-6 2 0,-5 0 3 0,0-3-1 16,0 3 4-16,0-3-2 0,0 0-2 0,0 0-4 0,0-7-7 0,-5 1-7 15,5 1-5-15,-6-5-8 0,6-2-3 0,-8 2-3 0,8 1-3 0,-5-3-1 16,-3 2-3-16,1-5-4 0,2-1 0 0,5 1-2 0,-7 4 1 0,7-5-2 0,-7-5 0 16,7 8-1-16,-5-5-1 0,5 5 0 15,0-8 0-15,0-1-3 0,0 7-1 0,0-3-3 0,0-4 2 0,0 7 0 0,5-6-1 0,-5 5 0 0,7 1-3 16,0-1-1-16,-7 1-1 0,5 6-2 0,2-3-2 0,1 6-2 0,-3 2-2 0,3-2-1 16,-2 5 1-16,-1-1-2 0,11 7 1 0,-11-5 1 0,8 9-1 0,1-5 2 15,-2 1 2-15,-6 4 1 0,15 0 3 0,-9 4 1 0,0-4 5 0,3 5 2 16,-3 4 4-16,8-5 1 0,-15 7 2 0,9-1 0 0,-1 0 2 0,-6-1 0 0,6 6 1 15,-7-1 0-15,-1 2 1 0,-5-3-1 0,0 2 1 0,0-1-2 0,0 7-1 16,0-7-4-16,-5 6-3 0,-1-1-7 0,-1 1-7 0,1 0-11 0,-7-2-9 0,0 2-11 16,0-4-13-16,-7 2-13 0,8-3-10 0,-8 6-14 0,6-8-13 0,-7 2-16 15,5 0-14-15,0 0-16 0,-2-5-16 0,5-1-10 0,0 0-11 0,-1 3-9 16,9-3-11-16,-10 0-26 16,10-5-31-16,-2 2-29 0,0-1-24 0,7-1-26 0,0 1-29 0,0-5-4 0,0 7 5 0,0-4 21 0,7 3 26 0,0-6 27 0,5 0 28 0,-4 0 33 15,5 0 33-15,6 0 42 0,-6-6 44 0,14 3 40 0,-9-4 46 0</inkml:trace>
  <inkml:trace contextRef="#ctx0" brushRef="#br0" timeOffset="37645.03">13989 12619 0 0,'19'-12'2'0,"2"8"114"0,-3-6 81 0,-4 0 61 0,4 1 55 0,-11-7 45 0,7 7 45 0,-1-6 39 0,-8 2 41 0,9-1 37 0,-7-2 34 0,-7-3 31 0,6 5 29 0,-1-2-74 15,-5-4-135-15,8 7-84 0,-8-3-57 0,8 2-39 0,-8 4-29 0,0-4-25 0,0 4-18 16,5-1-20-16,-5 1-20 0,0 5-18 0,0 1-16 0,0 0-18 0,-5-1-12 16,5-1-19-16,0 6-14 0,-8-4-12 15,8 4-12-15,-8 4-7 0,8-4-5 0,-11 6-5 0,4-1-3 0,2 3-3 0,-9-3-1 0,7 10-2 0,-4-6 1 0,-5 7 2 16,4-1 3-16,0-1 3 0,-8 6 6 0,6-6 0 0,1 5 1 0,0-3-2 31,0 2-1-31,0 2 0 0,-1 1-1 0,9-8 0 0,-8 2-5 0,7 6 1 0,-1-8-3 0,-1 2-4 0,3 0 0 0,-2 0-1 0,7-2 0 0,-7-2-1 16,7 5 2-16,-5-7-1 0,5 0 1 0,0 1 1 0,0-1 1 0,5 3 2 0,-5-3 2 15,0 0 2-15,7-3 4 0,-7 3 1 0,7-5 6 0,-2 1 3 16,3 1 4-16,-1-6 4 0,-1 4 7 0,7 2 6 0,-8-6 6 0,9 0 7 0,-1 5 6 31,0-5 3-31,0-5 6 0,0 5 3 0,1-6 6 0,-2 6 6 0,2-4 2 0,-1-2 5 16,-1 1 2-16,2 1 0 0,-1-5 2 0,-8 3-2 0,9-3-1 0,-7 0-8 15,-1 2-2-15,7-7-4 0,-5 4-3 0,-3 1-6 0,2-6-6 0,0 5-7 16,-2-4-4-16,3-1-7 0,-8-1-2 0,7 2-5 0,-2 4-3 0,2-3-3 16,-7-2-3-16,7 4-3 0,-7 1 0 0,5 1-4 0,-5 5-2 0,0-7-3 0,8 8-4 15,-8 3-2-15,0 0-5 0,0 0-5 0,0 0-3 0,0 0-4 0,0 0-2 16,-8 3 1-16,8 3 1 0,0-1 2 0,-5 5 1 0,5-1 2 0,-7 0 0 0,7 0 6 16,-7 7 3-16,7-1 2 0,-5 3 4 0,5-2 3 0,0-1 2 0,-7 3 2 15,7-3-2-15,0 0 0 0,0 0-1 0,7 1-2 0,-7-2-1 0,5 0 2 16,-5-5-1-16,7 2 1 0,0-1 3 0,-2-1-1 0,3 0 4 0,5-3 1 0,-7 3 5 15,6-3 2-15,2 3 2 0,-1-3 3 0,8-6 2 0,-10 3 1 0,10-3 1 16,-3 0 0-16,3 0 1 0,-2 0 0 0,-6-3 0 0,8 3-1 0,-3-6 4 16,1 0-1-16,-5-3 1 0,5 4 2 0,-5-5 1 0,-1 6 3 0,0-5 2 15,-2-6 3-15,2 4 3 0,3-2 3 0,-5 3 4 0,2-4 3 0,0-7 4 0,-6 8 3 16,7-8 2-16,-9 0 2 0,3 3-2 0,-3-2 0 0,0 0-4 0,4-5-1 16,-4 7-2-16,-5-6-3 0,7-1-4 0,-7 1-4 0,0-1 1 0,0 1-6 15,0-1-3-15,0 1-4 0,0 3-2 0,0 3 0 0,-7-1-2 0,7 4 1 16,0 0-2-16,-5 0-4 0,5 6-5 0,-9 4-5 0,9-5-7 0,-5 10-5 15,0-6-4-15,-3 6-5 0,3 6 1 0,-3 0-4 0,2-2 0 0,-7 5 0 0,0 6-2 16,0-1-1-16,-1 2 3 0,2 2 4 0,4 3 4 0,-3 3 6 0,-2-5 8 16,0 6 7-16,5-1 6 0,2-3 5 0,-1 1 1 0,2 5 1 0,-2-9 1 15,0 6-1-15,7-3 3 0,-7-2-2 0,7 5-1 0,0-5 0 0,0 1-4 0,0-4 0 16,7 2-2-16,0 1-4 0,0-4-3 0,-2 0-7 0,2 4-8 0,-1-4-9 16,2-4-13-16,5 2-9 0,-8 2-11 0,9-6-7 0,-1 3-10 0,-1 3-12 0,2-11-12 15,-1 5-12-15,0-4-16 0,6-1-11 0,-6 2-15 0,5-6-10 0,-4 0-9 16,6 0-12-16,-1-6-13 0,2 2-12 0,-3-1-11 0,-4-4-13 0,4 5-8 15,3-11-13-15,-2 3-10 0,1-2 2 0,-1 0 8 0,8-6 14 0,-6 5 20 0,-3-4 29 16,3 1 33-16,-10-9 38 0,10 8 36 0,-9-5 41 0,8 0 40 0,-13-1 38 16,6 1 36-16,-7-1 40 0,7-3 39 0,-13-2 30 0,7 1 22 0,-7-6 14 15,0 5 7-15,0-3-2 0,0-1-8 0,-7 4-5 0,7-4-4 0,-8 4-11 0,3 2-11 16,-1-2-11-16,6 6-5 0,-8-1-10 0,3 5-10 0,-2 1-11 0,7 4-4 16,0 0-11-16,-8 6-6 0,8 5-11 0,0-2-16 0,0 3-14 0,0 3-20 0,0 0-15 15,0 0-14-15,0 0-8 0,0 3-9 0,0 3-2 0,0-2 1 0,0 5-3 16,0 6 1-16,0 0 0 0,0 0 6 0,0 4 4 0,0 7 6 0,0-4 8 15,0 5 7-15,0 1 4 0,0 2 2 0,0-2-1 0,0 2-3 0,8 0-8 16,-8 4-7-16,0-4-13 0,0-2-15 0,0 2-16 0,7-6-20 0,-7 6-21 0,5-7-23 16,-5 3-21-16,0-3-25 0,8-3-24 15,-8-1-26-15,0 1-27 0,0-1-27 0,6-4-21 0,-6 0-22 0,5 1-10 0,-5-7-4 0,0 0-2 0,8 1 2 0,-8-5 4 16,7-1 12-16,-1 1 16 0,0 1 22 0,1-6 25 0,-2 0 27 0,3 0 28 16,-2 0 31-16,7-6 33 0,-6 1 36 0,7 1 33 0,-1-1 31 0,-8-5 31 15,9 6 34-15,-9-7 33 0,10-4 32 0,-4 6 26 0,-3-1 24 0,4-5 16 16,-5 6 15-16,0-6 15 0,-1 0 14 0,6 2 2 0,-3-3-2 0,-4-4-4 0,0 7-6 15,-5-8-7-15,8 6-9 0,-3-3-15 0,3-3-20 0,0-2-14 16,-8 3-16-16,5-1-11 0,1 3-14 0,-6-2-8 0,8 0-9 0,-3 2-10 0,-5 2-7 16,0 1-8-16,7 6-10 0,-7 0-8 0,0-1-11 0,0 4-6 0,0 1-6 15,0 5-11-15,0 0-10 0,0 0-10 0,0 0-7 0,0 0-10 0,0 0-7 0,0 5-5 16,-7 1-4-16,7-2-4 0,-5 7-1 0,-3 2 0 0,2-3-3 0,1 4 3 16,-11 7 1-16,3-7 3 0,8 6 4 0,-9-5 3 0,2 4 1 0,-1-4-1 15,-1 5 2-15,9-6-6 0,-8 0-2 0,-1 2-3 0,7-7-5 0,-7 6-1 0,9 0-4 16,-8-5-3-1,8-1-1-15,-3 0-2 0,2 1 0 0,-1 0-2 0,1-6-1 0,6 8 1 0,-7-8 2 0,7 1 0 0,-6-1 2 0,6 2 2 0,0-3 2 0,0-3 0 16,-8 0 3-16,8 0 1 0,0 0 2 0,0 0 2 0,0 0 1 0,0 0 4 16,8 6 3-16,-8-6 2 0,0 5 3 0,6-5 5 0,-6 0 2 0,7 0 1 15,-1 0 2-15,1 0 0 0,-1 0 1 0,7 0 2 0,-5 4 1 0,2-4-1 16,4 6 3-16,1-6-3 0,-4 6 0 0,2-6-2 16,1 3-3-16,-1 3-2 0,-1 3 0 0,2-5-2 0,-1 2-1 0,0 3 2 15,0-4-2-15,-7 5 3 0,7-4-4 0,-6-1-3 0,6 5-4 0,-6-6-2 0,5 5-2 16,-4-4-3-16,5 1 2 0,-7-2-3 0,6 2 1 0,-3-1-1 0,2-1 1 0,1 1 1 0,4-5 0 0,-11 4 2 31,6-4 5-31,5 0 2 0,-4-4 5 0,0 4 6 0,3-5 3 0,-2 1 2 16,-2-1 3-16,10-1 1 0,-8 2 0 0,0-7-1 0,0 7 3 0,-2-5-2 15,10-1-1-15,-8-1 1 0,1 1 0 0,-2 1 2 0,2-2-3 0,-9 4 2 0,8-8 2 16,1 3-1-16,-7-3 2 0,6 6 2 0,-7-4 2 0,1-3 3 0,-1 2 6 16,-1-1-1-16,3-1 2 0,-8-2 0 0,8 3-2 0,-8-3-4 0,0 2 3 15,0-3-7-15,-8-1-3 0,8-1-5 0,-8 8-3 0,3-8-4 0,-1 7-7 0,-7 0-6 16,6 0-5-16,-6-2-7 0,6 7-4 0,-5-2-5 0,-1 7-6 0,-1 0-1 15,2 4-3-15,-2 0 1 0,1 0 3 0,-1 8-1 0,2-3 4 0,-7 10 0 16,6-6 3-16,0 7 4 0,0 3 3 0,0-5 6 0,-1 7 7 0,9-2 8 16,-10 2 7-16,10 1 7 0,-2-2 5 0,0 1 5 0,2-2 3 0,-3-1 2 15,8-2 2-15,-8 3 5 0,8 1-1 0,0-5 1 0,8 4 1 0,-8-4-2 0,8 6-2 16,-8-8-1-16,5 8-3 0,2-7-5 0,5 0-2 0,-5 0-3 0,6 2-2 16,1-7-3-16,-9 6-1 0,10-6 0 0,4 0-1 0,-6-3-1 0,0 3 0 0,5-3 0 15,-4 0-1-15,5-2 1 0,-4-1 0 0,4-3 2 0,-6 0 1 0,6 0-1 16,1 0 1-16,-7-3 2 0,6 3 1 0,-6-4-1 0,0-2 1 0,6-3 0 15,-6-3 3-15,8 9-2 0,-8-12 0 0,-2 5-1 0,9-4-2 0,-6-2-1 0,4-2 0 16,-4 3-2-16,-1-6-1 0,8 2 1 0,-9-5-1 0,7 3 0 0,-6-1-3 16,6-4 1-16,-3-2 0 0,-5 3-1 0,1-5-1 0,2 0 1 0,-1 2-1 15,-8-6 0-15,11 4 0 0,-11-3 0 0,2-3-1 0,-1 7-1 0,0-4-1 0,-6-3 1 16,0 8-2-16,8-2-1 0,-16 2 2 0,8 2-2 16,0 3 1-16,0-3-1 0,-6 7 0 0,0 1 0 0,6-3 1 0,-7 8 0 0,2 2 2 0,5 1-4 15,-8 0-4-15,8 5-6 0,-8 0-4 0,3 1-7 0,5-2-1 0,-6 6-2 16,-1 6 1-16,2-6-1 0,-4 4 4 0,4 1 3 0,-2 4 3 15,1 3 3-15,1-3 6 0,-4 4 7 0,2 2 7 0,2 0 10 0,-2 6 7 0,0-3 8 0,2 3 7 16,5 2 3-16,-8 3 3 0,8-3 1 0,0 3-1 0,0 2-3 0,0 2-6 16,0-2-2-16,8 2-4 0,-8 0-6 0,5 0 0 0,2-2-5 0,-7-3-2 15,7 4-6-15,-2-4-3 0,2 3-8 0,2-2-8 0,-4-7-11 0,1 6-12 0,1-7-11 16,-2 2-15-16,4 0-14 0,-4-2-20 0,2 3-20 0,-1-6-26 0,-1-2-25 16,3 2-26-16,0 0-32 0,-8-4-33 0,5-1-26 0,-5-1-25 0,0 0-42 15,7-3-47-15,-7-2-64 0,0-4-68 0,0 0-16 0,-7 6 6 0,7-6 25 0,0 0 35 16,0 0 38-16,-5-6 41 0,-3-4 46 0,0 5 45 0,8-4 46 0,-5-1 45 0,-1-5 56 15,-1 0 60-15</inkml:trace>
  <inkml:trace contextRef="#ctx0" brushRef="#br0" timeOffset="37797.5">15943 12486 0 0,'-13'-10'15'0,"5"1"136"0,-2 0 87 16,1 3 68-16,4-4 58 0,-2 5 54 0,-1-5 51 0,3 5 45 0,5 1 39 0,0-5 32 0,0 3 28 0,0 0 25 0,0 6 18 0,0-4-103 0,5-1-178 16,-5 5-106-16,8-5-71 0,-8 1-50 0,7-2-38 0,-2 6-34 0,-5-4-33 15,14-1-29-15,-9 1-25 0,3 4-29 16,-3-5-26-16,9 5-28 0,-1 0-29 0,-5 0-37 0,5 0-37 0,-1 0-49 0,0 5-56 0,-5-1-101 0,6-4-122 0,1 5-49 15,-2-1-12-15,2 2 11 0,-8-2 22 0,6-4 35 0,-3 0 38 0,3-4 45 16,-6-2 47-16,7-3 52 0,-5 0 57 0,-3-1 60 0,8-5 69 0</inkml:trace>
  <inkml:trace contextRef="#ctx0" brushRef="#br0" timeOffset="38026.54">16306 12114 0 0,'0'25'40'0,"0"-10"158"0,0-11 93 0,0 1 72 0,0-5 58 0,0 0 52 16,0-5 45-16,0-8 38 0,9-27 36 0,-9 6 27 0,7 10 27 0,-7 9 23 15,5 0 22-15,-5 9-128 0,6 2-218 0,-6-1-116 0,8-1-63 0,-8 6-44 16,5-3-32-16,3 3-21 0,-8 0-20 0,5 0-12 0,2 0-9 0,0 0-4 0,-2 3-3 16,3-3-1-16,4 6 0 0,-3 3-2 0,1-3-1 0,4 9-3 0,-7-6 0 15,6 6 1-15,1 0-4 0,-2 4 1 0,1 0 1 0,1 7-3 0,-1-3 2 16,-2 6-3-16,-3 5-1 0,4 2-11 0,-3-3-11 0,-4 7-16 0,-5-1-20 16,0 5-26-16,0-5-28 0,0 0-40 0,-5 1-40 0,-4-6-52 0,2 4-50 0,-6-3-85 15,2-2-97-15,-2-3-80 0,-1 0-69 0,1 4-13 0,1-10 9 0,-2 1 26 16,1-7 37-16,0 1 43 15,0-4 49-15,-1 0 54 0,2-3 59 0,-1-9 63 0,6 3 62 0,0-6 80 0,2 0 82 0</inkml:trace>
  <inkml:trace contextRef="#ctx0" brushRef="#br0" timeOffset="38248.46">16580 12838 0 0,'14'0'12'16,"-1"0"135"-16,0 0 93 0,0-6 69 15,6 6 61-15,-4-3 49 0,-3-3 44 16,0-3 39-16,1 3 37 0,1 1 34 0,-2 1 27 0,2-2 28 0,4 2 25 15,-2 4-96-15,-5-5-167 0,2 5-108 0,2 5-74 0,-4-5-45 0,-5 4-31 0,9 2-19 16,-10-2-17-16,3 7-11 0,-2-8-8 0,-6 9-8 0,5 3-7 0,-5-2-5 16,0 2-4-16,-5 0-6 0,5 0-4 0,-6 3-5 0,-2 3-3 0,3-2-13 15,-3-4-14-15,-5 10-21 0,7-7-25 0,-6 3-27 0,-2-2-30 0,1-5-39 16,0 5-38-16,0 2-49 0,0-2-53 0,-8-5-103 0,10 2-128 0,-2-3-76 0,0 2-54 16,-1-10-6-16,9 4 15 0,-10-9 30 0,10 0 36 0,-9 0 43 0,9-9 48 15,5 0 54-15,-8-2 55 0,8-8 64 0,0 4 69 0,0-4 89 0,8 1 101 0</inkml:trace>
  <inkml:trace contextRef="#ctx0" brushRef="#br0" timeOffset="38406.97">16928 12656 0 0,'0'6'70'0,"5"-6"178"0,1-6 95 0,1 2 71 0,-2-1 52 0,4-1 49 16,-4-3 42-16,-5-4 37 0,7-13 32 0,-1 3 28 0,-6 8 25 0,5 0 21 16,-5 6 18-16,9 3-161 0,-2-3-268 0,-7 3-128 0,0 6-61 0,0-3-39 15,0 3-22-15,0 0-24 0,0 0-28 0,0 0-26 0,0 0-27 0,0 0-25 16,-7 0-21-16,7 0-28 0,-9 3-30 0,4 3-40 0,-8-1-43 0,8-1-84 0,-9 2-100 15,1 3-82-15,0-5-71 0,-7 1-16 0,8 4 8 0,-8-2 28 0,1-7 33 16,-2 5 38-16,3-10 43 0,4-2 45 0,-4 4 51 0,-3-8 55 0,3-2 63 0,-3-8 78 16,2 2 84-16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32:11.691"/>
    </inkml:context>
    <inkml:brush xml:id="br0">
      <inkml:brushProperty name="width" value="0.05292" units="cm"/>
      <inkml:brushProperty name="height" value="0.05292" units="cm"/>
      <inkml:brushProperty name="color" value="#FF0000"/>
    </inkml:brush>
  </inkml:definitions>
  <inkml:trace contextRef="#ctx0" brushRef="#br0">15949 6370 28 0,'7'-4'103'0,"-1"-2"41"0,-6 2 30 0,8-1 28 0,-8 1 25 0,0 4 23 0,0 0 24 0,5-5 23 0,-5 5 20 0,0-7 22 0,0 7 20 0,0 0-36 0,8-3-70 16,-8 3-47-16,0-6-26 0,0 6-14 0,0-5-4 0,0 5-2 0,0-4-3 15,0-2-1-15,0 3 0 0,0 3 0 0,0-6 1 0,0 2 1 0,0-1 0 16,0-1-4-16,0 2-2 0,0 4-6 0,0-6-7 0,0 1-3 0,-8 1-8 15,8-1-5-15,0 5-4 0,0-6-9 0,-5 6-6 0,5-4-9 0,0 0-7 0,-8-1-9 16,8 5-9-16,0-6-8 0,-6 3-3 0,6 3-7 0,-7-7-4 0,7 7-8 16,-6 0-5-16,-2-5-7 0,8 5-5 0,-5 0-7 15,-3 0-5-15,3 0-3 0,5 5-7 0,-5 2-2 0,-4-4-5 0,4 3-3 0,-10-1-1 0,10 3-4 16,-1 3-3-16,-2-2 1 0,3 7-2 0,-2-1 1 0,-7 3-1 0,8-2 0 0,-1 2 1 16,2 2 0-16,-4 5 2 0,4-1 0 0,0 1 3 0,-3-1-2 0,3 1 1 15,-3-1 2-15,8 0-2 0,-8 1 0 0,8-7 0 0,0 9-1 0,0-9-2 0,0 7 1 16,0-6-1-16,0 1 2 0,0-5 0 0,8 4 1 0,0-4-1 0,-8 0 0 15,5 0 2-15,3-2 2 0,-3 2 0 0,0-6 2 0,4 7 2 0,-4-7 2 16,2 0 3-16,7 2 2 0,-8-7 4 0,6 8 3 0,-4-9 0 0,3 3 5 16,4-1 4-16,-10-5 8 0,9 0 7 0,-1 0 10 0,0 0 9 0,0 0 8 0,1-5 8 15,-1-1 8-15,-1-4 8 0,0 1 6 0,8-2 9 0,-6 2 2 16,-2 0 8-16,2-7 1 0,-1 1 2 0,1 6-2 0,-9-4-1 0,8-2-45 0,0 0-63 16,-5 0 0-16,-3 0 0 0,2 0 0 0,-1 0 0 0,-6 2 0 0,0-8 0 15,0 6 0-15,0-3 0 0,0-1 0 0,-6-2 0 0,6 2 0 0,-7-2 0 16,2 3 0-16,-11-1 0 15,11-2 0-15,-8 3 0 0,-1 3 0 0,-4 0 0 0,4 0 0 0,2 5 0 0,-7 1-36 0,-1 4-161 0,1 1-43 0,6 4-51 0,-8 0-80 16,2 0-93-16,1 4-91 0,4 7-85 0,-6-4-23 0,6 8 10 0,2 0 26 16,-8 0 32-16,8 4 43 0,-2 2 44 0,1-3 50 0,8 3 54 0,-11-2 62 0,5 5 67 15,-2 0 80-15,6-3 85 0</inkml:trace>
  <inkml:trace contextRef="#ctx0" brushRef="#br0" timeOffset="10516">15772 8490 0 0,'-5'0'45'0,"5"0"48"0,0 0 32 0,-6 0 30 0,6 0 31 0,0 0 29 0,0 0 29 0,-7-3 25 0,7 3 26 0,-6 0 28 0,6-7 26 0,0 7-9 0,-7 0-33 0,7-5-26 0,0 5-27 15,0 0-16-15,-6 0-15 0,6-4-16 0,0 4-15 0,-7 0-12 0,7 0-14 0,0 0-13 16,0 0-10-16,0 0-12 0,0 0-15 0,0 0-12 0,0-5-9 0,0 5-10 16,0 0-8-16,0 0 0 0,0 0-3 0,0 0-1 0,0 0 0 0,0 0 0 15,0 0 2-15,0 0 2 16,0-6 5-16,0 6 3 0,0 0 5 0,0 0 1 0,0 0 6 0,7-4 0 0,-7 4-1 0,0 0-3 0,0-5-7 0,6 5-9 0,-6-4-5 31,0-1-7-31,7 1-9 0,-7-2-7 0,6-4-7 0,1 5-8 0,-7-5-9 16,6 5-4-16,7-4-9 0,-5 5-7 0,-3-2-2 0,3-3-2 0,-3 3 2 15,9 0-1-15,-9 3 2 0,8 3-1 0,-5-6-1 0,-2 6 0 0,6-5-2 16,-4 5 0-16,-2 0-2 0,7 0 0 0,-6 0-3 0,-2 5 0 0,-5-5-3 0,9 6 3 16,-4-6-3-16,0 3 2 0,-5 3 2 0,8 0 3 0,-8-3 3 0,5 9 2 15,-5-8 1-15,0 5 2 0,0 0-2 0,0 2 4 0,0-1 2 0,0 5 2 16,-5-6-1-16,-3 6 2 0,8 1 2 0,-5-7-5 0,0 4-1 0,-4 2-3 0,4-1-2 16,-2-2-4-16,-1 1 0 0,-3 2-3 0,3-6-1 0,3 3-1 0,-2-3-2 15,1 1-3-15,-2-1 0 0,2-4-2 0,-1 5-1 0,7-4 1 0,-5 3 2 0,-4-4 0 16,9-1-1-16,-5-4 2 0,5 4 1 0,0 2 0 0,0-6 1 0,0 0-2 15,0 0 1-15,0 0-2 0,0 0 1 0,0 0-2 0,0 0-1 0,0 0-2 16,0 0-1-16,0 0-2 0,0 0 1 0,0 0-3 0,0 0-1 0,0 0 0 16,5 5 0-16,-5-5 4 0,0 0 2 0,9 0 8 0,-4 0 5 0,-5 0 7 15,7 4 1-15,7-4 6 0,-8 5 0 0,6-5 5 0,-4 7 1 0,3-4 3 0,4 3 0 16,-1-1 2-16,-4-1-1 0,-2 2-2 0,5-3-2 0,0 7-6 0,-7-5-3 16,7 5-2-16,-5 1-2 0,4-7-2 0,-5 5-2 0,-2 1 0 0,2 0 1 15,-7 0 1-15,8 0 3 0,-3 1 0 0,-5-4 3 0,0 4-1 0,0-7 4 16,0 8 2-16,0-3 2 0,0-3 1 0,-5 3 2 0,-3 0 3 0,8 0 0 0,-7-3 1 15,-5 4 0-15,5-1-2 0,2 1-1 0,-8-5-7 0,5 4-4 0,-5-3-13 16,-1 3-9-16,1-3-12 0,3-2-17 0,-4 7-19 0,-6-7-19 0,6 0-26 16,2 1-29-16,-8-5-34 0,8 6-38 0,-7-6-54 0,-2 3-55 0,2-3-109 15,-1 0-126-15,0 0-48 0,0 0-8 0,7 0 14 0,-5 0 24 0,-2 0 34 0,-1 0 36 16,3-3 44-16,-3 3 45 0,9 0 52 0,-7 0 57 0,6-6 65 0,-1 6 70 0</inkml:trace>
  <inkml:trace contextRef="#ctx0" brushRef="#br0" timeOffset="15962.1">16034 7522 0 0,'0'0'29'0,"0"0"27"0,0 0 20 0,0 0 19 0,0 0 21 0,0 0 20 0,0 0 19 0,0 0 16 0,0 0 14 0,0-3 7 16,0 3 0-16,0-6 2 0,0 6 0 0,0 0-6 0,0-4-12 0,0 4-10 0,7-5-9 15,-7 5-10-15,0 0-9 0,0-6-10 0,0 6-9 0,0 0-4 0,0-4-4 16,0-1-4-16,0 1-4 0,0 4-2 0,5-5-2 0,-5-1 0 0,0 6 1 15,0-4 2-15,0-2 1 0,0 3 1 0,0 3 3 0,0-6 2 0,0 0-1 0,0 6 1 16,0-4-1-16,0-1-3 0,7 5-1 0,-7 0-3 0,0-5-6 0,0 1-6 16,0 4-5-16,0-6-4 0,0 2-5 0,0 4-4 0,0-5-5 0,0 5-3 15,0 0-2-15,0-4-3 0,0 4-3 0,0-6-5 0,0 6 0 0,-7 0-5 0,7 0-1 16,0 0-4-16,0-6-4 0,0 6-3 0,0 0-6 0,0-3-3 0,-5 3-4 16,5 0-3-16,-7-6-6 0,7 6-2 0,-7 0 0 0,2 0-1 0,-3-5 0 15,8 5 0-15,-7 0 1 0,2 0 2 0,-2 0 0 0,0 5 2 0,2-5 1 0,-3 0-1 16,3 6 1-16,-3-6-3 0,2 3-4 0,-1-3-2 0,1 6-4 0,-2 0-4 15,3-2-4-15,-3 1-5 0,8 5-4 0,-5-6-2 0,0 6-3 0,-4 0 0 16,4-1-1-16,-2 1 0 0,-1 1 2 0,3 2-2 0,-1-2 2 0,6 2 2 16,-8-1 3-16,3 1 2 0,-2-2 1 0,7 2 2 0,-6-1 3 0,6 1-2 0,-8 2 1 15,8-6-1-15,-6 6 2 0,6 0-1 0,-7-6-1 0,7 6 1 16,0-6 2-16,-5 7 0 0,5-1 1 0,0-6-2 0,0 0 1 0,0 7-3 0,0-7 1 16,0 6-1-16,5-6-1 0,-5 7 0 0,0-6 1 0,0 0 1 0,7-1-1 0,-7 7 1 15,6-7-1-15,2 0 2 0,-2 0-2 0,-6 1 0 0,12 1 2 0,-4-1 1 16,-2-1 2-16,-1-4 8 0,10 5 10 0,-10-6 9 0,9 1 12 0,-1 0 10 15,0-1 8-15,0 2 9 0,1-6 10 0,-1 0 8 0,-8 0 11 0,9 0 6 0,-2-6 7 16,1 6 7-16,1-4 5 0,-9 4 0 0,11-5-4 0,-11 0-4 0,1 1-3 16,1 4-1-16,-2-6-3 0,4 2-2 0,-9 4-1 0,5-5-2 0,-5 1-7 15,0 4-4-15,0-5-5 0,7-1-7 0,-7 2-4 0,0-2-5 0,-7 1-31 16,7 1-33-16,0-2 0 0,-5-3 0 0,5 5 0 0,-9-1 0 0,-3-4 0 16,6-3 0-16,1 8 0 0,-11-1 0 0,4 1 0 0,0-2 0 0,-8 2 0 0,6-1-25 15,1 5-49-15,-6-5-11 0,6 5-9 0,-8 5-13 0,11-5-15 0,-4 5-18 16,-1-5-21-16,4 4-23 0,-2 2-26 0,0-2-26 0,-1 5-25 0,7-4-35 15,-7 5-36-15,9 1-89 0,-8-1-111 0,8-1-40 0,-11 0-2 0,11 1 17 0,-1 1 29 16,-7-2 37-16,6 1 40 0,1-1 44 0,-8 0 47 0,7-3 48 0,2 4 49 0,-8-5 56 16,5 1 62-16</inkml:trace>
  <inkml:trace contextRef="#ctx0" brushRef="#br0" timeOffset="27921.41">15962 9561 2 0,'8'-6'49'0,"-8"6"27"0,5-3 22 0,-5 3 22 0,0 0 25 0,0 0 24 0,0-7 25 0,0 7 22 0,0 0 25 16,8-5 13-16,-8 5 3 0,0 0-7 0,0-4-18 0,0 4-13 0,0 0-10 0,5-5-5 0,-5 5-1 15,0-6-3-15,7 6-6 0,-7-4-8 0,0 4-10 0,0-5-7 0,7 5-7 16,-7-4-10-16,0 4-5 0,0-5-7 0,5 5-5 0,-5-7-4 0,0 7-10 15,0-3-5-15,0 3-8 0,7-6-7 0,-7 6-4 0,0 0-6 0,0 0-2 16,0 0-3-16,0-4-2 0,0 4-2 0,0 0-3 0,0-5-3 0,0 5-3 0,0-6-6 16,-7 3-4-16,7 3-9 0,0-6-6 0,-5 6-9 0,-2-4-7 0,7 4-8 15,-7 0-6-15,2-5-6 0,-3 5-7 0,-5-6-1 0,7 6-4 0,-1 0-3 16,-7 0-1-16,9 0-4 0,-8 0 1 0,-1 0-1 0,9 0 1 0,-10 0 0 0,4 6 0 16,3-6-1-16,-4 5-1 0,6-1-1 15,-8-4 1-15,7 9-4 0,2-3 0 0,-9-1-1 0,9-1 1 0,-3 5-2 0,3-2 0 0,-3 2 1 0,0 0-1 0,3-3 0 16,-1 3 1-16,-1 3 0 0,7-3 0 0,-6-6 1 0,6 9 2 0,-7-3-1 15,7-5 2-15,0 7 2 0,0-1-2 0,0-7 2 0,0 8-1 0,0-1 1 16,0-6 0-16,0 6 0 0,0-6-1 0,0 6 1 0,7 1 0 0,-7-7 1 16,6 5 0-16,-6-3 1 0,7-1 0 0,-1 5 0 0,-1-6 1 0,3-4 2 0,0 5 0 15,-3 1 0-15,3-2 2 0,-3-4-4 0,0 5-6 0,9-5-12 0,-7 0-17 16,7 6-21-16,-8-6-25 0,1 0-24 0,6 0-29 0,-7 0-23 16,7 0-29-16,-6 0-43 0,-2 0-54 0,9 0-55 0,-9 0-53 15,8 0-38-15,-5 0-24 0,-2 0 3 0,7-6 22 0,-5 6 30 0,-3-5 37 0,3 1 36 0,-3-2 39 0,2 1 37 0,0 5 40 16,-2-4 49-16,2-6 52 0,-7 5 53 0,8-1 59 0</inkml:trace>
  <inkml:trace contextRef="#ctx0" brushRef="#br0" timeOffset="28221.73">16067 9525 93 0,'-5'-4'169'0,"5"-1"56"15,0 1 52-15,-9 4 50 0,9-5 48 0,-7-2 46 0,7 4 47 16,0-3 39-16,-5 2 39 0,5-1 34 0,0 5 32 0,-7 0-62 0,7 0-122 0,0-6-68 16,0 6-46-16,0 0-35 0,0 0-35 0,0 0-30 0,0 0-33 0,0 0-31 15,0 0-27-15,0 0-24 0,0 0-18 0,0 0-16 0,0 0-16 0,0 0-12 0,0 0-14 16,0 0-9-16,0 0-10 0,0 0-8 0,0 0-6 0,0 0-3 0,0 0 2 15,0 0-2-15,0 6 3 0,0-1-2 0,0-1 3 0,0 5 0 0,0-2 1 32,0 2 1-32,0 6 0 0,0-6 5 0,0 3-1 0,0 0 3 0,0 0 1 0,0 1 2 15,7-2-3-15,-7 2 0 0,0 2 0 0,0 0-1 0,0 0-1 0,5 0 2 16,-5-2 0-16,0 2 2 0,0 0-1 0,0 0 2 0,0 0 2 0,0-2 0 16,0 8 0-16,0-6 0 0,-5-2 0 0,5 2-1 0,-7 0 0 0,7 0 0 15,-7 0-2-15,7 0 0 0,-5-5-1 0,-3 4-1 0,1-4-3 0,2 5-2 16,-2-5-5-16,0-1-5 0,2 0-5 0,-3 0-8 0,3-3-8 0,-3 3-11 0,2-3-18 15,-7 0-20-15,5-2-24 0,3 1-27 0,-8-1-30 0,8 1-33 0,-9-1-38 16,7-4-43-16,-6 6-46 0,-1-1-90 0,2-5-104 0,6 4-47 0,-8 1-12 0,2-5 11 16,3 7 26-16,-1-4 38 0,2-3 38 0,-5 6 46 0,5-1 45 0,3-5 52 15,-1 4 51-15,-1 0 58 0,1 2 62 0</inkml:trace>
  <inkml:trace contextRef="#ctx0" brushRef="#br0" timeOffset="28664.58">15832 10684 0 0,'6'-6'8'0,"-6"-3"124"0,0-1 84 0,0 5 63 0,8-4 52 0,-8-1 49 0,0 1 43 0,0-3 40 0,6-2 43 0,-6 6 36 0,0-4 36 16,0 3 34-16,7 0 30 0,-7 3-85 0,0-3-150 0,5 3-90 0,-5 3-59 15,0-3-39-15,0 6-30 0,0 0-24 0,0 0-23 0,0 0-24 0,0 0-24 16,0 0-21-16,0 0-22 0,0 0-11 0,0 0-9 0,0 0-8 0,0 9-2 15,0-3-7-15,0 3-3 0,0 1-2 0,0 4-1 0,0 2-2 0,0-2 3 16,0 5 2-16,-5 6 4 0,5-5 2 0,0-1 4 0,0 5-2 0,-7-3 0 0,7 2-6 16,0 3-2-16,-6-7-10 0,6-1-9 0,0 9-15 15,-8-9-20-15,8-3-21 0,0 4-22 0,0 0-34 0,0-4-34 0,0 0-42 0,0 0-45 0,0 0-59 16,8 0-58-16,-8-5-105 0,6-1-118 0,-6 6-46 0,7-12-3 0,-7 8 17 16,5-7 31-16,3 8 40 0,-8-12 42 0,6 4 50 0,-6-4 51 0,5-4 58 0,-5-2 62 15,8 0 65-15,-8-3 69 0</inkml:trace>
  <inkml:trace contextRef="#ctx0" brushRef="#br0" timeOffset="29125.33">16014 10690 0 0,'0'-6'2'0,"8"0"108"0,-8 2 73 0,5-7 52 0,-5 7 42 0,0-1 38 0,0 1 38 16,7-1 33-16,-7-5 36 0,0 4 32 0,7 3 32 0,-7-9 34 0,0 8 32 16,0-1-68-16,5-4-127 0,-5 5-66 0,0-2-40 0,0 0-23 0,0 3-16 0,0-3-13 15,0 1-13-15,0 1-13 0,0 4-14 0,0-6-12 16,0 1-12-16,0 5-12 0,0-4-15 0,0-2-14 0,0 3-15 15,7-3-14-15,-7 6-10 0,0-4-9 0,0 4-9 0,9-5-5 0,-9-1-7 0,0 2-4 0,5-2-4 0,1 6-5 16,1-5-5-16,-2 1-3 0,4-1-2 0,-4 5-2 0,8-4 0 0,0-2 1 16,0 6 0-16,0-4 3 0,1 4 2 0,-2 0 1 0,7-5 1 0,-4 5-1 15,2 0-2-15,4 5-1 0,-8-5-1 0,8 4-3 0,-10-4 0 0,1 6-1 0,4-2-1 16,-5 5 0-16,-3-4-1 0,-3 5-2 0,3-4-3 0,-3 3 1 0,2 0-1 16,-7 6-1-16,0-5-3 0,0 4-1 0,0 2-1 0,-7-2-4 15,2 2-4-15,5 3-3 0,-13-5-10 0,5 5-3 0,2-4-6 0,-6 4-4 0,-2-4-7 0,1 6-4 16,0-8-4-16,0 2-3 0,0-1-1 0,-1-2 0 0,2 1 4 0,0-4 2 15,-3 2 5-15,2 5 2 0,2-7 3 0,4-5 2 0,-7 5 6 0,8 2 7 0,-1-7 6 16,2 1 4-16,-3 5 8 0,0-4 3 0,3-1 2 0,5-5 6 0,-6 4 0 16,6-4 3-16,0 0 5 0,0 0 10 0,0 0 9 0,0 0 9 0,0 0 5 0,0 0 5 15,0 0 2-15,0 0 7 0,0 0 3 0,0 0 4 0,0 0 9 0,6 0 4 16,-6 0 5-16,5 0 5 0,3-4 2 0,0 4-1 0,4 0-2 0,-6 0 0 16,8 0 1-16,-2 0-2 0,7 0-2 0,-4 0-3 0,-3 0 0 0,8 4-3 15,-1-4-2-15,-6 4-5 0,6 2-26 0,-7-1-35 0,4-1 0 0,-5 1 0 16,-3 5 0-16,-3-4 0 0,3-1 0 0,-3-1 0 0,2 1 0 0,-7-1 0 0,0 6 0 15,0-5 0-15,0 4 0 0,-7-2 0 0,2 2 0 0,-3 0 0 0,3 0 0 16,-9-3 0-16,2 3 0 0,-2 3 0 0,-4-3 0 0,2 0-97 0,-2 1-102 16,-3-1-71-16,4-4-76 15,-3 5-129-15,-6 1-146 0,6-1-61 0,0-6-11 0,1 1 14 0,-2-1 28 0,3 7 36 0,-8-7 41 0,7-4 47 0,-1 0 53 0,1 0 61 16,-2-4 65-16,8-7 79 0,-6 2 83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32:55.241"/>
    </inkml:context>
    <inkml:brush xml:id="br0">
      <inkml:brushProperty name="width" value="0.05292" units="cm"/>
      <inkml:brushProperty name="height" value="0.05292" units="cm"/>
      <inkml:brushProperty name="color" value="#FF0000"/>
    </inkml:brush>
  </inkml:definitions>
  <inkml:trace contextRef="#ctx0" brushRef="#br0">9144 7312 0 0,'0'0'15'0,"0"-3"34"0,0-3 18 0,-7 6 18 0,7-3 20 0,0 3 19 0,-5-6 23 0,5 0 23 0,0 6 25 0,-9-4 15 0,9 4 12 0,0-5-1 0,-7 5-9 0,7 0-6 0,0-6-6 0,0 2-4 0,0 4-2 0,0 0-6 16,0 0-7-16,0-5-8 0,0 5-11 0,0 0-10 0,0 0-12 0,0-4-8 15,0 4-10-15,-5-6-4 0,5 6-6 0,0-3-2 0,0 3-2 0,0-6-4 0,0 0-3 16,0 2-5-16,0-1 0 0,0 5-3 16,0-5 1-16,0 1-7 0,0-2 1 0,0 2-6 0,0-1-1 0,5 1-3 0,-5-1-2 0,0-2 0 0,0 4-3 15,0-3 1-15,7 1-2 0,-7 1-2 0,0-2-4 0,0 3-2 0,0 3-6 16,9-6-6-16,-9 6-7 0,0-4-5 0,0 4-7 0,0 0-4 16,5-5-8-16,-5 5-4 0,0 0-5 0,7 0-2 0,-1 5-3 0,-6-5-1 0,5 4 0 0,4 2 0 15,-9 3 3-15,7-5 2 0,-2 10 5 0,-5-2 2 0,6 1 1 0,1 7 5 16,-7-1-2-16,6 0 2 0,-6 8 1 0,8-9-3 0,-8 6-1 0,0 7-4 15,5-7 0-15,-5 0-4 0,0-5-5 0,0 5-2 0,0 1-2 0,0-5-3 0,0-1-2 32,0-4-5-32,0 4-6 0,0 2-11 0,0-8-11 0,0 2-11 0,-5-6-13 15,5 6-12-15,0-4-15 0,0-1-14 0,0 3-17 0,0-8-19 0,0 4-20 0,0-2-20 16,0 2-19-16,0-4-28 0,-8-1-31 0,8 2-38 0,0-6-42 0,0 0-47 16,0 0-51-16,0 0-9 0,0 0 11 0,0 0 19 0,0 0 29 0,0 0 29 0,8-6 35 15,-8 2 34-15,0-5 33 0,5-3 44 0,-5 3 44 0,0-6 51 0,0 6 64 0</inkml:trace>
  <inkml:trace contextRef="#ctx0" brushRef="#br0" timeOffset="174.6">9208 7050 0 0,'0'-15'9'0,"0"5"124"0,0-1 75 0,0 2 56 0,0 0 42 16,-5 0 40-16,5-1 35 0,0-1 35 0,5 7 33 0,-5-2 32 0,0-3 31 16,7 5 28-16,-7-1 28 0,0-1-91 0,0 2-153 0,0 4-88 0,0-6-52 0,0 6-31 15,0 0-23-15,0 0-20 0,0 0-22 0,0 0-23 0,0 0-22 16,0 0-19-16,0 0-15 0,0 0-12 0,0 0-10 0,6 6-14 0,-6-6-20 0,0 4-19 15,8 2-23-15,-2-1-24 0,-6-1-28 0,7 5-27 0,-2 1-28 0,2-5-46 16,0 4-55-16,-2 7-78 0,3-7-88 0,-1 0-34 0,-1 2-8 0,2-1 14 0,-3 5 25 16,0-6 32-16,3 1 38 0,-2-1 40 0,1 3 43 0,-1-3 45 0,1-4 48 0,-1-1 58 15,2-4 64-15</inkml:trace>
  <inkml:trace contextRef="#ctx0" brushRef="#br0" timeOffset="428">9951 7425 0 0,'-6'6'7'0,"-1"3"117"0,0-9 68 0,7 0 44 0,-7 0 33 0,2 0 28 16,5 0 29-16,0-5 24 0,5-5 24 0,2 6 25 0,0-1 23 0,-7-5 22 0,0 4 24 15,-7 3-83-15,7-3-142 0,-7 1-75 0,7 1-38 0,-5-2-16 0,-3-3-4 16,3 5-5-16,-1-1-5 0,-2-1-5 0,3 2-8 0,5-2-4 0,-7 1-7 0,-1 5-5 16,8-4-7-16,-6 4-10 0,6-5-8 0,0 5-7 0,0 0-8 0,0 0-9 15,0 0-10-15,0 0-11 0,0 0-13 0,0-4-8 0,0 4-5 0,6 0-5 16,-6-6-4-16,8 6-2 0,-1 0-2 0,-2 0-3 0,9-6 2 0,-9 6-8 0,8 0-15 15,8 0-19-15,-8-3-29 0,6 3-41 0,2 0-45 0,-3 0-88 0,1 3-102 16,2-3-51-16,-3 6-21 0,3 0 0 0,-10-2 5 0,5 1 16 16,-6-1 20-16,3 7 28 0,-5-7 36 0,0 2 45 0,-8-1 49 0,0-1 59 0,0 2 62 0</inkml:trace>
  <inkml:trace contextRef="#ctx0" brushRef="#br0" timeOffset="587.39">9892 7690 0 0,'-5'14'20'16,"5"-4"139"-16,-7-1 78 0,-1-4 53 0,8-1 37 0,0 2 23 0,0-6 21 0,0 0 22 15,0-6 25-15,8 6 29 0,-8-4 30 0,7 4 26 0,-2-5 28 0,-5 1-102 16,8 4-176-16,-2-5-92 0,7-1-52 0,-8 2-24 0,9-1-6 0,-7-4-2 16,6 2 3-16,0 4-10 0,-2-8-20 0,10 7-32 0,-8-2-40 0,6 3-43 15,-6-3-46-15,8 2-63 0,-8-1-69 0,6-1-97 0,-7 2-107 0,7 4-44 0,-6-6-12 16,3 6 4-16,-5-5 15 0,10 5 22 0,-9-4 27 0,-5-1 38 0,5 5 42 0,1-4 48 16,1-2 52-16,-9-3 62 0,11 0 69 0</inkml:trace>
  <inkml:trace contextRef="#ctx0" brushRef="#br0" timeOffset="984.52">11188 7352 80 0,'0'-15'148'0,"0"2"42"0,0-2 35 0,0 0 31 0,0 0 30 0,-6 0 33 15,6 2 31-15,-7-3 34 0,7 6 32 0,0-4 30 0,-5 0 31 0,5-2-58 16,0 7-107-16,-9 0-53 0,9-6-26 0,-5 5-10 0,5-1-6 0,0 2-6 16,0-1-7-16,-7 1-14 0,7 3-17 0,0-4-17 0,0 5-14 0,-6 1-17 15,6-1-15-15,-5 5-18 0,5-6-13 0,0 6-18 0,-8 0-15 0,0 0-16 16,8 0-14-16,-5 0-12 0,-1 0-8 0,6 0-9 0,-7 0-7 0,1 6-2 0,-1-1-4 31,-1-1-5-31,3 8 1 0,-9-9 1 0,9 8 3 0,-3-3 1 0,3 3 4 0,-9 4 2 0,9-5 4 0,-2 5 0 0,-7-2 2 0,7 1 2 0,1 7 2 0,1-7-3 31,-11 6 3-31,11-5-4 0,-1 4 2 0,-1 2-1 0,7-3-4 0,-5 1-8 16,-4 2-10-16,2-3-8 0,2 3-12 0,5-2-11 0,0 0-11 0,-6 1-16 0,6-1-12 16,0-4-15-16,0 0-13 0,6 3-14 0,-6-2-12 0,5-2-9 15,2 1-10-15,2 1-4 0,3-3-3 0,-6-2-13 0,7 2-15 0,0-2-26 16,6-1-32-16,1-1-48 0,-6-3-56 0,11 3-10 0,-5-5 7 0,0 1 17 0,7 1 21 0,-9-3 24 16,8-3 24-16,1 7 27 0,-8-7 29 0,6 0 32 0,-6 0 38 0,2-7 47 15,-2 4 56-15</inkml:trace>
  <inkml:trace contextRef="#ctx0" brushRef="#br0" timeOffset="1333.91">11467 7522 0 0,'0'-3'9'0,"0"-7"122"0,-5 5 71 0,5-5 49 0,-6 1 44 16,6-2 40-16,-7 7 45 0,7-5 38 0,-5-7 41 0,-4 6 34 0,9 0 33 15,-5 1 27-15,5-1 24 0,-7 1-87 0,7 3-154 0,-6-3-75 0,6 3-39 0,0-3-22 16,-8 5-16-16,8-1-19 0,0-1-22 0,0 2-22 0,0-2-18 0,0 6-17 16,-6 0-15-16,6 0-11 0,0 0-9 0,0 0-13 0,0 0-11 0,-7 0-12 15,7 0-8-15,-5 6-9 0,5-2-5 0,-7 2-6 0,7 3-7 0,-7 0-1 16,2 1-6-16,5 1 0 0,-8 4-4 0,1-2-3 0,2 2-4 0,-4 0-6 0,9 0-2 15,-5 4-7-15,0-4-8 0,5 0-7 0,-8 4-12 0,8-5-10 0,-5 5-10 16,5-3-10-16,0-2-11 0,0 1-7 0,0 0-2 0,5 4 3 0,-5-10 4 16,8 6 10-16,-3-6 10 0,0 7 9 0,4-7 8 0,3 2 12 0,-4-2 12 0,4-5 11 15,-5 8 11-15,5-8 17 0,2 1 13 0,-1-5 14 0,1 4 10 0,4-4 10 16,-5 0 14-16,0-4 12 0,0-1 10 0,0 1 12 0,0-2 17 0,6-4 11 16,-6 1 15-16,1-2 9 0,-2-2 12 0,2-2 5 0,-1 4 3 0,-8-2 4 0,11-2 1 15,-11-6-5-15,8 8-9 0,-8-2-9 0,4-6-14 0,-9 8-13 0,7-7-12 16,-7 1-15-16,0-2-14 0,0 3-15 0,-7-7-13 0,7 5-16 0,-9-3-18 0,4 2-22 15,-2 3-18-15,-4-3-20 0,-5 2-18 0,4 4-14 0,0 0-14 0,-3 0-18 16,4 6-19-16,-2 3-24 0,-8 2-27 0,10-1-25 0,-4 10-26 0,-4-1-48 16,6 2-55-16,0-1-71 0,7 5-73 0,-6 5-20 0,-2-6 5 0,7 6 19 15,1 0 26-15,-2 0 31 0,2-2 35 0,-1 2 40 0,2 0 44 0,-2 0 44 0,7-1 45 16,0-4 62-16,-7 6 66 0</inkml:trace>
  <inkml:trace contextRef="#ctx0" brushRef="#br0" timeOffset="2032.13">11886 7494 0 0,'-13'-5'18'0,"-1"1"134"0,2-1 73 0,-2-1 52 0,1 2 41 0,0-5 40 15,0-3 35-15,0 3 36 0,7 4 33 0,-2-5 29 0,3 6 24 0,-2-5 24 0,7-3 24 16,-7 3-100-16,7 4-170 0,-5-5-82 0,5 7-38 0,0-7-22 0,0-1-10 16,-7 7-12-16,7-7-16 0,0 2-13 0,0-1-9 0,0 1-9 0,0 3-5 15,0-3-5-15,0-1-8 0,0 5-8 0,0-5-10 0,0 5-7 0,7-5-9 0,-7 7-3 16,5-3-8-16,-5 0-4 0,7 2-4 0,0-1-5 0,-2 5-4 0,3-5-4 15,5 5-3-15,-7-4-1 0,7 4 0 0,0 0 0 16,0 4-1-16,1 1 1 0,6 0 2 0,-9-1-2 0,9 8 0 0,-6-3-1 0,4 4 1 0,-4-2 0 16,6 8-1-16,-6-4 1 0,-4 4 0 0,4 2-7 0,-1-3-7 0,1 3-12 0,-7 3-15 15,-2-5-16-15,3 5-16 0,-3-3-13 0,3 3-13 0,-8-5-11 0,0 0-11 16,0 1-10-16,0 0-6 0,0-6-4 0,0 5-5 0,-8-4 4 0,8 0 6 16,-5-6 15-16,5 1 14 0,-8 1 16 0,3-8 18 0,5 9 18 0,-7-8 14 0,0 1 11 15,0-1 13-15,1-4 12 16,-1 6 13-16,2-6 12 0,-4 0 8 0,4 0 10 0,0 0 8 0,-3 0 7 0,2-6 7 0,-1 6 7 0,-1-4 8 0,3-1 7 15,-1 1 6-15,6-1 5 0,-8-2 9 0,3 4 6 0,5-8 4 0,-7 7 4 0,7-2 1 16,-6-3-3-16,6 5-4 0,0-7-6 0,0 1-2 0,-7 1-6 0,7 0-9 16,0-2-5-1,0 2-9-15,0-7-6 0,0 7-11 0,0-6-10 0,7 2-10 0,-7-2-13 0,0 0-8 0,6 0-8 0,1 0-3 0,-7 2-8 0,5-3-4 0,3 2-7 16,-2-1-3-16,7 5-5 0,-6-5 2 0,7 6-1 16,-9 0 2-16,9-1 1 0,-2-1 4 0,-6 7 3 15,15-2 3-15,-8 1 1 0,0 5 5 0,-2 0 3 0,5 0 1 0,2 0 3 16,-5 5-2-16,0 1-1 0,0-2 0 0,1 7-2 0,-2-1-2 0,0-1-6 0,-5 0-10 0,6 6-10 0,-5 0-13 0,-2-1-15 0,-6 0-13 15,5 1-11-15,-5 1-11 0,7-2-9 0,-7 1-8 0,0-2-6 0,0 3-8 16,-7-2-5-16,7-4-5 0,0 5 1 16,-5-5 2-16,5-1 7 0,0-4 11 0,-6 5 12 0,6-5 12 0,-8-1 12 0,8 1 11 0,-5 1 13 0,5-2 10 0,0-4 12 31,0 0 12-31,-8 0 13 0,8 0 11 0,0 0 12 0,0 0 12 0,0 0 6 16,0 0 1-16,0 0 0 0,0 0 0 0,0 0 2 0,-7-4 2 0,7-2 5 0,0 1 2 0,-6 1 5 0,6-1 6 0,0 1 2 0,-6-7 4 0,6 7 1 0,0-5 1 31,-7 3 6-31,7-4 6 0,0 1 4 0,-5-2 2 0,5-2 4 0,0 1 1 15,0-1-3-15,0-2 2 0,0-5-7 0,0 7-4 0,0-8-5 0,0 6-4 0,5-4-5 16,-5-1-2-16,7 1-4 0,-1 0-1 0,0-1-1 0,1 1-2 0,1 4 0 16,-3 0-4-16,9 0-5 0,-9 2-2 0,10 1-1 0,-3 8-4 0,-5-6-1 15,14 6-3-15,-10-2-5 0,1 6-3 0,9 0-4 0,-10 6-2 0,5-2-5 16,3 1-1-16,-6 4-2 0,-1 6-1 0,2 0-3 0,-1 0-5 0,0 4-15 0,-2 2-21 16,-3-3-20-16,5 3-24 0,-5 2-21 0,-3 3-22 0,-5-3-22 0,0-3-20 15,5 5-24-15,-5-7-22 0,0 6-29 0,0-3-27 0,0-6-36 0,0 4-32 0,0-4-25 16,0 0-16-16,-5-2-20 0,5-2-20 0,0 4 9 0,0-5 23 0,0-7 28 15,0 7 31-15,0-10 34 0,0 5 34 0,0-5 38 0,0 6 37 0,0-6 40 0,0 0 41 16,0 0 41-16,5-6 57 0</inkml:trace>
  <inkml:trace contextRef="#ctx0" brushRef="#br0" timeOffset="2491.08">12523 7474 24 0,'0'-13'129'0,"0"-3"65"0,0 2 49 0,0-1 43 0,8-1 40 0,-8 2 38 0,0 1 41 0,5-2 37 0,-5-1 37 0,7 2 30 0,-7-2 28 0,6 7-32 0,-6 0-66 0,6-1-81 16,2-1-85-16,-8 7-48 0,7-1-30 0,-2 1-21 0,4 4-20 0,-4-6-24 15,0 6-21-15,-5 6-19 0,8-6-19 0,-3 4-12 0,3 5-10 0,0 2-8 16,-8-1-7-16,5 5-6 0,-5 0-5 0,6 3-3 0,-6 3-5 0,0 2-1 16,7 3-3-16,-7-3-1 0,0 3-3 0,-7-2-3 0,7 4-4 0,0-3-6 0,0-1-5 15,-6 1-3-15,6-1-5 0,0 0-2 0,0-3-4 0,0 3-3 0,0-5-7 16,0 1-7-16,0-7-8 0,0 8-8 0,6-6-10 0,-6-2-6 0,0 3-7 16,0-2-5-16,7-4-7 0,-7-1-4 0,0 6-4 0,0-9-3 0,0 3-3 0,0-3 1 15,0-3 6-15,0-3 8 0,0 6 15 0,0-6 14 0,0 0 20 0,0 0 19 16,0 0 18-16,0 0 17 0,0 0 12 0,0 0 10 0,0 0 6 0,0 0 6 15,0-6 8-15,0 3 2 0,0-7 6 0,0 5 0 0,0-4-2 0,-7-3-3 0,7-1-5 16,0 3-4-16,-6-4-6 0,6-2-2 0,-5-4-3 16,5 1 3-16,-8 0 2 0,0-1 4 0,3 1 2 0,-3-5 0 0,3-1 2 0,0 1-1 0,-4 0-3 15,4-7 1-15,-2 1 0 0,-1-3-2 0,-4-1-3 0,5 4-2 16,2-4 0-16,-3 1-1 0,2-1 3 0,6 4 3 0,-7 0 1 0,1 1-2 0,6 5 1 0,-7 3-1 16,7 3-2-16,0 3-6 0,0 0-9 0,0 5-5 0,0 1-10 0,0 4-6 15,7-5-5-15,-7 6-6 0,6-1-9 0,1-1-4 0,-1 3-9 0,2-4-1 16,4 7-3-16,0 0-2 0,-4-5-1 0,13 5 2 0,-11 0 2 0,11 5 6 0,-2-5 4 15,1 7 5-15,0-4 1 0,0 3 5 0,-1-1 0 0,1 3 1 0,-1-2 1 16,0 3-1-16,-1 2 0 0,3-1-1 0,-8-1-2 0,8 6-6 0,-16-6-8 0,9 0-8 16,-1 7-12-16,-6-7-8 0,-2 6-7 0,-5 0-4 0,7 0-3 0,-7-2-8 15,0 2-11-15,-7 6-14 0,7-6-17 0,-5 3-24 0,-2-2-27 0,-6 2-33 16,5 3-33-16,-3-6-65 0,3 4-77 0,-5-1-52 0,0 3-35 0,8-6-10 16,-3-2 9-16,0-2 18 0,3 2 27 0,-1-1 31 0,6-3 36 0,0 0 42 0,0-3 43 15,0-2 50-15,0-4 53 0,6 5 69 0,-1-5 82 0</inkml:trace>
  <inkml:trace contextRef="#ctx0" brushRef="#br0" timeOffset="2841.07">12966 7328 30 0,'0'-10'149'0,"7"1"75"0,-7 3 54 0,5-3 46 0,-5 3 43 0,0-3 37 0,9-1 37 0,-9 1 32 0,7 3 34 0,-7-3 30 16,5 3 29-16,-5-3-35 0,6 4-66 0,2 1-97 0,-3-6-111 0,-5 5-56 15,8 1-27-15,-3-1-24 0,-5-2-21 0,7 7-17 16,0-3-15-16,-2 3-16 0,3 0-15 0,-1 0-11 0,-2 0-11 0,3 0-8 0,-2 3-9 0,-1 4-6 0,3-2-6 15,0 4-3-15,-3-5-6 0,1 11-4 0,1-6 1 0,-2 3-2 0,-5 1 0 16,9 2-2-16,-4 0-1 0,-5 3-6 0,7-2-11 0,-7 4-10 0,6-1-10 16,-6 0-15-16,7 1-13 0,-7-1-12 0,7 1-9 0,-7-1-7 0,7 2-4 0,-7-8-1 15,5 8 0-15,3-6-1 0,-8-6 3 0,5 6 7 0,1-2 9 0,9-1 9 16,-10-3 11-16,4-5 12 16,1 7 18-16,-2-7 15 0,-3 1 12 0,9-1 17 0,-7 1 14 0,6-5 16 0,-7 6 18 0,7-6 15 0,0-6 13 0,-7 6 9 0,9-5 8 15,-10 1 7-15,9-5 6 0,-9-2 5 0,8 2 7 0,-5-1-1 0,5 0-2 16,-8-5-6-16,3-3-10 0,5 3-14 15,-7-6-17-15,-1 3-16 0,-5-1-16 0,7-7-13 0,2 3-13 0,-4-3-14 0,-5 3-13 0,0-3-12 0,0-2-19 0,0 3-13 16,0 1-12-16,0-1-15 0,0 1-19 0,0 3-17 0,-5 3-19 0,5-1-18 16,-9 4-20-16,9 4-26 0,-7-4-26 0,2 7-34 0,-1 3-34 0,-1-1-69 0,1 6-82 15,-2-3-54 1,-4 6-36-16,6-3 3 0,-2 6 17 0,2-1 29 0,-1-1 29 0,-6 0 38 0,7 2 39 0,1 3 43 0,-3-4 51 0,8 1 48 0,-7 4 56 0,1-5 70 16,6-1 85-16</inkml:trace>
  <inkml:trace contextRef="#ctx0" brushRef="#br0" timeOffset="3077.86">13600 7153 0 0,'5'-5'17'0,"8"-1"142"0,-8 2 92 0,4-7 68 0,-2 2 50 0,-2-5 48 0,1 3 44 0,-6-4 43 0,5 0 40 31,3 2 36-31,0-2 32 0,-3 0 30 0,-5 6 27 0,7-1-104 0,0 1-178 0,-2-3-110 16,-5 3-79-16,8 4-43 0,-1 1-24 0,-2-2-25 0,-5 6-26 0,7 0-20 15,-7 0-23-15,7 0-17 0,-7 6-9 0,5-2-11 0,-5 7-8 0,8-1-4 16,-8 4 0-16,5-1-4 0,-5 2-3 0,0 6-6 0,0 3-12 0,0 1-17 15,-5-1-19-15,5 6-23 0,0-2-24 0,-8 6-24 0,3-4-25 0,5 4-24 0,-7-4-25 16,7-2-24-16,0 2-17 0,0 0-18 0,0-6-13 0,0 0-17 0,0 1-20 16,7-6-24-16,-7 1-26 0,5-7-30 0,3 3-30 0,-8-2 6 0,5 1 21 0,-5-5 30 15,8 0 33-15,-8-1 32 0,0-4 30 0,0 1 31 0,0-2 31 0,-8 1 39 16,8-5 41-16,-5 0 46 0,-3 0 65 0</inkml:trace>
  <inkml:trace contextRef="#ctx0" brushRef="#br0" timeOffset="3426.87">13545 7547 0 0,'-5'-9'6'0,"-2"5"120"0,0-2 79 0,7 0 55 0,-5-3 42 0,5 5 34 15,0-1 30-15,0-5 28 0,5 5 28 0,-5 1 27 0,7-7 25 0,-7 7 24 0,7-2 23 16,-2-3-82-16,2 3-143 0,1-3-81 0,-3 4-50 0,9-5-25 0,-1 6-13 16,0-5-9-16,0 3-3 0,1-3-8 0,4 3-8 0,-5-3-8 0,7 3-6 0,0 3-6 15,-1-3-8-15,6-3-8 0,-4 9-11 0,-2-6-7 0,-1 2-8 0,3 4-7 16,6-6-5-16,-9 6-7 0,3 0 0 0,-2 0-6 0,1 0-2 0,-1 0-1 16,-6 0-5-16,6 0-2 0,2 0-2 0,-8 0-1 0,0 0-3 0,5 0-1 0,-4 0 1 15,-1 0 1-15,-1 0 1 0,-3 0 2 0,2 0 4 0,-4 0 5 0,7-5 5 16,-9 5 3-16,2-4 7 0,-7-1 3 0,6 5 5 0,-6-4 3 0,5-8 1 15,-5 9 4-15,0-3 2 0,0-3 0 0,0 3 2 0,0-3-1 0,-5 3-2 16,5-3-6-16,-6-1-6 0,6 7-7 0,-7-9-8 0,2 8-8 0,-4-1-5 0,4 0-6 16,-2 1-4-16,-4-2-2 0,2 2-5 0,-3 4-5 0,-1 0-3 0,-1 0-4 15,7 0-2-15,-4 4-1 0,-2 2-2 0,5 3 3 0,-5-4 1 16,7 5 1-16,-7-4 3 0,6 3 2 0,1 4 1 0,-2-2 0 0,3-1 0 0,0-1 1 0,-3 6-1 16,8-5 2-16,-6 4 0 0,-1-4 0 0,7 5 2 0,0-6-5 0,-8 6 2 15,8 0-8-15,0-5-8 0,0 5-10 0,0-1-15 0,0 2-13 0,8-3-17 16,-8-2-19-16,7 2-23 0,-1 2-22 0,2-6-26 0,-3 7-23 0,0-7-25 0,9 6-52 15,-7-6-60-15,6 3-68 0,1-3-68 0,-1 0-15 0,-8 1 8 0,9-1 22 16,-2-4 28-16,2 1 34 0,-1-2 36 0,-1 2 40 0,2-1 40 0,-1-5 40 0,1 0 44 16,-2 0 57-16,7-5 64 0</inkml:trace>
  <inkml:trace contextRef="#ctx0" brushRef="#br0" timeOffset="3632.92">14360 7704 0 0,'-20'4'43'0,"7"7"159"0,2-11 90 0,-5 4 66 0,11-4 53 15,-1 5 44-15,-1-5 36 0,2-5 34 0,5 1 32 0,0 4 32 0,0 0 28 16,0 0 30-16,0 0 25 0,0-5-122 0,0 5-213 0,0-6-107 0,0 6-57 0,0 0-31 16,0-4-24-16,0 4-19 0,5 0-17 0,-5-5-16 0,0 5-17 0,7-4-13 15,-7-1-14-15,6 5-12 0,-6-7-13 0,5 7-16 0,4-3-19 0,3-3-24 16,-6 1-24-16,7 1-30 0,2 4-29 0,-4-6-39 0,2 3-34 0,0 3-53 16,6 0-60-16,2-6-101 0,-8 6-118 0,6 0-46 0,1-4-12 0,-1 4 12 0,2-5 21 15,-3 5 34-15,1-6 40 0,1 2 47 0,0-2 49 0,0-3 59 16,-1 4 59-16,-6-5 68 0,5-4 72 0</inkml:trace>
  <inkml:trace contextRef="#ctx0" brushRef="#br0" timeOffset="4141.45">14985 7342 0 0,'0'0'14'0,"8"6"133"16,-8-6 81-16,5-6 54 0,-5 1 35 0,7 1 29 0,-1-5 24 0,0-3 28 15,2 3 30-15,-1 0 28 0,-2-1 31 0,3-1 30 0,-2 2 32 0,-1-1-83 16,3 1-149-16,-8 3-82 0,7 2-44 0,-1-6-14 15,-6 6 2-15,6-2 4 0,-6 2 4 0,0-1-4 0,0 5-5 0,0-4-12 0,0 4-13 0,0 0-17 0,-6-5-25 16,6 5-26-16,0 0-27 0,0 0-23 0,0 0-18 0,0 5-12 0,0-5-10 0,-6 4-8 16,6 5-6-16,0 1-8 0,0 0-6 0,0 6-1 15,0 2-3-15,0 1 4 0,0 2 6 0,6 3 6 0,-6 1 7 16,0-1 1-16,6 0 0 0,-6 5-8 0,0-3-12 0,7 2-15 0,-7 2-18 0,5-2-19 0,-5 2-23 0,0 0-11 0,8-2-8 16,-8 2-4-16,6 0 1 0,-6-6-4 0,0 5-1 0,7-5 1 0,-7-3 1 15,6 3 5-15,-6-11 10 0,7 8 11 0,-7-6 13 0,6-2 21 0,-6-2 18 16,8-1 13-16,-8-1 8 0,0-4 7 0,5-1 11 0,-5 2 8 0,0-6 14 15,0 0 19-15,0 0 24 0,0 0 21 0,0 0 21 0,8 0 15 0,-8-6 8 0,0 6 8 16,0-4 6-16,0-5 4 0,0 4 7 0,0-5 0 16,0-1-2-16,0-2-3 0,-8-2-8 0,3-1-11 0,5 2-17 0,-8-5-15 0,2-2-18 0,-1-3-9 15,1-1-8-15,-1 7-8 0,1-13-2 0,-2 7-3 0,3-4-7 0,-2 4-6 0,1-6-5 16,6-4-4-16,-6 4-4 0,-1-3-5 0,7-2-5 0,-8 2-5 0,8-3 0 16,0-3-3-16,0 5 2 0,0 0-4 0,0 0 1 0,0 5 0 0,8-1-1 0,-8 2-3 31,0 3 1-31,7 1-2 0,-7 3 0 0,6 2-3 0,0 1 0 0,-6 2 1 15,7 2-3-15,-2-1-1 0,3 6-3 0,-2-1 1 0,1-1-3 0,-1 7 1 16,7-2 0-16,-5 2 2 0,5-1 0 0,6 5 1 0,-7 5 1 0,2-1 4 0,4 2-1 16,-4-2 4-16,6 10 2 0,-6-2 2 0,4-3-1 0,-5 4 3 0,0 2 2 15,1 6 1-15,-9-8 1 0,2 2 3 0,-1 6 0 0,1-2 1 0,-7 1 0 16,0-1-5-16,0 0-7 0,-7 7-9 0,1-3-10 0,-1 3-14 0,2-4-12 16,-9 5-17-16,9-3-15 0,-11 0-22 0,3 1-24 0,3-7-23 0,-4 3-25 0,1-8-23 15,6 2-20-15,-7 0-30 0,9 0-34 0,-3-5-48 0,-3-1-48 0,3 0-43 16,1-3-32-16,2-1 0 0,-4-1 18 0,4-4 25 0,0 6 33 0,-3-6 37 0,3 0 35 15,5 0 37-15,-8-6 36 0,8 6 44 0,0-4 48 0,0 4 56 0,0-5 71 16</inkml:trace>
  <inkml:trace contextRef="#ctx0" brushRef="#br0" timeOffset="4515.46">15219 7300 67 0,'0'-12'158'0,"0"3"59"0,0-6 45 0,0 5 42 0,0 1 38 0,0-1 39 0,0 0 38 0,7 0 34 0,-7 1 32 0,7 0 25 0,-7-1 27 0,7 4-56 15,-1-3-99-15,1 0-77 0,-2 3-61 0,4-3-35 0,-4 3-21 0,0 2-17 16,8-7-15-16,-5 7-17 0,5-1-18 0,1-1-12 0,-2 6-14 0,1 0-5 15,1-4-8-15,-1 4-7 0,6 4-6 0,-7-4-8 0,8 6-6 0,-8-1-6 0,9 4-6 16,-2-3-4-16,-6 4-6 0,6-1-5 0,1 0-4 0,-1 6-5 0,-4 1-1 16,4-2-5-16,-6 0 0 0,0 6-3 0,-2-5-3 0,5 4-1 0,-4 2-4 0,-6-3-1 15,0 1-1-15,2 2-1 0,-8-3-1 0,7 6-4 0,-7-3 0 0,0-2-4 16,-7 2-4-16,7-2-3 0,-8-1-2 0,8-3-1 0,-6 6 0 0,0-12-1 16,6 6-1-16,-7-6 1 0,2 1 0 0,-4 0 3 0,2-5 2 0,2 4 6 0,5-3 2 15,-6-6 8-15,1 4 6 0,-3-4 5 0,0 0 5 0,3 0 3 0,5 0 5 16,-7 0 1-16,1 0 4 0,0-4 3 0,-1-2 0 0,-1 1 0 0,8 1-2 15,-5-5-2-15,-1 3-1 0,-2-4-4 0,8 1-1 0,-5-2-5 0,5 2 0 0,-8-7-3 16,8 3 0-16,-7 2-4 0,7-2-2 0,-5-8-3 0,5 6-2 0,0-3-4 16,0-1-3-16,0-2-5 0,0 3-3 0,0-3-4 0,0-3-2 0,5 5-4 15,-5-6-6-15,7 5-7 0,1 1-7 0,-3-5-8 0,9 5-8 0,-9-2-10 0,10 6-13 16,-9-3-16-16,7 2-17 0,0 7-20 0,6-6-23 0,-7 6-24 0,2 3-22 16,5-4-25-16,1 10-26 0,-6-5-43 0,4 5-56 0,3 5-74 0,-8-5-79 15,6 7-22-15,2 2 4 0,-8-4 22 0,-3 3 34 0,4 3 36 0,-1-2 38 0,-5-3 42 16,-2 4 42-16,1-1 44 0,-2 0 44 0,-5-3 59 0,0 3 65 0</inkml:trace>
  <inkml:trace contextRef="#ctx0" brushRef="#br0" timeOffset="4715.68">15838 7264 0 0,'-6'0'26'0,"-1"5"146"16,7-5 86-16,-5 0 62 0,5 0 52 0,0 0 46 0,-9 0 47 0,9 0 44 15,0 0 44-15,9-5 36 0,-9 1 32 0,0-2 31 0,5 3 26 0,-5-3-110 16,0 6-189-16,0-6-100 0,7 6-59 0,-7-4-32 0,0 4-25 0,0-5-21 0,6 5-30 16,-6 0-22-16,0 0-26 0,0 0-15 0,8 0-13 0,-8 0-10 0,6 5-5 15,-6-5-9-15,7 10-7 0,-2-4-7 0,-5 3-3 0,8 0-1 16,-2 1-3-16,-6 5 1 0,5 0 2 0,3 0-2 0,-8-2-3 0,7 8-12 0,-7-6-13 15,5 3-19-15,-5 3-22 0,0-8-26 0,9 7-30 0,-9-1-27 0,0-3-33 16,0-2-32-16,0 1-35 0,0-2-47 0,0 3-51 0,0-7-59 0,0 2-63 0,0-2-47 16,0 1-40-16,0-4 4 0,0 3 21 0,0-9 37 0,0 0 42 0,0 0 43 15,0 0 45-15,0 0 47 0,0 0 49 0,0-9 54 0,0-3 57 0,0 3 59 0,0-6 75 16</inkml:trace>
  <inkml:trace contextRef="#ctx0" brushRef="#br0" timeOffset="4871.88">15772 7041 0 0,'-5'-12'18'0,"5"3"139"16,-6 0 90-16,6-1 62 0,0 1 44 0,0-3 32 0,0 3 30 0,0 0 27 0,6-1 31 0,-6 1 24 0,5 4 23 0,3-1 18 0,0 2 17 16,5-2-107-16,-8 6-178 0,9 0-110 0,-9-5-71 0,8 5-36 0,-5 5-14 15,5-5-15-15,-8 6-15 0,3-2-29 16,-2-4-32-16,7 11-34 0,-6-7-41 0,-2 5-39 0,4-3-45 0,-4 3-65 0,-5 7-78 0,5-7-65 0,3 6-53 0,-3-6-16 16,-5 6 1-16,8-5 20 0,-8 4 24 0,0-4 36 0,0-1 38 0,0 3 44 15,0-3 46-15,0-4 51 0,0 3 51 0,0-2 64 0,0-1 78 0</inkml:trace>
  <inkml:trace contextRef="#ctx0" brushRef="#br0" timeOffset="5283.82">16125 7440 0 0,'0'0'40'16,"0"0"157"-16,0 0 87 0,0-5 58 0,0 1 41 16,8-2 39-16,-8-3 35 0,0-1 32 15,5-5 32-15,-5 6 30 0,7-6 27 0,-1 6 26 0,0-1 29 0,-6-1-125 16,8 2-206-16,-1-1-102 0,-2 1-50 0,-5 0-21 0,6 3-4 0,2-4-10 15,-8 5-8-15,5-1-11 0,-5 2-8 0,0-1-9 0,0 1-10 0,0 4-8 16,0 0-10-16,0 0-12 0,0 0-11 0,0 0-10 0,0 0-7 0,0 0-10 16,0 0-9-16,0 0-3 0,0 0-7 0,0 0-4 0,-5 4-2 0,5-4-2 15,-8 5-1-15,8-1-1 0,-6 2 2 0,6 3-2 0,-5-3-2 0,5 9-1 0,-7-6-2 16,-1 1-4-16,8 4-2 0,-6-4-3 0,6 5-5 0,-6 0-5 0,6 0-7 16,-7 0-7-16,7-2-9 0,0-3-10 0,0 4-8 0,0 1-5 0,0 1-5 0,7-7-1 15,-7 6-2-15,0 0 1 0,6-6 1 0,-6 1 3 0,6 4 7 0,-6-4 7 16,8-1 8-16,-1 3 8 0,-2-8 9 0,1 5 9 0,2 2 15 0,-3-7 12 15,3 1 11-15,5-1 17 0,-7 1 17 0,6-5 19 0,-4 0 23 0,5 0 18 0,-2 0 17 16,5 0 13-16,-11-5 15 0,8 1 8 0,1-1 10 0,-2-5 4 0,2 1 3 16,-1 4 3-16,-8-5-1 0,9-5-5 0,-9 5-11 0,3-4-13 0,-1-2-17 15,-2 3-16-15,-5-2-18 0,9-5-10 0,-9 1-14 0,5-1-12 0,-5 1-12 0,0-6-13 16,0 1-11-16,0-1-15 0,-5 7-9 0,5-6-14 0,-9-3-12 0,4 8-14 16,-2-5-18-16,-1 9-15 0,3-3-15 0,-2 2-16 0,0 7-18 0,2 0-25 15,-8-1-31-15,5 5-30 0,2-1-31 0,1 6-51 0,-11 6-58 0,11-6-77 16,-8 5-77-16,8 5-19 0,-11-1 6 0,5 0 21 0,4 0 29 0,-7 3 32 0,2 1 35 15,0 2 46-15,-3-6 47 0,2 6 51 0,2 0 51 0,4-5 62 0,-7 5 68 0</inkml:trace>
  <inkml:trace contextRef="#ctx0" brushRef="#br0" timeOffset="5716.51">16470 7386 29 0,'0'-4'140'0,"-5"-5"69"0,-3 3 48 0,8-3 45 0,-6-1 40 0,-1-1 43 16,7-2 40-16,-6 1 40 0,-1 0 36 0,1-4 30 0,6 5 30 0,-8-2-34 15,8-2-69-15,0 0-88 0,-5 6-98 0,5-1-48 0,0-4-23 0,0 4-22 16,0-1-17-16,0 1-21 0,0 1-23 0,5 0-17 0,-5-1-12 0,0 4-10 0,0-3-8 16,8-2-9-16,-8 7-8 0,6 0-8 0,-6-1-7 0,7-4-6 0,-1 2-7 15,1 7-5-15,-1-5-4 0,2 1-5 0,-3 4-3 0,8-5-4 0,1 5-3 16,-7 0-2-16,6 5-2 0,-2-5 4 0,9 9 0 0,-6-2 3 0,4 2 2 16,-4-4 0-16,6 3 2 0,-6 7-1 0,5 0 0 0,-7 0 0 0,8 0 0 0,0 0 0 15,-7 4-3-15,-2 0-3 0,10 1-3 0,-8-1-1 0,-8 5-5 0,11-3-6 16,-5 3-9-16,-4-5-14 0,7 5-15 0,-7-3-16 0,-7-2-19 0,5 0-17 15,1 1-11-15,-6-1-10 0,0-4-8 0,0 0-2 16,0 0-1-16,0 0 2 0,-6-6 5 0,6 0 7 0,-5-3 13 0,-2 3 14 0,7-5 19 0,-8 2 23 0,2-6 23 16,-1 6 21-16,1-6 19 0,1 0 16 0,-3 0 15 0,0 0 13 0,3-6 12 15,-1 6 13-15,-1-6 10 0,2 2 6 0,-4-1 9 0,2-5 7 0,2 5 3 16,-1-4 0-16,-2-1 2 0,3 1-1 0,-3-1-1 0,3-5-3 0,5 6-4 0,-7-6-8 16,0 0-7-16,7 0-10 0,-5 0-10 0,5 2-11 0,0-2-9 0,0-6-10 15,0 8-8-15,0-8-7 0,0 3-7 0,5-3-8 0,-5 2-8 0,7-1-5 16,-7 1-5-16,7-1-7 0,-2 1-4 0,3 0-6 0,-3 4-3 0,3-4-4 15,-2 4-5-15,-1 0-7 0,11 0-7 0,-11 6-11 0,8 0-16 0,-8-3-17 0,11 8-17 16,-11-1-23-16,8 5-23 0,1 0-28 0,-2 0-30 0,0 5-38 0,3 4-40 16,-2-2-81-16,-2 7-98 0,10-6-60 0,-8 7-33 0,0 0 0 0,6-4 21 0,2 2 29 15,-9-3 37-15,-1 1 39 16,10-1 43-16,-7-1 47 0,-9-4 49 0,10-5 53 0,-3 4 59 0,-5-4 75 0,-2 6 91 16</inkml:trace>
  <inkml:trace contextRef="#ctx0" brushRef="#br0" timeOffset="5916.55">17154 7318 0 0,'0'6'33'16,"0"-6"150"-16,0 0 85 0,0 0 63 0,0-6 52 0,8 0 49 0,-8 3 49 15,5-3 45-15,-5-3 42 0,0-1 37 0,7 5 36 0,-7-5 32 0,7 1 30 0,-7 3-116 16,5 3-201-16,-5-3-105 0,0 0-52 0,0 2-36 0,0 4-30 16,7 0-28-16,-7 0-31 0,0 0-27 0,0 0-28 0,0 0-20 0,0 0-14 0,0 0-13 15,0 4-9-15,0 2-6 0,0 0-7 0,0 3-3 16,0 0-3-16,0 1 0 0,0 5 3 0,0 0 0 0,6 0 5 0,-6 3-7 0,0-2-4 0,0 2-14 16,0 3-17-16,8-2-17 0,-8 0-18 0,0 1-21 0,6-5-20 0,-6 0-20 15,0-2-24-15,7 2-28 0,-7 0-30 0,0-5-26 0,5-1-24 0,-5 2-26 0,0-7-23 16,9 5-26-16,-9-9-27 0,0 0-46 0,0 6-50 0,0-6-5 0,0 0 14 0,0 0 27 15,5-6 34-15,-5 2 40 0,0-5 41 0,0-2 40 0,5 2 39 0,-5-7 44 16,-5 7 44-16,5-6 50 0,0-3 55 0</inkml:trace>
  <inkml:trace contextRef="#ctx0" brushRef="#br0" timeOffset="6062.04">17123 7138 0 0,'-13'-26'20'0,"-1"4"136"16,1-5 76-16,5 5 56 0,-5-5 44 0,8 5 42 0,-2 1 40 0,0 2 34 16,2-5 32-16,5 3 24 0,-7 8 22 0,7-1 20 0,0 2 16 0,0 3-110 0,7 3-184 15,-7 2-98-15,0-1-58 0,0 5-38 0,0-4-30 0,0 4-25 0,0 0-26 16,5 4-21-16,-5-4-20 0,7 5-28 0,-7-1-29 0,7 7-27 0,-2-7-31 0,3 8-35 31,-3 2-40-31,3-6-64 0,-2 12-73 0,1-4-48 0,-1-2-30 0,2 0-8 16,-3 0 8-16,3 7 18 0,-3-11 25 0,0 4 36 0,-5-4 37 0,14 0 42 0,-7-5 43 15,1 4 48-15,-3-5 52 0,9-4 63 0,-9 0 78 0</inkml:trace>
  <inkml:trace contextRef="#ctx0" brushRef="#br0" timeOffset="6300.56">17467 7063 0 0,'0'-4'34'0,"6"-1"149"0,-6-4 84 0,0-1 64 15,0-5 57-15,0 6 51 0,6-6 50 0,-6-1 42 0,0-2 41 0,7-1 35 0,-7 4 29 16,8 0 27-16,-8 4 25 0,5 3-118 0,-5-3-204 0,7 1-100 0,-7 1-52 16,7 4-39-16,-7-1-35 0,0 2-33 0,0 4-32 0,0 0-29 0,0 0-22 15,0 0-15-15,0 0-6 0,5 0-6 0,-5 4-3 0,0 2-7 0,0 3-5 16,8 3-4-16,-8 2-3 0,0-1-1 0,0 8 3 0,7-2 4 0,-7 0 7 0,0 7-3 16,0 2-4-16,-7-3-13 0,7 4-19 0,0 5-25 0,-8-4-25 0,3 4-30 15,5 0-27-15,-7-1-26 0,7 1-27 0,-7-4-16 0,7 4-17 0,0-4-11 16,0 0-11-16,0-6-19 0,0 0-25 0,0 1-26 0,7-6-31 0,-7 1-36 0,0-7-39 15,0 8-5-15,7-12 13 0,-7 1 25 0,0-1 30 0,0 3 26 0,0-8 30 0,-7-4 28 16,7 0 30-16,0 5 39 0,-7-5 44 0,7-5 48 0,-5 5 50 0</inkml:trace>
  <inkml:trace contextRef="#ctx0" brushRef="#br0" timeOffset="6442.84">17363 7445 65 0,'-6'-14'151'0,"-7"-1"59"0,5-1 53 0,-4 2 49 0,5 1 48 0,0-8 41 16,1 6 38-16,-1 2 30 0,1-8 29 0,-1 6 23 0,7 0 22 0,0 2-57 15,0 4-107-15,0-7-73 0,0 6-58 0,0 0-43 0,7 6-34 0,-7-5-32 16,6-3-32-16,-6 9-22 0,7-3-23 0,-1-3-13 0,1 3-13 0,0 3-10 0,0-3-9 15,6 6-7-15,0-4-7 0,-7 4-12 0,14-5-12 0,-8 10-22 0,0-5-25 16,9 0-29-16,-8 4-33 0,6 2-33 0,-6-3-34 0,8 7-51 0,-9-5-60 16,0 4-82-16,3 3-89 0,-3-3-35 0,0-5-4 0,2 6 11 0,-7 0 19 0,-1 0 33 15,6-4 36-15,-3-3 43 0,-4 3 47 0,2-2 49 0,-1-4 48 0,-1 5 61 16,4-5 66-16</inkml:trace>
  <inkml:trace contextRef="#ctx0" brushRef="#br0" timeOffset="6840.23">17681 7260 0 0,'0'0'18'0,"0"0"133"16,0 0 71-16,0 0 52 0,0 0 42 0,0-6 41 0,0 6 38 0,7-3 39 15,-7-9 37-15,0 8 33 0,0-1 29 0,0 0 26 0,0 5 26 0,7-4-102 16,-7 4-171-16,0 0-85 0,0 0-42 0,0 0-26 0,0 0-22 0,0 0-24 0,0 0-26 0,0 0-25 16,0 0-24-16,0 0-19 0,0 0-20 0,0 0-13 0,0 0-8 0,0 0-10 15,-7 0-4-15,7 4-6 0,0 1-1 0,0 0-3 0,0-1 3 0,0 2 3 16,0 0 5-16,0-3 3 0,7 7 4 0,-7-5 7 0,7 5 5 0,-7-1 6 16,6 3 2-16,1-9 1 0,-2 6 0 0,3 3 4 0,3-3-1 0,-3-5 3 0,-1 7-4 15,7-7 0-15,-9 2-1 0,9 3 0 16,-9-3 1-16,8-6 2 0,-6 3 3 0,7-3 1 0,-9 0 2 0,3 0 3 0,3 0 2 0,-3-3 1 0,-3-3 4 15,2 2 4-15,2-1 5 0,-4-1 7 0,0-4 8 0,3 1 5 0,-3 0 10 0,3-3 5 16,0 3 6-16,-3-6 3 0,-5 6 3 0,6-6 3 0,1 2 3 0,-7-3 1 16,6 2 2-16,-6-1-2 0,0-4 1 0,0 4-3 0,0-4-5 0,8 4-3 15,-8-5-4-15,0 6-4 0,0 0-3 0,0-2-4 0,0 1-3 0,0 6-3 0,0-6-4 16,0 9-5-16,5-3-4 0,-5 3-5 0,0 3-11 0,0 3-7 0,0 0-9 16,0 0-7-16,0 0-6 15,0 0-4-15,-5 3-2 0,5 8-4 0,-8-7 0 0,8 8-4 0,0 1 1 0,-6 2 2 0,6-1 1 0,-7 7 8 0,7 2 7 0,-6 3 8 16,6-3 9-16,-5 7 3 0,5-6 2 0,0 6 1 0,-8-2-2 0,8 8 0 15,0-8-2-15,-8-4 1 0,8 6-1 0,0-1-2 0,0-3-3 0,-5 2-7 16,5-4-12-16,0 1-11 0,0-5-17 0,-8-1-19 0,8 5-19 0,0-5-24 16,0 2-24-16,0-6-32 0,0 3-31 0,-5-2-29 0,5 2-29 0,0-3-32 15,0 0-31-15,0 0-55 0,-5 0-58 0,5-2-56 0,0-1-53 16,0-3-5-16,0 6 17 0,0-11 31 0,0-4 37 0,0 5 42 0,0-5 43 0,0 0 45 0,5-5 41 0,-5-5 47 16,0 1 47-16,5-6 58 0,3 0 70 0</inkml:trace>
  <inkml:trace contextRef="#ctx0" brushRef="#br0" timeOffset="7157.52">18529 6840 32 0,'6'-5'153'0,"1"5"75"0,-2-10 53 0,4 4 41 0,-4 2 36 0,2-7 35 0,-1 8 36 0,-1-3 36 0,3-3 34 0,0 5 34 0,-8-8 34 0,5 9-31 16,0-8-62-16,3 7-93 0,-8-2-107 0,0 1-53 0,6 1-20 0,-6 0-13 15,0-1-8-15,0-1-13 0,0 2-13 0,0-2-14 0,0 1-16 0,0 5-18 0,-6-4-15 16,6 4-19-16,0-6-18 0,0 6-16 0,0 0-19 0,0 0-11 0,-8 0-10 16,3 6-9-16,0-2-3 0,-3 1-5 0,0 1-4 0,3 4-6 0,-1-1-2 0,-6 6-2 15,3 0 0-15,-3 0 2 0,6 4 2 0,-8-1 6 0,2 3 5 0,4 3 6 16,-3-5 0-16,-2 5-4 0,6 7-5 0,0-7-10 0,-6 6-11 0,6-8-16 16,1 9-14-16,-7-2-11 0,13 1-10 0,-7-2-9 0,1 6-4 0,-2-3-8 15,8-3-6-15,0 1-12 0,0 5-11 0,0-4-19 0,8 0-23 0,-2-2-13 0,1 2-11 16,-1-1-14-16,1 0-16 0,6-4-40 0,0-1-51 0,-6 1-56 0,13-1-56 15,-9 1-17-15,2-5 5 0,2-7 19 0,-3 8 26 0,9-6 36 0,-9-6 38 0,7 0 39 16,-6-3 38-16,0-3 40 0,0-3 44 0,6 0 54 0,-6 0 69 0</inkml:trace>
  <inkml:trace contextRef="#ctx0" brushRef="#br0" timeOffset="7586.06">18855 7300 0 0,'0'-27'19'0,"-7"5"138"15,7-4 80-15,0 3 63 0,-8-3 54 0,8 7 50 0,-5 0 46 0,5-1 39 0,0 6 38 0,-7 0 29 16,7 2 26-16,0 3 20 0,0 3 15 0,0 2-110 0,0 4-187 0,0-5-102 15,0 5-64-15,0 0-41 0,0 0-35 0,7 0-22 0,-7 5-20 0,0-1-12 16,5 2-10-16,-5 3-4 0,8 6 1 0,-8-4 0 0,7 8 4 0,-7 0 3 0,5 2 3 16,2 3 3-16,-7 0 7 0,7 4 1 0,-7 2-2 0,0 1-4 0,0-3-8 15,0 2-9-15,0-2-14 0,0-2-10 0,0 2-11 0,0-4-8 0,-7 1-6 16,7-5-5-16,0-1-1 0,0 0-4 0,0-4 0 0,0 6-4 0,0-8-4 0,0-2 0 16,0 2-2-16,7-2 0 0,-7-1 7 0,0-5 8 0,0 5 9 0,0-7 14 15,5 3 15-15,-5-6 17 0,0 0 14 0,0 0 12 0,0 0 4 0,0 0 8 16,0 0 9-16,0-6 6 0,0-3 6 0,0 5 6 0,0-7 1 0,0 1 0 15,0 1-1-15,-5-6-11 0,-2-3-12 0,0 2-10 0,2-4-14 0,-2 1-9 0,-1-5-4 16,3 0-4-16,-9-1-5 0,9-5-1 0,-11 2-2 0,5-6-3 0,6 4-1 16,-11-3-1-16,11-3 0 0,-2 7-1 0,-4-4 0 0,11-3 0 0,-9 8-3 0,2-6-1 15,7 4 0-15,0 1-3 0,0-2-3 0,0 4-2 0,7-4-3 0,2 7 0 16,-4-6-3-16,1 8 1 0,1 1-2 0,-2-3-3 0,11 8 1 0,-11 1-1 16,6 2-1-16,5-2 2 0,-4 9-1 0,0-3 4 0,3 0 2 0,-3 3 5 0,8 6 2 15,-1 0 2-15,-7 0 3 0,9 0 4 0,-1 6 3 0,0-2 2 0,-1 7 2 16,-1-2 2-16,-5 1 2 0,0-1-1 0,1 6 2 0,-1 0 0 0,-6 0-3 15,-1-2 4-15,2 2 0 0,-3 6 0 0,-5-8-5 0,-5 7-8 16,5 5-10-16,-8-6-19 0,-5 2-19 0,7 3-22 0,-7 0-24 0,0-5-30 0,0 5-35 16,-1 2-33-16,-6-3-32 0,9-2-41 0,-2 3-44 0,-8 1-51 0,15-7-52 0,-6 2-46 15,-2-4-42-15,7 2-2 0,1-3 20 0,1 1 32 0,5-4 33 0,-8 0 45 16,8-3 44-16,0-5 44 0,8 1 42 0,-8 1 47 0,5-6 49 0,1 0 50 0,6 0 68 16</inkml:trace>
  <inkml:trace contextRef="#ctx0" brushRef="#br0" timeOffset="8251.12">19284 7054 0 0,'6'-4'35'0,"-6"4"151"0,8-5 81 0,-8 1 60 0,0-8 48 0,5 8 44 0,-5-1 44 0,0-4 38 0,0-1 38 0,0 5 30 0,0-4 30 15,0-1 24-15,0 4 24 0,0 1-124 0,0 1-205 0,0-2-103 0,0 2-52 16,-5 4-30-16,5 0-24 0,0-5-23 0,0 5-27 0,0 0-18 0,-8 0-17 0,2 0-14 16,-1 5-7-16,2-1-8 15,-4 2-4-15,4 3-6 0,-2 0-3 0,1 3-2 0,-8-3 0 0,2 4 0 0,4 2 3 0,-3 1 0 0,-2-2 0 0,6 5-1 16,-7 2-7-16,8-8-11 0,-6 7-6 0,4 1-9 0,2-2-13 0,-7-1-10 0,6 3-8 15,1 3-9-15,6-5-9 0,-8 0-5 0,3 2-4 0,5-6-1 0,0 4 1 16,0-5 5-16,0 2 5 0,0-1 11 0,0-6 9 0,5 0 13 0,-5 0 11 16,8-3 13-16,-2 0 16 0,-6 3 13 0,7-9 12 0,1 4 14 0,3-4 13 0,-3 6 12 15,-3-6 13-15,8 0 9 0,-5-6 8 0,5 6 10 16,0-4 9-16,-2-1 4 0,2 1 6 0,3-2 4 0,-5-3 4 0,1-2 0 0,2 1-2 0,-1 1-2 16,0-6-4-16,0 0-6 0,1 2-8 0,-2-8-5 0,1 6-5 0,-6-4-11 15,5 1-6-15,4-3-8 0,-11 2-8 0,8-2-5 0,-8 3-5 0,4-1-8 0,3 4-3 16,-6-5-3-1,-1 6-5-15,3 0-2 0,0 2-5 0,-8 3-3 0,5-1-2 0,-5 5-6 0,0 1-5 0,0 4-6 0,0 0-7 0,0 0-5 0,0 0-4 0,0 0 0 16,0 0-1-16,0 4 1 0,-5 1 0 0,5-1 0 0,-8 7 0 0,0 5-1 16,3-7-3-16,-1 4-1 0,-1 7-3 0,2-4-2 0,5 2-3 0,-9 3-3 15,4-2-4-15,-2 0-1 0,1 1-5 0,6-1 0 0,-5-4-6 0,5 6 0 16,0-9-1-16,0 4 1 0,0-2 3 0,5-4 7 0,-5 1 6 0,6 2 7 0,-6-7 9 31,7 3 7-31,-2 0 7 0,9-3 4 0,-7 0 3 0,-1-2 3 0,7 1 5 16,0-5 3-16,-6 0 3 0,5 0 3 0,3 0 3 0,-3 0 2 0,8-5 2 15,-7 1 3-15,-2-2 5 0,4 0 4 0,-2 3 7 0,-2-8 9 0,5 1 11 0,-5 1 6 16,2 0 6-16,-5-7 5 0,4 2 4 0,-6-2 3 0,2 4 3 0,5-4 0 16,-8-4 3-16,2 1 1 0,0 4 0 0,-7-4-4 0,5-5-4 0,3 3-9 15,-1 3-6-15,-7-7-9 0,6 6-6 0,-6-2-5 0,0-3-7 0,8 6 0 16,-8-3-2-16,0 2 2 0,0 5 0 0,0-2-1 0,0 1 0 0,0 6 0 0,0 0 1 16,0 3-6-16,0-4-3 0,0 5-8 0,0 5-6 0,-8 0-6 0,8 0-4 15,-6 0-6-15,-1 0-6 0,-1 5-4 0,3 5-4 0,-2-4-4 0,-5 8-1 16,-1-4-4-16,5 5-2 0,-5 0 0 0,0-2 3 0,0 2 4 0,2 0 5 0,-5 4 6 15,11-4 2-15,-8 6 4 0,7-7 3 0,-1 5 1 0,-1-4 2 0,3 4 1 16,5 0 1-16,0-5 1 0,0 2 2 0,0 3 2 0,0-5 1 0,0 1 2 16,0 4 1-16,5-4 1 0,-5 0-1 0,8 0-2 0,-1 0 0 0,-1 0 1 15,7 0-2-15,-8-5-7 0,4 3-8 0,3-2-9 0,1-2-15 0,1-3-18 16,-9 3-16-16,8-5-20 0,1 2-22 0,-2-2-24 0,2 1-22 0,-1-5-31 16,0 0-29-16,0 0-35 0,0 0-32 0,0-5-60 0,0 1-72 0,1-6-58 0,-1 5-47 0,-3-5-5 15,4-5 16-15,-7 0 26 0,7 2 33 0,-1-8 38 0,-1 3 40 0,2-6 42 16,-8 3 45-16,6-7 47 0,2 2 49 0,-7-2 63 0,-1 3 78 0</inkml:trace>
  <inkml:trace contextRef="#ctx0" brushRef="#br0" timeOffset="8424.89">19929 6810 0 0,'-7'-24'8'0,"2"-1"122"0,-9 5 76 0,7-3 60 0,-4 2 55 0,2 3 50 0,2 3 50 0,2 0 39 0,-2 5 37 0,1 1 21 0,6 0 18 0,-6 3 12 0,6 0 8 0,0 3-92 0,0 3-154 16,0 0-79-16,0 3-39 0,0 3-33 0,0 0-27 0,6 3-26 0,-6 0-22 16,6 6-12-16,1 1-10 0,-7-3 3 0,5 7 8 0,2-1 6 0,2 0 9 15,-4 1-2-15,1 5-7 0,1-1-10 0,-2 1-16 0,4 4-16 0,-4-4-14 16,2-1-20-16,-1 6-23 0,-6-7-30 0,5 7-28 0,-5-6-30 0,0 1-30 0,8-1-36 15,-8-3-36-15,0 1-50 0,-8-2-53 0,8 5-77 0,-5-6-83 0,5 2-53 16,-6-3-37-16,-1 2 3 0,7-1 19 0,-5-4 34 0,-4 0 39 0,4 1 41 16,5-7 44-16,-7 0 51 0,7-3 50 0,0-6 58 0,0 0 59 0,0 0 68 0,0 4 81 15</inkml:trace>
  <inkml:trace contextRef="#ctx0" brushRef="#br0" timeOffset="9232.44">20106 7235 0 0,'0'-10'7'15,"5"0"118"-15,1 1 75 0,-6-7 55 0,7 2 46 0,-7 1 44 0,6-2 46 0,-6-6 46 16,8 6 43-16,-8 2 39 0,7-3 35 0,-7 2 30 0,5-5 32 0,1 10-83 15,-6-7-144-15,6 5-82 0,-6-2-41 0,7 4-29 0,-7 4-22 0,8-5-21 16,-8 4-32-16,0 1-26 0,5 1-27 0,-5 4-23 0,0 0-18 0,0 0-16 16,-5-6-15-16,5 6-14 0,0 0-13 0,0 0-11 0,-8 0-7 0,8 0-5 0,-7 6-4 15,1-2-4-15,0 1-3 0,1 1 0 0,-10 4-3 0,9-5-1 0,-7 4-1 16,1 1-2-16,-2-1-1 0,1 0-3 0,-1 7-1 0,2-7-3 0,-2 0-5 16,-4 2-3-16,11-2-4 0,-5 1-6 0,-3 1-1 0,10-3-2 0,-9 3 1 0,9-2 1 15,-3-3 3-15,0 4 0 0,3-1 5 0,-1-3 3 0,-1-3 3 0,2 7 3 16,5-5 3-16,-9 1 5 0,9-3 2 0,-5-3 2 0,5 7 2 0,0-2 3 15,0-5-1-15,0 0 3 0,0 0 0 0,0 0 2 0,0 0 2 0,0 0 1 0,0 0 3 16,0 4 4-16,0-4 5 0,0 0 4 0,5 0 6 0,4-4 6 0,-9 4 2 16,5-5 5-16,2 5 4 0,4 0 4 0,-3-7 5 0,5 7 2 0,1-3 1 15,-2 3 4-15,1-6 2 0,1 6-1 0,4 0 1 0,-4 0-5 0,7 0-1 16,-3 6-6-16,-4-6-2 0,4 3-2 0,-5 4-5 0,7-2-3 0,-8 4-3 0,3-5-3 16,-2 2-1-16,-2 3-3 0,4-4-2 15,-3 5-4-15,0-1-1 0,-4-3-3 0,5 3 0 0,-7 1 1 0,1-5-1 0,0-1 1 0,5 8 1 0,-5-9 2 16,-1 3 1-16,0-3 2 0,9-3 2 0,-10 6 1 0,3-6 1 0,3 0 3 15,-3 0 0-15,-3-6 5 0,9 6 1 0,-7-3 2 0,6-3 2 0,-7 3 0 16,1-9 1-16,-1 3-1 0,7 3 1 0,-5-7 2 0,-3 4 1 0,3-3 1 0,-3-2 1 16,9 0 0-16,-14 5 3 0,5-6 0 0,2 0-1 0,1 0 1 0,-8 0 0 15,5 0 0-15,-5-4-1 0,0 4 0 0,7 0-2 0,-7-4-3 0,0 5-1 16,0-2-4-16,0-2-2 0,0 3-3 0,0-1-3 0,0 7-2 0,-7-6-2 0,7 6-2 16,0 0-2-16,0-1-3 0,0 4-1 0,-5 1-4 0,5 1-4 0,-8-2-2 15,8 1-2-15,-7 5-4 0,2 0 0 0,-9 0-4 0,9 5 2 0,-8 1-3 16,-1-2-2-16,1 7-1 0,0-1-4 0,0 4 1 0,-8-4 2 0,8 5 1 0,2 4 3 15,-2-4 4-15,-2 3 0 0,3-2 2 0,0 2 5 0,5-3-1 0,-7 6 2 16,8-8 5-16,-1 7 1 0,1-4 5 0,6-1 2 0,0 3 3 0,0-2 0 16,0-2 2-16,0 0 1 0,0 0 1 0,6 1 0 0,-6 0 0 0,7 0 2 0,-1 1 0 15,1-7 1-15,7 6 0 0,-9-2 0 0,8-2-1 0,1-1-1 0,-2-1 3 16,-4 0 0-16,11-3 1 0,-7-2 3 0,2 1-1 0,-1-5 2 0,6 6 1 16,-6-6 2-16,0 0 2 0,5 0 4 0,-4-6 2 0,1 1 5 0,-3 1 2 0,8-2 3 15,-7-3 1-15,-2 0 0 0,5-1 1 0,-5-5-1 0,1 0 1 0,4 0-1 16,-11-4-2-16,9-1-2 0,-1 1-5 0,-8-1-3 0,9-3-7 0,-9-7-4 15,10 6-6-15,-10-6-3 0,3 2-3 16,-2-3-5-16,-1 1-2 0,-5-3-4 0,7 3 1 0,-7-4-6 0,0 0-1 0,0 4-1 16,0 2 2-16,0-8-1 0,-7 14 0 0,7-8 2 0,-5 6-1 0,5-1 2 0,-6 5 1 0,-2 7 1 0,8-3 2 15,-5 1-2-15,5 6-6 0,-8 0-5 0,8 3-3 0,-7 0-3 0,7 6-4 0,-5 0 0 16,-2 0-1-16,0 12 0 0,-6-8 0 0,8 5-1 0,-9 6 1 0,1 0 1 16,0 0 6-16,0 3 5 0,-1 3 8 0,2 2 7 0,-1 3 7 0,7-2 4 15,-7 4 5-15,6 2 2 0,0 1-1 0,2-4 4 0,-3 4-1 16,8-3 1-16,0 7-2 0,0-7-2 0,0-3-1 0,0 4-5 0,0 0 0 0,8-3-3 15,-8-1-1-15,5-1-2 0,2 0-8 0,0 0-11 0,-7 1-12 0,5-6-13 0,3 2-15 16,-2-3-19-16,-6 1-16 0,7-4-23 0,-1 0-21 0,-6 0-23 0,5-6-23 16,-5 0-24-16,7 3-21 0,-7-3-19 0,9-5-10 0,-9 2-5 0,5 3-10 15,-5-9-17-15,6 5-34 0,-6-5-40 0,0 0-44 0,0 0-46 0,7 0-2 0,-7-5 15 16,5 5 29-16,-5-5 32 0,0-5 33 0,0 1 32 0,0-1 33 0,0 1 28 0,-5-6 38 31,-2 0 40-31,7 0 53 0,-6-4 66 0</inkml:trace>
  <inkml:trace contextRef="#ctx0" brushRef="#br0" timeOffset="9358.98">20438 7090 0 0,'-8'-7'1'0,"2"-2"108"0,-1 4 86 0,1-1 60 0,-1 2 47 0,7-5 41 0,-6 9 37 0,6-5 31 0,0-5 30 0,0 10 23 0,6-6 24 0,-6 2 20 0,0-1 15 0,7-1-80 15,-1 3-140-15,1 3-93 0,-1-6-72 0,2 2-42 0,-3 4-26 0,8-5-23 0,1 5-19 16,-9 0-20-16,10-4-20 0,-3 4-29 0,0 0-39 0,2 4-43 0,-1-4-47 16,-1 5-105-16,2-1-134 0,-1 2-56 0,0-3-20 0,0 3 1 0,1-1 11 15,-9-5 15-15,8 0 22 0,1 0 27 0,-2-5 31 0,-4-1 44 0,5-3 51 0,-7 0 56 16,-1 0 64-16</inkml:trace>
  <inkml:trace contextRef="#ctx0" brushRef="#br0" timeOffset="9564.32">20751 6868 0 0,'0'12'30'0,"0"-9"151"15,0 8 90-15,5-11 67 0,1 4 60 0,-1-4 53 0,3 0 47 0,5-4 45 0,0-1 38 16,1-1 35-16,-2 3 30 0,7-4 29 0,-4 2 25 0,-3 5-117 0,8 0-198 16,-7 0-111-16,6 0-66 0,-6 0-41 0,0 0-30 0,1 5-28 0,-2 2-24 15,2 2-20-15,-9-4-15 0,3 3-14 0,-3 3-6 0,2 4-11 0,-7 0-5 16,7-2-7-16,-14 8-11 0,0-2-13 0,2-1-17 0,-3 9-20 0,-5-5-21 15,-5 5-21-15,4-5-25 0,-12 8-30 0,0-6-30 0,0 0-39 0,-1 1-43 0,-4 5-44 16,-1-6-43-16,0 1-58 0,-7-1-58 0,-1 0-57 0,1 7-52 0,-1-7-3 16,0 0 19-16,-4 0 30 0,5 5 39 0,-7-9 42 0,0 5 50 0,0-1 50 0,2-5 56 15,-9 6 52-15,0-5 54 0,1-7 60 0,-6 2 68 0</inkml:trace>
  <inkml:trace contextRef="#ctx0" brushRef="#br0" timeOffset="10484.12">9710 8721 5 0,'6'-6'94'0,"0"-3"59"0,-6 3 46 0,7 3 39 0,1-9 36 0,-8 8 34 0,5-7 38 0,-5 7 33 0,0-5 34 0,0 0 33 0,0-3 33 15,0 8-16-15,0-7-42 0,0 2-56 0,0 0-62 0,0-1-37 0,0 0-22 16,0 5-15-16,-5 0-13 0,5-5-15 0,0 6-16 0,0-1-15 0,0 5-16 0,0-4-18 15,0 4-14-15,0 0-19 0,0 0-18 0,0 0-17 0,0 0-19 0,0 0-15 16,0 0-17-16,0 0-12 0,-8 0-13 0,8 0-7 0,0 4-8 0,0 1-3 16,0-1-4-16,0 2-4 0,-7-2 0 0,7 6 1 0,0 0 2 0,0 0 2 0,0 5 3 15,7-1 4-15,-7 2 3 0,0-2 5 0,0 0 3 0,8 0 0 0,-8 2-2 16,5-1 0-16,3-6-2 0,-2 10 0 0,-1-8-3 0,3 2 3 0,-1 2-1 16,5-6 1-16,-5 7 4 0,6-5 0 15,0-4 1-15,0 4 3 0,1-7-1 0,-2 2 5 0,8 0 3 0,-8-3 2 0,2-3 3 0,4 0 0 0,-4 0 4 0,6-3 1 16,-7-3 3-16,6-4 2 0,-6-1 2 0,0 8 3 0,1-7 4 0,-2-5 3 15,2 5 4-15,-1 0 6 16,0 0 4-16,-7 1 4 0,1 0 5 0,-1-1 0 0,-6-5 2 0,5 6-2 0,-5-1-2 0,0-4-4 0,0 2-1 0,0-3-4 0,0 2-3 16,-5-2-5-16,5 0-8 0,-6 0-4 0,-1-4-7 0,1 4-6 0,-7 0-7 15,6 2-4-15,-7-2-3 0,1 0 0 0,8 0-2 0,-9 6 0 16,1 0-1-16,0-3-3 0,0 3-3 0,0 3-1 0,7 2-2 0,-7-1-1 0,-1 5-6 0,2 0 1 31,-1 0-3-31,-1 5-2 0,2 5 1 0,-2-5 0 0,8 4 1 0,-6 7-1 16,-2-7 0-16,1 6 2 0,0 0-1 0,5 0 3 0,-4-2-2 0,6 7 5 15,0-4-2-15,-1 3 1 0,-1-5 1 0,3 6 1 0,-1-6-2 0,6 5-3 16,0-4-4-16,0 6-4 0,0-8-6 0,6 8-2 0,-6-7-7 0,5 5-6 16,3-4-12-16,-1 0-12 0,5-2-14 0,-5 2-16 0,6 0-17 0,0 0-18 0,0 0-19 15,1 0-20-15,-2-5-18 0,8 5-29 0,-8-2-32 0,7-2-41 0,1-2-46 16,0-3-46-16,0 4-45 0,-1-5-6 0,2 3 14 0,-2-8 23 0,-1 5 30 0,3-5 32 16,5-5 34-16,-8 5 36 0,1-8 37 0,2 3 44 0,6-5 44 0,-9-1 51 15,1 1 66-15</inkml:trace>
  <inkml:trace contextRef="#ctx0" brushRef="#br0" timeOffset="11335.06">10393 8734 0 0,'0'-10'16'0,"0"1"120"0,0 0 73 0,-6 0 54 16,6-7 49-16,-5 5 45 0,-2 3 39 0,-1-2 36 0,2 0 34 0,6 0 29 0,-6-1 28 0,-1 2 20 0,2 0 18 0,-3 5-86 0,8-8-142 15,-8 3-81-15,3 4-46 0,5-5-32 0,0 1-27 0,-6 5-19 0,1-8-15 0,5 3-11 16,-7 4-12-16,7-5-7 0,0 5-6 0,-9-3-9 0,9 3-4 0,0-4-7 16,0 2-4-16,0 2-7 0,0 1-4 0,0-1-6 0,0-1-3 0,0 2-7 15,9-1-7-15,-2 5-7 0,-7-4-4 0,5-1-4 0,1 5-6 0,7-4-1 16,-5 4-4-16,4 0 1 0,8 4-3 0,-8-4 0 0,2 5 0 0,6-1 3 0,-1 5 0 15,0 2-1-15,-6-2 2 0,8 1-1 0,-3 5 0 0,3 0-1 0,-10 0 4 16,2 4-9-16,0 0-5 0,1 1-10 0,-9-1-8 0,3 1-12 0,-8 5-8 0,7-1-12 16,-7-5-10-16,0 5-10 0,-7 1-5 0,7-5-3 0,-8 4-2 0,8-4-1 15,-5-2 2-15,-2-3 3 0,0 0 8 0,2 0 10 0,-3-5 11 0,3 4 13 16,-3-8 12-16,2 4 14 0,1-5 18 0,-2-1 9 0,-2 2 15 0,4-2 7 16,0-4 6-16,-3 0 7 0,3 0 5 0,5 0 10 0,-8-4 9 15,0-2 9-15,3 6 5 0,5-9 6 0,-6 3 2 0,-1 2 2 0,1-7 3 0,6 7 0 0,-8-5 1 16,8 0 3-16,-5-3 2 0,-2-3 0 0,7 6-4 0,-6 0-5 0,6-6-8 15,0 5-7-15,-6-5-9 0,6 0-5 0,0 2-5 0,0-2-6 0,0-6-7 16,0 8-7-16,0-8-8 0,6 1-7 0,-6 2-7 0,6-2-7 0,1-4-3 0,-2 3-4 16,3 3-7-16,-2-1-2 0,1-2 0 0,4 1-5 0,-3 7-3 0,5-3-2 15,0 2-1-15,1 4 0 0,-2 1 2 0,2 4 1 0,-1 1-1 0,6-2 4 16,1 6 0-16,-6 0 2 0,4 6 1 0,3-2-1 0,-10 5 3 0,9 0 0 0,0 2 1 16,-8 5 2-16,1-2-4 0,1-1-7 0,-2 8-10 0,2-2-12 0,-8 0-17 15,6 1-16-15,-3-1-17 0,-4 1-19 0,2 0-12 0,-1-2-18 0,1 2-14 16,-1 1-14-16,-6-2-12 0,8-4-10 0,-3 0-5 0,2-2 0 0,0 2-1 0,-2 0 7 15,2-5 9-15,1 1 10 0,4-4 12 0,-5-1 10 0,6 3 13 0,0-3 10 16,-2-6 11-16,10 6 11 0,-3-6 9 0,-2 0 9 0,2 0 7 0,3 0 12 16,-2-6 11-16,-1 0 7 0,1 2 9 0,2-1 11 15,-3-1 12-15,3-1 15 0,-8 1 20 0,6 1 23 0,-6-5 30 0,1 0 29 0,-2 5 32 0,-5-4 21 0,0-1 23 16,-2 5 20-16,3-10 16 0,-1 5 14 0,-7 1 13 0,0 0 8 0,0-1 6 16,0-4-3-16,0-2-5 0,0 1-18 0,0 6-23 15,-7-6-21-15,-1 0-23 0,3 0-22 0,-2 2-18 0,0-3-16 0,2 2-15 16,-2-1-10-16,1 6-7 0,-2-7-4 0,-5 7-8 0,8-2-2 0,-4 3-6 0,4 3-5 0,-2-4-5 0,7 2-6 15,-6 2-7-15,1 5-7 0,5-4-8 0,-8 4-8 0,8 0-9 0,0 0-6 16,-8 0-10-16,8 0-6 0,-5 4-5 0,-1 1-6 0,-1 2-2 0,7-4-1 16,-6 3-1-16,-1 3 1 0,-1 0 4 0,3 1 2 0,-9 1 7 0,9-1 4 15,5 4 2-15,-8-4 5 0,3 4 1 0,-3-4 2 0,2 5-1 0,1-5 1 0,5 4 1 16,-7-4-2-16,7 5-1 0,0-6-2 0,-8 6-1 0,8 1-1 0,0-7-2 16,0 0 1-16,0 6-2 0,8-6 0 0,-8 1-1 0,0 5 0 0,7-6 2 0,-7 1 0 15,5 0 1-15,1 0 2 0,-6 0 3 0,8 1 1 0,-3-4 5 0,3-1 0 16,4 3 1-16,-5-3 4 0,6 3 4 0,-6-3 1 0,6 0 2 0,-2-3 3 15,-3 3 4-15,5-2 5 0,0 1 7 0,1-1 5 0,-9-4 5 0,8 5 5 0,1-5 5 16,-7 0 4-16,5 0 6 0,0 0 2 0,-4 0 1 0,-1 0 3 0,7-5-1 16,-9 5 0-16,0 0-5 0,3 0-6 0,-3 0-5 0,3-4-8 0,-2 4-5 0,-6 0-7 15,7 0-4-15,-7 4-7 0,6-4-6 0,-6 0-3 0,8 5-5 0,-8-5 0 16,0 6-1-16,0-2-1 0,5 2 2 0,-5-1 1 0,0-1 1 0,8 6 0 16,-8-5 2-16,0 4 2 0,0 1 3 0,5 1 0 15,-5-1 0-15,0 3 2 0,0-2 0 0,0-2 2 0,0 6-2 0,0-5 1 0,0 4-2 0,0-4-1 0,0-1-4 16,0 3-7-16,0-3-11 0,0 0-7 0,0 1-10 0,0-1-9 0,0-4-11 15,-5 5-13-15,5-4-12 0,0 3-17 0,0-5-17 0,-8 1-22 0,8 1-23 0,-5-2-29 16,5 1-31-16,-8 1-27 0,8 4-24 0,-6-5-61 0,-1-1-77 0,7 1-64 16,-6-1-58-16,-2 2-12 0,3-3 11 0,5 3 25 0,-8-6 32 0,3 6 36 0,0-6 42 15,5 0 44-15,0 0 47 0,0 0 50 16,0 0 49-16,0 0 67 0,0 0 80 0</inkml:trace>
  <inkml:trace contextRef="#ctx0" brushRef="#br0" timeOffset="11754.27">11677 8662 0 0,'0'-5'14'0,"0"0"127"0,0 1 68 0,-5-2 50 0,5-4 37 0,0 5 38 0,0-1 38 0,0-3 34 0,-7 0 32 0,7 5 30 16,0-8 25-16,0 8 27 0,0-1 24 0,-9 0-91 0,9 1-155 0,0-2-72 0,0 2-29 15,0-1-13-15,-5 1-4 0,5 4-11 0,0-5-10 0,0-2-10 0,0 4-10 16,-7 3-4-16,7 0-4 0,0-6-7 0,0 6-2 0,0 0-9 0,0 0-8 15,0 0-11-15,0 0-8 0,-6-5-12 0,6 5-11 0,0 0-13 0,0 0-14 16,0 0-12-16,0 0-12 0,0 0-14 0,0 5-9 0,0-5-7 0,0 0-2 0,0 6-5 16,-5-3-2-16,5 4-1 0,0 2-3 0,0 0 0 0,0-3 3 0,0 8 3 15,-8 2 2-15,8-7 6 0,0 4 7 0,0 8 3 0,0-6 7 0,0-2 0 16,8 7 0-16,-8 1-2 0,0-2-2 0,0 0-1 0,5-4-5 0,-5 4-3 0,0 1-4 16,6 1-2-16,1-3-2 0,-7-2-5 0,5-1 1 0,4 3-2 0,-9-9-1 15,7 7 1-15,-2-1-2 0,1-6-2 0,0 0 1 0,9 1 3 0,-10 1 3 0,2-7 7 16,5 7 3-16,-4-7 6 0,4-4 8 0,-5 4 3 0,5-4 6 0,2-4 2 15,-1 4 4-15,0-4 4 0,0-7 6 0,0 7 7 0,1-7 3 0,-2 1 7 16,2-4 2-16,-1 4 5 0,-1-5 4 0,-5 5 0 0,6-4 0 0,-1 1-1 16,-4-2-1-16,-2-1-3 0,-1 2-2 0,3-5-8 0,-1 3-9 0,-1-4-15 15,2 7-17-15,-8-8-12 0,5 3-17 0,-5-3-15 0,0 2-18 0,0 4-17 16,0-3-15-16,0 2-20 0,0 2-21 0,0-1-22 0,0 5-24 0,-5 0-23 0,5 0-20 16,0 6-29-16,-8-2-34 0,8 2-97 0,0 4-125 0,-6 0-45 0,6 0-7 0,0 0 15 15,0 0 23-15,-7 0 31 0,7 4 38 0,-8 2 40 0,8-2 41 16,0 1 45-16,0 0 46 0,0-1 56 0,-5 2 63 0</inkml:trace>
  <inkml:trace contextRef="#ctx0" brushRef="#br0" timeOffset="15627.95">12328 8627 3 0,'-6'0'38'0,"6"0"21"0,0 0 18 0,-7-6 17 0,7 6 20 0,0 0 22 0,0 0 23 0,-5 0 22 0,5 0 22 0,0 0 8 0,-9 0 3 0,9 0-1 0,0 0-2 0,0 0-6 0,0 0-7 15,0 0-4-15,0 0-6 0,0 0-7 0,0 0-12 0,0 0-14 0,0 0-16 16,0 0-17-16,0 0-17 0,0 0-14 0,0 0-13 0,0 0-12 0,0 0-11 16,0 0-6-16,0 0-9 0,0 0-8 0,0 0-7 0,0 0-6 15,0 0-8-15,0 0-5 0,0 0-7 0,0 0-6 0,0 0-5 0,0 0-6 0,0 0-2 0,0 0 2 16,0 0 5-16,0 0 0 0,0 6 6 0,0-1 2 0,0-1 2 0,0 2 4 15,0 0 2-15,0-2 4 0,9 6 5 0,-9-6 2 0,0 6 6 0,5-5 2 0,-5 4 0 16,0 1-2-16,7-4-5 0,-7 3-7 16,6 0-2-16,-1-3-4 0,-5 3-2 0,9-3-2 0,-2 4-1 0,-2-5-1 0,1-1 1 0,-6 5 1 0,8-3 3 15,-3-2 4-15,3 1 4 0,-1 0 9 0,-2-1 12 0,2-4 11 0,0 0 15 0,-2 0 11 32,3 0 10-32,-3 0 10 0,3 0 9 0,-2 0 7 0,7-4 6 0,-5-1 6 0,5 0 5 0,-8 1 2 0,9-2 5 0,-9 2-3 0,8-1-8 0,-6-4-6 15,7-1-7-15,-2 4-8 0,-6-3-2 0,8 3-5 0,-7-3-2 16,-2 0-2-16,4 3-1 0,-4-4-4 0,0 5-2 0,-5-4-2 0,8 3-3 0,-3-2-6 15,-5 3-4 1,0-4-3-16,8-3-6 0,-8 8-6 0,0-7-4 0,0 2-7 0,0 0-6 16,0 5-5-16,-8-8-6 0,8 3-5 0,0 0-7 0,-5 3-3 0,5-3-3 0,-8 0-3 15,3 2-3-15,0 4-7 0,-4-3-3 0,4-3-3 0,-2 9-7 0,-1-6-4 16,2 1-4-16,0 5-3 0,-6-4 0 0,-2 4-3 0,7 0-2 0,-6 0-1 16,8 4 0-16,-9-4 0 0,1 5 1 0,0 1 3 0,0-2 2 0,7 7 3 15,-7-8 3-15,0 9 0 0,6-3 3 0,-5 1 1 0,5-1 3 0,-1 0 1 0,3 3 1 16,-9 1 1-16,9-4 2 0,-2 6-1 0,-2-3 3 0,9 2-2 0,-5 0 2 15,-1 0-1-15,-1-4 1 0,7 5 0 0,-5 0 2 0,5-6 1 0,0 7-4 0,-9-2 0 16,9-4-3-16,0 4 0 0,0 2-3 0,9-1 1 0,-9-8-2 0,5 8 2 16,-5 0 0-16,7 0 1 0,-7-5 0 0,11 4 2 0,-2 2 0 0,-2-1 1 15,-2-6 0-15,9 6-4 0,-9 0-3 0,10-5-5 0,-3-1-7 0,0 0-8 16,1 0-10-16,6 3-16 0,-3-9-17 0,2 3-19 0,-4 0-18 0,4-2-24 0,3 1-26 16,-3-5-35-16,3 0-45 0,-2 0-48 0,7 0-48 0,-7 0-37 0,1-5-25 15,7 5 1-15,-9-4 14 0,1-8 24 0,2 9 30 0,-3-9 31 0,3 3 32 0,-2-4 34 16,1 2 40-16,-1-8 44 0,0 4 47 0,2-4 55 0,-9-2 60 0</inkml:trace>
  <inkml:trace contextRef="#ctx0" brushRef="#br0" timeOffset="16027.92">13128 8603 0 0,'-5'0'3'0,"-2"0"109"0,1-4 64 0,-7 4 41 0,5 0 32 0,3-6 26 0,-1 6 26 0,6-6 23 0,-8 2 24 0,3 4 22 0,5-5 21 16,0 5 22-16,0 0 22 0,0-5-75 0,0 5-133 0,-7-4-60 0,7 4-27 0,0 0-9 15,0 0 1-15,0 0-3 0,-8-6-4 0,8 6-4 0,0 0-5 0,0 0-5 16,0 0-3-16,0 0-10 0,0 0-6 0,0 0-8 0,0 0-10 0,0 0-11 15,0 0-10-15,0 0-13 0,0 0-12 0,-5 0-10 0,5 0-12 0,0 0-8 16,0 0-7-16,0 6-3 0,0-6-1 0,-7 4-5 0,7 1-2 0,0 0-2 0,0 5 1 16,-7-4-1-16,7 7 3 0,0-4 1 0,0 2 4 0,-5 5 5 0,5-7 5 15,0 4 2-15,0 2 1 0,0-3 1 0,0 2-3 0,-8-1 1 0,8 2-2 0,0 1-2 16,0-2 0-16,8-4-2 0,-8 4-3 0,0 2-1 16,0-1 0-16,5-2-2 0,-5 2-2 0,7-6-1 0,0 6-1 0,-7 0 2 0,5-6-2 0,3 1 3 15,-1 5 1-15,6-9 3 0,-7 3 2 0,-1 0 3 0,11-3 3 0,-11-2 8 0,8 1 7 16,1 1 7-16,-9-6 9 0,8 0 8 0,1 0 8 0,-2 0 10 0,1-6 8 15,1 1 11-15,-2 1 8 0,2-2 7 0,-1-3 6 0,0 0 5 0,0-1 5 0,0-1 2 16,1-4-1-16,-4 6 0 0,4-4 1 0,1-2-5 0,-10-1 0 0,9 2-11 16,-9-1-8-16,2-1-8 0,-1 2-8 0,2-5-9 0,-2 4-6 0,1-4-10 15,-7 4-9-15,5-3-12 0,-5 2-11 0,0-3-14 0,0-1-14 0,0 5-14 16,0-4-14-16,-5 4-13 0,5 0-12 0,-7 0-13 0,7 2-13 0,-6 1-13 16,-2 3-13-16,8 0-16 0,-6 3-13 0,6 1-23 0,-7 1-18 0,7 0-28 0,-5 4-25 15,5 0-46-15,0 0-50 0,0 0-43 0,0 0-41 0,0 0-31 0,5 4-27 0,-5 0 3 16,0 1 17-16,7 1 26 0,-7 3 33 0,6-3 39 0,2 4 41 0,-2-5 46 15,1-1 46-15,-2 5 56 0,3-9 56 0,-2 6 51 0,7-2 64 0</inkml:trace>
  <inkml:trace contextRef="#ctx0" brushRef="#br0" timeOffset="16469.82">13742 8608 0 0,'5'4'16'0,"3"2"130"0,-8-6 73 0,0 0 46 16,0 0 32-16,0 0 30 0,6 0 22 0,-6-6 25 0,0 2 28 0,7-1 23 15,-7 1 24-15,6-8 23 0,-6 8 22 0,0-1-92 0,7-4-161 0,-7 3-77 16,0 2-36-16,0-1-8 0,0 1-2 0,6-1 0 15,-6 5 0-15,0-7-9 0,0 7-13 0,0-3-13 0,0 3-12 0,-6 0-13 0,6 0-14 0,0 0-17 0,0 0-14 16,0 0-15-16,-7 0-13 0,7 0-9 0,-6 3-7 0,-1 4-5 0,7-2-4 16,-6-1 0-16,-2 1 0 0,3 5 3 0,-3-6 1 0,3 6 3 0,-2 0 3 0,0-4 5 15,7 3 2-15,-5 1 1 0,-2-1-1 0,7-4-4 0,-8 5-6 0,8 0-5 16,0 0-3 0,0-6-3-16,0 6-1 0,0-5-1 0,0-1 1 0,0 8-2 0,8-9 0 0,-8 3 1 0,7-1 5 0,-2-1 3 0,-5 2 6 0,7-6 11 15,0 3 9-15,-2-3 9 0,3 6 7 0,-3-6 7 0,3 0 5 0,-2 0 3 0,1 0 5 16,6 0 7-16,-7 0 3 0,7-6 4 0,-8 6 5 0,11-3 6 0,-11-3 4 0,3 6 7 15,3-4 12-15,-3-1 7 0,-3-1 8 0,2 3 8 0,-1-4 5 0,2 2 4 16,-8 1-1-16,6-7 0 16,-6 7 0-16,0 0-3 0,0-1-5 0,0-4-6 0,0 3-9 0,0-4-10 0,-6-1-14 0,6 8-12 0,-8-7-11 0,2 1-10 31,-1-3-7-31,2 3-5 0,-3 0-1 0,2 3-2 0,1-3-3 0,-3 5 0 0,-4-1-4 16,3-5-1-16,4 10-1 0,-8-6-3 0,7 6-5 0,-7-5-3 0,6 5-2 15,1 5-2-15,-7-5-3 0,5 6 0 0,3-3-4 0,-9 4-1 0,9 2-1 0,-2 0 0 16,-6 1 2-16,6 4 0 0,0-2 2 0,2 1 2 0,-11 2 2 0,11 0 2 15,-1 0 2-15,1-2 0 0,-2 7 0 0,-2-4 0 0,9-1 0 0,-5-2-2 16,-2 2-4-16,7 0 1 0,-6 0-6 0,6 3-3 0,0-6-7 0,-5 3-8 0,5-2-7 16,5 2-6-16,-5 0-10 0,0-6-7 0,0 6-9 0,6 0-11 0,1-5-13 15,-2 5-14-15,4-2-13 0,-2-2-15 0,-2 4-17 0,1-5-16 0,7 3-15 16,-5-2-33-16,4-2-46 0,0 0-49 0,3 3-54 0,-3-3-30 0,8 0-17 0,-7-5 7 16,0 2 17-16,6 0 24 0,-1-6 30 0,3 3 30 0,-2-6 33 0,1 3 35 15,0-12 38-15,-1 3 48 0,8 0 53 0</inkml:trace>
  <inkml:trace contextRef="#ctx0" brushRef="#br0" timeOffset="16850.21">14803 8520 69 0,'8'-6'135'0,"-3"-3"40"0,-5 0 34 0,6 3 30 0,-6-4 32 0,8 1 33 0,-8 4 32 0,0-5 30 0,0 5 30 0,0-4 28 0,-8-1 28 0,8 4-54 0,-6-3-100 0,6 3-50 15,-5 2-22-15,5-1-15 0,-8-4-15 0,8 9-16 0,-8-4-19 0,3-2-20 0,-1 6-24 16,6-6-19-16,-7 6-21 0,7 0-17 0,-5 0-16 0,-4 0-17 0,9 0-12 16,-7 0-13-16,2 0-8 0,5 6-6 0,-6 0-2 0,-1-2-4 0,7 1 1 0,-6-1 0 15,-2 1 3-15,3 5 2 0,-2-5 2 0,0 5 2 0,2 0 3 0,-3-1 1 16,1 6 2-16,2-6 1 0,-4 6-2 0,4 0 2 16,-8 0-1-16,8-6-1 0,-3 12 1 0,2-8-1 0,-1 2 1 0,1 0-3 0,-1 0 1 0,1-2-4 0,-1 8 1 15,1-6-2-15,1-2-2 0,5 7-2 0,-9-4-5 0,9-1-1 0,-7 3-6 16,7-2-3-16,0 2-3 0,0-3-2 0,0 6 1 0,7-6-1 0,2 3-2 15,-9-2 2-15,5 2-2 0,1-3 1 0,1 4-2 0,6 2-4 0,-7-8-7 16,7 7-2-16,0 1-1 0,-5-2-1 0,2-1-4 0,11-2-8 0,-8 2-15 0,1 3-11 16,5-6-15-16,-1 4-21 0,-2-5-23 0,2 2-36 0,3-3-46 0,-2-2-60 15,1-2-66-15,-8 0-26 0,8 3-5 0,-1-8 10 0,2 1 15 0,-3-5 22 16,3 4 27-16,-3-4 30 0,-4 0 29 0,4-4 35 0,-4 4 38 16,6-5 47-16,-9-4 57 0</inkml:trace>
  <inkml:trace contextRef="#ctx0" brushRef="#br0" timeOffset="17499.75">15891 8779 0 0,'7'-6'2'0,"-2"2"110"0,4-1 70 0,-4 1 47 0,-5-7 34 0,5 7 31 0,3-7 31 0,-3 7 33 0,-5-5 34 0,8-1 28 0,-8-1 31 0,6 8 26 0,-6-9 28 15,7 8-73-15,-7-7-131 0,0 7-69 0,6 0-37 0,-6-1-14 0,0 0-5 16,0 1-7-16,0 4-12 0,0-6-12 0,0 6-20 15,0-6-15-15,-6 2-15 0,6 4-15 0,0 0-19 0,-7 0-15 0,7-5-15 0,-6 5-13 0,6 0-13 0,-8-6-8 16,3 6-12-16,-3 0-7 0,3 0-11 0,0 0-2 0,-4 6-5 0,-3-6-1 16,4 5-1-16,3-5 2 0,-9 10 0 0,9-4 5 0,-8-2 1 0,5 6 3 15,-5-2 1-15,8 3 2 0,-9-2 1 0,9 7 3 0,-3-7 2 0,-5 6 2 0,5 0 2 16,3 0-1-16,-1-2 3 0,-1 2-1 0,1 0 1 0,-1 6-2 0,1-8 0 16,-1 8-5-16,7-3-1 0,0 1-4 0,-7-4-4 0,7 6-2 0,7-3-2 15,-7 3 0-15,0-2-2 0,7-1 1 0,-1-3-1 0,1 6 1 0,-1-8 3 16,1 2 3-16,4 0 3 0,-3-5 5 0,5-1 6 0,-5 2 7 0,2-2 7 0,4-3 7 15,-1-2 6-15,1 2 6 0,-2-2 9 0,2-4 10 0,-1 0 8 0,-1 0 8 16,7 0 11-16,-6 0 9 0,8-4 8 0,-7-2 6 0,4 2 8 0,1-7 2 16,-4 7 6-16,4-7 3 0,-7-2 2 0,2 4 1 0,4-6 2 0,-4-1-3 0,-7-2-4 15,4 3-5-15,5-6-7 0,-11 3-7 0,2-3-9 0,-1 2-7 0,-6 0-5 16,6-7-8 0,-6 7-6-16,0-5-7 0,0 0-7 0,-6 5-8 0,6-11-11 0,-6 6-9 0,-1-1-9 0,-6-5-10 0,5 0-9 0,-3 8-6 0,-1-8-6 0,-2-1-8 15,1 3-5-15,-8 4-3 0,2-6-2 0,-1 12-2 0,8-9 2 0,-8 5 3 16,1 1 3-16,-2 6 0 0,8 2-2 0,3-2-3 0,-4 3-4 0,-1 3-8 31,4 4-13-31,-2 5-8 0,6 0-11 0,1 0-5 0,-8 5-6 0,7 1-6 0,-7 3-6 16,9 6-5-16,-8-5-4 0,8 4 1 0,-3 1-5 0,0 5 0 0,3-6-2 15,-1 5 0-15,-1 2 3 0,7-8 1 0,0 7 3 0,0 1-2 0,7-2-5 16,-7-1-10-16,6 3-12 0,-1-2-25 0,3-4-27 0,0 5-29 0,5-1-34 0,-8-3-35 16,9 2-37-16,-9-3-5 0,8 4 11 0,-5-4 15 0,5 0 21 0,-8-1 21 15,3 2 24-15,-2-1 28 0,-1-8 32 0,3 4 35 0,-8-1 38 0,7-4 41 0,-7 3 61 16</inkml:trace>
  <inkml:trace contextRef="#ctx0" brushRef="#br0" timeOffset="17737.22">15728 8925 0 0,'-7'0'11'0,"7"0"128"0,-7 0 77 0,7-4 54 0,0 4 44 0,0-11 40 0,0 7 37 0,0-2 37 0,0-3 37 0,7-6 33 16,-7 6 30-16,7 0 25 0,-7-3 25 0,7 8-95 0,-1-7-161 0,-6 4-89 16,7-4-48-16,-1 7-26 0,1-8-18 0,-1 8-16 0,-1-1-15 0,3 0-18 15,0-5-17-15,-3 6-15 0,8-1-9 0,-8 5-8 0,4-4-5 0,-4 4-4 0,8-5-5 16,-5 5-2-16,-2 0-4 0,6 5-4 0,-4-5-2 0,-2 4-2 0,7 1-3 15,-6 5-1-15,7-6-1 0,-9 6-1 0,8 0-4 0,0 0 0 0,0 5-2 16,-7-1-1-16,7 2 0 0,-5-1-2 0,-3 3-4 0,9-3-4 0,-9 4-10 0,2 0-12 16,1 1-18-16,-3 5-18 0,-5-7-20 0,7 3-25 0,0-2-24 0,-7 5-28 15,5-3-28-15,-5-2-26 0,0 1-22 0,7-1-19 0,-7-4-20 0,9 3-19 16,-9-2-24-16,5-1-24 0,-5 0-22 0,6-6-33 0,1 1-36 0,-2-1 2 0,-5 0 22 16,9 2 30-16,-4-1 37 0,8-4 34 0,-8-2 34 0,11 1 30 15,-11-1 34-15,8-4 37 0,-7 0 38 0,9 0 43 0,-4-4 58 0</inkml:trace>
  <inkml:trace contextRef="#ctx0" brushRef="#br0" timeOffset="18133.73">16601 8745 96 0,'0'-11'162'0,"0"1"43"0,6 1 34 0,-6 0 33 15,0 0 36-15,0 2 32 0,0-2 35 0,-6 4 31 0,6-5 31 0,0 6 32 0,0-6 29 0,0 0-64 16,0 0-117-16,0 5-55 0,0-4-25 0,0-1-10 0,0 5-5 0,0-5-10 0,0 4-14 16,0 2-14-16,0-6-16 0,0 6-13 0,0-2-15 0,6 6-16 0,-6-4-12 15,0-1-17-15,0 1-13 0,0 4-15 0,0 0-13 0,0 0-14 0,7-5-10 0,-7 5-10 16,0 0-10-16,0 0-7 0,0 0-11 0,0 0-6 0,0 0-8 0,0 0-3 16,0 0-3-16,0 0-2 0,0 0 1 0,0 5 0 0,0-1 1 0,0 5 1 15,0-3 3-15,0 3 2 0,0 6 0 0,0-5 6 0,0 8 4 0,0-3 4 0,0 6 6 16,0-2 2-16,-7 5 2 0,7 0 1 0,-6 1-1 0,-1-1 1 0,7 0-2 15,-5 7-1-15,-4-1-5 0,4-2-3 0,-2 2-4 0,7-2-3 0,-6-2-8 16,6 2-3-16,-5-4-2 0,5 1-3 16,0-1-2-16,0 1-3 0,0-5 1 0,0-1-3 0,5 0 0 0,-5-4-3 0,6-1 1 0,1 2-2 0,-2-1-1 0,4-6-2 15,-4 6-3-15,8-5-1 0,-6-1-1 0,7-4-3 0,-9 5-7 0,9-5-7 16,-2-1-10-16,1 2-12 0,1-6-13 0,-1 0-17 0,-8 0-19 0,9-6-22 16,-2 6-20-16,2-4-43 0,-7-1-54 0,4-5-70 0,-3 1-82 0,0 0-24 0,-3-3-4 15,1-3 16-15,1 2 19 0,-7-1 29 0,6-7 29 0,-6 6 35 0,0-8 38 16,0 3 40-16,0 1 43 0,0-5 55 0,-6-1 63 0</inkml:trace>
  <inkml:trace contextRef="#ctx0" brushRef="#br0" timeOffset="18308.22">16672 8657 0 0,'-5'-21'6'0,"-3"6"115"0,-4 2 65 0,3-2 50 0,4 0 43 0,0 6 41 15,-3-6 38-15,8-1 34 0,0 7 27 0,-6 0 26 0,6 3 23 0,0-3 22 16,0 5 20-16,0-1-87 0,0 5-144 0,0-6-73 0,0 6-37 0,0 0-27 16,0-3-25-16,0 3-25 0,6 0-29 0,-6 0-18 0,0 0-16 0,8-7-10 0,-8 7-11 15,5 0-7-15,0 0-4 0,4 0-7 0,-4 0-7 0,2 0-3 0,6 7-6 16,1-7-3-16,-1 0-2 0,0 3-13 15,-2 3-18-15,5-6-25 0,-4 5-29 0,-1-1-37 0,5 5-38 0,-5-3-64 0,2-2-70 0,2 7-62 0,-4-1-52 0,2-1-17 16,-5 0 0-16,5 1 14 0,-7 0 17 0,-1 0 32 0,3 0 37 0,-1-5 44 0,-1 5 45 16,-6-1 50-16,6-4 50 0,-6-1 61 0,0 2 75 0</inkml:trace>
  <inkml:trace contextRef="#ctx0" brushRef="#br0" timeOffset="18545.77">16907 8882 0 0,'0'18'47'0,"0"-2"158"0,5-7 83 0,-5 1 57 0,0-10 43 0,0 0 41 16,8 0 35-16,-8-10 34 0,8-20 31 0,-8 8 30 0,5 1 24 0,1 11 24 15,1-4 25-15,-2 10-130 0,4-7-218 0,-4 7-98 0,2-8-40 0,-1 12-18 16,-1-4-6-16,-5-1-9 0,9 0-14 0,-2 1-10 0,-7 4-12 0,0 0-10 0,0 0-7 16,0 0-10-16,0 0-11 0,0 0-12 0,0 0-13 15,0 0-12-15,0 0-10 0,0 0-8 0,-7 4-3 0,7 1-4 0,0 0 1 0,0-1-2 0,0 8 4 16,0-3 0-16,0 4 4 0,0-2 2 0,-9 8 4 0,9-4 5 0,0 4 0 0,0-4-3 16,0 6-8-16,0-3-12 0,0 3-16 0,0-2-18 0,0-1-23 0,0 3-19 31,0-2-21-31,9-4-24 0,-9 6-25 0,0-8-28 0,0-4-27 0,0 6-34 15,7-4-30-15,-7-1-46 0,0-1-52 0,5-5-57 0,-5 7-56 0,7-7-7 0,-7-4 13 16,0 0 29-16,0 0 30 0,0 0 36 0,0 0 40 0,7-4 41 0,-7-2 42 16,0-3 44-16,0 0 47 0,0-7 56 0,-7-4 63 0</inkml:trace>
  <inkml:trace contextRef="#ctx0" brushRef="#br0" timeOffset="18729.88">16960 8538 0 0,'-9'-3'26'16,"9"-3"142"-16,0 6 78 0,0-5 50 0,0 1 35 0,0 4 31 0,9-6 26 15,-9-3 25-15,12 5 24 0,-1-1 19 0,-2-4 16 0,-2 2 17 0,-2 7 13 0,2-5-116 16,-7 5-187-16,7-4-95 0,-7 4-49 0,5 0-22 0,-5 0-11 0,0 0-9 16,0 0-9-16,0 0-14 0,0 0-11 0,8 0-16 0,-8 0-13 0,0 4-20 15,0-4-24-15,7 5-21 0,-7 2-26 0,0-7-38 0,5 3-46 0,-5 3-50 0,7-1-55 16,-7-1-42-16,7 5-39 0,-7-3-5 0,5-2 10 0,-5 1 19 0,8 1 26 0,-3-6 31 16,-5 0 34-16,8 3 36 0,-2-3 37 0,-6 0 45 0,7-3 49 0,-1 3 52 15,2-6 68-15</inkml:trace>
  <inkml:trace contextRef="#ctx0" brushRef="#br0" timeOffset="19148.46">17193 8460 0 0,'0'0'8'0,"-7"0"118"0,7-4 68 0,0 4 49 0,0-5 40 15,0 1 38-15,0-5 37 0,0 3 31 0,7-4 29 0,-7-1 25 0,0 2 26 0,6 0 22 16,-6-1 21-16,8 1-85 0,-2-3-149 0,-6 3-71 0,7 0-34 0,-2 5-15 16,-5-8-13-16,9 3-11 0,-4 0-11 0,0 3-5 0,-5-3-8 0,8 4-2 15,-8 1-4-15,5-2 0 0,-5 2-7 0,0-1-3 0,8-1-6 0,-8 6-10 16,0-4-5-16,8 4-12 0,-8-5-7 0,0 5-10 0,5 0-9 0,-5 0-9 0,0 0-6 15,6 0-6-15,1 0-6 0,-1 0-5 0,1 0-3 16,-1 5-2-16,1-1-1 0,0 2 0 0,5-1 0 0,-4-1 1 0,5 6-1 0,-2-5 0 0,4 4 2 16,-3 1 0-16,0 1 0 0,4 4-1 0,-5-7 0 0,1 6 1 0,2-2-2 0,-1 3-1 15,0-6-1-15,-5 4-1 0,-3 2-1 0,2-3-1 0,0 1 0 0,-2 2 2 16,3-1 0-16,-8 2 1 0,0-7 0 0,0 10 2 16,0-5 1-16,0 2 2 0,-8-1 0 0,8 3 1 0,-5-2 0 0,5 2 1 0,-7-3 0 0,0 6-1 0,7-8 1 15,-5 7-2-15,-3 1-2 0,8-2 1 0,-7 0 0 0,7-4-2 0,-6 4 1 16,0 1-1-16,6 1 1 0,-7-8-1 0,7 8 1 0,0-3 1 0,-5 1 1 0,5 2 0 15,0-2 0-15,-9-5 0 0,9 7 0 0,-5-2 0 0,5-4-2 0,0 3 2 16,-7-2-1-16,7-2 0 0,-6-4-1 16,1 5 2-16,5-6-1 0,-8 1 1 0,8-1 1 0,-8-3-1 0,3 3 2 0,5-4 0 0,-7 5 0 0,1-4 0 15,0-2-2-15,-2 1-2 0,-4-1-9 0,6-4-4 0,-2 5-7 0,-5 1-9 0,8-2-12 16,-9-4-11-16,7 0-12 0,-6 5-15 0,0-5-18 0,7 6-20 0,-7-6-30 16,5 0-27-16,-5 3-29 0,8-3-33 0,0 7-33 0,-9-7-53 0,7 0-62 0,1 5-56 15,-8-5-50-15,7 0-7 0,2 4 8 0,-2-4 25 0,0 0 28 0,2 5 37 16,5-5 41-16,-8 0 43 0,8 0 44 0,0 0 48 0,0 0 48 0,0 0 59 15,0 4 74-15</inkml:trace>
  <inkml:trace contextRef="#ctx0" brushRef="#br0" timeOffset="19370.18">17596 9223 0 0,'9'25'57'0,"-4"-11"166"0,2-4 86 0,4-1 59 0,-2-3 42 0,-2 0 38 0,-2-2 34 0,9-8 35 0,-9-17 31 0,8 2 31 0,-6 14 24 0,7 1 22 0,-1-2 21 0,0 6-143 15,-2 0-236-15,4 0-114 0,-1 6-49 0,-4-6-20 0,-1 4-9 0,3 1-8 16,-6-5-16-16,1 4-10 0,-7-4-12 0,7 5-9 0,-7-1-5 0,0-4-6 0,0 6 0 16,-7-1-4-16,7-1-5 0,-7 2-5 0,1 4-9 0,-1-5-9 0,2 4-14 15,-9 1-17-15,1-5-19 0,0 4-23 0,-6 1-27 0,6 0-33 0,-7-1-39 16,6-4-48-16,-4 5-52 0,-1 1-83 16,3-8-95-16,5 4-54 0,-10 2-32 0,14-4 2 0,-4-1 18 0,-2-4 33 0,5 0 36 0,3 6 41 0,-2-12 44 0,0 6 49 15,2-4 54-15,5-1 57 0,-7-1 59 0,7 6 73 0,7-3 85 0</inkml:trace>
  <inkml:trace contextRef="#ctx0" brushRef="#br0" timeOffset="20115.07">18666 8788 89 0,'-8'0'160'0,"3"-5"45"0,5 5 32 0,-8-4 30 0,2 4 27 0,1-6 33 16,5 2 33-16,-8 4 30 0,8-5 30 0,-7 1 27 0,7-1 27 0,0 5-66 16,-6-6-115-16,6 2-65 0,0-2-32 0,0 6-11 0,0-5 1 0,0 1-3 15,0 4-4-15,0 0-6 0,0 0-15 0,0-6-10 0,0 6-9 0,0 0-9 0,0 0-8 31,0 0-8-31,0 0-5 0,0 0-10 0,0 0-12 0,0 0-13 0,0 0-14 16,0 0-15-16,0 0-16 0,0 0-11 0,0 0-11 0,0 0-7 0,0 0-6 16,0 0-4-16,0 0-3 0,0 6-1 0,0-2 2 0,0 7-1 0,0-1 3 15,0-1 5-15,0 6 3 0,0-1 6 0,0 2 3 0,0-1 3 0,0 3 4 0,0 1-2 16,0 6 1-16,0-5-1 0,0 5-1 0,0-1-3 0,0-5 0 0,0 5-4 16,0 0-2-16,0 1-4 0,0-1-6 0,0-3-2 0,0 3 0 0,0-5-5 15,6 0-1-15,-6 1-3 0,0-4-5 0,7-2-2 0,-7-1-2 0,0 2-2 16,8 1-3-16,-3-7-2 0,-5 0 0 0,0 2 1 0,6-7 1 0,-6 8 1 0,8-8-1 15,-8 1 1-15,0-1-1 0,5-4 2 0,-5 5 5 0,0-5 3 0,0 0-1 16,0 0 8-16,0 0 4 0,0 0 7 0,0 0 9 0,0 0 8 0,0 0 9 0,0 0 5 16,0 0 5-16,0 0-1 0,0 0 3 0,0-5-1 0,-5 5 0 0,5-4 1 15,0-1 1-15,-8-5-2 0,8 4-3 0,-6-3-6 0,6 3-4 0,0-3-6 16,-5-4-5-16,-3 1 0 0,8 3 1 0,-7-6 2 0,7 2 4 0,-6-2 4 0,6 0-1 16,0 0 6-16,-8 0 0 0,8-4 0 0,0-1 2 0,-5 1 0 0,5-2 1 15,0-1-1-15,0 1-3 0,0 1-2 0,0-3-2 0,0 2-3 0,0 7-3 16,0-5-2-16,0-2-3 0,0 8-2 0,0-2-3 0,0 0-1 0,0 0 0 0,0 6-2 15,5-6 0-15,-5 5-3 0,0 0 1 0,0 0-1 0,0 0-1 0,0 1 1 16,0 0-3-16,8-1 3 0,-8-1-2 0,0 1 0 0,0 1 0 0,0 0-1 16,0 0 1-16,6-3-1 0,-6-3-1 0,7 2-2 0,-7-2 0 0,8 5-1 15,-3-4 1-15,-5-5 0 0,6 7-1 0,2-2-2 0,-3 0-2 0,3 5-1 0,-3-6-4 16,2 9-3-16,0-3-3 0,-2-2 2 0,2 7-1 0,1 0 1 0,-2-1 1 16,1-1-3-16,-1 3 1 0,-1 3 0 0,2 0 1 0,7-7 2 0,-8 7 1 0,6 7 5 15,-3-7 2-15,3 3 3 0,-1 3 2 0,5-1 3 0,-11-1-2 0,9 5 2 16,-9 1 2-16,10 1 1 0,-10-1 4 0,2 4 0 0,0-4 3 0,-2 4 1 15,-5 2 2-15,0-3 2 0,0 2 0 0,0 0 1 0,-5 0 1 0,-2-2 2 16,0 7 1-16,2-10-1 0,-2 5 2 0,-6 0-4 0,6 0 1 16,-5 0-4-16,-4-6-6 0,11 1-8 0,-6-1-10 0,-5 0-12 0,4 7-15 0,6-11-16 0,-8 5-16 15,7-1-19-15,-4 0-20 0,4-3-25 0,-7 3-27 0,7-3-28 0,-5 0-28 0,5 3-46 16,2-5-51-16,-8 1-79 0,5-5-85 0,2 4-28 0,-7 1 3 0,6-5 18 16,1 0 26-16,-2 0 34 0,3 0 33 0,0 0 40 0,-3-5 41 0,0 1 43 0,8-1 45 15,-5-5 57-15,5 7 62 0</inkml:trace>
  <inkml:trace contextRef="#ctx0" brushRef="#br0" timeOffset="20858.84">19180 8632 0 0,'12'10'28'0,"2"-4"143"0,-1 3 79 0,-8-4 54 0,11-5 37 0,-11 0 31 0,1 0 24 0,1-5 27 0,-2 5 25 0,4-5 27 15,-9 1 26-15,5-2 28 0,2 0 29 0,-7 6-108 0,0-4-179 16,0 4-94-16,0-5-44 0,0 5-19 0,0-6-7 0,0 3-4 0,0-3-3 0,-7 2-8 15,2-1-10-15,5 1-12 0,-9-2-13 0,4 0-14 0,-2 2-14 0,1-1-13 0,1 0-13 0,-11 1-7 0,11-2-10 16,-3 6-3-16,3-4-2 0,-9 4-2 0,9 0-4 0,-2 4 2 0,1-4-3 16,-8 6 3-16,7-2 0 0,2 1 0 0,-3 0 3 0,2 5 1 0,1 0 0 15,-10-1 2-15,9 0 1 0,-2 2-1 0,3 5 0 0,0-7-4 0,-3 0-4 16,2 6-10-16,-1-6-6 0,1 7-10 0,-1-7-10 0,1 0-12 16,-2 1-12-16,8 5-12 0,-5-4-10 0,-3-2-10 0,8 1-10 0,-5-1-4 0,5 0-4 0,0-3 5 15,0 4 5-15,0-5 11 0,0 5 9 0,0-7 9 0,0 3 13 0,0-1 12 16,0-1 12-16,5-4 16 0,-5 6 16 0,0-6 17 0,8 6 15 0,-8-6 9 0,5 0 12 15,3 0 9-15,-2 0 10 0,1 0 8 0,-1 0 11 0,1 0 10 0,7-6 9 16,-9 6 12-16,8-6 8 0,-7 6 8 0,9-4 3 0,-4-1 4 0,-3-1 7 16,4 3 1-16,2-1 8 0,-1-2-1 0,-8 1 1 0,9 1-4 0,-1-8-3 0,-8 8-7 15,11-6-8-15,-5 6-8 0,1-6-7 0,2 1-9 0,-1-2-10 0,-5 1-7 16,5 1-9-16,-1 0-9 0,0-1-7 0,-5-4-8 0,6 2-7 0,1 3-3 16,-9-1-8-16,11 1-2 0,-11 0-7 0,1 3-1 0,1-4-4 0,-2 5-3 15,4-1-6-15,-9 6-4 0,5-3-7 0,-5 3-1 0,0 0-3 0,0 0 1 16,0 3-4-16,0 8 3 0,0-7-1 0,0 8 1 0,0-3 2 0,-5 0 1 0,5 6 1 15,0 1 2-15,-9-2 2 0,4 5 1 0,5-4-1 0,-7 4-6 0,7 0-7 16,-6-5-8-16,1 7-12 16,5-8-8-16,-8 8-8 0,8-6-11 0,-8 4-7 0,8-5-5 0,0 2-9 0,0-1-6 0,0-2-8 0,8 2-2 0,-8-4-3 0,8-1 1 15,-8 3 2-15,11-8 2 0,-4 4 0 0,-2 3-3 0,4-9-2 0,3 3-6 16,-1 0-6-16,5-2-5 0,-4-4-4 0,0 0 1 0,3 0 0 0,-3 0 0 16,0 0 5-16,9-4 3 0,-10-2 5 0,4-3 7 0,-2 3 9 0,-2-3 11 0,5-2 13 15,-5 3 14-15,2-7 14 0,0 4 16 0,0-4 18 0,1 2 18 0,-2 3 16 16,-5-5 21-16,5 0 20 0,3 0 20 0,-9 0 17 15,7-4 15-15,-8 5 14 0,3-5 12 0,-2 3 12 0,1-4 15 0,-1 7 11 0,-6-8 10 0,7 3 8 0,-1-3 4 16,-6 2 2-16,0 0-1 0,8-1-6 0,-8 5-6 0,0-4-7 0,0 4-8 16,5 0-8-16,-5 6-7 0,0-1-12 0,0 1-10 0,0 4-13 0,0-5-13 15,0 4-15-15,0 6-16 0,0 0-15 0,0 0-19 0,0 0-16 0,0-5-12 16,0 5-15-16,0 0-9 0,-5 0-6 0,5 5-5 0,-8-5-4 0,2 6 0 0,-1 4-4 31,1-5 2-31,-1 4 0 0,1 1-1 0,-7 4 6 0,8 2 2 0,-9-7 8 0,-1 4 1 0,10 2 3 0,-9 1 1 0,2-2 1 0,6 5 0 0,-8-4 0 16,7 0 1-16,-6 0-1 0,7 0-3 0,-1 0 1 0,1 4-3 0,1-5 2 0,-2 2-2 15,-2 3-1-15,4-5-2 0,5 2 1 0,-6-1 1 0,6 3-3 0,0-3-1 32,0 0-1-32,6-1-5 0,-6 6-3 0,5-5-7 0,4 0-8 0,-2-7-9 15,-2 6-13-15,1-2-12 0,7 3-15 0,0-6-17 0,-6-5-22 0,7 5-18 16,-1-3-22-16,6 3-27 0,-6-9-23 0,8 6-31 0,-11 0-30 0,11-6-51 0,-8 0-58 16,6 0-53-16,-1-6-47 0,3 0-5 0,-7 3 14 0,4-3 27 0,-2-4 30 15,2-4 37-15,-4-2 37 0,-2 1 39 0,-1 1 42 0,10-9 46 0,-7 2 47 0,-2-3 56 16,1-1 74-16</inkml:trace>
  <inkml:trace contextRef="#ctx0" brushRef="#br0" timeOffset="21081.78">20156 8496 0 0,'0'-21'16'0,"0"6"133"0,-6-3 78 0,6 2 59 0,0 1 49 0,-5-3 46 0,5 2 45 0,0 1 45 0,0 1 43 0,0 1 36 0,0-3 33 0,0 7 29 0,0-2 27 0,0 2-102 0,0 9-174 16,0-4-94-16,0 4-58 0,0 0-36 0,0 0-33 0,0 0-28 0,0 0-31 16,0 0-24-16,0 0-23 0,0 0-13 0,0 4-9 0,0 5-5 0,-7 2-4 0,7-2 0 15,0 7 0-15,0-3 3 0,0 7 3 0,-8 1 3 0,8-8 6 0,-6 11 4 16,6-3 4-16,-7 3-1 0,7 1-1 0,-6-1-3 0,1-6-5 0,5 7-4 15,-7-1-5-15,-2 7-9 0,9-7-10 0,-5 0-17 0,-1 0-20 0,6 1-24 16,-7 5-29-16,7-6-26 0,-5 0-29 0,5 1-35 0,0-1-37 0,0-5-54 16,-9 6-64-16,9-5-88 0,0-1-95 0,0 0-40 0,0-4-12 0,0 0 17 0,0-4 29 0,0-3 38 15,0-3 42-15,0-5 44 0,9 0 46 0,-9 0 50 0,5-5 53 0,-5-3 62 16,7-7 66-16</inkml:trace>
  <inkml:trace contextRef="#ctx0" brushRef="#br0" timeOffset="21414.88">20248 8657 0 0,'6'-9'24'0,"1"-7"130"0,-1 2 74 15,1 4 58-15,0-5 50 0,0 0 43 0,-2 0 41 0,2 2 39 0,-1 1 34 16,0 3 34-16,9-6 31 0,-10 6 23 0,3 0 22 0,-2 3-96 0,-1-4-164 16,3 5-86-16,-3 1-48 0,-5 4-38 0,7-5-29 0,-7 5-28 0,0 0-23 0,0 0-21 15,0 0-21-15,0 0-15 0,0 0-10 0,0 0-12 0,0 0-8 0,-7 5-8 16,7 4-4-16,-5-2-6 0,-3 2 0 0,8 0 4 0,-5 0 2 0,-9 6 5 16,9-6 1-16,-10 7 5 0,9-1 2 0,-7-1-1 0,1 2-6 0,-8-3-3 0,7 2-5 15,0 0-5-15,-6 0-8 0,4-6-5 16,4 6-4-16,-10-6-5 0,8 1-4 0,2 5-2 0,-4-6-3 0,2-3 1 0,7 3 0 0,1 1 3 0,-11-4 4 15,11-1 4-15,-1-1 5 0,6 1 5 0,-7-1 6 0,7 2 4 0,-5-6 3 0,5 4 3 16,0-4 0-16,0 0 0 0,0 0 0 0,0 0-3 0,0 0-1 0,0 0-1 16,0 0-6-16,0 0 3 0,0 0 3 0,5 5 3 0,-5-5 5 0,0 5 7 15,7-1 6-15,-7-4 4 0,6 6 6 0,-6 0 7 0,5 3 3 0,4-3 7 0,-2 1 2 16,-2 4 4-16,1-1 4 0,7-1-2 0,2 3-2 0,-10-3-3 16,7 4-7-16,3-2-6 0,-2 4-6 0,-2-5-14 0,4-1-15 0,-3 6-17 0,0-6-16 15,-4 1-17-15,5 1-18 0,0-3-22 0,-6-3-22 0,0 4-29 0,-2-3-31 16,2 0-36-16,5-3-40 0,-12 3-67 0,8-6-76 0,-1 0-57 0,-2 6-44 0,3-6-4 15,-8-6 15-15,6 6 22 0,-1-6 32 0,3 3 34 0,-3-3 38 0,2-3 42 16,0-2 45-16,0 3 49 0,-1-3 50 0,7-4 65 0,-6 5 79 0</inkml:trace>
  <inkml:trace contextRef="#ctx0" brushRef="#br0" timeOffset="22066.56">20475 8724 0 0,'-5'-3'32'0,"-4"-3"146"0,4 2 77 0,5-1 57 15,-5-1 46-15,5 3 39 0,0-4 34 0,0 7 33 0,0 0 30 0,0-5 28 16,0 5 26-16,0-4 25 0,0 4 27 0,0 0-113 0,0 0-194 0,0 0-91 0,0 0-41 15,0 0-24-15,0 0-19 0,0 0-17 0,0 0-15 0,0 0-15 0,0 0-14 16,0 0-15-16,0 0-12 0,0 0-17 16,0 0-10-16,0 0-12 0,0 0-8 0,0 0-7 0,0 4-9 0,-8-4 0 0,8 5-2 0,0 2 1 0,0-4 4 0,0 8 2 15,0-7 2-15,0 5 6 0,0-3 2 0,0-2 6 0,0 7 2 0,0-7 1 16,8 7 2-16,-3-7 0 0,-5 1 2 0,5 5 0 0,4-6 1 0,-4 1 1 0,2 0 3 16,1-1 0-16,-3 2 3 0,9 0 1 0,-9-2 1 0,9 1-2 0,-1-5 3 15,-8 6-1 1,11-6 0-16,-5 4-1 0,1-4-1 0,-4 0 0 0,5 0 1 0,-7-4 1 0,7 4 4 0,-5-6 1 0,-3 6 1 0,2-5 1 15,0 1 4-15,-2-2 2 0,2 0-1 0,-7-3 4 0,8 0-2 0,-8 3 2 0,5-3-2 0,-5 0-1 16,0-1-4-16,0-5-1 0,0 6-3 0,0-6-5 0,0 6 0 0,0-7-4 16,-5 1-2-16,5 1-2 0,-8 4-1 0,8-5-2 0,-7 6-1 0,2-1-5 31,5 1-1-31,-7-3-2 0,0 8-7 0,2-1 0 0,-3 0-5 0,3 5-2 16,-3 0 1-16,-3 0-1 0,3 5 1 0,-5 0-1 0,6-1 1 0,-4 2-2 0,-5 4 2 15,11-5-2-15,-8 5 5 0,7-1 2 0,-7 0 2 0,6 7 4 0,0-6-2 16,2-2 4-16,-3 3-4 0,1-2 1 0,2 1-3 0,5 5 0 0,-9-6 0 0,9 1 4 15,0 5 0-15,0-4 4 0,0-2 2 0,0 5 1 0,9-4 3 0,-9 6 3 16,5-7 4-16,2 4 2 0,1 2 2 0,-3-3 2 0,9 3 3 0,-1-6 0 16,0 4 1-16,-2-2 2 0,10 4-1 0,-8-5 0 0,8-1 0 0,-2 0 2 0,-1 1-1 15,8 1 1-15,-5-7 1 0,6 7-1 0,-9-7 4 0,8-4 2 0,1 4 3 16,-9-4 3-16,8 0 4 0,-7 0 7 0,2-4 4 0,-3 0 6 0,3-7 5 0,-2 1 3 16,-6 1 6-16,5-2 2 0,-4-2 4 0,-1-2 2 0,0-1-2 0,-5-2-1 15,4-3 0-15,-5 2-6 0,0-5-2 0,-1 3-8 0,1-3-5 0,-2 0-7 16,-5-1-8-16,0-2-5 0,9 0-6 0,-9-1-5 0,0-2-4 0,0 5-3 15,0-3-2-15,-9-2-3 0,9 6-1 0,0-1 0 0,-5 1 0 0,5 0 2 16,0 3 0-16,-7 8 3 0,7-2 3 0,0 0 1 0,0 6 2 0,-6-2-3 0,6 3-7 16,0 3-5-16,-7 5-5 0,7-7-3 0,0 7-4 0,-7 7-3 0,0-2-1 15,2-1-4-15,-3 0-2 0,3 7-1 0,-3-2-4 0,-5 6-2 0,8 0 1 0,-4-2 5 16,-1 8 4-16,2-6 8 0,3 4 3 0,5 5 6 0,-8-5 4 0,8 1 3 16,-8 5 1-16,8-6 3 0,0 7 0 0,8-7 2 0,-8 5-1 15,0-4 0-15,8 3-1 0,-8-2-1 0,5 3-2 0,3-5-11 0,-8 1-13 0,5-1-19 16,0 2-24-16,4-2-24 0,-9-1-22 0,5 3-28 0,-5-6-23 0,7 3-28 0,-1-2-29 15,-6-1-26-15,8-2-28 0,-8-2-43 0,0 4-55 0,0-5-57 0,5-1-60 16,-5-5-15-16,0 7 4 0,0-8 22 0,0-3 32 0,0 0 36 0,0 0 37 0,0 0 41 16,0 0 39-16,8-3 41 0,-8-8 43 0,5 7 51 0,-5-5 56 0</inkml:trace>
  <inkml:trace contextRef="#ctx0" brushRef="#br0" timeOffset="22224.74">20841 8676 0 0,'-6'-6'14'0,"-2"2"131"0,3 0 83 0,-2 4 58 0,7-5 46 0,-8 5 39 0,8-5 36 0,0 5 35 0,0 0 31 0,8-4 28 0,-8 4 26 0,7 0 21 0,-7-6 19 0,5 0-101 0,-5 6-167 0,8-4-98 16,-2 4-63-16,-6-5-35 0,5 5-21 0,3-6-18 0,-1 6-17 0,5-3-17 16,-5 3-14-16,6 0-15 0,-7-6-16 0,7 6-15 0,0 0-20 0,0 0-30 15,0 0-35-15,1 0-38 0,-2 0-37 0,2 0-60 0,-1 0-72 0,-1 0-74 0,2 0-79 16,-8 0-27-16,6 0-3 0,-3 0 11 0,-4-4 22 0,0 4 31 0,-5-9 34 16,8 3 44-16,-3-4 48 0,-5 0 50 0,0 0 51 15,8-3 64-15,-8-8 68 0</inkml:trace>
  <inkml:trace contextRef="#ctx0" brushRef="#br0" timeOffset="22461.87">21167 8237 0 0,'5'0'1'0,"-5"0"110"0,14 0 75 0,-14 0 55 15,5-6 48-15,2 6 46 0,2-3 43 0,-4 3 44 0,1 0 42 0,-6 0 35 16,7 0 33-16,-7 0 30 0,5-6 25 0,-5 6-77 0,9-6-139 16,-9 6-81-16,0 0-53 0,0 0-36 0,0 0-29 0,5 0-23 0,-5 0-25 0,7 6-20 15,-7 0-18-15,6-3-12 0,-1 7-10 0,3-5-5 0,-8 10-4 0,8-5-2 0,4 9 0 16,-5-5 0-16,-2 7-3 0,2-2 2 0,1 5-1 0,-3-3-4 0,2 7-5 15,-7-3-4-15,7 4-3 0,-7-4-10 0,0 8-8 0,-7-3-14 0,0-2-21 16,2 6-23-16,-3 2-27 0,-4-8-31 0,-2 8-30 0,1-2-35 0,-6-1-35 0,-2 3-42 16,3-2-41-16,-8-1-72 0,-1 1-86 0,1-4-75 0,0 0-64 0,-1-2-13 15,4 2 13-15,-4-5 32 0,1-7 35 0,-1 1 46 0,-4-4 45 0,2 0 51 16,5-5 50-16,-2-1 53 0,-6-9 55 0,-2 5 69 0,8-10 79 0</inkml:trace>
  <inkml:trace contextRef="#ctx0" brushRef="#br0" timeOffset="30308.99">6409 10416 0 0,'0'0'53'0,"0"-6"47"0,0 0 38 0,0 2 34 0,-8-1 33 0,8 0 30 0,0 1 29 0,0-2 27 0,-7 2 30 0,7-1 27 15,0 1 30-15,0-2-11 0,-6 6-34 0,6-6-29 0,0 3-22 0,0-3-19 0,-6 1-20 16,6 5-16-16,0-4-10 0,0-2-10 0,0 6-3 0,0 0-11 0,-5-3-10 15,5 3-12-15,0 0-19 0,0-6-18 0,0 6-17 0,0 0-18 0,0 0-16 16,0 0-17-16,0 0-14 0,0 0-17 0,0 0-12 0,0 0-11 0,0 0-11 16,0 9-7-16,0-3-3 0,0 3 1 0,0 6-1 0,5-5 2 0,-5 5 2 0,0 3 4 15,0 3 3-15,0-2 4 0,0 5 6 0,0 1 2 0,6-1 2 0,-6 6-1 16,0 0-2-16,0-2-2 0,0 2-1 0,0 4-4 0,0-4-1 0,0-2 0 16,0 2-2-16,0-6 1 0,0 6-2 0,0-6-1 0,0 1 2 0,6-6-2 0,-6 2 0 15,0-3-1-15,0 1 0 0,0 2-6 0,0-7-9 0,0 0-8 0,0 0-14 16,0 2-19-16,7-1-17 0,-7-6-25 15,0 0-25-15,0 3-24 0,0-8-23 0,0 7-19 0,0-8-18 0,0 1-16 0,0-4-12 0,0 0-27 0,0 0-26 0,0 0-40 16,0 0-37-16,0 0-31 0,0 0-23 0,0 0 7 0,0-7 25 0,0 1 27 0,0 1 31 16,0-5 31-16,0 0 28 0,0-1 29 0,-7-2 31 0,7-1 39 0,0 4 43 15,0-11 49-15,0 8 66 0</inkml:trace>
  <inkml:trace contextRef="#ctx0" brushRef="#br0" timeOffset="30673.27">6388 10811 0 0,'-6'-21'32'0,"6"3"62"0,0-1 39 16,0-2 38-1,0 1 39-15,-5-2 33 0,5 1 26 0,0-3 26 0,0-1 25 0,0 1 29 0,0 5 32 0,0-2-1 0,0 3-15 0,0-3-29 0,0 6-38 16,0 2-26-16,0-2-19 0,0 6-23 0,0-3-23 0,5 3-9 0,-5 0-6 0,0-1-6 15,0 1-7-15,6 3-12 0,-6 0-15 0,6-3-17 0,-6 9-17 16,0-5-16-16,7 1-11 0,-7-2-12 0,8 6-8 0,-8 0-12 0,5 0-10 0,3 0-9 16,-8 0-10-16,6 0-6 0,-1 6-7 0,2-2-6 0,1 1-5 0,-2 0-4 15,0-1-2-15,1 8-2 0,6-3 0 0,-5 6-2 0,-3-6 1 0,8 7 1 16,-8 2-1-16,9-3 1 0,-1 4 1 0,-8 5-1 0,11-3 4 0,-4 3-2 0,-5 0 1 31,6-5-1-31,-6 11 1 0,5-11-1 0,-5 6 1 0,6-1-2 0,-8-3 1 16,9-3 0-16,-9 3 0 0,11-6 1 0,-3-2 1 0,-8 2-1 0,9-6 1 0,-9 3 2 15,8-3 1-15,-6-5 2 0,-1 1 3 0,7-1 4 0,-6-4 8 0,-1 0 8 16,2 0 10-16,-2 0 9 0,1-4 10 0,-2-1 6 0,4 1 9 0,-4-1 7 16,0-5 5-16,3 0 4 0,-3-4 2 0,3-1 4 0,0-1 0 0,-8-2-4 15,5-1-7-15,1-2-8 0,-6-3-8 0,7 0-12 0,-7-1-8 0,0-5-10 16,6 1-8-16,-6 6-6 0,0-13-13 0,0 8-12 0,0 4 0 0,0-6 0 16,0 2 0-16,-6-3 0 0,6 2 0 0,0 4-2 0,0 1-5 0,-7-1 2 0,7 7-1 15,0-3-2-15,0 6-1 0,0 0-3 0,-6 8-2 0,6 1-9 0,0-3-9 16,0 3-12-16,0 6-13 0,0 0-15 0,0 0-17 0,0 0-20 0,0 0-16 15,0 6-27-15,0 3-20 0,0-3-30 0,-5 1-29 0,5 4-30 0,0 5-30 0,0-2-50 16,5 5-61-16,-5 0-72 0,0 2-71 0,0-3-18 0,6 7 9 0,-6-1 25 16,7 0 31-16,-7 1 39 0,6-4 39 0,-6 3 46 0,7-6 46 0,-7 3 49 0,6-8 49 15,1 8 64-15,-7-6 69 0</inkml:trace>
  <inkml:trace contextRef="#ctx0" brushRef="#br0" timeOffset="31769.85">4376 10684 23 0,'0'-10'102'0,"0"-1"46"0,0 7 40 0,6-5 32 0,-6 0 34 0,0-3 27 0,0 3 29 0,0-1 29 0,0-4 31 15,0 4 31-15,0 1 30 0,0-2-27 0,0 1-62 0,0 1-43 0,0 0-35 0,0-1-19 16,0-1-14-16,0 1-10 0,0 1-7 0,0 4-8 0,0-5-9 0,0 6-12 15,0-1-18-15,0 5-18 0,0-6-18 0,0 6-18 0,0 0-18 0,0 0-20 16,0 0-17-16,0 0-17 0,0 0-18 0,0 0-11 0,0 0-8 0,0 0-8 0,8 0-2 16,-8 0-3-16,5 6 2 0,-5-1-1 0,8 5 2 0,-8-6 1 0,7 10 3 15,-2-4 3-15,2 5 4 0,-7 0 6 0,5 4 3 0,2 1 3 0,-7-1 0 0,8 2-2 16,-8 7-2-16,5-4-3 0,-5 1-2 0,0 4 1 0,0-4-1 0,0 5-12 16,0-2-15-16,0-4-18 0,0 6-22 0,0-6-30 0,0 1-32 0,0-1-37 15,0 1-44-15,0-1-70 0,0-3-84 0,0 1-85 0,0-1-79 0,-5 0-32 16,5-3-1-16,0-2 16 0,0 2 31 0,-8-3 34 0,8 0 40 0,0-5 45 0,-7-1 47 15,7 0 55-15,-5 1 53 0,5-5 72 0,0 1 73 0</inkml:trace>
  <inkml:trace contextRef="#ctx0" brushRef="#br0" timeOffset="31992.42">4747 11162 0 0,'19'-4'19'15,"-6"-2"135"-15,8-3 77 0,-8 4 59 0,1-5 49 0,-9 1 44 0,8 0 42 0,-8-3 40 16,-5 3 37-16,8-4 38 0,-8 2 33 0,8 7 31 0,-8-8 33 0,5 3-99 15,-5 3-172-15,6 3-88 0,-6-3-42 0,8 2-28 0,-3-1-22 0,-5 5-19 16,7-4-22-16,-7 4-17 0,6-5-20 0,-6 5-15 0,0 0-16 0,7 0-14 16,-7 5-10-16,7-5-11 0,-7 4-9 0,0 1-7 0,7-1-5 0,-7 5-10 0,0 2-1 15,0-1-12-15,-7 5-7 0,7-2-17 0,-7 2-21 0,0 6-38 16,1 3-43-16,-6-5-66 0,-2 5-74 0,1 0-134 16,0 7-161-16,-5-7-73 0,-3 6-20 0,-6-5-1 0,1-1 14 0,-1 4 24 0,4-7 34 0,-11-3 41 0,2-3 47 0,0-6 61 15,-8 1 67-15,1-10 79 0,0-4 84 0</inkml:trace>
  <inkml:trace contextRef="#ctx0" brushRef="#br0" timeOffset="38540.94">5535 13800 42 0,'8'-9'125'0,"-8"3"50"0,0-4 37 0,0 5 34 0,0-4 30 0,0 5 29 0,0-8 30 0,-8 3 29 0,8 0 29 0,0 3 29 15,0-3 26-15,0 4-40 0,0-5-83 0,0 0-57 0,0 5-47 0,0 1-27 0,0-5-17 0,0 3-10 16,0 1-13-16,0 1-13 0,0 4-14 0,0-6-13 0,0 6-14 0,8-4-14 16,-8 4-15-16,0 0-11 0,0 0-13 0,0 0-11 0,0 0-8 0,0 0-10 0,0 0-8 15,0 0-7-15,0 0-7 0,0 0-7 0,0 0-5 0,0 0-6 0,0 0-1 16,0 0-2-16,0 0-2 0,0 0 2 0,0 10 2 0,0-6 3 0,0 1 2 16,0 4 3-16,0 1 3 0,0 1 5 0,5 3 2 15,-5 0 4-15,0 1 3 0,0 0 3 0,0 0 1 0,7 4 3 0,-7-4 0 0,0 4 1 0,0 1-3 0,0-4 0 16,0 2-1-16,0 1-1 0,7-5-1 0,-7 7-1 0,0-7-1 0,0 0-1 15,0 2 1-15,0-1-1 0,0-1 2 0,5-4-3 0,-5 0 1 0,0 4-1 0,0-4 1 16,0-1 0-16,0-4 1 0,0 6-1 0,0-6 2 0,0 0 1 0,0 3 0 16,0-8 0-16,7 6 1 0,-7-6 0 0,0 5 0 0,0-5-3 0,0 4 2 0,0-4 0 15,0 0-2-15,0 5 2 0,0-5-2 0,0 0 1 0,0 0-1 0,0 0 0 16,0 0 2-16,0 0 1 0,0 0 1 0,0 0 4 0,0 0 3 0,0 0 4 16,0 0 6-16,0 0 4 0,0 0 3 0,0 0 3 0,0 0 2 0,0 0 2 15,0 0 1-15,0 0-3 0,0 0-1 0,0 0-2 0,0 0-2 0,0 0-3 0,0 0-4 16,0 0-7-16,0 0-4 0,0 0-4 0,0 0-5 0,0 0-4 0,0 0-1 15,0 0-3-15,0 0-1 0,0 0 1 0,0 0-1 0,0 0 1 0,0 0 1 16,0 0-1-16,0 0 1 0,0 0 1 0,0 0 0 0,0 0-1 0,0 0 0 16,0 0 0-16,0 0-1 15,0 0 1-15,0 0-1 0,0 0-3 0,0 0-2 0,0 0-1 0,0 0 0 0,0 0-3 0,0 0 0 0,0 6 0 0,0-6-2 0,0 4 3 16,0-4-1-16,0 6 0 0,0-1 1 0,0-1-1 0,0 2 0 0,0 3 2 16,0-5 1-16,0-4-1 0,0 11 2 0,0-8-1 0,0 4 0 0,0-2-1 0,0-1 2 31,0-4-2-31,0 5-1 0,0-1 2 0,0 2-2 0,0-6-1 0,0 4 2 15,0-4 0-15,0 5 1 0,0-5 3 0,0 5-1 0,0-5 1 0,0 4-2 16,0-4 1-16,0 0-1 0,0 0-1 0,0 0-1 0,0 6 2 0,0-6-2 0,0 0 0 16,0 6 2-16,0-6-1 0,0 4 0 0,0-4-1 0,0 5 0 0,0-5 0 15,0 6 0-15,0-6 1 0,0 3 1 0,0-3 0 0,0 4 2 0,0-4-2 16,0 6 2-16,0-6-1 0,0 5 1 0,0-5 2 0,0 0-1 0,0 4 1 0,0-4 0 16,0 0 1-16,0 0 1 0,0 0 2 0,0 0 1 0,0 0 1 0,0 0 2 15,0 0 0-15,0 0 3 0,0 0 0 0,0 0 2 0,0 0 0 0,0 0 1 16,0 0 0-16,0 0 2 0,0 0-1 0,0 0 1 0,0 0-3 0,0 0 1 15,0 0 0-15,0 0-1 0,0 0-2 0,0 0-3 0,0 0 0 0,0 0-2 0,0 0-2 16,0 0 1-16,0 0-4 0,0 0 0 0,0 0 0 0,0 0 2 0,0 0-2 16,0 0 1-16,0 0 2 0,0 0 1 0,0 0 2 0,0 0 3 0,0 0 3 15,0 0 2-15,0 0 2 0,0 0 4 0,0 0 2 0,0 0-1 0,0 0 4 0,0 0-1 16,0 0 2-16,0 0-2 0,0 0 1 0,0 0-1 0,0 0-1 0,0 0-5 16,0 0-1-16,0 0-2 0,0 0-5 0,0 0-2 0,0 0-3 0,0 0-3 15,0 0-2-15,0 0-4 0,0 0-1 0,0 0-4 0,0 0 0 0,0 0-4 0,0 0 1 16,0 0-3-16,0 0 3 0,0 0-2 0,0 0 2 0,0 0 0 0,0 0 3 15,0 0 1-15,0 0-1 0,0 0 6 0,0 0-1 0,0 0 2 0,0 0 4 16,0 0 0-16,0 0 2 0,0 0 1 0,0 0 1 0,0 0 2 0,0 0-1 0,0 0 0 16,0 0 2-16,0 0-2 0,0 0 2 0,0 0 1 0,0 0-2 0,0 0 2 15,0 0 1-15,0 0-1 0,0 0 1 0,0 0 0 0,0 0 0 0,0 0-1 16,0 0 1-16,0 0 0 0,0 0-1 0,0 0 0 0,0 0-2 0,0 0 1 16,0 0-3-16,0 0-1 0,0 0-2 0,0 0-1 0,0 0-3 0,0 0-1 0,0 0-1 15,0 0-1-15,0 0-3 0,0 0 0 0,0 0-1 0,0 0 0 0,0 0-2 16,0 0 1-16,0 0-1 0,0 0 1 0,0 0 2 0,0 0 0 0,0 0 0 15,0 0 4-15,0 0-2 0,0 0 2 0,0 0-1 0,0 0 2 0,0 0-1 0,0 0-3 16,0 0-1-16,0 0 0 0,0 0-2 0,0 0-3 0,0 0-2 0,0 0 0 16,0 0-4-16,0 0 2 0,0 0-2 0,0 0 1 0,0 0 1 15,0 0-1-15,0 0 2 0,0 0 2 0,0 0 2 0,0 0 2 0,0 0 1 0,0 0 3 0,0 0 1 16,0 0 1-16,0 0 2 0,0 0 0 0,0 0 3 0,0 0-1 0,0 0 1 16,0 0 0-16,0 0 1 0,0 0 0 0,0 0 1 0,0 0 0 0,0 0 1 15,0 0 0-15,0 6 2 0,0-6 2 0,0 0 2 0,0 0 1 0,0 0 5 0,0 0 2 16,0 0 3-16,0 0 7 0,0 0 8 0,0 0 7 0,0 0 11 0,0 0 10 15,0 0 7-15,0 0 5 0,0 0 1 0,0 0 0 0,0 0 1 0,0 0-2 16,0-6 0-16,0 2 1 0,0-1-2 0,0-1-3 0,0 2-7 0,0-5-7 0,0 4-9 16,0 1-11-16,-7-8-3 0,7 8-6 0,0-6-3 0,0 6 1 0,-5-6-1 15,5 1 0-15,0-3-3 0,-7-2 1 0,7 4-1 0,0-3-1 0,0 2 1 16,-7-4 5-16,7-4-2 0,0 5-1 0,0-6 3 0,-5 0-2 0,5 1 2 0,0-2-1 16,0 3 0-16,0-1 4 0,0-2-2 0,0-4 0 0,0 7-3 0,0-2 0 15,0 1-1-15,0-2-5 0,0 3 2 0,0-7-1 0,5 6 1 0,-5-2 2 16,0 3 0-16,0-2 4 0,0-5 3 15,7 6-2-15,-7 0 3 0,0-1 1 0,0 1 0 0,7-2-2 0,-7 9-1 0,0-4-1 0,5 1-1 0,-5 0-1 0,0 0-4 16,0 6-3-16,7 0-3 0,-7 3-4 0,0-3-4 0,0 3-3 0,0 2-4 16,8-2-6-16,-8 2 1 0,0-1-4 0,0 5 0 0,5-5-3 0,-5 5 0 15,0-4-3-15,0 4 1 0,7-6-3 0,-7 6-1 0,0-4-2 0,7 4-1 0,-7 0-5 16,5-5-6-16,2 5-6 0,2 0-8 0,-9 0-8 0,5 0-7 0,1 0-9 16,1 0-7-16,7 0-12 0,-9 5-11 0,2-5-12 0,-1 4-15 15,7 2-11-15,-5-2-16 0,-3 1-17 0,8 4-12 0,-7-3-13 0,2 4-14 0,-1-5-13 16,-2 5-33-16,1-1-47 0,2 0-51 0,-3 6-52 0,-5-5-26 0,8 1-13 0,-8-2 11 15,0 7 20-15,0-7 27 0,-8 0 34 0,8 1 33 0,-5-1 37 0,-3 2 34 0,2-2 38 16,1-5 49-16,-2 7 55 0</inkml:trace>
  <inkml:trace contextRef="#ctx0" brushRef="#br0" timeOffset="38746.64">5340 13980 0 0,'-8'6'1'0,"8"-3"99"0,-5-3 66 0,5 0 42 0,0 0 28 0,0 0 26 0,0 0 20 0,0 0 23 0,0 0 20 15,0 0 23-15,0 0 25 0,5-3 25 0,-5 3 26 0,8-6-64 0,-8 2-123 16,8-1-57-16,-3-4-29 0,-5 2-11 0,8 4-2 0,2-3-3 0,-1-3-1 0,-4 3-5 16,8 2-8-16,-5-5-12 15,5 4-13-15,-1-2-13 0,0-2-17 0,3 4-17 0,-1-5-16 0,4 5-22 0,-5 1-24 0,6-1-28 0,-6 1-29 0,7-2-30 16,-1 3-30-16,1-3-51 0,-8 6-59 0,9-6-86 0,-3 6-91 0,3 0-39 0,-2 0-9 16,-6 0 5-16,0 0 16 0,8 0 25 0,-10 0 31 0,-3 0 36 0,5 0 39 0,0-4 43 15,-7 4 44-15,6-5 57 0,-4 5 63 0</inkml:trace>
  <inkml:trace contextRef="#ctx0" brushRef="#br0" timeOffset="39158.25">6088 13828 69 0,'0'11'179'0,"0"-7"68"0,0-4 52 16,0 6 37-16,0-6 34 0,-5-6 28 0,-1 6 25 0,6-4 27 0,-8-7 22 0,8 7 28 16,0-1 30-16,0-4-46 0,0 5-95 0,0-2-92 0,0 0-93 0,0 3-43 15,0-9-26-15,-5 8-9 0,5 4-7 0,0-5-5 0,0 1-1 0,-7-1-4 16,7 1-7-16,0-2-10 0,-9 0-17 0,9 3-16 0,-5-3-15 0,5 6-10 15,-6-5-9-15,6 5-8 0,-7-4-2 0,7 4-7 0,-5 0-6 0,-3 0-5 0,2 0-5 16,6 0-6-16,-7 0-3 0,1 4-2 0,-1 1-2 0,1-5-2 0,-2 9 0 16,3-3-4-16,0 0 4 0,-4-2-1 0,4 5-1 0,-2 0 3 0,-1 3-1 15,8-3 5-15,-5 1-2 0,-2-1 3 0,0 0-2 0,7 6 2 0,-5-3-2 0,5 1-1 16,-8 1-1-16,8 1 0 0,0-6-3 0,0 7-4 0,-5-1 1 0,5 0-1 16,0 0-2-16,5 4 1 0,-5-5 0 0,0 2-1 0,8-7 0 0,-8 4 0 15,5 2 3-15,-5 1 3 0,7-2 0 0,0-4 4 0,-2 4 2 0,3-4 4 16,-1 1 1-16,-2-7 2 0,4 5 4 0,1-3-1 0,4-2 2 0,-7 1 2 15,6-5 2-15,1 0 4 0,-2 0 1 0,-1 0 3 0,10-5 5 0,-7 1 3 0,-1-2 6 16,-1 3 3-16,2-7 5 0,-1-1 4 0,0 7 4 0,0-11 1 0,0 4 4 16,-7 3 3-16,7-6 3 0,-8-2-1 0,4 1 3 0,-4 1-3 0,2-2 0 0,1 1-2 15,-3-3-5-15,-5 2-3 0,0 2-3 0,0-5-6 0,0 3-7 16,0-2-9-16,0-2-8 0,-5 7-12 0,5-8-11 0,-8 6-9 0,1-4-9 0,2 4-12 16,-4-4-9-16,4 4-12 0,0 0-10 0,-3 6-11 0,2-6-10 0,-1 6-12 15,1-1-12-15,-1-1-13 0,1 7-14 0,-2-2-16 0,8 3-18 0,0-3-14 16,-5 6-10-16,5 0-38 0,0 0-50 0,-7 0-42 0,7 6-35 0,0-3-27 0,0 3-23 15,0 3 4-15,0 1 19 0,0 0 28 0,0 4 30 0,0-4 35 0,7 4 36 0,-7-2 34 16,5 1 33-16,-5-4 50 0,8 3 54 0</inkml:trace>
  <inkml:trace contextRef="#ctx0" brushRef="#br0" timeOffset="39538.64">6409 13843 15 0,'5'-4'111'0,"3"4"61"0,-8-5 46 0,6-1 43 0,-6 2 41 0,5-5 37 0,-5 4 36 0,0 1 36 0,0-8 33 0,0 3 30 0,0 3 29 0,0-3-24 0,0 0-58 16,0 5-65-16,0-8-71 0,0 9-41 0,0-8-26 0,7 7-19 0,-7-6-22 15,0 5-18-15,0 0-17 0,8 1-18 0,-8-2-18 0,0 2-15 0,0-2-15 0,0 6-14 16,0-5-15-16,0 5-12 0,6 0-10 0,-6 0-11 0,0 0-7 0,0 0-5 16,6 0-6-16,1 0-4 0,-2 5 0 0,3 1-2 0,0-2-2 0,-3 2 4 15,1 3 0-15,1 0 3 0,7 1 4 0,-9 1 3 0,8-2 1 0,-8 6 1 16,4-6-1-16,3 10 1 0,-5-3-1 0,0-2-5 0,-2 1-1 0,3 1-5 16,-1 2-6-16,-2-3-7 0,2 3-5 0,-7-2-9 0,0 3-4 0,7-5-7 0,-7 7-3 15,0-8-3-15,0 2 1 0,0 1 0 0,0 2 1 0,0-7 3 0,0 5 5 0,-7-7 7 16,7 0 8-16,0 1 9 0,-7-1 8 0,2-4 9 15,5 5 6-15,-7-4 7 0,-1-1 5 0,3-1 4 0,-2 2 3 0,0-3 2 0,2-3 0 0,-2 6 1 16,-2-6 0-16,4 0-2 0,-1 0 0 0,-1 0 1 0,2 0-1 0,-4 0 3 16,4-6 3-16,-2 6 1 0,1-3 3 0,1-3 2 0,5 2 2 0,-8-1 5 0,0-1 2 15,3-4 1-15,5 5 1 0,-7-4-2 0,1-1-1 0,6 1-4 0,-6-7-3 16,6 7-3-16,-8-6-4 0,8 1-6 16,0-2-4-16,0-2-7 0,0 3-6 0,0-4-7 0,0 4-6 0,0-4-7 0,8-2-6 0,-8 1-10 0,6 7-9 0,0-8-13 15,1 6-13-15,-2-3-17 0,11 2-18 0,-11 1-20 0,8 2-22 0,-8-2-28 16,9 0-26-16,-1 6-32 0,1-1-26 0,-2 0-51 0,2 0-57 0,6 0-68 15,-8 5-72-15,0 1-17 0,9-5 8 0,-2 3 21 16,-6 1 31-16,0 1 35 0,6-2 37 0,-6 2 43 0,0-1 44 0,0-5 44 0,-6 5 46 0,7 1 58 0,-1-2 64 0</inkml:trace>
  <inkml:trace contextRef="#ctx0" brushRef="#br0" timeOffset="39875.75">7209 13614 60 0,'6'-14'132'0,"2"4"42"0,-8-5 36 0,5 0 33 0,3 2 31 0,-8-2 34 0,5 0 33 0,2 0 34 0,-7-4 31 0,0 4 30 0,7-5 27 15,-7 1-47-15,7 3-94 0,-7-2-48 0,0 3-27 0,0 0-13 0,6 0-11 0,-6 0-12 0,0 6-11 0,-6 0-18 16,6-1-20-16,0 0-18 16,-7 5-21-16,7-1-17 0,-7 2-16 0,7-1-16 0,-7 1-17 0,2 4-15 15,-3-5-15-15,3 5-13 0,-3 5-11 0,2-5-9 0,1 4-10 0,-11 1-5 16,11-1-6-16,-1 7-2 0,-1-7 0 0,-7 12-2 0,7-7 0 0,2 6 3 0,-1-6 1 0,-1 12 3 0,1-6 2 0,-2-2 2 0,3 8 2 15,-2-3 2-15,0 2 4 0,2 5 2 16,-2-1 3-16,-1 1 2 0,3-1 2 0,-3 1 2 0,2 3 0 0,1 2 1 0,-3 0-1 0,8-2-2 0,-7 2 0 16,1-6-1-16,6 4 0 0,0 3-2 15,0-2 0-15,0-4-2 0,0 3-1 0,0 2-6 0,0-6-3 0,6 6-12 0,1-6-9 0,1 1-11 0,-3 3-16 0,1-7-15 16,7 3-20-16,2-5-18 0,-10 2-22 0,9-3-19 0,-1 3-23 0,6-8-46 16,-7 2-59-16,9 0-56 0,-1-5-52 0,-2 4-31 0,3-4-17 15,-2-5 8-15,1 5 19 0,-1-4 27 0,7-3 31 0,-8-3 33 0,3 0 35 0,-1-3 35 0,0-3 38 0,-1-4 52 16,-7-1 58-16</inkml:trace>
  <inkml:trace contextRef="#ctx0" brushRef="#br0" timeOffset="40108.97">7743 13761 0 0,'-7'0'17'0,"7"0"134"0,7-4 79 16,-7-8 54-16,0 12 43 0,0-9 39 0,0 4 35 0,0-5 32 0,12 1 32 0,-5 4 27 16,1-5 29-16,-8 0 24 0,5 5 23 15,-5 1-96-15,0-2-166 0,0 3-89 0,0-3-49 0,0 6-22 0,8 0-15 0,-8 0-12 0,0 0-16 0,0 0-12 31,0 0-10-31,0 0-11 0,0 0-6 0,0 6-6 0,0-3-7 0,0 3-8 16,0-2-7-16,0 7-5 0,0-1-7 0,0-1-2 0,0 6-5 0,0 0 1 0,0 0-3 16,0-2 2-16,-8 2-2 0,8 6-1 0,0-3-1 0,0-3-8 0,-5 4-6 15,5 0-14-15,0 1-16 0,-8 1-16 0,8-2-20 0,-7-1-24 0,7 3-24 16,0-2-29-16,-5 2-31 0,5-3-32 0,0-3-32 0,0 1-50 0,0-2-59 0,-7 0-68 16,7-5-72-16,0 2-30 0,0-7-10 0,7 7 16 0,-7-11 26 0,0 0 33 15,0 0 39-15,0 0 43 0,0-11 43 0,0 7 46 0,-7-7 45 0,7-4 58 0,0 2 58 16</inkml:trace>
  <inkml:trace contextRef="#ctx0" brushRef="#br0" timeOffset="40298.58">7699 13395 0 0,'0'-15'70'0,"0"6"116"16,0 0 69-16,-7-3 56 0,7 8 48 0,0-7 39 0,0 2 34 0,-9 5 25 0,9-1 23 16,0-5 18-16,0 4 15 0,0 6-6 0,9-4-20 0,-9-1-108 15,7 5-158-15,-7 0-87 0,5-6-52 0,-5 6-35 0,6 0-24 0,2 6-17 0,-3-6-13 0,-5 5-12 16,8-1-9-16,-3 2-19 0,2 0-21 0,0 3-26 0,-2 0-31 15,2-5-35-15,1 7-44 0,-3 5-74 0,3-7-91 0,3 6-54 0,-3-6-38 0,0 0-8 16,-3 7 4-16,1-7 18 0,-6 0 27 0,7 1 34 0,-2 4 38 0,4-4 43 0,-9-4 43 16,7 3 51-16,-7-3 54 0,5 3 70 0,-5-4 82 0</inkml:trace>
  <inkml:trace contextRef="#ctx0" brushRef="#br0" timeOffset="40520.6">8186 13810 0 0,'0'18'31'0,"0"-7"144"0,0-1 76 0,0-1 50 0,0-3 39 15,0-6 30-15,0 0 24 0,0 0 25 0,0-6 22 0,0-3 25 0,0 3 23 16,0-3 24-16,0 3 25 0,0 2-112 0,0-5-188 0,0 4-87 0,0 1-38 0,0-8-15 16,0 9-5-16,0-9-2 0,-7 8 1 0,7-5-5 0,0 4 0 0,0-5-9 15,0 4-9-15,0 3-7 0,0-3-14 0,0 1-11 0,0 1-10 0,0-2-11 16,0 2-10-16,7-1-7 0,-7 5-7 0,0-5-4 0,8 1-8 0,-3 4-2 16,1-6-5-16,2 6-9 0,-3-4-8 0,8 4-17 0,-5-6-14 0,3 6-21 0,4 0-27 15,-2 0-27-15,-2 6-30 0,5-6-52 0,-5 4-60 0,1 2-82 16,-3-2-93-16,3 1-35 0,-1 0-5 0,5-1 12 0,-11 2 22 0,2-2 30 0,0 1 33 0,-2 1 41 15,3-6 43-15,-8 0 47 0,0 0 47 0,0 0 61 0,0 0 65 0</inkml:trace>
  <inkml:trace contextRef="#ctx0" brushRef="#br0" timeOffset="40710.98">8316 13918 0 0,'-11'19'26'0,"2"-1"142"16,2-2 77-16,2-1 53 0,-8-1 41 0,7-10 33 0,6 8 24 0,-8-12 22 0,8-6 21 0,-7 0 20 0,7 6 19 0,0 0 23 15,0 0 28-15,7-4-103 0,-7-1-173 0,0 5-82 0,0-6-37 0,8 6-17 16,-8-3-7-16,6 3-5 0,1-6-4 0,-7 6-1 0,6-4-2 0,6-1-4 15,-3 1-7-15,-4-1-14 0,8-2-20 0,1 4-29 0,-2 3-30 0,-1-6-38 0,5 1-35 16,-4 1-39-16,8-2-39 0,-8 2-45 0,7 4-43 0,-3-5-78 0,2 5-96 16,-4-4-61-16,-2 4-46 0,8 0-6 0,-8-5 10 0,1-2 24 15,8 4 31-15,-10-3 38 0,2 1 42 0,0-5 47 0,1 1 48 0,-1-6 56 0,0 0 55 0,-5 6 72 16,2-6 87-16</inkml:trace>
  <inkml:trace contextRef="#ctx0" brushRef="#br0" timeOffset="41298.15">8910 13596 0 0,'0'0'10'0,"0"4"121"0,0-4 65 0,5 0 44 16,-5-4 32-16,7-2 32 0,-7 0 31 0,7 3 34 0,-7-6 34 0,5 2 36 16,3-2 34-16,0 4 36 0,-8 1 35 0,0-7-79 0,0 7-140 0,5-2-64 15,-5 3-24-15,0 3-9 0,0 0-1 0,0 0-6 0,0-6-16 0,0 6-16 16,0 0-22-16,0 0-22 0,0 0-24 0,0 0-25 0,0 0-23 0,0 0-25 0,0 0-20 16,0 0-18-16,0 0-13 0,0 0-7 0,0 6-8 0,-5 3-3 0,5-5-3 15,0 7 1-15,0-2 0 0,0 0 6 0,0 7-1 0,0-1 4 0,0 3 1 0,0 1-4 16,0 2-8-16,0-3-13 15,0 3-17-15,0-2-20 0,0 0-16 0,0 1-14 0,0 4-15 0,0-5-11 0,0-3-10 0,0 2-7 0,0-3-8 0,0 6-4 16,5-8-2-16,-5-2-2 0,6 4-1 0,-6-5 9 0,5-1 6 0,-5 0 11 16,0 1 11-16,7-5 13 0,-7 1 9 0,9-3 12 0,-9 4 15 0,0-2 13 0,0-5 12 15,0 0 11-15,0 0 11 0,0 0 16 0,5-5 18 0,-5-2 20 0,0 4 22 16,0-3 16-16,0-3 13 0,0-1 13 0,0 1 11 0,0-3 7 0,0-2 4 0,0 4 4 16,0-4-1-16,-5-5 3 0,5 4 0 0,0 0-1 15,0-4-5-15,-9-2-4 0,9 3-4 0,-7-1-7 0,7-2-1 0,0-3-8 0,0 5-5 0,-5-5-6 16,5 3-5-16,0-3-2 0,0 5-3 0,-6-6-3 0,6 7-1 0,0-3-4 15,0 2-1-15,0 5-4 0,6-1-5 0,-6-1-1 0,0 7-5 0,0 0-2 0,0-1-4 16,0 5-9-16,0-1-7 0,0 6-11 0,5-3-14 0,-5 3-5 0,0 0-6 16,0 0-1-16,0 3-2 0,0 3 0 0,7-1-2 0,-7-1-1 0,9 11 2 15,-4-6 0-15,2 7 5 0,-7 2 2 0,6 3 9 0,7-2 4 0,-5 5 9 0,-3-3 5 32,9 3 2-32,-9 0 0 0,10 1-2 0,-10-1-1 0,9 1-4 0,-9-7 1 15,8 6-4-15,1-8 0 0,-9 2-2 0,11 3 0 0,-11-6-1 0,8-2 0 16,1 2-1-16,-7 0 0 0,4-5 0 0,2-1 1 0,-5 2 0 0,4-2 2 0,2 0 4 15,-8-2 8-15,6-2 4 0,2-1 11 0,-1-4 8 0,0 0 9 0,0 0 6 16,-8-4 11-16,9-1 6 0,-1-2 7 0,-6 4 7 0,7-8 4 0,-1 1 6 16,-8-4 2-16,0 4-1 0,9-5-2 0,-7 0-8 0,1 2-7 0,-8-8-10 0,6 2-8 15,0 1-10-15,-6-3-8 0,0 2-6 0,7-5-9 0,-7 0-6 0,0-1-6 16,-7 1-6-16,7 0-7 0,0 0-8 0,0-1-3 0,-6 1-2 0,6 3-4 16,0 2-4-16,-6-2-3 0,6 7-5 0,0 0-7 0,0 0-4 0,-8 4-7 15,8-1-9-15,0 7-13 0,0-2-16 0,-7 3-23 0,7-3-31 0,0 6-36 16,0 0-37-16,0 0-37 0,0 6-31 0,-5-3-60 0,5 3-68 0,-9 3-80 15,9-3-75-15,-5 7-24 0,5 2 6 0,-5 0 21 0,5 0 31 0,-8 0 44 0,3 4 48 0,-3-4 53 16,2 4 53-16,6-4 52 0,-7 6 51 0,-6-9 65 0,7 4 71 0</inkml:trace>
  <inkml:trace contextRef="#ctx0" brushRef="#br0" timeOffset="41678.44">9705 14044 93 0,'0'-6'161'0,"0"2"44"0,0-1 36 0,0 1 31 0,0-1 30 0,-7 1 28 0,7-8 24 0,0 8 25 0,0-1 22 0,0-1 21 0,7 3 22 15,-7-3-72-15,0 2-121 0,0-1-63 0,0 1-35 0,0 4-17 0,0 0-10 0,5-5-7 16,-5 5-9-16,0-7-6 0,0 7-4 0,0 0-3 0,0 0-2 0,0 0-1 16,0 0-4-16,0 0 1 0,0 0-2 0,0 0-4 0,0 0-2 0,0 0-4 15,0 0-4-15,0 0-2 0,0 0-2 0,0 0-2 0,0 0-3 0,0 0-1 16,0 0-3-16,0 0-1 0,0 0-8 0,0 0 0 0,0 7-4 16,0-2-2-16,6-5-1 0,-6 4-2 0,0 1-3 0,0-1-3 0,0 2-3 0,0-3-5 0,6 8-3 0,-6-7-1 15,0 8-5-15,0-3-2 0,0 0-5 0,-6 1-14 0,6-1-18 0,0 7-30 16,-6-6-35-16,1 4-44 0,-2 0-55 0,-1 2-87 0,2-1-101 0,-7-2-94 15,8 1-87-15,-16 2-35 0,8-1-5 0,-1-6 10 0,-4 0 18 0,-3 3 33 16,9-3 39-16,-8 0 49 0,0-5 53 0,1 2 62 0,0-6 67 0,-2 5 82 0,9-1 83 16</inkml:trace>
  <inkml:trace contextRef="#ctx0" brushRef="#br0" timeOffset="41995.41">9677 13770 0 0,'7'5'3'0,"-1"-5"115"0,-6 0 80 0,8 0 57 15,-8 0 49-15,7-5 41 0,-7 5 41 0,5 0 35 0,-5-4 35 0,0 4 31 0,0 0 29 0,0 0 28 0,0 0 26 16,0 0-82-16,0-5-141 0,0 5-87 0,0 0-60 0,0 0-36 0,0 0-26 0,0 0-23 16,0 0-21-16,0 0-19 0,0 0-18 0,0 0-20 0,0 0-22 0,0 0-25 15,0 0-23-15,0 0-29 0,0 0-29 0,0 0-35 0,0 0-36 0,0 0-47 16,0 0-48-16,0 0-82 0,0 0-93 0,0 0-57 0,0 0-37 0,0 0 1 0,0 0 13 16,0 0 27-16,0 5 31 0,0-5 39 0,0 0 40 0,0 0 48 0,0 0 49 15,0 0 57-15,0 0 56 0,0 0 73 0,0 0 84 0</inkml:trace>
  <inkml:trace contextRef="#ctx0" brushRef="#br0" timeOffset="42900.84">10516 13493 37 0,'0'-10'111'0,"0"5"41"0,0-1 32 0,0 2 26 0,0-2 27 0,0-3 24 0,0 4 23 0,0 1 23 0,0-6 20 0,0 5 24 0,0-4 21 0,0-1-41 0,0-1-76 16,0 7-47-16,0-5-27 0,0-2-13 0,0 1-6 0,0 7 0 0,0-9-3 16,0 3 1-16,0 3 0 0,0 2 1 0,0-5 3 0,0 4-3 0,0 1 2 15,0-8-3-15,0 8-5 0,0-1-2 0,0-1-5 0,0 2-3 0,0 4-7 0,0-5-8 16,0 1-5-16,0 4-11 0,9 0-10 0,-9 0-13 0,0 0-11 0,0 0-12 15,0 0-12-15,0 0-13 0,0 0-11 0,0 0-13 0,0 0-11 0,0 0-6 16,0 0-5-16,0 0-4 0,0 4-2 0,0 5-4 0,0-3-1 0,7 3 3 16,-7 7 1-16,5-7 1 0,-5 6 1 0,0 6 6 0,6-8 3 0,2 7 4 15,-8-2 4-15,5 3 0 0,-5 3-3 0,0-4 0 0,8-2 1 0,-8 3-1 0,5 3 0 16,-5-5-3-16,7 2-6 0,-7-2-7 0,7-5-9 0,-7 5-15 0,0-4-17 16,5 0-21-16,-5 0-21 0,0-6-27 0,8 1-25 0,-8 5-31 0,0-10-31 0,0 5-38 15,0-6-43-15,0 1-69 0,0 4-83 0,0-9-54 0,0 6-37 0,0-6-1 16,0 0 18-16,0 6 30 0,0-6 36 0,-8-6 39 0,3 0 42 15,-2 3 45-15,0-8 44 0,2-3 51 0,-3 4 53 0,3-4 67 0,-9-1 83 0</inkml:trace>
  <inkml:trace contextRef="#ctx0" brushRef="#br0" timeOffset="43138.24">10532 12945 60 0,'5'-4'156'0,"9"-1"64"0,-9-1 52 0,-5 2 47 15,8-2 42-15,-8 1 39 0,5 1 37 0,-5-1 30 0,0 1 33 0,0-2 26 0,0 6 23 16,7-3-53-16,-7 3-104 0,0 0-85 0,0 0-76 0,0 0-54 0,0 0-39 16,0 0-31-16,0 0-28 0,0 0-24 0,0 0-26 0,0 0-25 0,0 0-28 15,0 0-27-15,0 0-24 0,0 0-19 0,0 0-13 0,0 0-14 0,0 0-17 16,0 0-12-16,0 3-13 16,0-3-13-16,0 6-13 0,0 3-28 0,7-5-35 0,-7 1-46 0,0 1-51 0,0 4-36 0,5-1-24 0,-5-3-2 0,0 3 12 0,8 0 22 15,-8 1 23-15,0 1 29 0,0-1 30 0,0-1 30 0,0 0 32 0,-8 0 45 0,8 3 47 16,-5-3 57-16,5 1 72 0</inkml:trace>
  <inkml:trace contextRef="#ctx0" brushRef="#br0" timeOffset="45583.49">11384 13076 0 0,'7'-4'11'0,"-7"4"52"0,0 0 30 0,0-5 26 0,0 5 27 0,0 0 25 0,0 0 27 0,0-4 26 0,0 4 22 0,0 0 23 0,5-5 18 0,-5 5-5 0,0 0-23 0,0-4-26 0,0 4-27 0,0-6-18 16,0 6-13-16,0 0-12 0,0-6-12 0,0 6-15 0,0 0-14 0,0 0-9 31,0 0-10-31,0-3-4 0,0 3-7 0,0 0-5 0,0-6-3 0,0 6-5 16,0 0-6-16,0 0-4 0,0-6-4 0,0 6-6 0,0 0-5 0,0-3-6 15,0 3-5-15,0 0-7 0,0 0-3 0,0 0-6 0,0-6-1 0,0 6-5 0,0 0-2 16,0 0 1-16,0 0-1 0,0 0 2 0,0 0 1 0,0 0 3 0,0 0 4 16,0 0 4-16,0 0 6 0,0 0 3 0,-5 0 3 0,5 0 7 0,0 0 1 15,0 0 5-15,0 0 4 0,0 0 3 0,0-5 4 0,0 5 1 0,0 0 2 0,0 0 1 16,0 0 1-16,0-4-2 0,0 4-1 0,0 0-2 0,0 0-2 0,0 0 0 15,0 0-4-15,0 0 0 0,0 0-3 0,0 0-4 0,0 0-3 0,0 0-3 16,0 0-6-16,0 0-2 0,0 0-5 0,0 0-2 0,0 0-3 0,0 0-3 0,0 0-3 16,0 0 0-16,0 0-3 0,0-4-2 0,0 4 2 0,0 0-3 0,0 0 1 15,0 0-2-15,0 0-1 0,0 0 0 0,0 0-2 0,0 0-1 0,0 0-3 16,0 0-2-16,0 0-3 0,0 0-3 0,0 0-3 0,0 0-3 0,0 0-3 16,0 0-4-16,0 0-1 0,0 0-1 0,0 0-4 0,0 0-3 0,0 0 2 0,0 0-3 15,0 0 0-15,0 0-1 0,0 0 3 0,0 0-2 0,0 0 3 0,0 0-1 16,0 0 4-16,0 0 1 0,0 0 1 0,-7 4 2 0,7-4 3 0,0 4 2 15,0 1 1-15,-7 1 1 0,7-6 5 0,-5 9 1 0,5-3 1 0,-8-3 1 16,8 9 1-16,-7-8 2 0,2 5 0 0,-4 0-2 0,4 2 2 0,0-1 0 0,-3 0-2 16,3-1 1-16,-9 0-3 0,7 2 1 0,-7 4-1 0,9-5-1 0,-8 3-2 15,-1-2 1-15,9-2-3 0,-10 7-1 0,10-7-2 0,-9 0 1 0,9 1-3 16,-8 4 0-16,5-2 0 0,2-3 1 0,-6 0-2 0,3 1 1 0,4-1 0 0,-2-3 0 16,1 4-2-16,1-5 2 0,-3 4 2 0,8-5 1 0,-8 2 0 0,3-1 1 15,5-1-1-15,-6 1 2 0,6 2 2 0,-7-4-1 0,7 3 0 0,-6-2 0 16,-1 1 2-16,7-5 1 0,0 6 1 0,-8-6 0 0,8 3 0 0,-5 3 0 15,5-6 0-15,0 0 0 0,-7 4-2 0,7-4 1 0,0 0 0 0,0 0 0 0,0 0-1 16,0 5 2-16,0-5 4 0,0 0 0 0,0 0 2 0,0 0 4 0,0 0 0 16,0 0 3-16,0 0 2 0,0 0 1 0,0 0 0 0,0 0 3 0,0 0 2 0,0 0 0 15,0 0 2-15,0 0-2 0,0 0-1 0,0 0-1 0,0 0-2 0,0 0-2 16,0 0-1-16,0 0-2 0,0 0-3 0,0 0 0 0,0 0-2 0,0 0-3 16,0 0-4-16,0 0-2 0,0 0-3 0,0 0-4 0,0 0-1 0,0 0-3 15,0 0-1-15,7 0 2 0,-7 0 0 0,0 6 2 16,5-3 5-16,-5-3 0 0,8 7 4 0,-8-4 2 0,7 3 6 0,-1-1 3 0,1-1 2 0,-1 6 5 0,-1-5 1 15,-5 4 4-15,16 1 2 0,-11-4 1 0,1 3-1 0,6 0-2 0,-3 2 0 0,3-1-3 16,-6 5-2-16,8-6-4 0,-2 6-3 0,2-6-2 0,-1 7-2 0,8-1-9 16,-11-2-13-16,3 2-19 0,8 0-25 0,-7 0-37 0,-1 0-44 0,6-2-59 15,-7 8-65-15,1-7-131 0,1 0-156 0,-2 6-68 0,2-5-21 0,-1-2 0 16,1 2 13-16,-2 1 27 0,-6-7 32 0,7-4 43 0,-5-1 46 0,-8-4 59 0,5-4 63 16,1-10 73-16,-6-2 79 0</inkml:trace>
  <inkml:trace contextRef="#ctx0" brushRef="#br0" timeOffset="48009.41">11156 13076 0 0,'-7'-4'9'0,"1"-1"26"0,1 5 11 0,-3-4 11 0,8-1 10 0,-8 5 10 0,3-4 11 0,-1 4 9 0,-1-6 11 0,7 0-1 0,-6 6-4 15,6-3-13-15,-7 3-13 0,-1-6-9 0,8 6-8 0,-5 0-5 0,5-6-3 0,-7 6 1 16,7-3 2-16,-7 3 2 0,7 0 5 0,-5 0 7 0,5-6 10 0,-8 6 12 16,8 0 12-16,-5 0 13 0,5 0 13 0,0-5 11 0,-8 5 12 0,8 0 11 15,0 0 9-15,-6-4 10 0,6 4 8 0,0 0 6 0,0 0 3 0,-5 0 0 0,5 0-7 16,0 0-4-16,0-4-6 0,0 4-3 0,-7 0-2 0,7-5-1 0,-8 5 1 15,8 0 0-15,0-6-2 0,-6 6 0 0,6-4-10 0,-7 4-2 0,7-6-6 0,0 6-7 16,-6-5-4-16,6 5-8 0,0 0-5 0,0 0-8 0,0-4-10 0,0 4-9 16,0 0-13-16,0 0-9 0,0 0-14 0,0 0-9 0,0 0-15 0,0 0-10 15,0 0-11-15,0 0-11 0,0 0-8 0,0 0-9 16,0 0-5-16,0 0-5 0,0 0-3 0,0 0 2 0,0 0 2 0,0 0 6 0,0 0 6 0,6 4 6 16,1 1 4-16,-7 1 6 0,6-2 6 0,2 2 7 0,-1 3 8 0,-2 0 9 0,9 0 9 15,-1 3 8-15,-1-3 7 0,0 1 1 16,9 4 3-16,-3-4 1 0,3 5-3 0,6 0-2 0,-9-2-3 0,8 2 1 0,1 0-6 0,-1 4-3 0,0-4-8 15,1 6-45-15,-9-7-6 0,8 5 0 0,-6 2 0 0,-1-8 0 0,1 7 0 16,-8-4 0-16,2-3 0 0,-1 2 0 0,0-1 0 0,-5 2 0 0,-3-1 0 16,1-2 0-16,-6-2 0 0,7-1 0 0,-7 4 0 0,0-10 0 0,0 6 0 15,0 0 0-15,-7 0 0 0,7 0 0 0,-6-5 0 0,1 5 0 0,5-7 0 16,-8 3 0-16,-5 3 0 0,7-3 0 0,-1 0 0 0,-7-3 0 0,2 7 0 0,-2-5 0 16,1 1 0-16,1-2 0 0,-8 5 0 0,-1-4 0 0,3 5 0 15,-1-4 0-15,-2 3 0 0,-2 1 0 0,2-1 0 0,-6 2 0 0,9 2 0 0,-8-2 0 16,5-1 0-16,2 5 0 0,0-6 0 0,-1 0 0 0,7 7 0 0,-1-7 0 15,1 0 0-15,0 1 0 0,7-5 0 0,-6 4 0 0,4-3 0 0,2 4 0 16,-1-5 0-16,1-1 0 0,6 1 0 0,0-5 0 0,-5 4 0 0,5 2 0 16,0-6 0-16,0 0 0 0,0 0 0 0,0 0 0 0,0 0 0 0,0 0 0 0,0 0 0 15,0 0 0-15,0 0-80 0,0 0-17 0,0 0-13 0,0 0-12 0,0 0-17 16,0 0-15-16,0 0-19 0,0 0-12 0,0 0-15 0,0 0-12 0,0 0-14 16,5 0-16-16,-5 0-19 0,0-6-40 0,0 6-48 0,6-4-74 0,-6-1-87 0,7 1-24 15,-7-1 5-15,0 1 25 0,6-8 29 0,-6 9 36 16,0-12 34-16,0 5 40 0,0 0 39 0,0-4 44 0,0-1 46 0,0 0 58 0,-6-4 64 0</inkml:trace>
  <inkml:trace contextRef="#ctx0" brushRef="#br0" timeOffset="48547.18">11138 13136 73 0,'-8'-11'148'0,"0"7"45"0,3-1 36 0,-8-4 33 0,7 5 33 0,-1-2 34 0,-1 0 34 0,3-3 31 0,-2 3 33 0,-5 2 28 16,4-1 28-16,3 1-55 0,-3-1-101 0,-3 1-55 0,4-2-32 0,-1 0-13 15,2 3-7-15,-1-3-7 0,7 6-10 0,-6 0-12 0,6-6-17 0,-5 6-16 16,5 0-12-16,0 0-17 0,0 0-11 0,0 0-15 0,0 0-16 0,0 0-13 16,0 0-15-16,0 0-11 0,0 0-12 0,0 0-4 0,0 0-5 0,0 0 0 0,0 0-1 15,0 6 1 1,0 0-1-16,0-3 6 0,0 3 3 0,0 0 5 0,5-2 4 0,-5 1 5 0,6-1 7 0,-6 5 1 0,7 2 4 0,-1-7-2 0,2 8-2 16,-1-3-2-16,-2 0-4 0,9 1 2 0,-1-1-1 0,-1 6-3 0,0 0-4 0,3-6-1 15,4 6-3-15,-6 1-5 0,6-2-30 0,2 0-6 0,-3 6 0 16,3-5 0-16,-2-2 0 0,1 2 0 0,-1 6 0 0,-1-8 0 0,-4 2 0 0,7 0 0 15,-8 0 0-15,-3 0 0 0,-1-6 0 0,3 7 0 0,-4-2 0 0,-3-4 0 16,2-1 0 0,-7 6 0-16,7-5 0 0,-7-5 0 0,0 5 0 0,0-1 0 0,0 0 0 0,0-3 0 15,0 3 0-15,0-3 0 0,0 3 0 0,-7-3 0 0,7-2 0 0,-7 1 0 0,7 4 0 0,-5-9 0 0,-3 7 0 0,1-4 0 16,7 3 0-16,-14-3 0 0,9 3 0 0,0 0 0 0,-8-2 0 0,5 1 0 16,-5-1 0-16,-6 1 0 0,6 1 0 0,-1-2 0 15,-6 1 0-15,1 5 0 0,1-5 0 0,-3 5 0 0,-5-1 0 0,7 0 0 0,-7-3 0 0,0 9 0 0,7-5 0 31,-8-1 0-31,1 0 0 0,8 6 0 0,-3-6 0 0,-6 3 0 0,15-3 0 16,-7 0 0-16,6 1 0 0,-6-1 0 0,11-3 0 0,-4 4 0 0,5-5 0 16,0-1 0-16,2 1 0 0,-3-5 0 0,8 4 0 0,-6 2 0 0,6-6 0 15,0 0 0-15,0 0 0 0,0 0 0 0,0 0 0 0,0 0 0 0,0 0 0 16,0 0 0-16,0 0 0 0,0 0 0 0,0 0 0 0,0 0 0 0,0 0 0 16,0 0 0-16,6 5 0 0,2-5-3 0,-3 0-51 0,-5-5-7 0,7 5-7 15,0 0-10-15,-2 0-9 0,2 0-15 0,1 0-16 0,-3 0-18 0,2 0-19 0,0 0-21 16,-2 0-18-16,3 0-22 0,-1 0-23 0,-1 0-20 0,0 0-23 0,-1 0-35 15,2 0-43-15,-7 0-51 0,9 0-52 0,-4 0-28 0,2-6-20 0,-7 6 11 0,6 0 27 16,-1 0 33-16,-5-4 36 0,0-1 41 0,8 1 42 0,-8-1 41 0,0 1 43 0,0-8 52 16,0 3 54-16,0-1 59 0,0-4 68 0</inkml:trace>
  <inkml:trace contextRef="#ctx0" brushRef="#br0" timeOffset="49103.2">11253 13234 13 0,'0'-6'91'0,"0"2"45"0,-5-1 35 0,5 1 32 0,0-1 30 0,-7-2 30 0,7 4 29 0,-8-8 30 0,3 11 30 0,5-4 26 0,-7-7 30 0,0 11-26 0,2-4-58 0,5 0-43 0,-7-1-39 16,1-1-22-16,-2 2-9 0,2-2-8 0,-1 1-7 0,2 1-6 0,-4-1-9 15,9 5-6-15,-5-6-9 0,-2 2-4 0,1 4-8 0,6-5-4 0,-5 5-4 16,-3-4-4-16,8 4-5 0,-8 0-6 0,8-5-5 0,0 5-5 0,0 0-6 0,-5 0-6 15,5 0-7-15,0 0-9 0,0 0-5 0,0 0-9 0,0-4-8 0,0 4-7 16,0 0-7-16,0 0-7 0,0 0-6 0,0 0-7 0,0 0-8 0,0 0-7 16,0 0-8-16,0 0-7 0,0 0-4 0,-6 4-7 0,6-4-2 0,0 0-5 15,-7 0 0-15,7 5-5 0,0-1 1 0,0 1-2 0,-6-1-1 0,6 2 3 16,0-1-3-16,0 4 4 0,0-3 0 0,0 4 2 0,0-5 3 0,0 3 4 0,0 3 1 16,0-2 4-16,0 0 1 0,6 3 3 0,-6-3 3 0,7 1 4 0,-1-1 6 15,-1 6 1-15,11-5 6 0,-5 4 2 0,1-4 2 0,2 5 4 0,7-5 2 16,-3 4 2-16,1-4 1 0,1 4 5 0,7 2 1 0,-1-7 1 0,1 6-2 0,-3-6 1 15,3 7-38-15,-2-7-5 16,1 0 0-16,-5 1 0 0,-2 4 0 0,0-4 0 0,1 1 0 0,-7-7 0 0,1 5 0 0,-9 2 0 0,3-7 0 0,-3 8 0 16,-5-9 0-16,0 7 0 0,0-5 0 0,0 1 0 0,0 3 0 0,-5 0 0 15,-3-2 0-15,3 2 0 0,-3 0 0 0,-3 1 0 0,-4-1 0 0,2-4 0 16,-6 5 0-16,0-1 0 0,-2 2 0 0,3-1 0 0,-8-1 0 0,-1 0 0 0,1-3 0 16,0 3 0-16,-1 1 0 0,4 0 0 0,-6 0 0 0,5-6 0 15,-3 6 0-15,1-5 0 0,0 4 0 16,7-3 0-16,-1 0 0 0,0 3 0 0,0-5 0 0,7 1 0 0,2-5 0 0,4 4 0 15,-7 2 0-15,7 0 0 0,1-3 0 0,6-3 0 0,-5 0 0 0,5 6 0 0,0-6 0 0,-8 0 0 0,8 0 0 16,0 0 0-16,0 0 0 0,0 0-75 0,0 0-17 0,0 0-6 0,0 0-8 0,0 0-8 16,0 0-10-16,0 0-10 0,0 0-9 0,8 0-11 0,-8 0-10 0,5 0-16 15,-5 0-16-15,6-6-26 0,1 6-28 0,-1 0-56 0,2 0-67 0,-1-3-78 16,4 3-75-16,-3-6-20 0,5 0 7 0,-8 2 22 0,9 4 29 0,-9-9 32 0,10 4 35 16,-2-5 42-16,-2 1 41 0,-3-2 51 0,5 1 51 0,5-4 67 15,-4 4 71-15</inkml:trace>
  <inkml:trace contextRef="#ctx0" brushRef="#br0" timeOffset="49441.07">11886 13322 89 0,'-8'-5'163'0,"3"1"50"0,-1-2 42 0,-2 0 38 0,3 2 40 0,5-7 35 0,-7 2 36 0,-2 5 35 0,9-5 35 0,-5-3 35 15,5 8 34-15,-6-1-58 0,6 0-107 0,0 1-61 0,0-2-34 0,0 6-19 16,0 0-14-16,0 0-12 0,0 0-16 0,-7-4-15 0,7 4-14 16,0 0-18-16,0 0-16 0,0 0-19 0,0 0-17 0,0 0-18 0,0 0-21 0,0 0-15 0,0 0-17 15,0 0-14-15,0 0-11 0,0 0-11 0,0 0-11 0,0 0-7 0,0 0-7 16,0 0-3-16,0 0-5 0,0 0-2 0,0 0-4 0,0 0 2 0,7-5-1 16,-7 5 4-16,0 0 4 0,6 0 3 0,-1 0 5 0,4 0 3 0,-2 0 3 0,6 0 2 15,-7 0 1-15,7 0 2 0,6 0 1 0,-6-4 3 0,7 4 0 0,-1-5-6 16,2 5-12-16,3 0-17 0,-4 0-21 0,-1 0-31 0,2 0-33 0,-3 0-38 31,2 0-38-31,0 5-47 0,-7-1-51 0,0 1-97 0,1 5-122 0,-9-6-68 0,2 6-44 0,-1-6-3 0,-6 8 17 0,0-3 30 0,0-5 39 0,-6 5 47 0,-1-3 47 31,2-1 57-31,-9-1 53 0,1-4 60 0,0 6 65 0,0 0 86 0,-5-2 98 0</inkml:trace>
  <inkml:trace contextRef="#ctx0" brushRef="#br0" timeOffset="49626.74">11807 13526 0 0,'-6'10'13'0,"-1"1"134"16,7-2 89-16,-6 0 65 0,6 1 49 0,0-4 43 0,0-6 36 0,0 0 34 15,0 0 34-15,0 0 33 0,0 0 35 0,0 0 34 0,0 0 31 0,6 0-87 0,-6 0-155 16,7 0-92-16,-1-6-62 0,2 6-29 0,-3 0-18 0,2-3-8 0,4 3-9 16,-2-7-8-16,3 7-11 0,2-5-15 0,-1 1-18 0,-1-1-15 0,2 1-14 15,-1 4-18-15,0-6-65 0,-2 1-6 0,10 5 0 0,-8-4 0 0,1 4 0 0,-2-6 0 16,1 6 0-16,1 0-59 0,-9 0-54 0,8 0-41 0,1 0-39 0,-9 6-56 16,2-6-64-16,7 4-123 0,-8 1-155 0,1 1-62 0,-2-6-19 0,3 4 8 15,0 1 26-15,-3-1 34 0,1-4 39 0,1 5 48 0,-1-5 50 0,2-5 59 0,-3 5 63 16,-5-4 73-16,7-1 76 0</inkml:trace>
  <inkml:trace contextRef="#ctx0" brushRef="#br0" timeOffset="49926.85">12555 13042 0 0,'8'-9'8'0,"-1"-6"123"0,-2 6 80 0,4 0 62 0,-4-1 50 0,0-5 49 0,3 4 42 15,-8 2 44-15,5-5 39 0,3 3 41 0,0-4 39 0,-8 11 34 0,5-5 37 16,-5 3-81-16,0 3-140 0,0-3-79 0,0 0-46 0,0 6-30 0,0 0-21 16,6-3-21-16,-6 3-18 0,0 0-19 0,0 0-20 0,0 0-21 15,0 0-149-15,0 0-3 0,0 0 0 0,0 0 0 0,0 0 0 0,-6 3 0 0,6 3 0 16,0 3 0-16,0-3 0 0,0 7 0 0,0-2 0 0,0 8 0 0,0-4 0 16,0 4 0-16,0 7 0 0,0-4 0 0,0 5 0 0,0-5 0 0,0 9 0 0,0-2 0 15,6 1 0-15,-6 4 0 0,0-6 0 0,0 8 0 0,7-8 0 0,-7 2 0 16,6-2 0-16,-6 8 0 0,7-12 0 0,-7 4 0 0,6-4 0 0,-6 1 0 15,7-1-185-15,0-3-52 0,-7-2-47 0,7 5-60 16,-7-3-65-16,0-3-99 0,0 1-114 0,0 2-37 0,0-3 3 0,0-3 19 0,-7 5 31 0,7-10 39 0,-7 4 43 16,0-3 52-16,7-8 54 0,-6 3 61 0,-1 0 66 0,1-12 68 0,-1 6 75 0</inkml:trace>
  <inkml:trace contextRef="#ctx0" brushRef="#br0" timeOffset="50260.93">13384 13707 0 0,'6'0'8'0,"-6"-4"128"0,0 4 83 16,7-6 66-16,-7 2 52 0,0-7 49 0,0 7 48 0,5-5 44 0,-5-2 38 15,0-3 39-15,8 3 35 0,-8 2 34 0,0-1 32 0,0 1-84 0,0 0-152 0,0-3-90 16,0 9-61-16,0-6-35 0,0 2-26 0,6 2-26 0,-6 1-24 15,0 4-21-15,0-5-22 0,0 5-20 0,0 0-17 0,0 0-15 0,0 0-14 0,0 0-11 16,0 0-19-16,7 0-19 0,-7 5 0 0,6-1 0 0,-6 1 0 0,0 5 0 16,0-4 0-16,5 9 0 0,-5-6 0 0,0 6 0 0,0-2 0 0,-5 2 0 15,-1 0 0-15,-1 4 0 0,1-4 0 0,-2 5-16 16,-4-1-49-16,-2-4-18 0,1 4-22 0,0-4-25 0,2 6-30 0,-10-8-38 0,8 2-40 0,0 0-63 0,-6-6-75 16,6 6-105-16,0-6-110 0,0-3-37 0,-1-2-1 0,2 1 20 0,-2-5 27 15,1 0 35-15,1-5 40 0,-2-5 45 0,8 1 49 0,-6-6 56 0,-2 0 59 0,7-4 73 16,-4 1 77-16</inkml:trace>
  <inkml:trace contextRef="#ctx0" brushRef="#br0" timeOffset="50451.96">13239 13145 23 0,'0'0'179'0,"8"0"110"16,-3 0 84-16,-5-5 65 0,0 5 53 0,8-4 45 0,-8-7 39 0,0 7 35 16,0-1 26-16,0-4 28 0,0 5 23 0,6-2-30 0,-6 0-59 0,0 2-143 15,0-1-186 1,7 5-102-16,-7 0-58 0,0-6-36 0,0 6-21 0,0 0-17 0,0 0-12 0,0 0-10 0,0 0-5 0,0 0-5 15,0 0-5-15,0 0-7 0,0 0-7 0,0 0-12 16,0 0-13-16,0 0-11 0,0 0-16 0,0 6-18 0,0-1-22 0,0-1-29 0,0 2-34 0,6 0-39 0,-6-2-45 0,0 5-70 16,7-4-82-16,-7 5-86 0,6-1-87 0,-6 2-25 0,0-1 3 0,8-1 22 0,-8-5 26 15,0 7 40 1,0-11 43-16,0 0 50 0,0 0 50 0,0 0 59 0,0 0 60 0,5-11 73 0,-5 3 76 16</inkml:trace>
  <inkml:trace contextRef="#ctx0" brushRef="#br0" timeOffset="50724.18">14086 13112 0 0,'14'9'46'0,"-8"-5"164"0,1 2 96 0,-2-1 72 16,4-5 57-16,-9-5 47 0,5-1 41 0,-5 2 38 0,0-5 34 0,7 0 32 16,-7-3 28-16,0 8 28 0,6-7 30 0,-6 7-130 0,5-1-220 0,-5 1-119 0,0-1-66 15,0 5-39-15,8-4-24 0,-8 4-19 0,0 0-15 0,0 0-17 0,0 0-12 16,0 0-10-16,0 0-22 0,0 0-20 0,0 4 0 0,0 1 0 0,0-1 0 15,0 1 0-15,0 10 0 0,8-5 0 0,-8 5 0 0,0 4 0 0,0 1 0 16,0 3 0-16,0-3 0 0,0 10 0 0,0-6 0 0,0 1 0 0,0 3 0 0,-8-3 0 16,8-1 0-16,0 1-20 0,0-1-72 0,0 0-27 0,0-3-31 0,0-3-37 15,8 3-36-15,-8-2-44 0,0 2-45 0,5-8-72 0,-5 2-84 0,7-1-72 16,-7-4-68-16,0-1-14 0,7 3 15 0,-7-8 26 0,5 1 36 0,-5-5 43 0,0 0 49 16,0-5 51-16,0-5 55 0,0 1 57 0,-5 0 60 0,5-7 72 0,-7-4 76 0</inkml:trace>
  <inkml:trace contextRef="#ctx0" brushRef="#br0" timeOffset="50928.34">14158 12765 0 0,'-8'15'65'0,"8"-6"174"0,-5-5 97 0,-1-4 72 0,6 0 55 0,-7-4 43 16,7-1 34-16,0-14 29 0,-5-11 25 0,5-4 24 0,0 16 23 0,5 3 23 16,-5-1 22-16,7 11-154 0,-1-4-250 0,-1 3-127 0,3 2-62 0,5 4-35 15,-6-5-21-15,5 1-10 0,-4 4-5 0,-1 0-6 0,5-6-2 0,-5 6-7 16,-2 6-14-16,11-6-22 0,-11 0-28 0,6 4-34 0,-4 1-34 0,7-1-44 0,-7 2-46 15,-1-3-56-15,8 8-63 0,-7-7-101 0,-2 8-120 16,1-3-45-16,1-3-13 0,-1 1 14 0,2 4 25 0,-1-2 35 0,-2-2 45 0,1-4 47 0,2 3 50 0,-8-1 57 16,5-5 60-16,3 0 66 0,-3 0 69 0</inkml:trace>
  <inkml:trace contextRef="#ctx0" brushRef="#br0" timeOffset="51166.56">14621 13313 0 0,'-7'13'45'0,"7"-4"142"0,-6 2 82 16,6-2 61-16,0-9 52 0,0 7 44 0,0-7 46 0,0 0 39 0,0 0 38 0,-7-7 34 16,7 7 33-16,0 0 22 0,0 0 19 0,0-5-110 0,0 1-182 0,0 4-98 15,0-5-51-15,0-1-33 0,0 6-20 0,0-4-20 0,0 4-19 0,0-5-18 16,0 5-14-16,0 0-12 0,0 0-13 0,0 0-14 0,0 0-13 0,0 0-10 16,0 0-15-16,0-4-8 0,0 4-8 0,7-5-6 0,-7 5-5 0,6 0-2 15,1-4-5-15,-1-2-5 0,7 6-7 0,0-6-11 0,0 6-18 0,1-4-20 16,6-1-21-16,-1 5-30 0,0-6-31 0,-1 6-46 0,3 0-49 0,5 0-90 0,-7 0-103 15,2 0-86-15,-2 0-74 0,6 0-22 0,-6-4 4 0,2 4 24 0,-8-5 32 0,8 1 42 16,-10-1 45-16,10 1 53 0,-9-8 54 0,-6 3 63 0,8 0 67 0,-7-1 82 16,6 1 86-16</inkml:trace>
  <inkml:trace contextRef="#ctx0" brushRef="#br0" timeOffset="51467.93">15219 13277 9 0,'0'-4'100'0,"0"-1"58"0,0 1 51 0,0 4 43 15,0-6 46-15,0 0 44 0,0 2 43 0,0-1 40 0,-5 0 38 0,5 5 38 0,0-4 38 16,-8 4-14-16,8-6-44 0,0 6-54 16,0-4-60-16,0 4-35 0,0 0-22 0,-5-5-17 0,5 5-21 0,0 0-18 0,0 0-20 0,0 0-19 0,0-4-19 15,0 4-18-15,0 0-22 0,0 0-19 0,0 0-20 0,0 0-101 0,0-5-16 16,0 5 0-16,0 0 0 0,0 0 0 0,5-7 0 0,-5 7 0 0,8 0 0 31,-8 0 0-31,5-3 0 0,2 3 0 0,7 0 0 0,-8 0 0 0,6-6 0 0,2 6 0 16,-1 0 0-16,8 0 0 0,-10-5 0 0,9 5 0 0,0 0 0 0,0 0 0 15,-1 0 0-15,2 0 0 0,-3-4-97 0,-4 4-32 0,4 0-31 0,-5 0-40 16,7 0-42-16,-8 0-63 0,-5 0-74 0,6 0-107 0,-5 0-120 0,3 0-42 16,-3 0 0-16,-1-6 18 0,-7 1 31 0,6 1 35 0,-6-5 45 0,0-1 47 0,0-5 52 15,-6 0 58-15,6-3 61 0,-7 2 73 0,-6-8 77 0</inkml:trace>
  <inkml:trace contextRef="#ctx0" brushRef="#br0" timeOffset="51723.06">15350 12829 0 0,'0'0'25'0,"0"0"147"0,-7 0 88 0,7 0 68 16,0-6 58-16,-6 0 51 0,6 3 46 0,0-8 41 0,0 7 36 0,6-2 35 0,-6 2 33 0,0-1 28 16,0 1 28-16,0-1-109 0,7-1-186 0,-7 2-104 15,0 4-62-15,0 0-42 0,0 0-31 0,0 0-28 0,0 0-21 0,0 0-18 0,0 0-13 0,7 0-8 16,-7 0-8-16,7 4-5 0,-7 2-4 0,5-1-6 0,-5-1-14 0,8 5-25 15,-3 1 0-15,-5 1 0 0,8 4 0 0,-2 0 0 0,-1 3 0 0,2 1 0 16,2 2 0-16,-4-3 0 0,-5 7 0 0,6-1 0 0,1 1 0 0,-2-1 0 16,-5 0 0-16,9 6 0 0,-2-5-97 0,-7 3-34 0,5-2-32 0,-5-3-40 0,0 3-41 15,6-7-46-15,-6 0-50 0,0 1-109 0,0-1-132 0,0-4-54 0,0 0-12 16,0-5 17-16,-6-1 26 0,6-4 39 0,-5-1 41 0,5-4 49 0,-7 0 50 0,-2 0 57 16,4-4 59-16,-2-1 62 0,1 1 65 0</inkml:trace>
  <inkml:trace contextRef="#ctx0" brushRef="#br0" timeOffset="52516.2">15285 12668 1 0,'0'-6'34'0,"0"6"21"0,0 0 18 0,0-6 17 0,0 2 20 0,0 4 22 0,0 0 24 0,0-5 27 0,0-1 26 0,-8 6 15 0,8 0 5 0,0-3-4 0,0-3-11 16,-5 6-1-16,5 0 3 0,0-4 1 0,-5 4 1 0,5-5 1 0,0 5 1 0,-9-4-4 15,9-2-6-15,0 6-8 0,0-6-11 0,-5 6-6 0,5-4-6 0,0 4-1 16,0-5-1-16,0 5 0 0,0-5-2 0,0 5-1 0,0-4-6 0,0 4-5 15,0 0-7-15,0-6-10 16,0 6-6-16,0 0-10 0,0-4-6 0,0 4-5 0,0-5-6 0,0 5-7 0,0-4-7 0,0 4-5 0,0 0-8 0,0 0-3 16,0-5-5-16,5-2-5 0,-5 4-5 0,0-3-2 0,0 1-3 0,0 1-2 0,0 4 1 15,9-6 0-15,-9 3 0 16,0-3 2-16,0 2 2 0,0 4-1 0,5-5-1 0,-5-1 0 0,0 6-2 0,0-3-5 0,0 3-3 0,0 0-6 0,0 0-25 16,0 0-23-16,0 0 0 0,0 0 0 0,0 0 0 0,0 0 0 0,5 0 0 0,-5 3 0 31,8 3 0-31,-3 3 0 0,3-3 0 0,0 3 0 0,-3 6 0 0,9 0 0 15,-2 4 0-15,1-5 0 0,1 11 0 0,4-1 0 0,1 1 0 0,2-1 0 16,-3 6 0-16,9 4 0 0,-1-6 0 0,0 8 0 0,1-3 0 0,5 1 0 16,-4 0 0-16,-5 0 0 0,4 7 0 0,-6-7 0 0,-2-1 0 0,-1 7 0 15,-4-7 0-15,-7 7 0 0,-7-6 0 0,0-1 0 0,-7 7 0 0,-7-6 0 16,-4 2 0-16,-1 1 0 0,-2-2 0 0,-13-1 0 0,10 0 0 0,-8-4 0 16,-2 3 0-16,2 2 0 0,-1-6 0 0,1 0 0 0,-2 0 0 0,10 1 0 0,-3-5 0 15,-6-1 0-15,14 1-96 0,-7-1-216 0,7 0-57 0,-1 1-116 0,1-1-137 16,6 1-57-16,-1-1-24 0,2 1 10 0,-2-7 26 0,1 2 38 0,0-4 46 0,0-3 49 15,0 2 55-15,-1-10 66 0,-4-5 68 0,5-5 71 0,0-1 73 0,-6-7 98 16,-2-2 99-16</inkml:trace>
  <inkml:trace contextRef="#ctx0" brushRef="#br0" timeOffset="53595.14">15285 13185 0 0,'0'-6'51'16,"0"1"48"-16,5 1 34 0,-5 0 31 0,0-1 33 0,0 5 26 0,8-6 25 0,-8 6 21 0,0-4 23 0,0-2 22 0,0 1 19 0,0 1-13 0,0-1-36 0,0-1-28 0,8 2-25 15,-8-5-17-15,0 4-13 0,0 1-11 0,-8-2-12 0,8 0-4 0,0-3-4 16,0 3 0-16,0 2 1 0,0-1-1 0,0 1 3 0,-8-1-5 0,8 5-4 0,0-4-4 16,0-2-4-16,-5 6-8 0,5-6-6 0,0 6-6 0,0-3-12 0,-8 3-7 15,3-6-11-15,5 6-8 0,-5-6-10 0,-4 6-9 0,-3-3-10 0,6 3-10 16,-1 0-10-16,-7 0-8 0,9-6-9 0,-8 6-6 0,7 0-8 0,-9 0-4 16,10 6-5-16,-9-6-4 0,9 0-3 15,-3 0-3-15,3 0-3 0,-3 0-1 0,2 3-4 0,-1-3-3 0,7 0-2 0,-6 6 0 0,6-6-4 0,-7 0 2 0,7 0 0 16,0 6 0-16,0-6 5 0,0 0 1 0,0 0 5 0,0 0 4 0,0 0 5 0,0 0 2 15,0 0 4-15,0 0 1 0,0 0 3 0,0 0 0 0,0 0 0 0,0 0 0 16,0 0 2-16,0 0 0 0,7 0 5 0,-7 0 0 0,6 0 2 0,1 0 1 16,-1 0-1-16,7 0 1 0,-5 0-3 0,2 0 1 0,4 0-3 0,1 0 2 15,-4-6 1-15,2 6 1 0,8 0 1 0,-8-6-3 16,6 6-4-16,-6-3-3 0,0 3-2 0,6 0-3 0,-6-6-1 0,0 6-1 0,1 0 1 0,-2-5 1 0,1 5 2 16,-5 0 1-16,3 0-2 0,-4 0 3 0,2 0 1 0,-4 0 0 0,1 0 3 15,-6 0-2-15,0 0 4 0,7 0 0 0,-7 0-1 0,0 0 2 0,0 0-2 0,0 0 4 31,0 0-2-31,0 0 3 0,0 0 3 0,0 0-3 0,0 0 2 0,0 0-3 0,-7 5 0 0,7-5-3 0,-6 0-1 0,1 0-2 0,5 0-2 0,-9 6-1 16,2-6-4-16,2 0-1 16,-9 3-3-16,9-3-4 0,-3 6-3 0,-4-6-5 0,5 0-2 0,0 6 0 15,-6-3-4-15,8-3 1 0,-3 6 1 0,2-6-3 0,6 6-1 0,-5-6 1 16,-3 4-3-16,8-4 0 0,-8 5 1 0,8-5-2 0,-5 4 2 0,5-4-1 0,0 5 3 16,0-5 0-16,0 0 1 0,-8 4 2 0,8-4 2 0,0 0 1 0,0 0 3 0,0 0 1 0,0 6 1 0,0-6 5 0,0 0-1 31,0 0 3-31,0 0 0 0,0 0 1 0,0 0 1 0,0 0-1 0,0 0 2 15,0 0-2-15,0 0-1 0,0 0-3 0,0 0 0 0,0 0 1 0,0 0-1 0,8 0 3 16,-8 0 1-16,5 0 1 0,3 5 2 0,0-5 1 0,-3 0 1 16,1 0 1-16,2 0-1 0,4 0 3 0,1 0 1 0,-6 4-1 0,5-4 1 0,1 0-1 15,1 0-2-15,-2 0-1 0,-3 0-4 0,-4 0 0 0,1 0-5 0,1 6 0 16,-2-6-1-16,-5 0 0 0,0 0 1 0,0 0 1 0,0 0-1 0,0 0 2 16,0 0 0-16,0 6 1 0,0-6 1 0,-5 4 2 0,5-4 2 0,-7 5 1 15,-4-1-1-15,2 1 4 0,-3-1 0 0,6 2-1 0,-7-1-3 0,0-1 1 16,-8 1-2-16,8 1 0 0,0-2 0 0,2 2-3 0,-5 3 0 0,3-5-2 15,8-4-2-15,-9 5-2 0,9 1-2 0,-8-2-2 0,6 1 0 0,0 1-3 16,0-3-6-16,2-3-6 0,-3 0-9 0,8 7-12 0,-5-7-10 0,5 5-22 16,0-5-18-16,0 0-35 0,-6 4-36 0,6-4-45 0,0 0-44 0,0 0-54 15,0 0-53-15,0 0-101 0,0 5-117 0,6-1-45 0,-6 2-4 0,5-2 16 0,3-4 26 16,-3 0 37-16,2 0 41 0,7-4 53 0,-8-6 54 0,1-4 58 0,-2-2 60 0,4-4 64 16,1-9 66-16</inkml:trace>
  <inkml:trace contextRef="#ctx0" brushRef="#br0" timeOffset="55662.99">7978 15139 0 0,'-7'0'1'0,"7"0"109"0,0-6 76 0,0 6 54 15,0-3 47-15,0-3 40 0,0 6 37 0,0-6 36 0,7 2 34 0,-1-1 33 0,-6-5 32 0,0 10 31 0,0-3 29 0,0-3-70 0,0 1-131 16,0 1-75-16,0-2-46 0,0 0-28 15,0 6-18-15,0-4-14 0,0-1-13 0,0 5-11 0,0 0-14 0,0-5-12 0,0 5-17 0,0 0-12 0,0 0-14 16,0 0-16-16,0 0-14 0,0 0-11 0,0 0-11 16,0 0-13-16,0 0-7 0,0 0-10 0,0 5-7 0,0 0-4 0,7-1-3 0,-7 8-1 0,6-3-2 0,-6 4 1 15,7 2 1-15,-1 0 3 0,-1 6 2 0,4-3 4 0,-2 3 4 0,-2 2 3 16,3-3 2-16,-3 5-1 0,-5-1-2 0,6 1-2 0,2-1-2 0,-3 0-5 16,-5-5-4-16,7 7-8 0,-1-7-6 0,-6 0-12 0,8 1-11 0,-8-1-18 15,0-4-15-15,6 0-23 0,-6 0-21 0,0-6-26 0,0 1-21 0,7-1-26 16,-7 0-27-16,0 3-33 0,0-8-33 0,0 5-56 0,0-4-64 0,0-5-56 0,0 0-43 15,0 6-4-15,0-2 18 0,0-4 28 0,-7 5 35 0,7-5 36 0,0 0 39 0,-6-5 42 16,6 5 44-16,-8-4 47 0,2-2 49 0,-1-3 61 0,2 0 76 0</inkml:trace>
  <inkml:trace contextRef="#ctx0" brushRef="#br0" timeOffset="55853.78">7997 15002 0 0,'7'-15'85'0,"-1"0"84"16,-6 5 61-16,5-4 48 0,-5 0 46 0,9 0 40 0,-9-2 39 0,7 5 33 15,-7 2 29-15,0-4 27 0,5 1 26 16,-5 3-11-16,0 0-30 0,8-1-80 0,-8 5-110 0,5-4-62 0,-5 2-43 0,6-2-31 0,-6 4-26 0,0 1-22 0,0 4-25 16,8-6-15-16,-8 6-12 0,0 0-14 0,0 0-13 0,0 0-23 0,0 0-27 15,0 0-26-15,0 0-25 0,0 0-27 0,0 0-28 0,0 6-35 0,0-6-40 0,0 4-81 16,5 7-98-16,-5-8-69 0,7 9-54 0,-7-3-11 0,6-5 4 0,-6 5 24 16,8 2 31-16,-8-7 37 0,6 8 36 0,-6-8 40 0,7-4 43 15,-7 5 51-15,0-5 54 0,0 0 74 0,5 0 91 0</inkml:trace>
  <inkml:trace contextRef="#ctx0" brushRef="#br0" timeOffset="56265.9">8271 15017 0 0,'0'0'5'0,"0"0"125"0,7 0 91 0,-7-6 66 0,6 6 55 16,-6-5 43-16,0 1 42 0,0-2 37 0,12-3 37 0,-12 5 31 0,9-1 30 0,-9-1 26 16,0 2 23-16,5-2-89 0,-5 6-154 0,0 0-101 0,0-5-78 0,0 5-45 15,6 0-28-15,-6 5-21 0,7 1-15 0,-7-6-15 0,5 10-15 0,4-5-11 16,-9 5-12-1,7 3-5-15,-2-2-5 0,1 8-3 0,-6-4-4 0,5-1-1 0,3 6-1 0,0-2-2 0,-3 9-2 0,-5-9-3 0,7 6-1 0,0 1-3 16,-2-1 0-16,-5 1-4 16,8-1-1-16,-1 0-5 0,-2 1-1 0,2-1-5 0,-7 1-1 0,7-5-6 0,-2-1-5 0,3 0-6 0,-8 1-5 0,8-5-4 0,-3 0-5 15,-5-2-5-15,6-2-5 0,-6-1-2 0,0 5-7 0,7-11 1 0,-7 5 1 0,0-3 1 16,0-1 6-16,0-5 10 0,0 4 9 0,0-4 13 0,0 5 11 0,0-5 8 16,0 0 5-16,0 0 7 0,0 0 2 0,0 0 9 0,-7-5 7 0,1 5 8 15,6-4 8-15,-5-1 5 0,5-1 7 0,-8 6 3 0,0-4 4 0,8-5 1 16,-5 4 3-16,-2-5 5 0,0 4 7 0,2-3 6 0,-2 0 6 0,-1-1 5 15,8-1 0-15,-5-2 3 0,-9-2-2 0,9 0-4 0,-3-4-7 0,0 4-7 0,3-5-7 32,-1-5-8-32,1 6-7 0,-2-5-10 0,-2-1-7 0,4 1-8 0,-2 3-4 0,1-6-7 15,1 2-3-15,5 1-6 0,-9 0-4 0,9-3-4 0,0 9-4 0,0-7-3 16,0 1-1-16,0 5-2 0,0-2-3 0,0 3-2 0,9 2-1 0,-9-4-5 16,5 7 1-16,1-3-3 0,1 7 2 0,-2-6-6 0,4 6-2 0,-2 0-13 15,-2 3-15-15,1-4-21 0,-1 5-24 0,11 5-27 0,-11-6-29 0,9 3-33 16,-9 3-38-16,10 0-67 0,-10 3-79 0,2-3-87 0,5 6-85 0,-4-1-29 0,0-1 1 15,-3 2 21-15,1 4 30 0,-6-5 41 0,7-1 41 0,-7 5 49 0,-7-3 47 0,7-1 53 16,-6-1 55-16,6 8 69 0,-5-9 76 0</inkml:trace>
  <inkml:trace contextRef="#ctx0" brushRef="#br0" timeOffset="56488.05">8257 15261 0 0,'0'4'1'0,"0"1"110"0,0-5 74 0,-7 5 52 0,7-5 45 0,0 4 40 0,0-4 37 0,0 0 35 0,0 0 31 0,0 0 30 0,0 0 26 15,0 0 24-15,0 0 26 0,0-4-75 0,0 4-130 0,0 0-73 0,0 0-42 16,0-5-25-16,0 5-16 0,7-5-17 0,-7 1-16 0,8 4-13 0,-2-6-10 16,1 2-10-16,-1-1-9 0,-1 5-7 0,11-4-8 0,-11-2-11 0,8 0-12 0,1 3-11 15,-7-3-9-15,4 1-17 0,2 1-15 0,7-2-29 0,-8 3-27 0,3-3-37 16,-3 6-34-16,0-4-43 0,4 4-45 0,2 0-95 0,-4 0-115 0,-9 0-78 0,8 0-57 16,1 4-21-16,-2-4 6 0,-5 0 16 0,5-4 28 0,-4 4 40 0,4 0 45 15,-6-5 48-15,2-5 52 0,-3 4 56 0,3-3 61 0,5 0 84 0,-7-6 95 0</inkml:trace>
  <inkml:trace contextRef="#ctx0" brushRef="#br0" timeOffset="56933.13">9456 14913 63 0,'0'-5'129'0,"7"-4"34"0,-7-1 25 0,0 1 20 0,5 0 23 0,-5-3 21 16,0 8 22-16,9-7 20 0,-9 2 19 0,0 5 21 0,0-5 18 0,0 4-56 15,0-5-97-15,0 4-48 0,0 1-21 0,0 1-6 0,0-2 4 0,-9 2 3 16,9-5 3-16,0 4 3 0,0-1-1 0,0 2 3 0,-5-2 1 16,5 1 2-16,-7-5 1 0,7 5-1 0,0 1 2 0,-6-1 3 0,6 1 1 0,-7-2-1 0,0 3 1 15,7-9-6-15,-7 8-6 0,7-1-4 0,-5 5-10 0,5-6-6 0,-7 2-9 16,1-1-8-16,6 5-6 0,-6-4-8 15,6 4-9-15,-8 0-10 0,8-5-9 0,-7 5-10 0,7 0-12 0,-5 0-7 0,-4 0-11 0,9 0-7 0,-5 0-9 0,0 5-5 16,5-1-3-16,-8 1-5 0,3-1-2 0,-9 2-3 0,7 8-3 0,1-4-2 16,-1 5 2-16,-7 0-1 0,9 4 2 0,-8-4 1 0,7 9 3 0,-9-3 2 15,10 1 1-15,-9 9 5 0,9-7-3 0,-2 6 1 0,1-6 2 0,-2 6-2 0,2-2 3 16,-1 2-2-16,7-6 1 0,0 7 0 0,0-3 2 0,0 2 2 0,0-6-1 16,7 1 0-16,-1 2-3 0,2-2-8 0,-2-1-9 0,1 1-13 0,5-5-17 0,-5 5-18 15,6-6-22-15,-6 1-21 0,7-1-23 0,-4-4-30 0,4 0-30 0,-1 0-44 16,0-2-47-16,0-2-51 0,0 2-49 0,1-2-53 0,-2-1-53 0,2 0-7 15,4-1 13-15,-4-4 28 0,-1 5 31 0,-1-5 38 0,2-1 37 0,-1-4 42 16,0 0 44-16,0 0 51 0,1 0 53 0,-2-4 51 16,-4-7 65-16</inkml:trace>
  <inkml:trace contextRef="#ctx0" brushRef="#br0" timeOffset="57208.28">10016 14923 0 0,'0'-10'2'0,"0"1"112"0,5-6 74 0,-5 6 57 0,0-6 49 0,0 0 46 16,9 0 42-16,-9 2 38 0,0-2 38 0,5 0 36 0,-5 0 38 0,0 0 33 16,0 5 35-16,7-5-68 0,-7 6-130 0,6 0-71 0,-6 3-36 0,0-4-27 0,0 1-18 15,8 4-17-15,-8-1-18 0,0 2-16 0,0 4-16 0,0-5-16 0,0 5-17 16,0 0-18-16,0 0-18 0,0 0-28 0,0 0-86 0,0 0 0 0,0 0 0 16,0 0 0-16,0 0 0 0,0 0 0 0,-8 5 0 0,8-1 0 0,0 2 0 31,0 3 0-31,0-4 0 0,0 11 0 0,0-7 0 0,8 6 0 0,-8 0 0 0,0 4 0 15,0 0-9-15,6 2 2 0,-6-3-2 0,0 6-7 0,7 1-10 0,-7-1-14 16,0 2-19-16,5-3-18 0,-5 3-24 0,8-3-30 0,-8-2-31 0,6 3-42 16,-6-6-42-16,7 3-72 0,-1-2-81 0,-6 2-97 0,5-7-102 0,2 5-34 0,-7-4 2 15,9 0 21-15,-9-2 31 0,0 2 40 0,0-6 43 0,0 7 48 0,0-7 51 0,0 1 59 16,-9 0 60-16,9-6 74 0,-7 8 77 0</inkml:trace>
  <inkml:trace contextRef="#ctx0" brushRef="#br0" timeOffset="57409.73">10042 15637 0 0,'6'14'19'0,"-6"-5"140"0,0-4 85 0,0 2 62 0,8-4 51 0,-8-3 47 16,6-3 46-16,-6 3 43 0,7-12 39 0,-7 8 38 0,5-5 34 0,3 3 34 15,-2 2 31-15,1-6-95 0,-1 6-174 0,-1-2-96 0,11-4-61 0,-11 10-31 16,-5-9-21-16,5 3-20 0,3 1-20 0,-3 5-20 0,-5-4-15 0,0-1-17 16,8 1-13-16,-8 4-18 0,0 0-68 0,0 0 0 0,0-6 0 0,0 6 0 15,-8-6 0-15,8 2 0 0,0 4 0 0,0 0 0 0,0-5-72 0,-5 5-34 16,5 0-27-16,0-4-31 0,0 4-30 0,0 0-42 0,-8 0-49 0,8 0-77 0,-5 4-92 15,5-4-80-15,-5 5-73 0,5-5-19 0,-9 4 11 0,2 2 23 0,7 0 33 0,-5-2 38 16,-1-4 43-16,-1 0 50 0,7 0 51 0,-6 0 60 0,-2 0 63 0,3-4 78 16,-2-2 81-16</inkml:trace>
  <inkml:trace contextRef="#ctx0" brushRef="#br0" timeOffset="63196.04">10727 14938 71 0,'0'0'145'0,"-8"0"44"0,8 0 37 0,-5-4 31 0,5 4 26 0,-7 0 28 0,7-5 24 0,0 5 26 0,0 0 20 0,-7-6 21 0,7 6 15 0,0 0-64 15,0 0-114-15,0 0-67 0,0 0-48 0,0 0-27 0,0 0-23 0,0 0-17 0,0 0-17 16,0 0-12-16,0 0-11 0,0 0-12 0,0 0-7 0,0 0-2 0,0 6-7 15,0-6 0-15,7 5 2 0,-7-1 3 0,0 0 3 0,7 2 4 0,-7-1 5 16,5 4 4-16,3-3 7 0,-8-2 1 0,5 2 4 0,1-1 0 0,2-1 4 16,-3 2 1-16,2-3 3 0,2-3 2 0,-4 6 0 0,1-6 2 0,1 0 4 15,-2 4 2-15,4-4 2 0,3 0 1 0,-6 0 5 0,7 0-1 0,-5-4 2 0,4 4 2 16,-5 0 0-16,5-6 0 0,1 3 0 0,1-3 0 0,-9 2 1 0,10-1 0 16,-3-5-1-16,0 4 1 0,-3 1 2 0,3-4 4 0,-6 3 5 0,-1-2 1 15,3 3 5-15,0-4 2 0,-8 2 1 0,5-2-3 0,-5 4-1 0,0-5-2 0,0 1-2 16,0 0-4-16,0-3-3 0,-5-3-5 0,-3 6-7 0,0-4-8 0,8 1-10 15,-11-2-6-15,4 0-9 0,-7 5-4 0,7-6-4 0,-4 4-4 0,-2 1-3 0,0 1 2 16,-1 0 0-16,1 0 1 0,1 2 1 0,-2-2 2 0,1 4 0 0,0 5 4 16,-5-6 0-16,4 6-1 0,7 0 0 0,-4 6-1 15,-5-6-1-15,3 5-1 0,7 4-1 0,-7 1-1 0,8 5-2 0,-9-6-1 0,7 12-3 0,7-6-2 16,-6 4 0-16,-1-1-2 0,7 3-2 0,0 3 0 0,0-4 2 0,0 4 1 16,0 0 3-16,7 1 0 0,-7-5 1 0,6 5 0 0,1-7 1 0,0 7-1 15,0-6 3-15,-2 1-1 0,3 1 2 0,-3-3 2 0,9-2-1 0,-9 2 0 0,11-3 2 16,-11 4-2-16,8-4-5 0,1 0-3 0,-2 0-10 0,1-6-7 0,1 6-10 15,-2-5-12-15,0-1-13 0,3 0-15 0,-3 3-17 0,8-9-26 0,-7 7-26 0,-2-4-28 16,10-1-27-16,-8-5-39 0,0 4-46 0,0-4-68 0,0 5-74 0,1-5-39 16,-2-5-17-16,-6 5 4 0,7-4 19 0,0-1 27 0,1-1 31 0,-9 2 37 0,10-5 42 15,-2 3 40-15,-7-9 42 0,-1 6 52 0,3-1 54 0</inkml:trace>
  <inkml:trace contextRef="#ctx0" brushRef="#br0" timeOffset="63877.25">11104 15002 0 0,'0'-6'3'0,"-6"3"109"0,-1-3 69 0,7-3 48 0,-8 3 40 0,8 2 37 0,0-7 40 0,-5 7 31 0,5-7 30 16,0 7 27-16,0-5 24 0,0 0 24 0,0 2 21 0,5-2-77 0,-5 4-136 0,0-5-69 0,8 5-36 0,-8-4-21 0,7 5-13 0,-7-8-15 16,6 8-15-16,1-1-11 0,-1-1-6 0,-6 3-6 0,5-3-1 0,3 2-6 15,0-1-4-15,-3 5-4 0,1-4-6 0,1 4-4 16,-2 0-6-16,4-5-5 0,-4 5-7 0,8 0-6 0,-5 0-7 0,5 0-7 0,-8 0-5 0,9 5-5 0,-9-5-6 16,10 4-4-16,-10 1-4 0,9-1-4 0,-9 2-1 15,8-3-4-15,-5 8-2 0,-2-1-2 0,7 0-1 0,-5-1 0 0,-3 6-2 0,3-1-9 0,-3-4-8 0,0 5-10 16,4 0-13-16,-4 0-8 0,-5 4-8 0,7-4-6 15,-7 3-9-15,0-2-4 0,0 3-7 0,0-5 0 0,0 7-2 0,0-8-1 0,0 8 5 0,0-6 4 16,-7 0 9-16,7-2 11 0,0-2 14 0,0-1 9 0,0-1 8 0,0 0 10 0,0 1 7 16,-5-5 7-16,5 1 9 0,0-3 8 0,0 3 7 0,0-6 7 0,0 6 10 15,0-6 10-15,0 0 5 0,0 0 10 0,0 0 3 0,0 0 4 0,0 0 3 16,0 0 2-16,-9 0 2 0,9 0 1 0,-5-6 1 0,5 6-2 0,-5-6-2 16,5 3-5-16,0-3-7 0,-8 1-8 0,8 1-6 0,-5-5-6 0,5 3-6 15,0-3-6-15,0 3-3 0,-8-4-5 0,8 1-3 0,0 0-3 0,0-1-5 0,0-4-4 16,0 2-2-16,0-3-5 0,0 2-2 0,0-2-1 0,0 0-1 0,0-4-3 15,0 5-1-15,8-7 0 0,-8 8-1 0,5-8-4 0,-5 6-3 0,8 0 1 0,-8 2-3 16,5-3-1-16,0 2-2 0,4 4-3 0,-9 1-2 0,5 0 0 0,2 3-4 16,1-4 3-16,-3 5-1 15,2 5 1-15,0-6 1 0,-2 6 4 0,8 0 2 0,-5 6 2 0,-2-6 5 0,1 5 0 0,7 5 5 0,-9-4 3 0,8 3 3 0,-8 4 4 16,3-2 1-16,0 5 2 0,3-2-1 0,-11 5-3 0,7-4-4 0,-1 0-6 31,1 4-2-31,1-4-3 0,-8 4-4 0,5-4-2 0,-5 3-5 0,0-2-3 16,6-2-3-16,-6 1-4 0,0 1-2 0,0-2-2 0,8-4 0 0,-8 3 2 0,0-2 4 15,0-1 3-15,0-1 0 0,0 0 2 0,0-3 1 0,0 3 2 0,5-3 4 16,-5-3 4-16,0 3 3 0,0 0 5 0,0-6 5 0,0 0 6 0,0 0 7 16,0 0 9-16,0 0 10 0,0 0 5 0,0 0 8 0,0 0 4 0,8 0 6 15,-8-6 1-15,0 0 4 0,0 3 0 0,0-3 1 0,0-3-1 0,0 3-1 0,0-3-3 16,5 0-5-16,-5-1-6 0,0-5-8 0,0 6-6 0,0-6-3 0,0 0-1 16,0 0 0-16,8 2 2 0,-8-8-3 0,0 6-2 0,6-4-4 0,-6-2 0 15,5 3-3-15,-5-6-2 0,7 3-4 0,1 2-2 0,-2 1 0 0,-6-3-2 16,6 2-2-16,1 4-4 0,-2 0-6 0,3 0-7 0,0 6 0 0,-3 0-4 0,-5 2 1 15,6 4-2-15,1-3 0 0,-2 6 2 0,-5 0-1 0,9 6 4 0,-2-3 2 16,-2 4 2-16,-5 2 2 0,6 0 3 0,0 6 0 0,1 0 4 0,-7 0 4 0,8-2 2 16,-3 7 3-16,2-4-2 0,-7 3-2 0,7-5-6 0,-7 7-8 0,5-8-12 15,-5 2-13-15,8 6-14 0,-8-12-16 0,0 5-18 0,7 0-17 0,-7 2-20 16,0-5-21-16,0-4-27 0,5 4-23 0,-5 5-39 0,0-7-43 0,0 0-58 0,7-3-60 16,-7 3-42-16,7 0-31 0,-7-3 0 0,5-2 18 0,3 2 26 0,-2-1 28 0,1-1 35 15,-1-4 35-15,7 0 38 0,-5 0 40 0,4-4 51 0,-6 4 51 0,8-11 59 16,-7 7 74-16</inkml:trace>
  <inkml:trace contextRef="#ctx0" brushRef="#br0" timeOffset="64323.78">11997 15027 0 0,'5'-10'5'0,"-5"-1"116"0,0 1 70 0,0 1 54 0,0 0 45 0,0-1 46 0,-5-5 43 0,5 4 46 0,-9 3 42 0,9-6 39 15,0 2 35-15,-5 3 32 0,5-1 28 0,0 5-85 0,0 1-146 0,0 4-83 16,0-5-46-16,0 5-37 0,0 0-31 0,0 0-31 0,0 0-32 0,0 0-24 0,0 0-23 16,5 5-18-16,-5 4-11 0,9-5-11 0,-9 7-8 0,5 5-7 0,-5-7-1 15,7 4-2-15,-1 7 2 0,1-4 4 0,0 2 3 0,0 3 3 0,-2-2 0 16,3-4-2-16,-3 3-2 0,3 3-7 0,-2-2-6 0,-1 2-9 0,-5-3-4 0,7-3-8 15,-7 4-4-15,9-4-4 0,-9 4-6 0,0-5-7 16,5 2-8-16,-5-7-5 0,0 6-10 0,0-6-4 0,6 3-8 0,-6-3-5 0,0-5 0 0,0 7-1 16,0-7 5-16,0 1 6 0,0-5 6 0,0 4 11 0,0-4 10 0,0 0 13 15,0 0 12-15,0 0 12 0,0 0 5 0,0 0 8 0,0 0 5 0,0 0 8 0,-6-4 5 16,6-1 5-16,-5 1 5 0,5-1-2 0,0-1 3 0,-9-4-1 0,9 1 0 16,-7-1-1-16,2 0-1 0,5 0 2 0,-6-3 2 0,-2 1 5 0,8-2 0 15,-5 1 1-15,-3-2-3 0,3-6 0 0,5 8 1 0,-7-8-1 0,0 6 2 0,7-4-3 16,-7 1-7-16,1-3-5 0,6-3-4 0,-7-1-6 0,7 1-4 0,-5-1-2 15,5 1-4-15,0-1 1 0,0 1-1 0,0 0-1 0,0 0-2 0,0 5-4 16,0-2-5-16,0 2 0 0,0 5-1 0,0-2 0 0,5 1-4 0,-5 6 0 0,7 4-2 16,-7-5-3-16,6 7-1 0,1-9-1 0,0 8-1 0,0 4-1 0,-2-5 1 15,3 5 1-15,-3-6 2 0,9 6 1 0,-9 0 1 0,11 0 0 0,-5 6 1 0,-4-6 5 16,6 5 0-16,0-1 3 0,0 1 2 0,-7 2 2 0,7 2 3 0,-6-5 0 16,-1 5 3-16,0 2-1 0,1-2 1 0,1 7 0 0,-8-7 2 0,5 6-1 15,-5 0 1-15,-5 0-1 0,5 4-5 0,-8-5-5 0,8 6-6 0,-7-2-10 16,-5 2-10-16,5 1-12 0,2-2-16 0,-9-4-16 15,1 4-17-15,8-4-20 0,-11 3-22 0,4-2-23 0,1-1-24 0,2-1-22 0,-3 2-20 0,6-7-36 0,-2 0-42 16,3 1-41-16,-3-1-36 0,3 3-32 0,-2-9-32 0,7 3 4 0,-7-1 16 0,7-1 26 16,0-4 32-16,0 0 35 0,0 0 36 0,0 0 36 0,0 0 36 0,0 0 49 15,0-4 48-15,7-7 48 0,-7 8 63 0</inkml:trace>
  <inkml:trace contextRef="#ctx0" brushRef="#br0" timeOffset="64574.13">12278 14683 73 0,'5'-9'169'0,"1"0"62"0,-6-1 52 0,5 1 44 0,2-6 40 0,-7 5 35 0,9 1 36 0,-9-3 33 0,5 3 27 0,-5 0 29 16,7-2 25-16,-7 3-57 0,6-3-106 0,-6 1-83 0,5 5-69 0,4-5-42 0,-9 10-27 0,7-5-20 0,-2 1-16 0,-5-1-15 15,6 5-15-15,2-4-9 0,-8 4-9 0,5 0-4 0,-5 4-7 0,8-4-3 0,-1 5-4 16,-7-1-6-16,0 1-3 0,5 1-5 0,2 3-8 0,-7 1-2 0,7 1-5 16,-7 2-3-16,5 2-4 0,-5 0-2 0,0 4-3 0,8-4-6 0,-8 6-4 0,0 1-7 15,0 5-3-15,5-9-12 0,-5 12-13 0,0-6-13 0,0 4-17 0,0 3-14 16,8-7-21-16,-8 4-18 0,0 2-18 0,0-5-20 0,6-1-19 0,-6 0-20 15,5-3-23-15,3-2-22 0,-8 0-20 0,8-5-18 0,-3 2-19 0,3-2-22 16,-3 1-24-16,-5-5-18 0,5-1-15 0,4 2-20 0,-4-7-24 0,-5 6-7 0,0-5-2 16,7-1 20-16,-7-4 28 0,0 5 32 15,0-5 32-15,0 0 37 0,0 0 36 0,0 0 42 0,0 0 41 0,-7-5 38 0,7 1 37 0</inkml:trace>
  <inkml:trace contextRef="#ctx0" brushRef="#br0" timeOffset="64717.25">12460 15124 0 0,'-8'-6'29'0,"0"-3"53"0,-3-1 40 0,3 7 39 0,3-8 42 0,-8 1 37 0,6 0 35 0,0 0 33 0,-5 0 31 15,4 1 27-15,3-7 30 0,-3 7 0 0,2 0-15 0,1-6-18 0,-2 6-20 0,-2-1-24 16,4-1-27-16,-1 2-27 0,6-1-24 0,-7 6-20 0,7-1-22 0,0-4-17 15,0 2-17-15,0 2-20 0,0 1-21 0,0 4-16 0,0-5-24 16,7-1-17-16,-7 2-14 0,6-1-13 0,-1 1-16 0,4-1-9 0,-2 1-13 0,-2-2-10 16,9 0-4-16,-9 2-13 0,10 4-9 0,-3-5-19 0,8-1-17 0,-7 6-29 15,6-3-35-15,2-3-47 0,-11 6-54 0,11 0-105 0,-2-4-123 0,1 4-53 0,0-5-14 0,1 1 1 16,-3-1 13-16,-5-2 25 0,6 4 29 0,-6-8 38 0,0 1 39 0,1 1 48 31,-7 0 53-31,6-7 63 0,-8 1 68 0</inkml:trace>
  <inkml:trace contextRef="#ctx0" brushRef="#br0" timeOffset="65226.82">12699 14880 0 0,'-5'13'16'0,"5"-2"129"0,-8-2 70 0,8-2 48 0,-5-4 38 0,5-3 36 16,0 0 34-16,0 0 35 0,0-3 32 0,0-4 31 0,0-2 31 0,0 4 30 0,0-5 29 16,0 1-93-16,0 0-159 0,0-3-79 0,5 3-37 0,-5 0-14 0,0-6-13 15,0 6-9-15,0-7-13 0,8 7-12 0,-8-1-9 0,0 1-10 0,0-2-12 16,0 7-10-16,0-7-10 0,0 7-12 0,5-2-9 0,-5 6-7 0,0 0-8 15,0-5-5-15,0 5-7 0,0 0-5 0,0 0-6 0,0 0-6 0,6 0-7 0,-6 0-5 16,8 5-5-16,-8-5-3 0,5 6-2 0,-5 3 2 0,7-3-3 0,1 4 0 16,-2-1 1-16,-6 0 1 0,6 6 1 0,1 1-3 0,-2-2-5 0,4-1-4 15,-4 2-7-15,-5 1-7 0,7 2-4 0,-1-3-8 0,-1 6-11 0,3-8-2 16,0 7-5-16,-3-4-3 0,2-1 0 0,-1-2 1 0,0 1-1 0,9 2 4 0,-10-7 4 16,1 1 9-16,7 0 8 0,-5 0 5 0,-1 0 7 0,5 1 11 0,-7-8 7 0,10 1 7 15,-9 2 5-15,7-1 3 0,-8-5 3 0,11 4 3 16,-11-4 4-16,8 0 2 0,-8 0 0 0,4 0 4 0,3-4 0 0,-6-1 0 0,2-1 1 0,-3 2 1 15,8 1-1-15,-6-3 1 0,0-3 1 0,-2-3 2 0,3 3-1 0,-1-6 2 16,-2 6 5-16,-5-7 1 0,8 2-2 0,-2 1-2 0,-6-8-1 0,0 6-1 0,0-4-1 16,5 1-1-16,-5-9 1 0,-5 9 0 0,5-2 1 0,0 0 5 15,0-5 2-15,-6 11 2 0,6-5-2 0,0 4 3 0,-8 0 5 0,8 0 5 0,-5 6 4 0,5-1 1 16,0 0-2-16,-7 5-5 0,7 1-8 0,0 4-8 0,0 0-7 0,0 0-8 16,-8 0-6-16,8 0-6 0,0 9-6 0,-5-2-6 0,5 2-4 0,-7 0-6 15,7 6-4-15,-7 0-2 0,7 4 2 0,-5 0 3 0,5 2 7 0,-8 3 3 16,8 0 5-16,0 0 1 0,-5 0 2 0,5 1 0 0,0 5 1 0,0-5 1 0,-8-1-1 15,8 0 1-15,0 0 0 0,0 1 1 0,0-1-1 0,0 1-1 0,0-1 0 16,0 1-5-16,0-7-9 0,0 6-12 0,0-3-15 0,0-2-20 0,8 2-26 0,-8-2-24 16,5-1-26-16,-5-3-34 0,0 0-34 0,8 0-42 0,-8-6-44 0,0 6-95 15,5-5-112-15,-5-4-53 0,0 3-17 0,0-9 7 0,0 4 23 0,0-4 34 16,0 0 38-16,0 0 43 0,0 0 44 0,0-9 48 0,0-1 51 0,0 0 54 0,0-5 60 16,7 1 85-16,-7-5 82 0</inkml:trace>
  <inkml:trace contextRef="#ctx0" brushRef="#br0" timeOffset="65576.85">13715 14567 0 0,'7'0'26'0,"0"-4"108"0,-2-1 61 0,3-1 50 0,-3-4 43 0,3 1 38 0,-8 3 39 0,6-3 33 0,1 0 31 0,-7 0 29 0,6 3 26 0,-6-4 10 16,7-1 0-16,-7 2-78 0,6 5-124 0,-6-5-67 0,7-3-38 0,-7 3-24 15,6 3-21-15,-6-3-16 0,0 4-17 0,5 1-15 0,-5 0-10 0,0-2-9 16,0 6-8-16,0 0-5 0,0-5-5 0,0 1-5 0,0 4-8 0,-5 0-6 0,5 0-8 16,0 0-10-16,-6 0-9 0,-1 0-7 0,1 0-8 0,6 0-4 0,-7 4-4 0,-6 1 0 15,7 1-6-15,-2-2 1 0,-5 5-4 0,1 0 0 0,5 3-1 16,-5-3 2-16,-1 6 2 16,6-6 2-16,-5 6 1 0,4 1 3 0,-5 2 1 0,7-3-3 0,-6 4 1 0,3 0 0 0,4 1 1 0,-2 1 1 0,1 1 2 0,1-1 0 15,-3 3-1-15,8 0 1 0,-8 1 3 0,8-1 1 0,0 6 0 0,0-5 3 16,0 3 1-16,0-4 2 0,0 6 0 0,8 1-1 0,0-9-1 0,-3 8-3 0,1-6-2 15,1 0-6 1,7 7-5-16,-2-13-14 0,-1 9-14 0,10-9-20 0,-7 7-28 0,6-6-31 0,-1 1-33 0,-1-1-65 0,9-4-76 0,-7 0-86 0,7 0-85 0,-9-2-35 16,8 2-3-16,-6-6 9 0,-1 3 21 15,1-9 28-15,1 3 33 0,-3-2 38 0,1-4 42 0,2 0 49 0,-8-4 52 0,0-2 66 0,5-3 72 0</inkml:trace>
  <inkml:trace contextRef="#ctx0" brushRef="#br0" timeOffset="66243.95">14556 14801 0 0,'0'-5'1'0,"5"-5"100"0,-5 1 70 0,8 0 49 0,-3-1 37 0,-5-1 38 0,7 1 35 0,2 1 34 0,9 0 35 0,-12-7 32 16,7 7 30-16,-6-2 25 0,-1-2 26 0,7 4-68 0,-5-6-126 0,-3 0-66 16,0 5-36-16,4-5-21 0,-4 6-10 0,2-6-12 0,1 4-12 0,-8 3-15 15,5-3-10-15,2 1-12 0,-7 5-4 0,0-5-7 0,7 5-4 0,-7 1-7 16,0-1-8-16,0 1-5 0,0 4-6 0,-7-6-8 16,7 3-7-16,0 3-6 0,-7-6-8 0,7 6-9 0,-5 0-8 0,5-6-9 0,-8 6-10 0,8-4-7 0,-7 4-8 15,2 0-7-15,-4 0-5 0,4 0-4 0,0 4-2 0,-3-4-4 0,-5 6-1 0,7 0-4 16,-7-3 0-16,6 3-2 0,-6 3 0 15,7-5 0-15,-8 7 1 0,7-2 0 0,-6 7 1 0,8-7 1 0,-1 6 0 0,-2-6 3 0,3 12 0 0,-2-8 1 16,1 2 2-16,-2 6 0 0,2-8 2 0,6 7 1 0,-7-1 3 0,2-4-2 0,5 4 3 16,0 2 0-16,-7 3 4 0,7-6-3 0,0 3 2 0,0-2-2 15,0 2-1-15,0-3 0 0,7 1-1 0,-7 2-2 0,5-2 3 0,-5 1-2 0,7-5 1 16,-1-2-1-16,2 2 1 0,-2 1 1 0,1-7 0 0,6 0 3 0,-2 1-1 16,-3 0 3-16,4 0 1 0,2 0 4 0,-1-5 3 0,6 1 1 0,-6-3 2 0,8-3 1 15,-11 0 3-15,11 0 2 0,-1 0 0 0,0-3-1 0,-1-3 4 0,2 1-1 16,-3 1 4-16,3-8-2 0,-2 8 0 0,-6-6 2 0,6 0-2 0,-7 1 3 15,1-7 0-15,1 7 3 0,-2 0 1 0,2-6 1 0,-8 6 0 0,1-1-2 16,-2-5 3-16,4 0-2 0,-9 6-1 0,0-7-8 0,7 2-6 0,-14-1-9 0,7 2-10 16,-9-8-12-16,9 6-14 0,-5-3-16 0,-2 2-13 0,-4-3-21 0,2 5-15 0,-3-7-20 15,-2 6-18-15,1-4-19 0,-6 4-20 0,7 0-14 0,-9 2-13 0,2 4-11 16,0-6-8-16,-2 3-8 0,3 3-10 0,5 0-24 0,-7 5-34 0,0-2-37 16,8 0-41-16,-2 3-24 0,-4 3-15 0,4-6 9 0,1 6 21 0,6 0 26 0,-6 6 31 15,7-6 29-15,-8 0 29 0,7 3 33 0,2 3 35 0,-3 0 44 0,3-6 48 16</inkml:trace>
  <inkml:trace contextRef="#ctx0" brushRef="#br0" timeOffset="66544.78">14477 14752 15 0,'0'6'99'0,"-6"-2"49"0,6-4 37 0,0 0 35 0,0 0 30 0,0 0 31 0,0 0 31 0,0 0 30 0,0 0 35 0,0 0 33 0,0 0 37 0,0 0-23 16,0 0-54-16,0 0-47 0,6 0-46 0,-6-4-23 0,0-2-16 0,0 1-8 0,7 1-9 16,-7-2-13-16,0 1-12 0,7-4-16 0,-7 5-16 0,7-2-22 15,-7 3-18-15,5-9-15 0,-5 8-12 0,7-1-13 0,-1-1-10 0,-6 2-6 0,8-1-11 16,-2 1-7-16,1-1-6 0,-2 5-4 0,3-4-3 0,-2 4-3 15,7-6-3-15,-8 6-1 0,11 0 1 0,-11 0-5 0,8 0-1 0,-7 0-1 0,7 6-2 0,0-6 0 16,0 9-2-16,0-5-1 0,-8 5-1 0,9-3-2 0,1 8-4 0,-3-4-1 16,-5 5-1-16,6 0-3 0,-7 0-1 0,7 4-4 0,-8 0-2 15,2 2-5-15,2-3-9 0,-4 2-7 0,-5 5-11 0,7-1-9 0,-7-5-5 0,6 6-13 16,-6-5-8-16,0 5-8 16,0-7-8-16,5 3-8 0,-5-2-8 0,0-5-8 0,8 2-8 0,-8-1-4 0,8-2-4 0,-3 2-3 0,-5-6-3 15,6 6-8-15,2-5-5 16,-3-1-12-16,10 2-9 0,-10-7-16 0,7 7-17 0,-5-7-38 0,6 5-43 0,1-3-69 0,-2-2-78 0,2 1-25 0,-1-5-2 0,8 6 13 0,-10-6 20 0,2 0 28 15,0 0 30-15,0-6 34 0,1 6 34 0,-2-5 40 0,-4 1 41 0,3-5 52 0,-3 3 60 16</inkml:trace>
  <inkml:trace contextRef="#ctx0" brushRef="#br0" timeOffset="66924.77">15337 14625 61 0,'0'-4'133'15,"0"-5"41"-15,0 3 34 0,0-3 30 0,0 3 28 0,0-3 30 0,0-2 28 16,0 3 28-16,0 3 32 0,-7-11 28 0,7 11 33 0,0-5-48 0,0 1-90 0,0 0-50 16,0 0-26-16,0-3-14 0,-5 3-9 0,5-1-6 0,0 5-7 0,0-4-6 15,0-1-8-15,0 4-9 0,0-3-13 0,0 3-13 0,0 2-13 0,0-1-15 16,0 5-12-16,0-5-12 0,0 5-11 0,0-4-10 0,0 4-13 0,0 0-12 0,0 0-13 15,0 0-10-15,0 0-10 0,0-4-7 0,0 4-5 0,5 4-6 0,-5-4-4 16,0 4-1-16,7 1-2 0,-1 4 3 0,-6-3 2 0,7 3 1 0,0 7 7 16,-7-7 0-16,7 6 7 0,-2 0 3 0,-5 4 1 0,8-5-3 0,-3 7 1 15,-5 2 0-15,0-3-2 0,8 5 0 0,-8-1-4 0,0 1-1 0,0-1-3 16,0 6 0-16,0-6-2 0,-8 6-3 0,8-2 1 0,0-3-3 0,0 4 0 0,0-4-3 16,0-1 1-16,0 1-3 0,0-1-3 0,0-5-3 0,0 2-3 0,0-8-5 15,0 8-4-15,8-12-5 0,-8 6-3 0,6-6-5 0,-6 0-5 0,5 3-6 0,2-8-8 16,2 7-3-16,-4-8-7 0,1-3-9 0,1 4-12 0,7-4-16 0,-7 0-18 15,-2 0-27-15,6 0-27 0,5-4-40 0,-11 1-46 0,9-3-75 0,-9-3-87 0,10 3-44 16,-2-4-21-16,-7-4 2 0,-1 4 14 0,10-4 25 0,-9-7 30 0,0 8 34 16,1-8 41-16,-2 2 44 0,-5-5 47 0,8-1 55 0,-8 1 58 0</inkml:trace>
  <inkml:trace contextRef="#ctx0" brushRef="#br0" timeOffset="67098.73">15428 14357 14 0,'-6'0'139'16,"1"0"87"-16,-11-6 62 0,11 6 50 0,5 0 42 0,-6-3 36 0,-2-3 29 0,8 6 23 15,0-4 20-15,0 4 20 0,0 0 16 0,0-5-30 0,0 5-55 0,0-6-104 16,8 6-131-16,-2 0-66 0,-6 0-39 0,5 0-24 0,2 0-16 0,7-4-9 16,-8 4-10-16,1 0-2 0,7 0-3 0,-2 0-1 0,-1 0 1 0,5 0-6 15,3 4-6-15,-7-4-18 0,9 0-24 0,-10 0-29 0,10 6-33 0,-3-6-39 16,3 5-45-16,-10-1-70 0,10 2-90 0,-8-3-81 0,8 3-83 0,-10-2-30 0,2 1-4 16,0 1 7-16,-6-3 16 0,7 3 30 0,-8-6 35 0,1 6 45 0,-1-6 45 0,1 0 53 15,-1 0 58-15,-6-6 71 0,5 6 76 0</inkml:trace>
  <inkml:trace contextRef="#ctx0" brushRef="#br0" timeOffset="67367.7">15883 14634 35 0,'-5'12'155'0,"5"-3"76"16,-6-3 52-16,6-2 43 0,0-4 35 0,0-4 34 0,-8-2 30 0,8 0 30 0,0 3 27 16,8-9 29-16,-8 3 31 0,6 0-29 0,-1-1-65 0,3 1-92 0,-1-2-106 15,-2 1-49-15,4 1-18 0,-4 0-7 0,-5-1-4 0,5-1-1 0,3 7-6 16,-8-2-4-16,5 1-2 0,-5 1-10 0,0 4-15 0,0 0-14 15,0 0-15-15,0 0-13 0,0 0-15 0,0 0-12 0,0 0-16 0,0 0-12 0,0 0-8 16,0 4-11-16,0 1-9 0,0 5-8 0,0-5-6 0,0 5-3 0,0 1-2 16,0-3-2-16,0 7-1 0,0-1-2 0,0 2-6 0,0-1-4 0,0 0-5 0,0 0-9 15,0-2-9-15,0 2-12 0,0 6-13 0,0-8-16 0,8 1-14 0,-8 1-19 16,0 1-18-16,0-7-25 0,6 6-26 0,-6 0-26 0,0-5-29 0,7 4-34 16,-7-4-35-16,0-1-91 0,0-4-112 0,0 5-41 0,0-4-4 0,0-6 18 15,0 0 26-15,0 0 34 0,0 0 35 0,0 0 42 0,0-6 42 0,0 0 49 0,0-9 50 16,-7 6 54-16,1-4 62 0</inkml:trace>
  <inkml:trace contextRef="#ctx0" brushRef="#br0" timeOffset="67573.42">15859 14259 0 0,'0'0'18'0,"-7"-5"137"0,7 5 75 0,0 0 57 0,0-6 41 0,0 6 37 0,0 0 32 0,0-7 27 15,7 1 25-15,-2 1 23 0,-5 1 21 0,8-2 17 0,-8 0 20 0,0 2-104 16,6-1-176-16,-6 0-91 0,5 5-53 0,-5 0-30 0,0 0-20 0,0-4-14 15,0 4-16-15,0 0-9 0,8 0-11 0,-8 4-14 0,7-4-16 0,-7 0-22 0,0 5-22 16,5 0-27-16,4-1-31 0,-4 8-38 0,-5-8-43 0,5 7-72 0,3-4-87 16,-3 4-54-16,3-1-39 0,5-1-8 0,-7-3 6 0,2 3 21 15,-3 1 26-15,3-1 32 0,-3-4 36 0,2 1 40 0,0-2 42 0,-2 2 50 0,2-6 52 0,1 0 69 0,-3 0 82 16</inkml:trace>
  <inkml:trace contextRef="#ctx0" brushRef="#br0" timeOffset="68034.16">16177 14289 0 0,'-12'4'16'0,"-2"2"133"0,1-6 77 16,0 0 54-16,0-6 44 0,7 6 42 0,-6-4 40 0,3-1 36 0,4-4 33 15,-2 3 32-15,7-4 24 0,-6 5 27 0,6-1 25 0,0-1-101 0,-5 1-164 0,5 1-91 16,0 1-46-16,5-2-28 0,-5 0-19 0,0 6-18 0,0-4-21 0,0-1-13 31,6 0-14-31,-6 1-12 0,7-2-7 0,-7 2-9 0,5 4-10 0,-5-5-8 16,9 5-6-16,-9-4-4 0,5 4-5 0,2-5-3 0,-7 5 1 0,6 0-1 0,-1-7-2 15,11 7 1-15,-11 0-1 0,2 7 1 0,5-7-1 0,-4 0 2 0,4 5 1 16,2-5 0-16,-1 4 0 0,0 1 1 0,-2-1 0 0,4 2 1 0,4-2-1 0,2 1-1 16,-10 0-1-16,10 5-2 0,-3-4 0 0,-5 3-1 0,7-3 0 0,0 1-1 15,-8-1 0-15,7 3 0 0,-5 3 0 0,-1-9 0 0,0 8-1 0,-5-1 0 16,4-6-2-16,-6 5 2 0,1 2 1 0,0-7 1 0,0 7 0 0,-2-1 2 16,-5-1 1-16,0 6 4 0,8-6 4 0,-8 6 1 0,0-1 6 0,0 0 1 0,0 1 3 15,-8 1 0-15,8 2 1 0,-5 3 0 0,5-6 0 0,-7 3-2 0,0 3 1 16,0-2-1-16,1 0-2 0,-1 1-2 0,-6-1-6 0,7 2 0 0,-1-2-6 15,1 5-1-15,-7-10-2 0,5 6-1 0,3 0-2 0,0-1 0 0,-4 5-2 0,4-3 0 16,-2-2 0-16,-1-1 1 0,3 3-2 0,-2-2 2 0,0 1-2 0,7-1 2 16,-5 0-2-16,5 1 0 0,-8 1-1 0,8-2 0 0,-5-4-1 0,5 0-1 15,0-2-3-15,-8 2-5 0,8 0-6 0,0-5-6 0,0 4-7 0,0-4-3 0,0-5-5 16,0 5-3-16,0-1-2 0,0-3-6 0,-6-1-1 0,6-5-6 16,0 4-7-16,0-4-9 0,-5 6-8 0,-2-6-8 0,7 0-5 0,-9 0-7 0,-3-6-7 0,6 6-10 15,-7-4-10-15,0-1-14 0,0-1-14 0,-1 3-13 0,2-3-10 0,-7 0-7 16,6 2-6-16,-6-7-7 0,4 7-9 0,3-5-22 0,0 4-23 0,-4 1-27 15,5-8-22-15,4 8-35 0,2-1-36 0,-4-4-1 0,4 9 14 0,-2-6 22 16,7 2 24-16,-6-1 24 0,6 5 26 0,0 0 28 0,0 0 34 0,0 0 37 0,0 0 43 16,0 0 41-16,0 0 59 0</inkml:trace>
  <inkml:trace contextRef="#ctx0" brushRef="#br0" timeOffset="68606.48">16633 14147 40 0,'0'-6'119'0,"0"3"46"0,0-3 38 0,0 2 37 0,-5-1 33 0,5 5 34 0,0-6 34 0,0 2 33 0,0-2 33 0,0 1 30 16,0 1 30-16,0-1-43 0,0-1-81 0,0 2-52 0,0 0-37 0,0-6-27 0,0 10-15 15,0-4-16-15,0-3-15 0,5 2-17 0,-5 1-15 0,0-1-17 0,0-1-17 16,0 6-10-16,5-4-10 0,-5-1-7 16,9 5-3-16,-9-4-7 0,5 4-3 0,2 0-6 0,-7 0-2 0,8 0-4 0,-3 0-3 0,2 0-1 0,5 4-2 0,-4 1 2 15,-3-1-1-15,9 7 0 0,-9-7-4 0,11 8-3 0,-4 2-5 0,-1-6-4 16,5 12-3-1,-5-4-4-15,10 2-4 0,-9 3-3 0,0-2-5 0,3 0-4 0,-2 7-3 0,-2-4-7 0,4 8-11 0,-3-5-10 0,-5 5-11 0,-2-6-13 0,3 6-11 16,-8-7-13-16,0 6-9 16,0-4-16-16,0 5-14 0,-8-6-16 0,8 0-16 0,-5 1-18 0,-2-1-21 0,1-3-19 0,-7-2-21 15,5-1-19-15,3-2-17 0,-9 2-45 0,9-3-55 0,-3-3-69 0,-5 1-72 0,7-4-19 0,1 6 7 0,-2-4 20 16,-7-7 28-16,7 7 32 0,1-11 36 0,1 4 39 0,-3 1 40 0,0-5 43 0,3-5 44 16,-1 5 59-16,6-4 67 0</inkml:trace>
  <inkml:trace contextRef="#ctx0" brushRef="#br0" timeOffset="69054.02">17284 13815 48 0,'0'-5'128'0,"0"5"45"0,0-4 37 0,7-2 35 0,-7 0 31 0,0-3 33 0,0 3 32 0,0 2 31 0,0-5 32 0,0 4 29 15,6 1 32-15,-6-2-46 0,0 0-84 0,0 6-55 0,0-3-37 0,0-3-22 16,7 1-11-16,-7 1-15 0,0-2-9 0,0 6-15 0,0 0-16 0,0-4-13 16,6-1-18-16,-6 5-9 0,0 0-14 0,0 0-9 0,7 0-6 0,-7 0-7 15,7 0-6-15,0 0-5 0,-2 5-2 0,3-1-1 0,-3 2-1 0,3 3-1 16,3 0 1-16,-4 3-2 0,7 1-1 0,-1 2-1 0,0 6-3 0,0-3-6 16,5 1-1-16,-4 6-6 0,-1-1-3 0,8 6-5 0,-9 0-6 0,0-2-4 0,3 8-10 15,-3-3-2-15,0 1-5 0,2 0-5 0,-7 0 0 0,-1 1-3 0,-1-7-2 16,2 6-3-16,-7-4-9 0,0 0-8 0,0 0-11 0,-7-7-17 0,7 7-13 0,-11-6-24 15,4 0-24-15,-7 1-29 0,2-1-29 0,0-3-35 0,-3-3-39 0,3 3-60 16,-8-2-72-16,1 0-84 0,-2-5-92 0,3 7-27 0,-8-8 1 0,7 2 22 16,-1-3 29-16,1 1 38 0,-1-4 42 0,0 2 45 0,0-2 48 0,1 1 51 0,-2-4 54 15,2-2 66-15,1 1 70 0</inkml:trace>
  <inkml:trace contextRef="#ctx0" brushRef="#br0" timeOffset="70606.03">18215 13697 0 0,'0'-10'71'0,"0"1"70"0,8 3 46 0,-8-3 36 0,0 4 34 0,0-5 31 0,0 6 31 0,0-7 32 0,-8 7 29 0,8-5 28 16,0 3 27-16,0 1-11 0,-5 1-35 0,5-1-61 0,0 1-78 0,0-2-45 0,-8 6-24 0,8 0-19 0,0-6-15 15,0 6-18-15,0 0-19 0,0-3-19 0,0 3-18 0,0 0-19 0,0 0-14 16,0 0-18-16,0 0-16 0,0 0-13 0,0 0-14 0,0 0-7 0,0 0-3 0,0 0 2 16,0 3 2-16,0 3 10 0,0 0 5 0,0 3 7 0,0 0 9 0,0 1 7 15,0-1 7-15,0 2 8 0,8 3 8 0,-8 0 6 0,0 1 5 0,0 5 4 16,5-6 1-16,-5 7-5 0,0-6-5 0,0 3-6 0,0 1-7 0,0-3-5 15,0 2-4-15,0 9-6 0,0-9-2 0,-5 1-2 0,5 7-2 0,-8-7-1 0,8 6 0 16,-7-7 0-16,7 6-1 0,-5-3-3 0,-2-2-1 0,7 2-4 0,-5-7-1 16,-2 5-2-16,7-4-5 0,-8 0-5 0,8-5-2 0,-5 3-7 0,5-2-5 0,-8-1-4 15,8-5-5-15,0 4 0 0,-6-5-1 0,6 6-1 0,-5-5 0 0,5 0 3 16,0-1 1-16,-7 2 1 0,7-6 1 0,-9 6 4 0,9-2 3 0,-5-4 4 16,5 5 6-16,-6-5 4 0,-1 0 4 0,2 6 5 0,-4-6 0 0,9 0 2 15,-7 0 1-15,2 0 3 0,-1 0 1 0,-1-6 4 0,1 6 2 0,6 0 3 0,-8-5 4 16,3 5 2-16,5-4 3 0,-7 4 1 0,7-6 5 0,0 0 0 0,-6 6 1 15,6-4 4-15,0-1 1 0,-6 0 1 0,6 1 1 0,0-2 3 0,0 2 2 16,0 4 3-16,0-5 3 0,0 1 2 0,0-1 3 0,0 5 2 0,0-7-1 16,0 7-3-16,0-3 1 0,0 3-3 0,0-6-4 0,0 6-9 0,0 0-5 0,0-5-7 15,0 5-8-15,0 0-3 0,0 0-6 0,6 0-3 0,0 5-1 0,1-5 0 16,-7 6 1-16,5-3 1 0,3 4 2 0,-2 2 3 16,1-4 3-16,4 5 6 0,-4-1 7 0,2 0 3 0,-4 7 3 0,8-5 1 0,-8 2 1 0,4 2-4 0,3 0-4 15,-6-6-2-15,2 6-7 0,-3 0 0 0,3 0-4 0,-1-2-1 0,-2 2-2 16,-5 0-4-16,7 0 1 0,-7-1 1 0,0 0-2 0,0 1 1 0,0 1-1 15,0-7 1-15,0 6 0 0,0-6 0 0,0 3-1 0,0-3 1 0,0 0-2 0,0 0-2 16,0-3-1-16,0 3-6 0,0 1-10 0,0-4-12 0,0 3-16 0,0-5-19 16,0 1-21-16,0 5-25 0,5-5-31 0,-5 1-32 0,7-3-37 0,-7 3-69 15,8 0-86-15,-3-2-72 0,3 1-65 0,-2-5-16 0,7 4 7 0,-5-4 19 0,3 0 31 16,-4 0 32-16,7 0 38 0,-2 0 42 0,1-4 45 0,-7-1 48 0,7 1 52 0,0-8 68 16,-7 3 81-16</inkml:trace>
  <inkml:trace contextRef="#ctx0" brushRef="#br0" timeOffset="72017.12">11483 16046 0 0,'0'0'31'0,"0"0"46"0,0 0 28 0,5 0 29 0,-5 0 29 0,0 0 30 0,0-3 25 0,0-3 27 0,0 6 23 0,0-6 24 0,0 6 20 0,-5-4-12 0,5-1-34 0,0 1-20 0,0 4-14 0,0-5-11 16,0 1-5-16,0-2-10 0,0 0-10 0,0 3-10 0,0-3-5 0,0 0-5 16,0 3-1-16,0-3-1 0,0 1 0 0,0 1-1 0,0-2-3 0,0 6-6 15,0-4-7-15,0 4-9 0,0-5-8 0,0 5-12 0,0-4-12 0,0 4-14 0,0 0-13 16,0 0-18-16,0 0-20 0,0 0-15 0,0 0-16 0,0 0-11 0,0 0-12 16,0 0-5-16,0 0-6 0,0 4-1 0,0 1-1 0,0-1 0 0,5 6 1 15,-5 1 3-15,0-2 3 0,0 6 7 0,0 0 6 0,6-2 5 0,-6 8 9 0,0-2 1 16,0 1 4-16,0-1-2 0,0 5-2 0,0-3-4 0,0 2-1 0,0 3-6 15,0-2-4-15,0 0-5 0,-6-4-8 0,6 4-4 16,0 0-7-16,0-5-7 0,0 7-3 0,0-7-4 16,0 0-5-16,0 1-2 0,6-1-5 0,-6-4 0 0,0 0-7 0,0 0 0 0,0-2-2 0,7-2-1 0,-7-2 4 0,0 1 1 0,6 1 4 15,-6-1 5-15,0-7 3 0,0 3 7 0,7-6 5 0,-7 0 8 16,0 0 7-16,0 0 11 0,0 0 14 0,0 0 9 0,0 0 9 0,0 0 7 0,0-6 7 16,0 6 6-16,0-3 2 0,0-7 5 0,0 5 1 0,0-4 2 0,-7-3 3 15,7 3-4-15,0-5-1 0,-6 4-9 0,6-6-7 0,-7 1-7 0,7 2-7 0,-6-2-3 16,1 0-5-16,5 0-2 0,-8 2-4 0,0-2-3 15,8-6-3-15,-5 8-4 0,-1-8-5 0,6 1-3 0,-7 2-2 0,2-2-2 0,5 0-2 0,-9 1 0 16,9-2 1-16,-5 3-2 0,5-1-1 0,0-2 1 0,0 3-4 0,0-3 1 0,0 2-1 16,0 4-1-16,0 0-1 0,0 0 0 0,5 2 0 0,-5-2 3 0,9 6-3 31,-9-6-2-31,5 4 4 0,2 1-3 0,-1 1 1 0,-6-1-2 0,13 5 4 0,-5-5-2 16,-3 1 1-16,1 4 0 0,1 1 1 0,6-6 2 0,0 5-2 0,1-1 2 15,-9 3 1-15,8-4 0 0,6 2 0 0,-4 1 0 0,-3 4 0 0,8-5-1 16,-7 5-3-16,0-4 1 0,8 4-1 0,-10 0 0 0,2 0 1 0,0 4-1 15,1-4 3-15,-1 5 1 0,-1-1 2 0,-5 1 2 0,0 5 3 0,6-4 2 16,-7 3 5-16,-6 1 2 0,7-1 2 0,-7 6 4 0,0 0 0 0,-7-6 2 0,7 12 2 16,-6-6-6-16,-2 0 0 0,3 3-5 0,-2-2-4 0,-5 2-6 0,-3-3-4 15,3 0-7-15,0 4-5 0,-3-4-7 0,9 0-4 0,-5-6-8 0,-5 7-6 0,4-7-10 16,6 0-5-16,-7 0-8 0,5 3-10 0,-4-3-8 0,6-3-7 0,0 3-10 16,-2-5-10-16,8 1-8 0,-7-1-6 0,2-4-7 0,5 6-5 0,-6-1-12 15,6-5-12-15,0 0-24 0,0 0-28 0,0 0-28 0,0 0-30 0,0 0-39 16,0 0-41-16,0 0-7 0,0-5 9 0,6 5 16 0,-6-6 19 0,0 2 23 0,5-5 24 15,-5 4 30-15,7 1 30 0,1-8 40 0,-2 9 40 0,-6-9 43 0,6 3 59 0</inkml:trace>
  <inkml:trace contextRef="#ctx0" brushRef="#br0" timeOffset="72510.85">12094 15982 0 0,'13'0'2'0,"-8"6"112"0,3-6 74 0,0 0 52 0,-3 0 42 0,1-6 41 0,1 6 38 0,-1-9 35 0,-6 4 35 0,8-5 32 16,-8 6 32-16,0-1 31 0,5-5 30 0,-5 5-74 0,0 1-137 0,0-7-74 15,0 7-48-15,0-1-29 0,0 1-17 0,0-2-22 0,0 2-21 0,-5-1-19 0,5-1-19 16,-8 3-19-16,2-4-16 0,-1 2-17 0,1 5-14 0,1-4-14 16,-3 4-11-16,0 0-7 0,3 0-8 0,-8 0-6 0,-1 0-3 0,7 4-4 0,-4 1 0 15,3 2 0-15,-5-4-1 0,8 3 1 0,-9 3-6 0,7 1-2 0,-6-1-3 0,8 2-6 16,-9 4-4-16,9-6-4 0,-3 5-7 0,-5-3-4 0,5 4-4 0,3 0-1 16,-1-6-3-16,-7 4 0 0,6 2-1 0,1 0 4 15,6 0 2-15,-7-5 3 0,0 5 4 0,0-6 3 0,7 6 5 0,0-6 4 0,-5 1 1 0,5 1 3 0,0-1 3 16,0-5 3-16,0 3 1 0,5-3-1 0,-5 4 4 0,0-3 1 0,7 0 1 15,0-3 0-15,-7 3 4 0,7-6 6 0,-1 6 1 16,1-6 8-16,-2 4 7 0,3-4 7 0,-2 0 6 0,7 0 5 0,-6 0 9 0,7-4 3 0,-9 4 6 0,9-6 6 16,-9 0 4-16,8 6 4 0,1-3 6 0,-7-9 2 0,6 9 2 0,0-3 6 15,-2 1 1-15,-4 1 2 0,7-5 3 0,-1 2 1 0,-8-2 2 0,11 4-1 16,-11-5-1-16,8 1-1 0,-7 0-4 0,2 3-3 0,-3-9-2 0,2 6-4 16,5-1-3-16,-5-5-7 0,1 6-4 0,-3-6-6 0,3 5-9 0,-2-4-3 0,-1 4-6 15,2-5-3-15,-7 6-4 0,8-2 2 16,-8 1 1-16,6 6-1 0,-6-1 3 0,6 1-3 0,-6-2 0 0,0 6-1 0,0 0-6 0,0 0-1 0,0 0-5 0,0 0-1 15,-6 0-3-15,6 6-2 0,0-2-1 0,-6 1-2 0,6 5-7 0,-8-6-4 16,8 7-2-16,-7-2 0 0,7 6-1 0,-5 0 2 0,5-2 2 0,-6 2 2 16,6 0 4-16,-8 0-1 0,8 0-2 0,-5 4-2 0,5-4-7 0,0 0-3 0,0 0-3 15,0 0-7-15,0-2-4 0,0 2-7 0,0 0-6 0,5-5-8 0,-5 4-12 16,8-4-11-16,-8-1-12 0,6 7-13 0,-6-7-14 0,5 0-15 16,-5-3-17-16,7 3-19 0,1-4-15 0,-8 5-28 0,6-4-32 0,0-1-44 0,1-1-49 0,-2-4-47 15,3 4-45-15,0-4-6 0,-3 0 10 0,1 0 22 0,-1 0 28 0,2-4 32 16,7 0 35-16,-7-7 34 0,4 8 37 0,-2-9 42 0,3 3 45 0,2-6 53 0,-9 6 67 15</inkml:trace>
  <inkml:trace contextRef="#ctx0" brushRef="#br0" timeOffset="72812.32">12674 15930 0 0,'7'-6'8'0,"-7"1"124"0,5 1 78 0,-5-1 59 0,0 1 48 0,0-2 42 0,0 2 38 0,-5-1 33 0,5-4 33 0,0 2 26 0,0-2 27 0,-7 4 24 0,7 1 25 0,0-5-89 0,0 3-151 15,0 0-86-15,-7 3-55 0,7-3-33 16,0 6-25-16,-7-6-20 0,7 2-16 0,0 4-15 0,-6-5-13 0,6 5-12 0,-7-4-8 0,7 4-8 0,-6-5-8 0,-1 5-11 15,1 0-7-15,1 0-8 0,-3 5-6 0,0-5-4 0,3 4-1 0,-8 1-1 16,8-1-3-16,-9 2 2 16,7 3 0-16,-7 3 0 0,1-3 2 0,8 0-1 15,-9 0-1-15,1 7 4 0,1-7-3 0,3 6 3 0,-1 0 0 0,-3 0 2 16,5-2-2-16,0 2 0 0,-3 0-1 0,3 0 1 0,3 0-4 0,-3-2 1 0,3 2-2 16,5 0-2-16,-7 0-3 0,7 0-1 0,0 0-2 0,0-1-1 0,0 0-2 15,0 1-1-15,7 1-2 0,-7-7-1 0,5 6-6 0,3 0-7 0,-3-6-4 16,3 6-5-16,3-6-6 0,-3 1-2 0,5-1-8 0,0 3-7 0,1-3-10 0,-2 0-15 15,1 1-17-15,1-5-22 0,-2 4-21 0,8-2-31 0,-8-4-35 0,7 3-49 16,-6-1-54-16,8-5-52 0,-8 4-47 0,0-4-11 0,7 0 7 0,-8 0 17 16,1-4 25-16,1-1 31 0,-2-1 31 0,2 3 39 0,-1-9 36 0,1 3 47 0,-9-1 47 15,2-4 56-15,4-2 70 0</inkml:trace>
  <inkml:trace contextRef="#ctx0" brushRef="#br0" timeOffset="73018.17">12844 15900 92 0,'0'-9'163'0,"0"-7"47"0,0 7 41 0,0-6 36 0,0 6 37 0,0-6 34 15,-8 5 35-15,8 1 30 0,0-6 33 0,0 6 26 0,0-3 28 0,0 3-66 0,0 0-119 16,0-1-66-16,8 5-35 0,-8 1-23 0,0-1-19 0,0-2-18 0,0 7-24 16,0-3-19-16,0 3-24 0,0 0-17 0,0 0-14 0,0 0-11 0,0 0-7 15,0 3-7-15,0 4-7 0,0-2-4 0,5-1-3 0,-5 5-4 0,0 2-2 16,0 2 2-16,0-1-2 0,0 7 5 0,0-5 4 0,6 2-1 0,-6 2-2 0,0 1-1 16,0 2-4-16,0 3-3 0,0-5-8 0,0 1-12 0,0 5-17 0,0-7-21 15,-6 7-23-15,6-4-27 0,0-3-28 0,0 1-33 0,0 7-35 0,0-12-46 16,0 6-51-16,0-2-84 0,0-2-100 0,0-1-50 0,0 0-23 0,0-6 7 0,0 1 22 15,0-1 32-15,0-4 35 0,0-5 42 0,0 4 45 0,0-4 46 16,0 0 50-16,6-4 55 0,-6-1 59 0</inkml:trace>
  <inkml:trace contextRef="#ctx0" brushRef="#br0" timeOffset="73384.48">13013 15979 0 0,'5'-11'1'0,"-5"1"107"0,0 1 83 0,0-1 59 0,8 1 54 15,-8-2 46-15,0 2 42 0,0-1 42 0,0 1 39 0,0 3 33 0,0-4 34 16,-8 5 27-16,8-4 28 0,0 5-75 0,0-2-132 0,0 3-87 0,0 3-63 0,0 0-40 15,0 0-33-15,0 0-30 0,0 0-26 0,0 0-23 0,0 0-22 0,0 0-18 16,0 0-13-16,0 0-11 0,0 0-8 0,-5 3-8 0,5-3-4 16,-8 6-4-16,8 3 0 0,-6-5-1 0,1 8 1 0,5-3 0 0,-7 0 4 0,-2 1-1 15,-3-1-1-15,6 6-4 0,-8 0-5 0,7-6-4 0,-4 6-6 0,4-6-7 0,-7 6-6 16,2-3-1-16,5 1-5 0,-5-4-1 0,4 6 0 0,-5-3-1 0,2-3 0 16,3 0 3-16,-5 1 3 0,7-1 6 0,-1 2 2 0,-6-1 7 0,5-6 5 0,3 1 4 15,-1-1 2-15,6 1 2 0,-7 1 0 0,7-2-4 0,-5-4-1 0,5 0-7 16,0 0-5-16,0 0-2 0,0 0-2 0,0 0 0 0,0 0 1 0,5 5 1 15,-5-5 3-15,7 0 2 0,-1 0 1 0,-6-5 3 0,13 5 5 0,-5 0 5 0,-3 0 6 16,2 0 5-16,5 0 11 0,3 0 4 0,-10 0 5 0,9 5 2 0,-1-5 1 16,-1 0 2-16,0 0-2 0,3 6 0 0,4-3-2 15,-7-3-1-15,2 7-4 0,-1-2-2 0,-8-1-3 0,16 0-3 0,-15 1-6 16,7-5-9-16,0 9-14 0,1-3-18 0,-9 0-20 0,10-3-29 0,-10 9-32 0,3-8-35 0,-2 5-35 0,-1 0-62 16,3-3-68-16,-8 3-86 0,8-3-89 0,-8 4-33 0,0-1-7 15,0 0 14-15,0-3 22 0,0-1 33 0,-8-1 37 16,8-4 43-16,-8 5 45 0,8-5 51 0,0-5 51 0,-5 5 64 0,5-4 69 0</inkml:trace>
  <inkml:trace contextRef="#ctx0" brushRef="#br0" timeOffset="74036.11">13339 16018 0 0,'0'0'7'0,"-8"-5"121"15,1 5 73-15,7 0 52 0,-6-4 42 0,-2 4 39 0,3-6 39 0,0 0 32 0,-3 3 32 0,2-3 26 0,6 0 25 0,-7 6 20 16,7-3 21-16,0 3-90 0,0 0-153 0,0 0-87 0,0 0-48 0,0 0-31 0,0 0-24 15,0 0-22-15,0 0-21 0,0 0-19 0,0 0-15 0,0 0-9 0,0 0-9 16,0 0-6-16,0 0-3 0,0 3-3 0,7-3-4 0,-7 6 2 0,0 0 1 16,6-3 1-16,-6 9 3 15,8-8 2-15,-8 1 3 0,5 4 2 0,-5-5 2 0,5 8 2 0,3-9 0 0,-2 9 3 0,-6-9 0 0,7 3 0 0,1 3-1 0,3-5 1 16,-3 2-1-16,-3-1-1 0,8-1 0 0,-5 2 0 0,5-6 0 0,-8 5-2 16,9-5-3-16,-1 4-3 0,-1-4-1 0,-3 0-1 0,2-4 0 0,1 4-2 0,-3 0 1 15,3-5-2-15,-6-1 2 0,2 6 4 0,-3-4 3 0,3-1 2 0,-3-1 6 16,2 2 3-16,0-1 6 0,-7 1 2 0,5-5 5 0,2 3 5 0,-7 0 3 15,0-3 3-15,0-1 2 0,8 1 3 0,-8 4 0 0,-8-11-1 0,8 7-5 0,0 0-2 16,-7-2-4-16,7 1-2 16,-5 1-2-16,-2-6-3 0,0 5-3 0,2 1-2 0,-3 0 0 0,3-1-1 0,-3-1-4 0,2 8 0 0,1-4-2 0,-2 2-3 31,-2 1-4-31,4 4-2 0,-2 0-2 0,1 4-2 0,1-4-1 0,-4 5-2 16,9 5-2-16,-7-4-1 0,2 3-4 0,-1 1-2 0,-1-1 0 0,1 2-1 0,6 4 2 15,-8-6 3-15,3 5 1 0,5 0 3 0,-7 1 5 0,7 1 0 0,0-2 1 16,-6 2 1-16,6-1 2 0,0-2 1 0,0-4 2 0,6 6 0 0,-6 0-3 15,0 0 0-15,7 0-1 0,-7-6-1 0,5 0-2 0,3 7 0 0,-2-7 0 16,1 0 1-16,-1 3 3 0,-1-9 0 0,2 9 1 0,7-3-2 0,-8-5 2 0,6 5 2 16,4-3 3-16,-5-1 2 0,2-1-1 0,0 2 2 0,1-6 1 0,6 6 0 15,-7-6 1-15,6 0-3 0,-6 0 1 0,5-6-1 0,3 0 1 0,-2 2-2 0,1-1 0 16,0-1 1-16,-1-3-1 0,1 0-2 0,-7-1-1 0,6-5 3 0,-6 0-1 16,5 6 2-16,-2-10-1 0,-3 4 1 0,-2-5 0 0,2 1 0 0,-6-2 1 0,7 2 1 15,-8 1 4-15,1-7 0 0,-2 1 4 0,2 3 1 0,-7-3 4 0,7-1-1 16,-7 1 3-16,0-6-2 0,0 8 0 0,0-9 2 0,0 7-1 0,0-1 2 15,-7-4 3-15,7 4 1 0,0 1 3 0,-7-1 2 0,7 7 3 0,-5-2 1 16,5 4 1-16,-7 7 2 0,7-6 1 0,-6 11-4 0,6-5-2 0,0 3-7 16,-8 6-7-16,8 0-5 0,-6 0-5 0,6 6-5 0,-7-2-5 0,2 5-7 0,-3 6-4 15,2 0-3-15,1 5-7 0,-3-1-2 0,3 6-1 0,5-1 0 0,-7 1 3 16,-2-1 5-16,4 6 5 0,5-6 4 0,-6 1 1 0,6 3-1 0,0-4-1 0,0 1-1 16,0-5 0-16,0-1-3 0,0 5-2 0,6-3-5 0,-6-2-6 0,0-1-11 15,5-3-13-15,4 6-12 0,-9-8-17 0,7 2-20 0,-2 0-17 0,-5 0-25 16,8 0-31-16,-3-6-26 0,1 0-29 0,-6 7-38 0,8-12-42 0,-3 7-58 0,2-2-64 15,-1-3-45-15,-6-3-35 0,8 3 3 0,-8 0 16 0,0-6 28 0,0 0 34 0,0 0 38 16,0 0 43-16,0 0 42 0,0-6 43 0,0 0 50 0,0-3 52 0,0 3 59 16,-8-3 76-16</inkml:trace>
  <inkml:trace contextRef="#ctx0" brushRef="#br0" timeOffset="74209.42">13715 15988 0 0,'-5'-6'39'0,"-2"3"115"0,-6-3 71 0,6 1 57 0,0 1 48 0,2 4 44 0,-3-6 39 0,0 2 36 0,3 4 31 0,5-5 26 0,-6 1 21 16,6 4 3-16,0-6-6 0,6 6-93 0,-6-5-138 0,0 5-84 0,5-4-55 15,-5 4-38-15,8-6-31 0,0 6-21 16,-3-5-22-16,2 5-15 0,0-4-13 0,6 4-4 0,-6 0-5 0,5 0-3 0,0 0 0 0,1 0-6 0,1 0-5 16,-1 0-15-16,0 0-24 0,0 0-32 0,8 0-40 0,-8 0-57 0,-2 0-69 0,2 0-101 15,8 0-111-15,-8 0-49 0,-1 0-12 0,0-5 2 0,3 1 13 0,-1-2 19 0,-4 2 25 16,4-1 36-16,-1-4 42 0,0-3 52 0,0 3 57 0,0-1 67 0,-5 1 72 16</inkml:trace>
  <inkml:trace contextRef="#ctx0" brushRef="#br0" timeOffset="74462.75">14282 15949 64 0,'0'-4'162'0,"7"-2"64"0,-7 1 55 0,6 1 45 0,-6-2 42 15,5 1 36-15,-5 1 35 0,0-1 32 16,9 1 27-16,-9-2 27 0,0 2 23 0,7-7-56 0,-7 8-104 0,5-4-85 0,-5 2-80 0,6 1-51 0,-6 4-38 0,7-5-30 15,-1 1-21-15,2 4-21 0,-1-6-17 0,-2 6-14 0,1-3-13 0,2 3-8 16,5 0-10-16,-8 0-15 0,9 0-15 0,-9 0-23 0,10 0-22 0,-9 3-29 16,7-3-33-16,-8 6-34 0,9-2-38 0,-1 1-70 0,-6-5-80 0,7 4-70 0,-9 1-58 15,8 2-21-15,-5-4 2 0,-2-3 20 0,1 6 23 0,-2-6 37 0,3 5 39 0,-2-1 44 16,-6-4 46-16,0 0 52 0,0 0 51 0,0 0 67 0,0 6 80 16</inkml:trace>
  <inkml:trace contextRef="#ctx0" brushRef="#br0" timeOffset="74621.27">14348 16052 0 0,'-14'15'9'0,"1"-6"129"0,1 1 79 0,-2-1 61 0,8-3 49 0,-6-1 44 16,3-1 35-16,2 2 31 16,7-2 26-16,-5-4 21 0,5 5 22 0,0-5 20 0,0 0 20 0,0 0-91 0,0 0-152 0,0 0-92 0,0 4-54 0,5-4-33 0,2 0-23 15,2 5-17-15,-4-5-15 0,2 6-8 0,4-6-5 0,5 0-9 0,2 0-11 0,-4 0-22 16,4 0-21-16,3 0-35 0,3 0-40 0,-3 0-55 0,5-6-58 0,0 6-121 16,-7-5-144-16,8 5-66 0,-1-4-22 0,-8-1 0 0,9 1 11 0,-7-2 22 0,-1 2 29 15,2-7 35-15,-2 2 41 0,1-6 46 16,-8 2 54-16,8-2 63 0,-7-10 69 0</inkml:trace>
  <inkml:trace contextRef="#ctx0" brushRef="#br0" timeOffset="76097.17">15540 15851 6 0,'6'0'80'0,"-6"0"47"0,0 0 42 0,0 0 36 0,5 0 30 0,-5 0 31 0,8 0 27 0,-8 0 28 0,0 0 25 0,0 0 30 0,7-3 27 0,-7-3-20 16,0 0-47-16,0 3-41 0,0 3-37 0,0-6-27 0,0 0-22 0,0 2-18 0,0-1-12 15,0-4-11-15,0 5-13 0,0-2-9 0,-7 1-11 0,7-5-15 0,-8 4-12 16,8 2-14-16,-5-5-13 0,5 4-10 0,-6-5-10 0,-2 5-9 0,3-4-6 15,-3 2-7-15,1-2-3 0,2 5-6 0,-2-1-3 0,0-4-3 0,-6 3-4 16,5 2-3-16,3-7-2 0,-6 11-3 0,-5-3-2 16,11-4-4-16,-8 7-1 0,-1-5-3 0,7 5-3 0,-4 5-2 0,-2-5-4 0,0 7-1 0,-1-7-3 0,1 9-1 15,1-4-2-15,-2 5-1 0,1-1-1 0,0 0 1 0,5 0-3 0,-2 7 3 16,-4-7-3-16,7 6 3 0,-6 0-2 0,6 0 2 0,0 4 0 0,-6-4 3 16,8 0 1-16,-1 4 0 0,-2-5 0 0,1 2 2 0,2 3 1 0,5-5 0 15,-9 7-2-15,4-8 0 0,5 2 1 0,0 0-2 0,-5 0-1 0,10 0-1 0,-5-2 3 16,0 2-3-16,5-3 1 0,4 1 3 0,-4-4-1 0,2 2 3 0,1-1-1 15,-2-1 4 1,7-3 2-16,-1-2 5 0,2 1 3 0,-1-1 8 0,1 1 8 0,4-5 5 16,-5 0-2-16,6 0 2 0,1-5 2 0,0 5 5 0,0-9 4 0,-1 5 1 15,2-2 5-15,-3-3 0 0,8-1 0 0,-7-1 0 0,1-2-1 0,-1 4-2 0,2-6-5 16,-2 3-2-16,0-1 3 0,-7-2 0 0,4 0-1 0,-5 0-1 0,1 0-5 16,-3 2-2-16,3-2-4 0,-6 0-2 0,-6-4 0 0,6 5-5 0,-6-7 1 15,0 2-5-15,0-2-3 0,0 3-1 0,0-1-3 0,-6-2-2 0,6-3 0 16,-6-1-3-16,6 7-2 0,-7-6-3 0,2-1 2 0,-4 5-2 0,2-5 0 0,2 6 2 15,-1-2-1-15,6-3 2 0,-5 11 0 0,-3-8 3 0,0 6 7 0,3 2 5 16,5-2 2-16,-7 0 8 0,7 6 2 0,-6-2 4 0,6 2 3 0,0-1 2 16,0 6 4-16,0-7 4 0,-6 7 3 0,6-2 2 0,0 1 2 0,0 5-6 0,0 0-7 15,0 0-8-15,0 0-11 0,0 0-6 0,0 0-7 0,0 0-3 0,0 0-4 16,0 0-1-16,0 5-4 0,0 1-3 0,0 3-1 0,0 1-5 0,0 5 2 16,0 0 3-16,0 0 3 0,6 4 6 0,-6-1 3 0,0 6 3 0,0 1 5 0,0-1-2 15,0 6 2-15,-6 1 0 0,6-3 0 0,0 7-1 0,0-7-4 0,-7 6 1 16,7-4-4-16,0 4-1 0,0-4-3 0,0-2-2 0,0 2-2 0,0-6-9 15,0 6-4-15,0-5-12 0,0-7-8 0,7 7-12 0,-1-4-14 0,-6-3-12 0,6-3-12 16,1 0-17-16,6 4-13 0,-5-9-19 0,-3 4-16 0,6-4-24 0,-4 1-24 16,7-1-24-16,-1-1-22 0,1-5-40 0,-2 1-47 0,2 1-60 0,4-3-63 15,-4-3-25-15,-1 0-7 0,7 0 14 0,-9-3 24 0,5-3 32 0,-3 1 33 16,-3-3 38-16,4 3 41 0,-1-11 44 0,1 7 44 0,-2-2 54 0,2-2 59 0</inkml:trace>
  <inkml:trace contextRef="#ctx0" brushRef="#br0" timeOffset="77001.1">15935 15720 0 0,'-5'3'6'0,"5"9"122"0,-8-8 85 0,3 1 57 0,5-1 44 0,-5 2 37 0,5-6 33 0,0 0 31 0,0 0 34 0,0 0 27 15,-9-6 27-15,9 2 24 0,0 4 26 0,0-5-83 0,0 5-143 0,0 0-87 0,0-4-64 16,0 4-29-16,0 0-18 0,0 0-12 0,0 0-13 0,0 0-18 0,0 0-16 16,0 0-16-16,0 0-15 0,0 0-15 0,0 0-16 0,0 0-13 0,0 0-11 15,0 0-8-15,0 4-5 0,0 1-3 0,0-1-1 0,0 2 1 0,9 3 1 16,-9-4 6-16,0 5 4 0,0 0 4 0,5 1 6 0,-5-2 6 0,0 0 4 0,5 1 3 15,3-1 0-15,-8 3 2 0,5-3 1 0,3 0 0 0,-2-5 2 0,1 8-1 16,-1-9-1-16,2 3 0 0,-3-1-4 0,3-1 3 0,4-4-1 0,-5 6 1 16,5-6 3-16,1 0-1 0,1 0 0 0,-2 0-1 0,2 0-2 0,-1-6 0 0,6 6-1 15,-6-4 1-15,0-1-1 0,0-1 1 0,6 3 0 0,-4-4 2 0,-10-2 4 16,9 4 1-16,-1 1 3 0,-6-5 3 0,-1 3 1 0,0-3 3 0,-6-3 2 16,5 3 2-16,-5 0-2 0,0-6 1 0,0 5 5 0,0-5-5 0,-5 0-1 0,5 2-2 15,-6-2-2-15,0 0-5 0,-1 0-2 0,-1 0-3 0,3 0-4 16,-3 2-4-16,2-2-3 0,1 6-2 0,-10-7 0 0,9 7-2 0,0-2-3 0,-1 7 0 15,2-1-4-15,-11 1-1 0,11-2 1 0,-1 6-6 0,-1 0 0 0,-7 0-1 0,9 0 1 16,-2 6-2-16,1-2 1 0,1 1-1 0,-11-1 1 0,11 7 0 0,-2-2 0 16,0 1 3-16,-6 5-1 0,6-6 4 0,2 6-1 0,-2 1 3 0,0-2 3 15,2-1-1-15,-3 2 0 0,3 6 1 0,-3-8 4 0,2 7-1 0,6-4 0 0,-7-1-2 16,7 3 0-16,-6-2 2 0,6-1-3 0,0 3 2 0,0-2-2 0,0-2 1 16,0 0 0-16,0-5-1 0,0 6 3 0,6 0-2 0,-6-6 2 0,7 6-1 15,-1-6 1-15,-6 3-1 0,8-3-1 0,5 1 2 0,-8-1-3 0,2-4 0 16,0 5 1-16,5-4-4 0,1-3-6 0,1 3-5 0,-2 0-8 0,2-3-9 0,4-3-8 15,-4 6-12-15,4-6-8 0,3 0-14 0,-2 0-14 0,7-6-12 0,-5 6-14 16,3-3-12-16,-3-3-11 0,5 0-8 16,0 3-8-16,0-3-9 0,-7-4-12 0,8 1-18 0,-2 4-21 0,-6-11-16 15,8 7-11-15,-6-6 5 0,-3 0 12 0,8 2 14 0,-13-2 19 0,6 0 27 16,2 0 34-16,-8-3 37 0,6 2 39 0,-6-2 38 0,0 3 37 0,-5-6 39 0,2 2 46 0,4-2 43 0,-7 3 44 0,1-1 33 0,-3-2 28 16,2 3 23-16,-7-3 18 0,7 6 5 0,-7-4-6 15,5 5-18-15,-5-2-20 0,-5 3-16 0,5-2-12 0,0 0-11 0,0 5-11 16,-7-4-18-16,7 4-19 0,-7 1-16 0,2-3-19 0,-3 3-18 0,8 0-18 0,-7 3-11 0,2 3-11 0,-4-7-11 15,9 10-11-15,-5-5-10 0,0 5-13 0,-3-6-8 0,2 6-9 0,-1 0-6 16,1 6-6-16,-1-6-5 0,-7 5-3 0,9-1-3 0,-2 2-2 16,-4 3-2-16,2 0 0 0,-3 0 0 0,-2 3 1 0,9-3 1 0,-8 6 4 0,-1-2-1 15,7 3 1-15,-6-2 3 0,8 1-2 0,-9 5 2 0,7-6 1 0,-6 5-2 16,7 2-1-16,-2-3-5 0,3-3-4 0,0 6-7 0,-4-2-5 0,4-5-6 0,-2 2-3 16,7-1-5-16,0-2-3 0,-8-4 0 0,8 3-4 0,0 3-1 0,0-12-1 15,0 7 3-15,8-1-1 0,-8-4 7 0,7 2 8 0,-7-4 5 0,5 3 9 0,4-1 7 16,-4-1 4-16,0-4 7 0,9 0 5 0,-7 0 4 0,6 0 5 0,-7 0 7 15,7 0 6-15,0 0 4 0,1-4 9 0,-7 4 6 0,6-5 9 0,-2-1 6 16,2 3 4-16,3-4 5 0,-5-2 5 0,1 4 4 0,2-5 3 0,-7 7 4 16,6-9 2-16,-7 3 0 15,7-1 1-15,-8 1-3 0,4 0-5 0,-4-2-4 0,2 1-7 0,1 0-4 16,-3 1-5-16,2 4-3 0,0-5-4 0,-7 5-5 0,5-4-3 0,-5 2-6 0,8 7-5 0,-8-3-7 0,0 3-5 0,0 0-3 0,0 0-4 0,0 0-1 16,0 3 0-16,5-3-1 0,-5 12-1 0,0-8 0 0,0 5 0 0,0 2 0 31,8 2-2-31,-8 3 4 0,0-1 2 0,0-1 1 0,0 5 3 0,0 2 0 0,0-3 0 15,0 3 0-15,0-2-3 0,0 0 1 0,0 5-3 0,0-3 1 16,0-3-3-16,0 3-1 0,0 4-3 0,0-7-1 0,0 1 0 0,0 7 0 0,6-7 0 16,-6 0-1-16,0 2 0 0,0-3-2 0,5 3-1 0,-5-2-2 0,0-1-3 15,7-3-6-15,-7 6-10 0,0-8-11 0,9 2-10 0,-9 0-15 0,0 0-14 16,5-6-19-16,-5 1-17 0,0 1-22 0,0-8-23 0,0 9-26 0,0-8-23 0,0-4-30 16,0 5-29-16,0-5-46 0,0 0-56 0,0 0-64 0,0-5-66 0,0 1-15 15,-5-1 11-15,5-5 21 0,0-1 30 0,0 1 36 0,0-3 37 0,5-1 40 0,-5-7 42 16,0 2 44-16,7-2 46 0,-1-3 57 0,-1-1 66 0</inkml:trace>
  <inkml:trace contextRef="#ctx0" brushRef="#br0" timeOffset="77334.89">16894 15690 11 0,'0'-15'123'0,"0"5"78"0,0-4 58 0,0 4 52 0,0 1 45 0,0 0 42 0,-6-7 42 0,6 7 35 0,0 3 34 0,0-3 26 0,0 4 25 0,0 1-26 0,0-8-57 16,0 12-95-16,0-4-115 0,0 4-69 0,0 0-45 0,0 0-36 0,0 0-29 15,0 0-26-15,0 0-23 0,6 0-14 0,-6 0-14 0,0 4-5 0,6 2-3 0,-6 0-2 16,0-2-2-16,7 5 2 0,-7 2-1 0,5-2 4 0,3 1 3 0,-8 5 4 15,8 0 3-15,-8-2 3 0,5 8 2 0,-5-3-1 0,6-3-1 0,-6 6-2 16,0-2-2-16,0-1-5 0,0 3-1 0,0-2-10 0,0 2-7 0,7-3-10 0,-7 1-6 16,0-4-6-16,0 0-6 0,0 0-4 0,5 0-5 0,-5-6-2 0,0 1 1 15,9-1-1-15,-4 1 1 0,-5 1 3 0,7-8 2 0,-1 3 9 0,-1-6 11 16,4 6 9-16,3-6 7 0,-5 0 11 0,0 0 9 0,6-6 8 0,-6 0 8 0,5 6 7 16,-5-9 4-16,6 4 6 0,-8 1 7 0,9-6 4 0,-7 1 3 0,7-2 3 15,-9 1 3-15,8-4 3 0,-8 4-1 0,4-5-4 0,-4 0-1 0,2 2-7 16,-7-2-3-16,8 0-7 0,-3-4-6 0,-5 4-7 0,7-6-8 0,-7 3-6 15,7-1-8-15,-7-2-8 0,0 6-8 0,0-3-10 16,5 2-11-16,-5-2-8 0,0 8-8 0,0-4-13 0,7-2-10 0,-7 11-14 16,0-5-14-16,0 1-20 0,0 4-19 0,0 1-32 0,0 4-34 0,0 0-38 0,0 0-42 0,0 0-65 0,-7 0-70 15,2 0-56-15,5 4-41 0,0 1-6 0,0-1 14 0,-7 7 23 0,7-7 30 0,0 5 35 16,0-3 40-16,0 4 45 0,0-5 48 0,0 0 54 0,0-1 53 0,7 2 66 0,-7-2 80 16</inkml:trace>
  <inkml:trace contextRef="#ctx0" brushRef="#br0" timeOffset="77858.83">17415 15714 1 0,'0'0'106'0,"0"0"84"0,0 0 57 0,0 0 46 16,0 0 38-16,0-4 37 0,0-1 32 15,0-4 30-15,0-1 30 0,0-1 25 0,0 8 25 0,8-9-12 0,-8 3-38 0,0 5-91 0,0-2-121 0,0 2-66 0,0-1-35 16,5 0-25-16,-5 5-19 0,0-4-20 0,0 4-18 0,0 0-17 0,0 0-12 16,0 0-13-16,0 0-7 0,0 0-9 0,-5 4-6 0,5 1-6 0,0 4-6 0,-8-3-2 15,8 3 1-15,-8 0-3 0,3 7 3 0,-2-1 1 0,7-6-1 0,-6 6 1 16,0 0-1-16,-2-2-2 0,1 2-4 0,2 0-3 0,-1-5-3 0,6 5-2 15,-8-6-5-15,8-4 0 0,0 5-2 0,-5-1 0 0,5-3-2 0,0 0 0 16,0-3 4-16,5 3 2 0,-5-2 6 0,8 1 3 0,-8-5 4 0,6 4 3 0,-1-4 5 16,-5 5 3-16,7-5 6 0,7 0 4 0,-8-5 7 0,1 5 3 0,6-4 7 15,-5 4 2-15,3-5 5 0,1 1 2 16,2-2 0-16,-1 3 4 0,0-9 3 0,-5 9 6 0,4-9 3 0,0 8 6 0,3-5 4 0,-3 0 2 0,-5-6 2 0,6 3 6 16,-7 3 3-16,1-6 1 0,-1 6-1 0,-1-7-2 0,2 3-1 0,2-1-5 15,-9-7-5-15,5 6-6 0,-5 2-6 0,0-7-5 0,7 4-6 0,-7-3-8 16,-7 5-3-16,7-6-12 0,0 6-6 0,0-1-5 0,-5-1-1 0,5 3-2 0,-9 2 1 15,9-2-2-15,-7 2 0 0,7 1-1 0,-5 1-2 0,-1 4-1 0,-1 1-3 16,1-2 0-16,-2 1-3 0,3 1-1 0,-9 4-1 0,9-5-3 16,-10 5 3-16,3 5-3 0,5-5 3 0,-6 4-3 0,0 1 3 0,0 1-2 0,8-2 3 0,-9 7-1 15,1-8 3-15,0 7 1 0,5 1 2 0,-4-1 1 0,6-1 1 0,-8 6 1 16,7-5 2-16,-4 4-3 0,3 1 2 0,3-2 0 0,-8-1 0 0,6 1 1 16,0 7 1-16,0-4-1 0,1-2 1 0,6 0-1 0,-7 7 2 0,1-7-1 15,6 5 1-15,-7-4 1 0,7 4-1 0,-6-4 2 0,6 3-1 0,0-2 1 0,0-1-2 16,0 3 2-16,0-3 0 0,0 0-2 0,0 0-2 0,0 1 1 0,6-2 0 31,1-4 0-31,-7 3 1 0,6 2 1 0,7-4 1 0,-6-2 2 0,0 1 3 0,5-1 1 0,1 0-1 0,-5 3 1 0,10-9-1 0,-4 9-8 0,4-8-9 0,-2 1-12 16,2-1-17-16,1-4-18 0,0 5-19 0,1-5-25 0,-1 0-27 0,1 0-30 31,-1 0-29-31,-5 0-40 0,4-5-39 0,-2 5-78 0,-4 0-84 0,-1-4-47 16,-2-1-24-16,3 1 5 0,-6-8 20 0,2 9 30 0,-3-9 31 0,-5 3 39 0,8-6 41 15,-8 2 39-15,0-2 45 0,0 0 48 0,-8 0 53 0,3-3 69 0,-3 2 79 0</inkml:trace>
  <inkml:trace contextRef="#ctx0" brushRef="#br0" timeOffset="79160.92">17831 15598 66 0,'0'-6'143'0,"8"1"46"0,-3-4 35 0,-5 5 34 0,6-2 33 0,-6-4 33 0,0 5 32 0,8-4 33 0,-8 3 33 0,0-3 29 16,0 0 28-16,0 2-51 0,0-2-99 0,0 0-57 0,0 3-35 0,0-3-22 15,0 0-9-15,0-1-12 0,-8 4-14 0,8-3-13 0,0 0-13 0,0 3-15 16,-6-3-13-16,6 4-12 0,0 1-10 0,-5-2-8 0,5 2-10 0,0-2-12 0,0 6-9 16,0-5-9-16,0 5-11 0,0 0-9 0,0 0-12 0,0 0-11 0,0 0-10 15,0 0-8-15,0 0-8 0,0 0-3 0,0 0-3 0,0 0-3 0,0 5-2 16,0 5 0-16,0-4-1 0,0 3 4 0,0 6 0 0,0-6 6 0,0 6 4 0,0-5 6 16,5 5 5-16,-5-1 4 0,0-1 0 0,0 8 0 0,0-6-1 0,0 4-1 15,0-4 0-15,0 4-4 0,6 2 1 0,-6-3-1 0,0-3-1 0,0 4 0 16,8 2-1-16,-8-7-1 0,5 6 1 0,-5-6 0 0,7 1 1 0,2-2-1 0,-9-1 1 15,5 3 2-15,0-6 2 0,3 0 4 0,-3 1 0 0,11-4 5 16,-11 3 1-16,1-3 2 0,1-3 2 0,-1-3 2 0,7 6 2 0,-6-6 2 0,-1 0 2 16,7-6 0-16,-5 6 5 0,3-3-1 0,-3-3 2 0,4 0 0 0,-4 3-3 0,4-9-1 15,-5 8 2-15,6-5-2 0,-7 0-3 0,7-2 2 0,-8 1-3 0,11 0-1 16,-11-4-3-16,2-1 0 0,-1 6-3 0,-1-7-5 0,4 1-1 0,-2 2-1 16,-7-1-5-16,0-2-7 0,5 1-10 0,-5 1-9 0,0-6-14 0,6 5-12 0,-6 1-14 15,0 4-14-15,0-5-15 0,0 0-14 0,-6 6-18 0,6 0-25 0,0 2-24 16,0-2-31-16,0 5-33 0,-5-1-49 0,5 5-58 0,0 0-77 0,0 0-76 0,0 0-22 15,-7 0 3-15,7 0 19 0,0 5 24 0,-9-5 33 0,9 0 32 0,0 4 41 16,-5 2 43-16,5-6 46 0,0 0 51 0,0 0 61 0,0 0 68 0</inkml:trace>
  <inkml:trace contextRef="#ctx0" brushRef="#br0" timeOffset="79635.42">18405 15538 6 0,'0'0'107'0,"-8"-4"71"16,8-1 56-16,-5 1 45 0,-3-1 37 0,8-5 34 0,-5 0 33 0,0-1 33 0,-4 2 29 15,4 0 31-15,5-7 25 0,-7 7-18 16,7 0-48-16,-8-2-74 0,8 7-93 0,0-5-57 0,0 3-39 0,-6 2-24 0,6-2-15 0,0 1-19 0,0 5-17 16,0-4-17-16,0 4-18 0,0 0-17 0,0 0-16 0,0 0-14 0,-6 4-9 0,6-4-8 15,-7 5-6-15,7 1-5 0,-5 4-3 0,5-1-1 16,-8 0-4-16,8 1 0 0,-6 4 1 0,6 2 0 0,-7-1 1 0,7-1 3 0,0-4 1 0,0 5 3 16,-6-2 0-16,6 2 0 0,6-6-1 0,-6 7 0 0,0-7 1 0,7 2 0 15,-7-2 1-15,6 1 1 0,-6-4 3 0,8 3 2 0,-3-4 5 0,2-1 2 16,-1 2 3-16,0-2 1 0,2-4 3 0,-1 0 1 0,-2 0-1 0,4 0 5 0,1 0 1 15,-2-4 6-15,-3-2 1 0,9 6 6 0,-7-4 2 0,-1-6 5 0,1 6 3 16,6-8 2-16,-7 8 4 0,1-5 1 0,0-2 2 0,0 2 4 0,-2 5 2 16,3-12 0-16,-8 7 1 0,5-2 0 0,1 2-2 0,-6 0-3 0,8-1-3 0,-8-5-5 15,0 6-3-15,0-6-5 0,0 5-1 0,0-5-3 0,-8 0-4 0,8 6-1 16,-6-6-7-16,6 0 1 0,-5 5-4 0,-3 1-3 0,3-6 0 0,-2 6-2 16,7-1 0-16,-14 5-4 0,8-5-1 0,-1 5-2 0,1 1-3 0,-1-1-3 15,1-1-2-15,-1 6-4 0,1 0-3 0,-2 0-2 0,-5 0-1 0,8 6-4 0,0-1 1 16,-4-1-3-16,4 1-1 0,-2 5 0 0,-1-5-1 0,2 5 3 0,0-1-2 15,6 1 6-15,-7-1 3 0,2 6 4 0,-3-4 9 0,8 3 2 0,-6-5 3 0,-1 6 3 16,7-1 3-16,-6-4 3 0,6 5 1 0,0 0 2 0,0 0 0 0,0 0 3 16,0-2 0-16,0 2 0 0,0 0-2 0,0 0-3 0,6 0-3 0,-6-2-3 15,7 3-3-15,-1-2-3 0,2 1 1 0,-3 1-2 16,2-2 0-16,-1-4-1 0,8 4 3 0,-7-1 1 0,7-1 0 0,-4-3-2 0,-2 1-2 0,5-1-10 16,0-4-11-16,0 5-21 0,0-4-19 0,7-2-29 0,-8-4-29 0,1 5-40 0,1-5-43 15,-2 0-73-15,2 0-88 0,-1 0-89 0,-8-5-88 0,9 5-33 0,-7-4-5 0,-1-2 20 16,-1 0 26-16,3-3 37 0,0 0 41 0,-3-1 44 0,-5-4 50 0,0-6 55 15,0 0 58-15,5 2 73 0,-5-7 75 0</inkml:trace>
  <inkml:trace contextRef="#ctx0" brushRef="#br0" timeOffset="80287">19005 15182 5 0,'0'-4'81'0,"0"-2"49"0,5 1 34 0,-5 1 29 0,0-1 30 0,0 1 24 0,0 4 27 0,0-6 24 0,0 2 23 0,-5-1 25 0,5-1 21 0,0 3-21 0,0-9-50 0,0 8-46 0,0-1-46 16,0-1-24-16,-7 2-10 0,7 1-9 0,0-8-7 0,0 7-6 0,0-2-4 16,0-4-6-16,0 5-6 0,0 0-4 0,0-5-4 0,0 6-6 0,0-1-5 15,0-4-4-15,0 2-6 0,0 4-3 0,0-8-5 0,0 7-3 0,0-2-7 0,0 3-2 16,0-3-5-16,0 2-2 0,0-1-4 0,0 5-4 0,0-6 0 0,0 6-6 16,0-4-2-16,0 4-5 0,-8 0-2 0,8 0-6 0,0 0-7 0,0-6-4 15,0 6-9-15,0 0-9 0,0 0-6 0,-6 0-7 0,6 6-8 0,-5-6-4 0,5 0-5 16,-8 4-4-16,8 2-1 0,-5-1-3 0,-2 5-2 0,-2-7 3 0,4 7-3 15,-1 1 4-15,-1-1-1 0,-7-1 5 0,9 0 2 0,-2 6 1 0,1-6 1 0,-7 7 1 16,5-2 2-16,-4 1 2 0,5 1 5 0,-5 2 4 0,4 1 2 0,-4-4 2 16,5 9 2-16,-6-3 4 0,5 3 2 0,-3-5 0 0,-1 5 3 0,3 1-2 15,4-1 2-15,-8 1-2 0,8-1 2 0,-4 1-5 0,9-1-8 0,-7 0-2 16,2 0-4-16,5 0-3 0,0-3 0 0,0 3-4 0,0-4-1 0,0 4-2 0,5-3 0 16,2 3 2-16,-7-6 0 0,9 3-1 0,2-2 0 0,-4-1-1 0,7 3-2 15,-7-6-11-15,4 4-8 0,10-9-12 0,-9 5-12 0,0-1-17 0,8-4-18 16,-1-1-17-16,2 3-19 0,-3-9-23 0,3 7-28 0,-10-5-35 0,10-1-43 0,-2 1-80 15,1 2-94-15,-1-7-52 0,2 3-22 0,-8-3 3 0,6-3 18 16,-1 3 29-16,-4-7 29 0,6-2 35 0,-6 0 36 0,-2 0 40 0,8-6 43 0,-8-1 51 0,2 2 55 16,-1-5 75-16,-1 3 85 0</inkml:trace>
  <inkml:trace contextRef="#ctx0" brushRef="#br0" timeOffset="80778.09">19584 15397 75 0,'0'-9'150'0,"6"-2"47"0,-1 7 40 0,-5-5 35 16,9-6 35-16,-9 5 33 0,0-1 34 0,7 2 31 0,-7 0 33 0,0-1 29 16,5 1 31-16,-5-3-54 0,0 3-103 0,0 0-58 0,0 3-34 0,0-3-22 15,0 5-13-15,6-8-14 0,-6 9-14 0,0-3-14 0,0 1-15 0,0 1-14 0,0-2-16 16,0 6-14-16,0-3-14 0,0 3-13 0,0-6-13 0,0 6-13 0,0 0-10 16,0-4-9-16,0 4-8 0,0 0-8 15,0 0-9-15,-6 0-6 0,6 0-9 0,0 0-8 0,0 0-6 0,0 0-6 0,-5 4-2 0,5-4-4 0,-7 6-4 0,7-3 0 16,-9 3-2-16,9 3 0 0,-5-3-2 0,-1 3 1 0,-1 6 3 0,1-5 6 15,-1 4 0-15,-1 2 7 16,3-3 2-16,-1 7 3 0,-2-5 4 0,3 4-2 0,-3-4 2 0,3 4-1 0,-2-4 2 0,7 4 0 0,-7-4-3 0,2 5-1 0,5-5 0 16,-7-2-1-16,7 2-1 0,0 1-2 15,0-2-1-15,0 1-1 0,0-2 1 0,0-1-3 0,7 1-1 0,-7-2-1 0,5-2 1 16,-5 1-2-16,7 0 4 0,0 0-2 0,-2-6 3 0,3 6 3 0,5-5-1 0,-7-1 4 0,-1 1 4 0,10-5 1 16,-9 7 4-16,7-7 2 0,1-7 4 0,-2 2 0 0,1 1 5 0,1-1 1 15,4 1 2-15,-4-6 1 0,-2 0 2 0,7 0-1 0,-4 0 0 0,4 1 1 16,-6-6-2-16,0 6 4 0,6-7-1 0,-6 2 5 0,0 4 0 0,-8-4 4 15,9-2 2-15,-7 1 0 0,7-3 3 0,-8 2-1 0,-6-2 0 16,7 3-2-16,-2-4-2 0,-5-2-1 0,0 3-5 0,0-7-3 0,0 5-7 0,-5 1-5 0,-2-6-8 16,1 5-7-16,0-5-11 0,-2 7-9 0,-4-1-12 0,-2-7-9 0,9 7-8 0,-8 4-5 15,-1-4 0-15,-6 1-2 0,6 3 2 0,4-1-2 0,-11 2 2 16,8-1-3-16,-1 6-1 0,2-1-7 0,-2-1-9 0,1 7-9 0,0 4-8 0,0-6-10 16,7 12-15-16,-6-6-13 0,3 4-17 0,4 7-22 0,-1-1-23 0,-1-1-41 15,7 6-46-15,-6-1-48 0,-1 2-52 0,7 2-24 0,0-3-13 0,0 4 12 0,0 2 21 16,0-3 27-16,0 3 33 0,0-2 28 0,7-4 35 0,-7 4 33 0,6-4 40 15,1-1 47 1,-7 2 49-16</inkml:trace>
  <inkml:trace contextRef="#ctx0" brushRef="#br0" timeOffset="81031.53">19590 15452 13 0,'-6'3'105'0,"6"3"59"0,-7-2 49 0,7 2 43 0,0-1 43 0,-6-5 39 0,6 4 38 0,0-4 40 0,0 0 34 0,0 0 37 0,0 0 34 0,0 0-22 16,0 0-55-16,0-4-65 0,6 4-73 0,-6 0-46 0,0-5-32 0,7-1-30 0,-7 2-27 31,6 4-25-31,-1-9-22 0,-5 3-21 0,9 1-19 0,-2 1-17 0,-2-2-15 15,1 1-11-15,1 1-6 0,-1-1-3 0,2 1 0 0,-3-2-2 0,2 6-3 16,-1-4 1-16,2 4-1 0,-2 0-3 0,1 0-2 0,-7 4 0 0,5-4-5 0,2 6-2 16,0-2-2-16,-2 1-6 0,3 4-3 0,-8 1-1 0,7-5-3 0,-1 10-2 15,2-5 2-15,-8 5 0 0,5-1 0 0,-5-1 0 0,5 8 2 0,-5-6 0 16,0 4 1-16,0 0-1 0,8 5 2 0,-8-3 0 0,0 3-2 0,0 1 0 16,0-1-2-16,6 1-2 0,-6-7 0 0,0 6-1 0,7-3 0 0,-7-2-5 0,6 2-7 15,-6-6-13-15,7 3-13 0,-7-9-17 0,6 7-18 0,2-7-20 0,-3 1-19 16,-5-1-27-16,8-4-32 0,-3 5-34 0,0-10-33 0,-5 5-69 0,9-5-81 0,-4 0-71 15,2 0-59-15,-7-5-14 0,0 5 10 0,8-10 25 0,-8 5 29 0,0-4 36 16,0-5 38-16,0 0 43 0,0-2 46 0,0 1 49 0,-8-3 50 0,8-3 67 16,-7-3 76-16</inkml:trace>
  <inkml:trace contextRef="#ctx0" brushRef="#br0" timeOffset="81412.64">19940 15265 0 0,'8'-4'84'0,"5"-2"94"0,-7 2 61 0,2-1 45 0,-3 1 38 15,2-2 36-15,1-3 35 0,4 3 33 0,-5-3 29 0,-2 0 28 0,3 3 27 16,-3-3-1-16,9 3-23 0,-9-4-84 0,2 5-122 0,7 1-64 0,-7-1-36 16,-1-5-19-16,8 6-11 0,-7-1-10 0,4-1-15 0,-4 6-10 0,-1-3-8 0,2-3-11 15,4 0-7-15,-12 6-11 0,6-4-10 0,0 4-8 0,-6 0-11 0,7-5-9 16,-7 5-8-16,0 0-5 0,0 0-8 0,0 0-5 0,0 0-4 0,0 0-4 16,0 5-3-16,0-1-2 0,0 2-2 0,0 0-1 0,0-3-1 0,8 8 1 0,-8-1-2 15,0 3 3-15,0-2 4 0,0 4 1 0,0-2-1 0,0 2 4 0,0 0 0 16,0 4 0-16,0-4-2 0,0 6 0 0,0-2-2 0,0-5-1 0,0 5-1 15,0 2-2-15,0-8 1 0,0 7-2 0,0-4 0 16,0 2-2-16,0-3 2 0,0 0-3 0,0 0-1 0,0-2-1 0,0 2 1 0,5-6-1 0,-5 7 0 0,0-7-2 16,8 2-1-16,-8-2 0 0,0 1 2 0,6 0 1 0,-1-1-1 0,-5-4 3 15,8 5 0-15,-8-5 1 0,7-1 2 0,5 2-1 0,-5 0-2 0,-2-2-2 0,3-4-5 16,5 5-2-16,0-5-6 0,-6 0-6 0,5 0-9 0,1 0-11 0,1-5-14 16,-2 5-14-16,2-4-14 0,-1-2-25 0,6 0-20 0,-6 2-33 15,0-1-31-15,0-5-36 0,0 5-37 0,-5-4-51 0,5-1-64 0,-3 0-58 0,-1-4-58 0,-4 4-11 16,10-4 9-16,-15-2 23 0,5 1 28 0,2 2 35 0,-7-8 39 0,0 3 48 15,0-2 45-15,-7 0 49 0,7 0 52 0,-5-2 57 0,-3-5 71 0</inkml:trace>
  <inkml:trace contextRef="#ctx0" brushRef="#br0" timeOffset="81571.12">20248 15006 66 0,'-8'5'168'16,"-4"1"66"-16,6-6 53 0,0 3 44 0,-1-3 38 0,7 7 33 0,-8-7 28 16,8 0 24-16,0 0 14 0,0 0 16 0,0 0 17 15,0 0-63-15,0 0-103 0,8 0-91 0,-8 0-83 0,0 0-48 0,7 0-34 0,-1-7-22 0,-6 7-16 0,6 0-15 16,1 0-9-16,-2 0-2 0,3 0 2 0,-2 7-1 0,1-7 2 0,-1 0-5 15,1 0-4-15,0 5-10 16,5-5-11-16,-5 4-19 0,5-4-22 0,-4 0-30 0,4 5-32 0,2-5-49 0,-1 0-53 0,-1 4-95 0,2-4-107 0,-1 6-46 0,0-6-15 16,0 0 3-16,1 0 11 0,-9 0 19 15,8 0 28-15,1-6 34 0,-2 2 40 0,-4-1 45 0,-3 1 50 0,9-1 57 0,-9-5 64 16</inkml:trace>
  <inkml:trace contextRef="#ctx0" brushRef="#br0" timeOffset="81841.27">20620 15172 0 0,'-8'16'28'0,"2"-7"147"0,1 0 82 0,-3-3 59 16,0 3 47-16,8-9 41 0,-5 6 40 0,5-6 34 0,0 0 31 0,5 0 31 16,-5 0 24-16,0-6 27 0,0 6 26 0,0-5-112 0,0 1-187 0,8 4-98 15,-8-6-50-15,0 3-24 0,8 3-16 0,-8-6-14 0,0 2-13 0,5 4-12 0,-5-5-8 16,0 5-11-16,0 0-8 0,0-6-14 0,0 6-12 0,0 0-9 0,0 0-12 16,0 0-7-16,6 6-6 0,-6-6-4 0,8 5-4 0,-8 5-1 0,0-7-1 15,0 7-2-15,0 1 0 0,5-2 1 0,-5 6 2 0,8-1 4 0,-8 0 4 0,0 7 1 16,5-6 1-16,-5 4-4 0,7 2-8 0,-7-8-13 0,7 7-16 0,-7-5-20 15,5 4-20-15,2-4-22 0,-7 0-19 16,8-2-20-16,-8-2-22 0,5 2-23 0,-5-2-22 0,8-1-26 0,-8-7-25 0,0 9-31 0,0-8-32 0,6 1-37 0,-6-1-41 16,0-4-42-16,0 0-42 0,0 0 0 0,0 0 15 0,0 0 28 0,0 0 31 0,0 0 34 15,-6-4 38-15,6-5 39 0,0-3 40 0,-8 3 46 0,3 0 46 0,-3-6 52 16,8 0 67-16</inkml:trace>
  <inkml:trace contextRef="#ctx0" brushRef="#br0" timeOffset="81983.42">20522 15020 79 0,'6'-9'147'16,"-6"4"42"-16,7 1 31 0,-7-2 29 0,6 3 25 0,-1-3 24 0,-5 2 26 0,7-1 19 31,2-1 21-31,-4 2 18 0,-5 4 13 0,6-6-68 0,1 6-121 0,-7 0-65 16,5-5-39-16,-5 5-28 0,0 0-22 0,8 0-29 0,0 0-35 0,-8 5-55 16,0-5-64-16,0 0-85 0,5 6-92 0,-5-2-43 0,6-4-16 0,-6 6-3 0,8-1 9 15,-8-5 12-15,0 0 17 0,0 0 23 0,5 0 24 0,-5 0 36 0,0 0 38 0,8-5 53 16,-3-1 59-16</inkml:trace>
  <inkml:trace contextRef="#ctx0" brushRef="#br0" timeOffset="82411.78">20735 14908 91 0,'-5'-4'166'0,"-2"-1"53"16,1-1 45-16,6-3 38 0,-5 0 37 0,5-1 32 0,-9 0 30 0,9 5 27 15,0-4 26-15,0-1 25 0,0 5 20 0,9-4-69 0,-9 2-121 0,0 4-71 16,0-8-44-16,0 7-29 0,0 4-22 0,5-6-17 0,-5 2-17 0,0-1-13 0,0 5-10 15,0-4-10-15,0 4-12 0,0 0-6 0,0 0-10 0,6-5-6 0,-6 5-5 16,0 0-8-16,0-6-7 0,7 6-5 0,-7 0-6 0,0 0-4 0,5-4-4 16,4 4-2-16,-9 0-2 0,7 0 0 0,-2 0-1 0,1 0 0 0,-1 4 1 15,11-4 2-15,-11 0 1 0,8 6 0 0,-7-1 0 0,9-5 0 0,-2 4-1 0,-2 5 1 16,4-3 1-16,-3-2-1 0,0 7 2 0,2-8-2 0,-7 9 2 0,4-3-1 16,5 1 0-16,-3-1 0 0,-8 0-1 0,9 3 1 0,-9-3-1 0,2 0 2 15,7 6 2-15,-9-6 1 0,3 7 1 0,-8-3 3 0,5-2 2 0,2 4 1 0,-7 4 3 16,7-4 3-16,0 0 2 0,-7 0 0 0,0 4 3 15,6-5-3-15,-6 6 1 0,0-6 1 0,0 5-2 0,0 2 1 0,0-2-3 0,0-5 1 0,0 7-1 0,0-2-1 16,0-1 0-16,0 3-1 0,0-2-2 0,0 2 2 0,0-2-3 0,0 5 2 16,-6-3-3-16,6-3 1 0,0-3 0 0,0 4-4 0,0 0 2 0,-7-4-3 15,7-1 0-15,0 7-4 0,-7-11 0 0,7 4-1 0,-7-1-1 0,7 3-3 16,-5-7-3-16,5 2-8 0,-8 2-9 0,3-1-10 0,5-3-10 0,-8 0-10 0,2-3-12 16,-1 3-11-16,2-5-13 0,-4 8-12 0,9-8-16 0,-5 1-17 0,0 0-16 15,5-1-17-15,-8-4-17 0,3 6-12 0,5-6-11 0,0 4-16 0,0-4-18 16,-8 0-36-16,8 0-41 0,0 0-52 0,0 0-57 0,0 0-18 0,0 0 9 0,0-4 18 15,0 4 26-15,0-6 31 0,0 6 31 0,0-4 34 0,0-6 33 0,0 6 37 16,8-8 43-16,-8 8 49 0,5-5 57 0</inkml:trace>
  <inkml:trace contextRef="#ctx0" brushRef="#br0" timeOffset="82970.42">21178 14889 71 0,'-6'0'147'0,"6"-5"51"0,-5 5 42 0,5-4 39 0,-8 4 37 0,3-5 38 0,5 1 34 0,0 4 32 0,0 0 30 0,0 0 29 16,0-6 26-16,0 6-54 15,0 0-104-15,0 0-61 0,0 0-41 0,0 0-24 0,0 0-21 0,0 0-17 0,0 0-19 0,0 0-20 0,0 0-18 0,0 0-14 0,0-6-17 16,0 6-13-16,0 0-16 0,0 0-16 0,0 0-19 0,0 0-13 0,0 0-10 16,0 0-10-16,5 6-2 0,-5 0-1 15,8-2 1-15,-8 1 4 0,0 4 1 0,5 1 4 0,1 4 1 0,2-4 3 0,-8 5 3 16,5 4 9-16,2 2 7 0,2-3 3 0,-9 3 2 0,5-2 0 0,1 5-1 0,-6-3-7 0,7 1-6 0,-7 5-4 15,0-9-5-15,0 6-2 0,0 7-6 0,0-7-8 16,0 0-12-16,-7 4-13 0,7-3-14 0,-6 5-13 0,6-6-16 0,-5 0-16 0,-4 1-17 0,2-1-21 16,2 0-22-16,-3-3-30 0,2-2-34 0,1-1-51 0,-8 3-60 0,6-6-78 0,0-2-87 15,-6-1-25-15,6 1 1 0,2-2 18 0,-9-2 26 0,9-5 29 0,5 8 33 16,-8-8 39-16,0 1 38 0,3 0 47 0,5-5 48 0,0 0 61 0,0 0 65 0</inkml:trace>
  <inkml:trace contextRef="#ctx0" brushRef="#br0" timeOffset="83186.92">21428 15578 0 0,'-8'20'10'0,"8"-1"132"0,0-4 93 0,-8 0 67 16,8-6 52-16,0 0 40 0,0 1 31 0,8-4 28 0,5-1 19 0,0-5 20 0,-7 0 18 0,2 0 18 0,-8 4 20 16,0-4-93-16,7 0-155 0,-7 0-105 0,0 0-73 0,0 0-45 0,0 0-24 15,0 0-15-15,0 0-11 0,0 0-2 16,0 0 2-16,-7 6 3 0,7-3 5 0,0-3-1 0,-8 6-2 0,8-1-7 15,-6 5-10-15,0-7-12 0,6 4-14 0,-12 2-15 16,4 0-16-16,0-3-18 0,-3 3-19 0,4 0-30 0,-7-3-34 0,9 4-44 16,-8-5-54-16,0 5-102 0,5-5-120 0,-4-1-48 0,5-4-12 0,2 5 6 15,-3-5 23-15,1 4 27 0,2-4 34 0,-2-4 38 0,0 4 40 0,7-5 45 0,-5 1 48 16,5-5 58-16,0-2 62 0</inkml:trace>
  <inkml:trace contextRef="#ctx0" brushRef="#br0" timeOffset="83376.23">21356 15417 0 0,'0'-4'109'16,"-7"-2"115"-16,7 2 81 0,0-2 67 0,0 1 53 0,-8 1 43 0,8-2 34 16,0 1 28-16,0 5 23 0,8-4 21 0,-8-1 16 0,0 5-14 0,0 0-33 15,0-4-125-15,0 4-176 0,7 0-103 0,-7 0-64 0,0 0-52 0,6 0-38 16,-6 0-28-16,6 0-26 0,-6 0-25 0,7 4-25 0,-7-4-30 0,0 5-32 0,5-1-45 16,-5 1-52-16,0 1-90 0,0-2-108 0,0 1-44 0,0 5-10 0,0-4 9 15,0 3 23-15,0-5 29 0,-5 7 35 0,-2-7 39 0,1-4 43 0,0 5 46 0,-1-5 51 16,-6 0 57-16,6-5 63 0</inkml:trace>
  <inkml:trace contextRef="#ctx0" brushRef="#br0" timeOffset="84281.09">12517 16858 0 0,'6'0'2'0,"2"0"109"0,-3-6 68 0,2 3 48 0,-7-3 36 0,0 0 34 0,6 3 32 0,-6-8 31 0,0 3 28 0,0-3 26 0,6 1 26 0,-6 1 26 0,0-2 23 0,0 2-75 15,0-1-132-15,8 1-70 0,-8-1-37 0,0-1-19 0,0 2-10 0,7-1-11 0,-7 1-12 16,0 0-8-16,0-3-9 0,0 3-8 0,0 3-5 0,0-1-8 16,0-4-7-16,0 1-6 0,0 4-9 0,-7-3-3 15,7 4-6-15,0 1-4 0,-8-2-7 0,8-3-6 0,-6 5-6 0,6-1-8 0,-6 5-7 0,-1-6-7 0,2 2-8 16,-3 4-7-16,2-6-8 0,-7 6-5 0,6 0-10 0,-7 0-7 0,4 0-8 0,-3 0-4 15,-3 6-6-15,5-6 0 0,-2 4-1 0,0 2 1 0,-6-1 4 0,4-1 1 16,10 1 3-16,-9-1 0 0,9 6 4 0,-2-5-2 0,-2 0 3 0,4-1 3 16,-1 2 4-16,6 0 4 15,0-2 2-15,-7 1 4 0,7 1 2 0,0-2-1 0,0 5 0 0,7-4-1 16,-7 5 2-16,0-4 1 0,0 3 1 0,6-3 6 0,-1 3 4 0,-5 0 9 0,9-5 6 0,-2 7 6 0,-2-1 6 0,9-5 6 0,-9 5 8 16,10-1 6-16,-10 0 4 0,9-3 8 0,-1 3 5 0,0 1 4 0,6 1 6 15,-6-7 5-15,5 5 0 0,-4 0-1 0,6 3-1 0,-6-3-2 0,-2-3-4 0,8 3-3 31,-8 0-5-31,-3 1-3 0,1-4-4 0,3 3-2 0,3 0-1 0,-11 1-2 0,1-5-5 0,1 5-3 0,-1-1-2 0,-6 2-2 16,7-1-3-16,-7-6-2 0,0 5 1 0,0 2-4 0,0-2 3 0,0 0-4 0,-7 3 1 0,7-3-3 16,-6 1-1-1,-1-1-3-15,1 0 1 0,1 3-2 0,-11-8-2 0,11 5-1 0,-8 0-1 16,8 2-2-16,-16-1-3 0,7 0-5 0,1-5-5 0,0 4-7 0,0-5-6 16,-5 7-6-16,4-7-5 0,-4 1-9 0,2 2-10 0,5-4-8 0,-10-3-12 0,9 6-9 15,0-6-10-15,5 5-12 0,-6-5-10 0,-1 0-13 0,9 0-10 0,-2 0-14 16,-2 0-13-16,4 0-12 0,-1-5-11 0,6 5-12 0,-7-6-9 0,7 6-18 15,-5-3-26-15,5 3-31 0,0-7-29 0,5 2-41 0,-5 1-40 0,7-7-15 16,-1 7 1-16,-1-1 15 0,4-4 24 0,-2 5 26 0,4-8 30 0,-3 3 30 0,5-1 33 16,-1 1 38-16,2 0 41 0,4-3 43 0,-4-3 47 0</inkml:trace>
  <inkml:trace contextRef="#ctx0" brushRef="#br0" timeOffset="84742.72">12739 16926 0 0,'6'0'9'0,"1"5"125"0,-2-5 80 0,-5 0 55 0,0 0 44 0,9 0 33 0,-9 0 31 0,0 0 24 16,0-5 21-16,5 5 19 0,-5-4 18 0,0 4 18 0,7-6 20 0,-7 3-88 15,0 3-149-15,0-6-86 0,0 0-50 0,0 6-25 0,6 0-10 0,-6 0-8 0,0-3-6 16,0 3-1-16,0 0 1 0,0 0-1 0,0 0-1 0,0 0-6 0,0 0-8 16,0 0-10-16,0 0-11 0,0 0-12 0,0 0-9 0,0 0-10 0,0 0-4 0,0 0-6 15,0 3-2-15,0 3-5 0,0 0 0 0,0-3-3 0,5 3 1 0,-5-2-1 16,8 5 1-16,-8-3 3 0,8 3 2 0,-8-4 2 0,5 1 2 0,2 4 2 16,-1-6-1-16,0 1 1 0,1 4-2 0,1-3 1 0,-3-6 1 0,9 4 1 0,-9 1 0 15,3-5 0-15,4 6 1 0,0-6 0 0,-5 0 0 0,7 0-1 0,-1-6 3 16,-1 6-2-16,-3-5 0 0,9 5 1 0,-13-4 1 0,11-2 1 0,-5 1 0 15,2-4 1-15,0 5 0 0,1-6 4 0,-9 4 2 0,10-3 4 16,-10-2 5-16,3 2 4 0,-2-1 9 0,-1 1 3 0,3 0 4 0,-8-3 3 16,8 3 3-16,-8 0 0 0,0-1-1 0,0-5-1 0,-8 6 1 0,8-6-3 0,-8 6 2 0,3-7-3 15,-1 7-6-15,-2-6-5 0,3 0-9 0,-2 6-3 0,-6-7-6 0,6 7-2 0,-5 0-2 16,4 0-2-16,-5-3-2 0,2 3-2 0,4 3-1 0,-7 2-3 0,1-1-4 16,-1-1-4-16,7 6 0 0,-4 0-2 0,-2 0 2 0,-2 0-5 0,3 6-1 15,7-1-1-15,-10-1-3 0,10 8-1 0,-9-3 0 0,9-3-3 0,-3 7 2 16,1-4-2-16,1 2 1 0,0 4-1 0,-1-5-1 0,2 3 2 0,5 2-2 0,-8 0 3 15,8 0 1-15,0 3 1 0,0-3 4 0,0 6 0 0,0-8 2 0,8 8 3 16,-8-6 1-16,5 4 0 0,2-5 3 0,-1 2 0 0,0-3 3 0,1 2-6 16,1-4-5-16,3 4-8 0,-3-6-12 0,5 1-11 0,-1 5-13 15,-5-12-16-15,5 9-17 0,9-3-19 0,-10-5-20 0,5 5-19 0,-5-3-19 0,10-1-19 0,-9-1-21 16,7 2-35-16,1 0-42 0,0-6-40 0,0 0-39 0,-1 0-33 0,0 0-28 0,2-6 2 16,-3 6 19-16,3-6 25 0,-3-3 29 0,-4 3 33 0,7 2 30 0,-3-5 35 15,-5 0 35-15,0-3 46 0,6 3 49 0,-6 0 49 0,0-1 64 0</inkml:trace>
  <inkml:trace contextRef="#ctx0" brushRef="#br0" timeOffset="85202.24">13390 16873 14 0,'-6'-5'111'0,"-2"-5"64"0,2 4 48 0,-1-3 39 0,2 0 35 0,-9-2 32 0,9 3 32 0,-3-3 32 0,1 7 27 0,1-7 26 15,-2 1 24-15,3 1-29 0,0 0-64 0,5-1-79 0,-8 5-85 0,8-5-47 0,0 4-34 0,-6 1-18 16,6 1-16-16,0-1-13 0,0 5-14 0,0-4-12 0,0-2-11 0,6 3-7 16,-6-3-9-16,0 6-2 0,0-6 1 0,8 6-1 0,-8-3 2 0,5 3 4 15,-5 0 2-15,5-6 3 0,3 6 2 0,-2 0 2 0,1 0 2 0,1 6 0 0,-3-6 2 16,1 3-4-16,7-3 1 15,0 6-2-15,1 0-2 0,-7-3-3 0,6 3-2 0,0 3-5 0,-2-5-2 0,5 7-5 0,-11-7-6 0,8 7-4 16,1-1-5-16,-2-1-6 0,2 0 0 0,-9 6-4 0,8-5-2 0,-6 5-8 0,5-6-16 16,-5 6-11-16,1 0-15 0,-3-5-16 0,-5 4-18 0,8 2-20 0,-8 2-19 15,0-3-16-15,0 0-17 0,0 0-9 0,-8-1-7 0,3 0 0 0,-3 1 3 0,1 1 7 16,2-7 14-16,-2 6 14 0,0-6 16 0,2 0 15 0,-3 3 16 0,3-8 19 16,-9 1 18-16,9 4 14 0,-2-5 15 0,-2 2 9 15,4-6 9-15,-8 5 3 0,8-5 1 0,-4 0 3 0,2 0 3 0,2 0 6 0,-1 0 9 0,-1 0 11 0,1 0 15 16,-2-5 13-16,3 5 17 0,-2-6 14 0,7 2 15 0,-6-1 11 0,6 1 9 0,-8-5 7 15,8 3 7-15,-6 0 7 0,6-3 4 0,0 3 0 0,-7-3-4 0,7 0-9 16,0 5-10 0,0-8-14-16,0 3-16 0,0 0-12 0,0-6-13 0,0 6-11 0,7-7-8 0,-7 7-8 0,0-6-7 0,6 0-7 0,-6 0-9 0,8 0-4 15,-2 2-6-15,-6-2-5 16,7 0 1-16,-2 0-3 0,3 6 0 0,-2 0 0 0,1-1-2 0,4-1 2 0,-4 1 0 16,2 5 3-16,2 1 0 0,-4-1 2 0,7 5-1 0,-2-4 2 0,-6 4 1 0,7 0-1 0,7 0-3 0,-8 0 1 0,3 4-1 15,4-4 0-15,-6 5-2 0,0-1-2 0,5 1-3 0,-2 5-7 0,0-5-13 0,0 5-11 16,-4 1-13-16,0-3-13 0,3 3-9 0,-10-2-12 0,2 0-12 0,0 3-16 15,-2 1-15-15,-5-4-16 0,0 6-16 0,0-3-17 0,0 1-15 0,0-4-9 32,0 6-6-32,0-4-9 0,0-1-8 0,-5-1-19 0,5 6-23 0,0-11-19 0,0 7-16 15,0-8-13-15,0 9-17 0,0-8-15 0,0 1-10 0,0 5 7 0,5-10 19 0,3 3 22 16,-8 3 25-16,5 0 29 0,3-6 30 0,-2 3 36 0,1-3 37 0,6 0 34 16,-7 0 32-16</inkml:trace>
  <inkml:trace contextRef="#ctx0" brushRef="#br0" timeOffset="85707.8">14095 16922 13 0,'11'-9'102'0,"-4"3"58"0,7 0 47 0,-9-3 41 0,2 3 41 0,-1-3 41 0,-1 0 37 0,-5 5 37 0,0-8 35 0,0 3 35 0,0 0 35 0,0-2-19 0,0 7-48 0,0-5-58 0,-5-1-62 15,5 4-41-15,-6-3-30 0,6 3-24 0,-7-3-23 0,2 4-24 0,-4 1-21 0,9-6-21 16,-5 5-16-16,-2-1-18 0,1 2-14 0,6-2-19 0,-5 1-15 0,-4 5-15 16,9-4-9-16,-7 4-10 0,7 0-5 0,0 0-7 0,-5 0-6 0,-2 0-7 15,7 4-2-15,-6 1-4 0,6 1-2 0,-6-2-3 0,-2 7-5 0,1-1-1 0,2-6-3 16,-1 10 2-16,-2-4-2 0,3 1 4 0,-3 4 1 0,3-2 4 15,-3 2-1-15,2-6 2 0,-1 7 1 0,1-2-1 0,6 2 0 0,-7-1-2 0,1-2-5 16,6 2-4-16,-8-1-4 0,8 2-7 0,0-3-3 0,0-2-4 0,-5 4-7 16,5-5-3-16,0-1-2 0,0 0-4 0,0 0 0 0,5 3-1 0,-5-9 1 0,0 9 1 15,8-8 4-15,-8 5 3 0,6-4 8 0,1-1 5 0,-7 2 8 0,6-6 6 16,7 5 7-16,-5-5 7 0,-3 0 4 0,3 0 7 0,-3 0 4 0,9 0 3 16,-9-5-1-16,2-1 7 0,7 2 5 0,-8-1 5 0,6 1 6 0,-5-5 6 0,2-3 4 15,2 9 2-15,-4-12 2 0,-2 5 0 0,4-4-2 0,-4 4 0 0,2-5-3 16,-1 0-1-16,-1-4-1 0,-5 4-2 0,8-5-4 0,0 1-4 0,-8 4-9 15,5-4-3-15,-5-2-6 0,0-3-1 0,0 6-3 0,0-3-1 0,0 2 0 0,0 0 1 16,0-2 2-16,0-3 2 0,-5 6 0 0,5-9 2 0,-8 9 1 0,8-2 2 16,0 0 1-16,-8 2 1 0,8-3 3 0,-5 2 1 0,5 4 3 0,-6 0 4 15,6 6-2-15,0-5 0 0,0 9 0 0,-7-4-4 0,7 3-2 0,0 0-8 16,0 6-5-16,0 0-11 0,0 0-7 0,0 0-7 0,0 0-3 0,0 6-1 0,0 0-3 16,-5-2-2-16,5 6 1 0,0-2-2 0,0 7 1 0,-9 0 2 0,9 0 4 15,0 4 3-15,-5 2 7 0,5-3 7 0,0 2 7 0,0 0 3 0,-7-2 3 16,7 3-2-16,0-6-1 0,0 4 0 0,0 1-3 0,0-1-1 0,0-4 0 15,0 4-1-15,0-4-1 0,7 4-1 0,-7-5 1 0,0 7 0 0,5-6-2 0,4 4 1 16,-9-4 0-16,5 4-11 0,2-4-16 0,-7-1-18 0,6 2-20 0,-1 2-24 16,3-3-29-16,5 1-33 0,-6-2-37 0,0-1-56 0,-2-1-62 0,3 3-93 15,4-6-101-15,-5 0-39 0,5 1-10 0,-4-1 18 0,5 3 26 0,-7-8 34 0,-1 1 36 16,11-5 44-16,-11 0 43 0,8 0 51 0,-8-5 51 0,4-5 62 0,-2 0 69 0</inkml:trace>
  <inkml:trace contextRef="#ctx0" brushRef="#br0" timeOffset="87915.5">14763 16575 1 0,'9'0'62'0,"-9"-6"45"0,0 1 33 0,5 5 31 0,-5-4 32 0,0-2 29 0,7 6 28 0,-7-3 26 0,0-3 27 0,0 2 28 0,0-1 30 0,6-1-15 15,-6 3-38-15,0-9-30 0,0 8-25 0,5-1-18 0,-5-5-9 0,0 6-13 16,0-6-11-16,0 6-11 0,0-2-4 0,0 0-9 0,0 2-6 0,0-1-12 0,0 5-9 15,0-6-10-15,0 6-13 0,0-3-8 0,0 3-11 0,0 0-12 0,0 0-10 16,0 0-10-16,0 0-13 0,-5 0-13 0,5 0-12 0,0 0-11 0,0 0-14 16,0 0-10-16,0 0-11 0,0 0-11 0,0 0-7 0,0 3-5 0,0 3-2 0,0-1-4 15,-6-1-1-15,6 8 0 0,0-3 1 0,0 0 4 0,0 6 1 0,-7 1 1 16,7-2 4-16,0 5 0 0,0-4 4 0,0 4 1 0,0 0 0 0,0 1 0 16,7 1-3-16,-7-3 0 0,6 1 0 0,-1 2 0 0,-5-3-2 0,8 3 0 0,5-2-1 15,-7 5-8-15,2-3-11 0,5-2-11 0,-1-1-15 16,0 3-14-16,3-2-16 0,-2 2-19 0,-2-3-24 0,10 1-22 15,-3 2-26-15,3-8-41 0,-8 7-51 0,6 1-69 0,8-8-81 0,-7 2-37 0,-1 0-15 0,0 0 9 0,7-6 20 0,-13 1 29 16,8-5 31-16,-3 5 34 0,-4-4 38 0,6-6 39 0,-9 0 42 0,2 0 51 16,-6-6 55-16</inkml:trace>
  <inkml:trace contextRef="#ctx0" brushRef="#br0" timeOffset="88454.93">15317 16837 0 0,'0'-9'1'0,"-6"0"106"16,6 0 64-16,-5-1 39 0,5-5 29 0,-8 4 25 0,8 2 23 0,-8-5 26 15,8 3 26-15,0 1 26 0,-5 1 28 0,5 0 31 0,0 0 27 0,0-3-67 0,0 3-124 16,0-1-56-16,5-1-23 0,-5 8-3 0,0-1 3 0,0-7 0 0,0 7-2 16,8 4-6-16,-8 0-12 0,0-6-15 0,0 6-15 0,0 0-19 0,0 0-21 15,0 0-15-15,0 0-12 0,0 0-12 0,0 0-8 0,8 6-8 0,-8-2-8 0,5 1-2 16,-5 1-5 0,6-2-1-16,-6 5-4 0,8 0 1 0,-3 3 0 0,2-3 4 0,-1 0 2 0,1 1 0 0,0 4-1 0,5-4-2 0,-4 5-2 0,-3-5-5 15,3 4-3-15,-2 1-2 0,-1-5-1 0,2 5-3 0,2-6-2 0,-4 6-4 0,1 0-6 16,1-5-8-16,-2-1-7 0,4 6-8 0,-2-6-8 0,-7 3-8 0,5-3-8 15,-5 0-4-15,6 1-6 0,-6-5-4 0,0-1-4 0,5 7 2 0,-5-11 0 16,0 4 7-16,0-4 7 0,0 0 12 0,0 0 11 0,0 0 13 0,0 0 14 0,0 0 16 16,0 0 13-16,0 0 12 15,0 0 4-15,0 0 3 0,0 0 1 0,-5-4 3 0,5 4-1 0,-6-6-2 0,6 1-2 0,-5 1-4 0,-2-7-7 0,-2 7-6 16,4-5-5-16,-2 0-9 0,1-3-5 0,1 3-3 0,-4-6 0 0,2 6 1 16,2-1 0-16,-9-5 1 0,9 0 0 0,-3 6 3 0,3-6-1 0,-2 0 1 15,0 0-2-15,7 2 0 0,-7-2-2 0,1-1 1 0,-1-2-3 0,7 3-1 0,-5-6-3 31,5 6-1-31,-8-3-2 0,8 2-2 0,0 2 2 0,0-5 2 0,0 4 1 16,0 0 3-16,0 5 3 0,0-3 1 0,0 2-1 0,0 1-1 0,0 5 1 0,8-4-4 16,-8 3 2-16,5 2-1 0,-5 0-1 0,7-1-2 0,-1 0-1 0,1 1-2 15,-7-2-3-15,14 6 0 0,-9-6-2 0,3 6 0 0,5-4 0 0,-7 4 2 0,6-5 0 16,2 5 1-16,-8 0 2 0,6 0 3 0,4 0 0 0,-5 0 0 0,-6 0 1 16,11 5 1-16,-4-5-2 0,-5 0 0 0,-2 4-3 0,2-4 1 0,1 0-1 15,-3 6-3-15,3-6 1 0,-2 6-1 0,-6-2 4 0,5 1 2 0,-5-5 3 16,0 5 4-16,0 3 4 0,0-2 4 0,0 3 4 0,0 3 1 0,-5-3 0 0,5 0-5 15,-6 6-11-15,-2 0-11 0,3-5-12 0,-3 4-14 0,1 0-14 0,-5 0-20 16,5 2-24-16,-6-5-20 0,5 2-24 0,-3 2-24 0,6-6-21 0,-11 6-21 16,11-5-20-16,-2-1-21 0,1 2-20 0,1-1-20 0,-4-1-14 0,2-3-19 0,2-2-17 15,5 5-18-15,0-4-18 0,-6-5 8 0,6 0 20 0,0 6 26 0,0-6 26 16,0 0 32-16,0 0 30 0,0 0 36 0,0 0 37 0,0 0 34 0,6 0 33 0,-1-6 38 16,-5 1 51-16</inkml:trace>
  <inkml:trace contextRef="#ctx0" brushRef="#br0" timeOffset="88961.37">15898 16590 0 0,'5'9'7'0,"9"-5"125"0,-9 2 86 0,3-2 58 0,-3 1 45 0,-5-5 35 0,8 5 28 0,-8-5 28 0,0-5 25 0,6 5 25 0,-6-5 24 16,7 1 26-16,-7-2 29 0,0-3-80 0,6 5-140 0,-6-1-85 0,0-1-57 16,0 2-28-16,0-2-13 0,0 1-8 0,0 1-3 0,0-2-6 0,0 6-7 0,0-3-7 0,-6-3-9 15,6 2-11-15,-7-1-14 0,7-1-15 0,-6 3-19 0,-2-4-17 0,3 7-12 16,-3-5-7-16,3 5-8 0,0-4-4 0,-4 4-5 0,4 0-3 0,-2 0-5 15,-6 4-4-15,7-4 0 0,-2 5-4 0,-4 2-1 0,6 2-4 0,-8-4 1 0,2 5 1 16,3-1 0-16,-1 0 0 0,2 7-2 0,-5-2 0 0,5 0 1 0,-3-4-2 16,4 6 1-16,1-1 1 0,-1-2 0 0,1 2 0 0,-1 0 1 0,0 0-1 15,7-2-3-15,-7 2-1 0,2-4-3 0,5 3-1 0,0 0 0 0,0 1-1 16,0-5 3-16,0 1 0 0,0 2 3 0,0-4 1 0,0 3 3 0,5-3 3 0,-5-3 3 16,7 3 2-16,-7-5 6 0,7 5 5 0,0-3 4 0,-1 0 5 0,-6-3 6 15,13-3 4-15,-6 6 4 0,-1-6 6 0,-1 0 6 0,11 0 7 0,-11 0 7 0,8 0 6 16,-8-6 5-16,9 3 4 0,-1-3 3 0,1 0 1 0,-7 2 0 0,6-5 1 15,-2 0 3-15,4 3-3 0,-1-3 2 0,-4-3-4 0,3 3-2 0,-5-4-7 16,5 2-5-16,1-4-9 0,-1 5-2 0,-8-4-4 0,9 0-2 0,-9-1-1 16,10 4-3-16,-10-2-2 0,2-2-3 0,5 0-2 0,-12 0-1 0,7 2 2 15,2 2 5-15,-4-5 3 0,-5 7 1 0,6 4 3 0,-6-5 1 0,7 6-3 0,-7-1 1 16,0 5-5-16,0 0-3 0,0 0-3 0,0 0-7 0,0 0-4 0,0 0-5 16,0 0-3-16,0 0-7 0,0 5-2 0,0-1-1 0,0 6-1 0,0-5 0 0,0 4-1 15,0 3 4-15,0 3 0 0,-7-2 4 0,7 2 4 0,0 0 3 0,0-6 3 16,0 6 4-16,0 0 1 0,0 0 0 15,0-1-3-15,0-5-3 0,7 6-6 0,-7-4-8 0,0 4-9 0,0-7-11 0,0 6-14 0,5-2-12 0,-5-3-16 16,0 1-18-16,9-1-22 0,-9 6-24 0,0-9-26 0,5 3-26 0,-5 0-32 0,7 1-30 16,-7-5-41-16,0 5-46 0,0-5-48 0,6-1-48 0,-6 1-23 0,0 1-8 0,5-2 14 15,-5-4 25-15,0 6 33 0,0-6 37 0,0 0 37 0,0 0 41 0,0 0 42 16,8 0 43-16,-8-6 50 0,8 6 51 0</inkml:trace>
  <inkml:trace contextRef="#ctx0" brushRef="#br0" timeOffset="89278.46">16386 16779 80 0,'7'-5'153'0,"7"-4"46"0,-9 5 39 0,0-2 36 0,3 2 36 0,-8-7 33 0,6 7 33 0,1-7 30 0,-7 7 31 0,6-5 29 0,-6 3 30 0,7-3-59 16,-7 3-107-16,6-3-60 0,-6 3-31 0,0-3-20 0,8 3-11 0,-8 3-12 15,0-7-15-15,5 5-10 0,-5 1-14 0,0-2-11 0,0 0-12 0,0-3-11 16,0 4-13-16,0 1-12 0,0-2-14 16,-5 2-10-16,5-1-12 0,0 1-8 0,-8-1-12 0,8-1-6 0,-6 2-9 0,-1 4-7 0,7-6-5 0,-6 6-7 15,-1-5-6-15,1 5-5 0,-2-4-6 0,3 4-3 0,0 0-2 0,-4 4-2 0,4-4-2 16,-2 5-3-16,-1 1-3 0,3-2-1 0,-2 2-1 0,0-1-1 0,2 4 0 15,-8 1 0-15,5-1 2 0,2 0 0 0,1 3 3 0,-2 3-1 0,-2-8 2 0,4 8 1 16,-2 0 0-16,1-3 1 0,1 1 1 0,-3 1-1 0,0-4 1 0,8 5-1 16,-5-5-2-16,5 4 1 0,-6 1-2 0,6-5 1 15,0 5-3-15,0-6 3 0,6 6 1 0,-6-6 3 0,5 3 0 0,-5-3 2 0,8 4 1 0,0-1 2 16,3-3 3-16,-4 0-2 0,-2 1-1 0,11-1-4 0,-5 2-7 0,-3-2-8 16,5-3-10-16,-1 4-11 0,0-6-14 0,3 1-21 0,-1 4-23 0,-4-3-27 0,11-6-31 15,-8 4-32-15,1 1-34 0,-2-5-55 0,8 0-63 0,-8 0-62 0,7-5-55 16,-6 1-16-1,3 4 9-15,2-11 20 0,-4 7 27 0,-2-5 34 0,1-1 37 0,1-5 42 0,-4 4 43 0,4-2 44 0,1-2 46 0,-10 0 58 0,9-4 72 0</inkml:trace>
  <inkml:trace contextRef="#ctx0" brushRef="#br0" timeOffset="89546.77">16939 16487 0 0,'0'5'28'0,"0"-5"146"0,-6 0 82 0,6 0 57 0,-5 0 44 0,-3 0 41 15,8-5 39-15,-8 0 35 0,8-5 28 0,-5 4 26 0,5 2 25 0,0-1 24 16,-7-1 25-16,7 6-113 15,0 0-186-15,0 0-93 0,0 0-51 0,0 0-20 0,0 0-14 0,0 0-15 0,0 0-16 0,0 0-13 0,0 0-8 0,0 0-10 32,0 0-7-32,0 0-9 0,0 0-6 0,0 0-10 0,0 0-8 0,0 0-6 0,0 6-4 15,0-1-3-15,0 5-3 0,-6 0-1 0,6 0-1 0,0-2 0 0,0 7 1 16,-6 0 2-16,6 6 2 0,-7-8-1 0,7 8 3 0,-8-3-1 0,8 2-3 0,-5 0-6 16,5-2-10-16,-6 3-11 0,6 0-15 0,-8 1-9 0,8-1-14 0,0-2-14 15,-5-5-16-15,5 7-17 0,0-2-20 0,0-4-25 0,5 0-28 0,-5 0-30 16,0-2-31-16,0 2-43 0,0-6-42 0,8 3-60 0,-8 1-65 0,0-8-36 15,6 5-22-15,-6-1 5 0,5-4 21 0,-5 1 30 0,8-2 32 0,-8-4 41 0,0 0 42 16,7 0 46-16,-1 0 44 0,0-4 54 0,-6-2 56 0,7 1 63 0,-2-4 72 0</inkml:trace>
  <inkml:trace contextRef="#ctx0" brushRef="#br0" timeOffset="89895.9">17225 16599 107 0,'9'-5'220'0,"-4"5"82"0,-5-4 62 0,0 4 53 16,5 0 47-16,-5 0 38 0,0 0 38 0,-5-5 29 0,5 5 25 0,0 0 23 0,0-6 19 15,0 6-78-15,0 0-133 0,0 0-120 0,0 0-116 0,0 0-63 0,0 0-39 0,0 0-26 16,0 0-21-16,0 0-16 0,-5 0-17 0,5 6-4 0,-9-6-4 0,9 5-2 16,-5-1 1-16,-2 5-2 0,1-3-6 0,-2 3-7 0,2 0-4 0,-1 3-7 15,-5-3-7-15,0 1-5 0,4-1-4 0,-4 0-6 0,-2 6-5 0,1-3-1 0,0-3-6 16,0 0-1-16,-1 0-2 0,1 1-1 0,-6 1 2 0,7-1 5 0,-1-1 3 16,-1 0 9-16,-7 1 5 0,10-5 5 0,-1 1 6 0,-2 4 1 0,7-5 4 0,-4-1 0 15,-5 0 4-15,11-4 3 0,-8 5 1 0,7-5 2 0,-1 0 5 0,-1 6 1 16,3-6 3-16,5 0 0 0,0 0 1 0,-6 0 1 15,6 0-1-15,0 0-1 0,0 0-2 0,0 0-2 0,0 0-1 0,0 0-6 0,0 0-4 0,0 0-2 16,0 0-2-16,0 0-1 0,6 0 3 0,-6 0 3 0,0 0 6 0,5 3 7 0,3-3 9 16,-1 6 11-16,-1 0 12 0,0-6 10 0,6 9 9 0,-4-3 8 0,5-2 8 15,0 5 3-15,1 0 2 0,-2-3 0 0,-1 3-1 0,5 3-5 0,-4-3-5 16,0-5-6-16,3 5-8 0,-3 2-6 0,0-2-7 0,9-3-4 0,-8 4-7 16,1-6-14-16,-1 5-18 0,-3-4-29 0,4 1-31 0,1-2-42 0,4 1-46 0,-7 1-61 15,-6-6-74-15,8 3-93 0,-2-3-97 0,2 0-39 0,-9-3-11 0,8 3 5 16,-5-6 16-16,5 1 28 0,-7 1 36 0,1-2 44 0,-1-3 51 0,-6 0 53 15,7-1 58-15,-1-5 68 0,-6 0 71 0</inkml:trace>
  <inkml:trace contextRef="#ctx0" brushRef="#br0" timeOffset="90564.52">17389 16682 0 0,'0'0'21'0,"0"0"140"0,0 0 83 16,6 0 58-16,-6 0 44 0,0 0 33 0,0 0 24 0,0 0 20 0,0 0 11 15,0 0 14-15,0 0 11 0,7 0 15 0,-7 0 13 0,0 0-106 0,0 6-176 0,0-6-99 16,0 0-54-16,0 0-30 0,0 0-12 0,0 3-5 0,0-3-2 0,5 0 7 15,-5 0 10-15,0 6 6 0,0-6 6 0,0 6 2 0,0-3-1 0,0 3-3 16,0-6-6-16,8 4-4 0,-8 1 0 0,0-5-3 0,0 4-1 0,0 1 0 0,8-5-3 16,-8 6-2-16,0-2 0 0,5 2-4 0,-5-1 0 0,6-5-1 0,1 4-1 15,-7 2-2-15,5-6 2 0,4 4-1 0,-4-4 0 0,8 5-1 0,0-5 2 0,-5 4-1 16,4-4 1-16,0 0 0 16,3 0-1-16,4 0-1 0,-6 0 1 0,6 0-1 0,-7 0 0 0,9 0 2 0,-1-4-1 0,-8 4 2 0,7-5 2 0,-6 1 0 15,1-2 2-15,-1 2 3 0,-1-1 4 0,-4-5 1 0,3 4 3 0,-3 1 5 16,-1-4 1-16,-1-1 5 0,2 1 2 0,-8 0 0 0,0-3 1 0,5 3-2 15,-5 0-1-15,0-6 1 0,-5 5 0 0,5-5-1 0,-8 0-3 0,8 2-1 0,-6 2-4 16,-1-4-1-16,-1 5-1 0,3-3-2 0,-1 2 0 0,-2 1-1 0,8 1 1 16,-5 4-4-16,-2-5-3 0,1 6-4 0,-1 4-9 0,0-5-5 15,0 5-5-15,2 0-2 0,5 5-3 0,-8-1-4 0,-5 0-3 0,7 7-2 0,1-7-6 0,-2 8 1 16,-2 2-2-16,4-4 2 0,-1 3 0 0,-6-2 4 0,3 4 6 0,2-2 2 16,7 2 3-16,-5 0 5 0,-1-5-1 0,-1 5 1 0,7-6 2 0,0 6 1 15,-6-6-1-15,6 3-1 16,0-3 0-16,0 0 1 0,0 0 1 0,0 1-2 0,0 1 1 0,6-7 1 0,-6 6-1 0,0-5 2 0,7 4 1 0,-1 1 2 0,-1-5 3 0,2 5 0 15,2 1 4-15,3-7 2 0,-6 5 4 0,-1-3 3 0,11-3-1 0,-5 9 3 16,-3-9 0-16,5 3 2 0,-1-6 0 0,2 6 1 0,-1-6 1 0,0 4-1 16,-2-4 1-16,4 0 0 0,-1 0-2 0,-4-4 3 0,4 4 2 0,-1-6 3 15,1 0 3-15,-2 3 2 0,1-3 1 0,1-3 3 0,-2 3 2 0,2-3 2 0,-1 0 0 16,0-7 1-16,0 7 1 0,0-6-2 0,-7 0-1 0,7-4-4 0,-6-1-3 31,5 1-2-31,-5-2-6 0,-7-1-2 0,8-5-2 0,-3 3-3 0,1 0-4 16,-6-1 0-16,8-2-4 0,-8 0-1 0,0 5-4 0,0-5 1 0,0 5 0 0,0-4 1 15,0 7-1-15,0-6-2 0,0 5 2 0,0 7 1 0,0-8 2 0,0 6 2 16,0 2 6-16,0-2 2 0,0 5 1 0,0-1 2 0,0 2 3 0,0 5-2 16,0-1 2-16,0 1-4 0,0 4-3 0,0 0-2 0,0-6-4 0,0 6-6 0,0 0-6 15,0 0-8-15,0 0-4 0,0 6-5 0,-8-6-3 0,8 4-2 0,0 1-2 16,-6 4 0-16,6 1-2 0,-5-1 3 0,5 3 2 0,-8 1 3 0,8 2 3 16,0-1 3-16,0 2 4 0,-7-3 4 0,7 7 1 0,0 1 1 0,0-2 0 0,0-1 2 15,0 3 1-15,0-2-1 0,0 2 1 0,7 1 0 0,-7-2 1 0,8 5-1 16,-8-6 2-16,5 2-2 0,-5-3-1 0,6 2-6 0,2 0-9 0,-8-2-15 15,5-3-18-15,2 0-20 0,1 0-21 0,-8 0-27 0,6-6-27 0,0 7-30 16,1-7-28-16,-7 1-41 0,5-1-41 0,-5-4-57 0,8 5-62 0,-8-5-54 0,0 1-47 16,0-6-5-16,0 0 19 0,0 4 26 0,0-4 34 0,0 0 39 0,-8 0 42 0,8 0 41 15,-5-4 44-15,-2 4 49 0,1-11 49 0,0 7 57 0,-2-7 71 0</inkml:trace>
  <inkml:trace contextRef="#ctx0" brushRef="#br0" timeOffset="90738.78">17850 16609 0 0,'-11'-6'1'0,"3"2"103"0,3 4 78 0,-2 0 56 0,0-5 49 0,7 5 41 0,-7-4 37 0,7 4 32 0,0 0 27 0,0 0 22 0,0 0 18 0,0 0 18 0,0 0 16 0,0 0-75 0,0 0-130 16,0 0-78-16,7-5-53 0,-7 5-35 0,7 0-27 0,-7-6-21 0,7 6-17 16,-2-4-12-16,3-2-6 0,3 6-5 0,-3-5 0 0,-3 1-3 0,11-2-4 15,-11 6-4-15,8-3-7 0,0-3-11 0,0 2-11 0,0-1-23 0,1-1-31 0,4 3-42 16,-5-4-46-16,0 7-92 0,6-5-110 0,-4 5-76 0,4-4-56 0,0-1-20 16,-6-1 1-16,8-2 9 0,-9 3 17 0,8-4 24 0,-8-7 26 0,2 2 43 0,-1-1 46 15,-1-5 58-15,0 0 61 0,3 2 80 0,-2-7 95 0</inkml:trace>
  <inkml:trace contextRef="#ctx0" brushRef="#br0" timeOffset="91039.85">18250 16247 0 0,'0'5'1'0,"0"-5"99"0,-8 0 71 0,8 0 47 15,0-5 39-15,0 5 35 0,0-6 37 0,0 6 34 0,0-4 34 0,0-1 29 16,0 1 28-16,0-1 27 0,8 5 24 0,-8-4-70 0,0 4-129 0,0-6-70 15,5 6-44-15,-5 0-23 0,6 0-16 0,-6 0-14 0,0 0-20 0,7 0-13 0,-2 0-16 16,-5 0-8-16,9 0-5 0,-2 6-7 0,-2-6-4 0,8 4-4 0,-7 1-2 0,2-1-1 16,4 5-1-16,-6-3-1 0,8-1-3 0,-2 5-2 0,2 0-4 0,-9-1-4 15,8 0-4-15,-5 2-6 0,5-2-4 0,-7 7-5 0,1-7-5 0,6 6-3 16,-13 0-5-16,6 0-2 0,1-2-1 0,0 2 0 0,-7 6-3 0,0-2-4 16,0-1-5-16,0 3-10 0,0-2-8 0,0 5-12 0,-7-3-13 0,7 3-14 0,-7-5-14 15,1 0-18-15,6 1-16 0,-7 5-24 0,1-11-20 0,-1 5-24 0,1-4-29 16,-1 0-35-16,-7 0-43 0,9 0-85 0,-3-5-103 0,3-6-37 0,0 5-3 0,-4-4 14 15,4 1 24-15,-2-6 30 0,-1 0 32 0,2 0 37 0,0-6 38 0,-1 1 41 16,2-4 45-16,5-1 55 0,-8 1 59 0</inkml:trace>
  <inkml:trace contextRef="#ctx0" brushRef="#br0" timeOffset="91296.86">18729 16590 59 0,'16'4'146'15,"-5"5"54"-15,1-3 41 0,4-2 41 16,-5-4 40-16,2 5 36 0,-5-5 36 0,4 0 35 0,-5 0 30 0,6 0 29 0,-6 0 26 0,5 0-48 0,-5 0-96 0,-2 0-69 16,3 0-57-16,0 0-32 0,-3 0-22 0,-5 5-20 0,0-5-23 15,6 0-19-15,-6 0-18 0,0 4-12 0,-6 2-13 0,6 0-13 0,0-2-9 0,-5 1-7 16,5 1-10-16,-8-2-7 0,0 5-5 0,3-4-6 0,-2 5-3 0,-5-1-4 16,5-3-7-16,-1 3-11 0,3 1-17 0,-9-5-18 0,9 4-21 0,-3-3-20 15,-5-2-21-15,7 2-29 0,1-1-30 0,-2-1-36 0,7 2-35 0,-9-6-66 0,4 0-82 16,-2 4-74-1,7-4-70-15,-6-4-16 0,1 4 7 0,-4 0 24 0,9-6 29 0,-7 2 34 0,2-1 37 0,5-5 43 0,-6 4 45 0,-1-3 50 0,7 0 49 0,-6-6 69 16,6 0 72-16</inkml:trace>
  <inkml:trace contextRef="#ctx0" brushRef="#br0" timeOffset="91450.65">18718 16331 0 0,'0'0'30'0,"0"0"152"0,-7 0 90 0,7 0 67 0,0-5 54 0,-6 5 46 15,6-6 44-15,-8 3 36 0,8-4 32 0,0-2 25 0,-7 4 21 0,7-1 19 16,0 6 14-16,0 0-125 0,0 0-207 15,0 0-117-15,0 0-73 0,0 0-46 0,0 0-28 0,0 0-28 0,0 0-30 0,0 0-27 0,7 0-29 0,-7 6-30 16,0-1-32-16,0-5-37 0,8 4-37 0,-8 8-76 0,0-9-91 0,0 8-74 0,6-3-63 16,-6-3-19-16,0 5 3 0,0-5 18 0,7 4 24 0,-7-9 33 0,0 0 42 15,0 0 43-15,-7-9 49 0,7 4 52 0,-6-10 57 0,-2 2 74 0,1-8 84 0</inkml:trace>
  <inkml:trace contextRef="#ctx0" brushRef="#br0" timeOffset="92900.62">12543 17625 90 0,'-7'4'160'0,"7"-4"43"0,-5 5 30 0,-3-5 25 0,2 0 22 0,6 6 22 0,-7-6 22 0,1-6 22 0,6 6 17 0,-7 0 18 15,7-5 17-15,0 5-71 0,0 0-118 0,-5-4-67 0,5 4-35 0,0-5-17 0,0 5-4 16,0-4-2-16,5 4 5 0,-5-6-3 0,0 0 1 0,0 3-3 16,7-3 4-16,-7 2-3 0,6-2 3 0,1 1-1 0,-7 1-2 0,6-1 3 15,2 1-2-15,-3-7 2 0,2 7 0 0,-1-2-4 0,0 3 0 0,2 3-5 0,-1-6-6 0,7 0-5 16,-9 6-5-16,0-4-6 0,8 4-4 0,-5-5-5 0,5 5-6 0,-7 0-4 15,7 0-6-15,-6 0-4 0,6 0-7 0,-6 5-5 0,5-5-7 0,1 4 0 16,1 2-4-16,-9 3 0 0,10-3 0 0,-9 3-2 0,7 1 1 0,-8-1-2 16,4 2-2-16,3-1-1 0,-6-1-3 0,-1 6-7 0,3-6-8 0,0 6-7 0,-8 1-7 15,5-7-6-15,-5 6-7 0,0-2-5 0,7-2-7 0,-7 4-5 0,0-6-7 16,0 5-6-16,-7-3-6 0,7 4-3 0,0-2 0 0,0-4 5 0,-5 2 5 16,5-1 6-16,-8 5 7 0,8-6 7 0,0-5 6 0,-8 7 5 0,8-2 5 0,-5-2 6 15,5 2 7-15,-6-4 8 0,6-1 9 0,0 2 7 0,0-2 9 0,-7-4 7 16,7 5 8-16,0-5 5 0,0 0 7 0,0 0 7 0,0 0 8 0,0 0 5 15,0 0 7-15,0 0 8 0,0 0 5 0,0-5 6 0,-5 5 2 0,5-4 4 0,0 4 3 16,0-6 2-16,-9 2 1 16,9-1 2-16,0-4 0 0,0 2-1 0,0-2-4 0,-5 4-5 0,5-5-5 0,0-4-6 0,0 4-9 0,0 0-6 0,0-4-5 15,0-1-9-15,0-1-6 0,5 2-8 0,-5 0-9 0,9-6-6 0,-9 5-7 0,5-4-8 16,2 4-7-16,-1 0-5 0,-1 2-3 16,3-2-13-16,0 0-9 0,-3 0-14 0,8 0-20 0,-7 6-21 0,9-1-24 0,-10 1-30 0,9 0-34 0,-1 3-40 15,-1 0-40-15,0-3-82 0,3 3-101 0,-2 3-57 0,-2-3-32 0,5 2-1 0,2-1 17 16,-4-1 28-16,-2 2 34 0,7-6 38 0,-6 0 42 0,1 6 46 15,-1-11 49-15,-1 6 53 0,2-1 56 0,-9-1 75 0,11-2 87 0</inkml:trace>
  <inkml:trace contextRef="#ctx0" brushRef="#br0" timeOffset="93408.16">13189 17546 0 0,'-8'10'11'0,"8"1"127"0,-5-7 75 0,5 5 47 0,-7-9 31 0,7 5 21 0,0-5 17 0,0 0 15 0,0 0 14 0,0 0 18 0,0 0 21 0,0-5 23 0,0 1 28 0,0-1-80 15,0 5-140-15,0-4-73 0,0 4-38 0,0 0-10 0,0 0 1 0,0 0 8 0,-7-6 5 16,7 6 4-16,0 0 2 0,0-5-5 0,0 5-6 0,0 0-14 0,-7 0-20 16,7 0-19-16,0 5-25 0,-6-5-18 0,6 0-16 0,0 6-11 0,0-6-6 15,0 4-5-15,-7 1-4 0,7-1-3 0,0 1-2 0,0 1-2 0,0-2-1 16,0 2-1-16,0 3 0 16,0-3 2-16,0 3 2 0,7-5 2 0,-7 7 3 0,0-7 3 0,6 1-1 0,1 5 5 0,0-4-1 0,0-3 5 0,-2 3 3 0,3-2 2 15,-3 1 3-15,1 1 2 0,9-6 2 0,-1 3 2 0,-9-3 2 0,8 0 0 16,0 0 1-16,-7 0 2 0,7 0 1 0,0-3 0 0,0 3 1 0,-8-6 0 0,9 1 2 31,1 5 0-31,-10-4 3 0,9-2 1 0,-9 3 3 0,8-9 5 0,-5 8 8 16,-2-1 4-16,1-5 3 0,-2 5 8 0,3 1 6 0,-8-5 7 0,6-3 6 0,1 9 8 15,-7-7 4-15,6-1 3 0,-6 7 0 0,0-5-1 0,0-6-5 0,0 6-5 16,0-3-4-16,0-3-9 0,-6 6-6 0,6-6-6 0,-7 1-10 0,1 4-7 16,6-9-11-16,-8 10-4 0,3-7-10 0,-2 1-4 0,1 6-3 0,-2 0-1 15,2 0-1-15,-1-3-1 0,2 8-1 0,-3-7-1 0,2 11-1 0,1-4 2 16,-3 4-5-16,1 0-1 0,1 0-2 0,-2 4-3 0,-2 2 0 0,2 3-4 15,2-4-3-15,-1 5-3 0,-6-1-4 0,7 3-2 0,-2 1 1 0,3 2-1 0,-8-6 3 16,8 6 1-16,-4-5 4 0,4 4-1 0,-10 2 3 0,9-7 3 0,1 6-2 16,-3 0 5-16,3 0 0 0,-2-6 5 0,7 6 0 0,-7 0 1 0,0-5 1 15,7 5-2-15,0-2 1 0,-6 2-1 0,6-6-2 0,0 6 2 0,6 0-2 0,-6-6-1 16,7 6 1-16,-7 1-1 0,7-7 3 0,0 6 1 0,-2-6 1 0,8 6 3 16,-7-5 1-16,9-1 2 0,-10 6 0 0,9-10 0 0,-1 5-4 0,0 0-3 15,0-5-9-15,6-1-11 0,-6 1-13 0,6-1-21 0,-4-4-24 0,4 0-28 0,-7 0-33 16,8 0-38-16,0 0-42 0,-7-4-66 0,5-1-71 0,2-4-53 0,1 5-46 15,-3-8-6-15,-5 3 8 0,7 0 23 0,-8-6 28 0,8 5 34 0,-1-10 41 0,-3 6 41 16,-5 0 44-16,1-7 47 0,4 2 52 0,-11 1 59 0,6-3 76 0</inkml:trace>
  <inkml:trace contextRef="#ctx0" brushRef="#br0" timeOffset="93661.84">13839 17258 0 0,'0'0'26'0,"0"0"145"0,0 0 85 0,0-4 61 0,-5 4 45 0,5-6 44 0,-8 2 38 0,8-1 36 0,0 5 31 0,-5 0 30 0,5-4 23 0,0 4 26 0,0-5 20 15,0 5-113-15,0 0-191 0,0 0-107 0,0 0-61 0,0 0-36 0,0 0-24 16,0 0-20-16,0 0-18 0,0 5-13 0,-7-1-11 0,7 1-5 0,0 5-6 16,0-1 0-16,0 0-2 0,0 7 0 0,0-1 1 0,0 3 2 0,0 3 6 15,0 3 2-15,-9 1 6 0,9-7 3 0,0 7-1 0,0 5 0 0,0-6-1 0,0 1-4 16,0-1 0-16,9 0-7 0,-9 0-8 0,0 1-7 0,0-1-15 0,7-5-12 16,-7 2-18-16,5-3-19 0,-5 3-18 0,8-6-21 0,-8-2-22 0,5 2-29 15,-5 0-26-15,6-5-28 0,-6-1-23 0,8 0-40 0,-3 2-41 0,-5-7-52 16,7 2-51-16,-1 0-38 0,-6-6-24 0,0 0 5 0,8 4 20 0,-8-4 31 0,0 0 34 15,0-4 38-15,0-2 41 0,0-4 40 0,0 5 40 0,-8-4 47 0,8-1 49 0,-6 1 56 16,-1-6 70-16</inkml:trace>
  <inkml:trace contextRef="#ctx0" brushRef="#br0" timeOffset="93853.5">13690 17527 0 0,'-7'0'25'0,"0"4"144"0,7-4 82 0,-5 0 59 0,-3 0 43 0,0 0 35 15,8-4 28-15,-5 4 26 0,5-11 23 0,0 8 19 0,0-3 18 0,0 2 20 16,0 4 18-16,0-11-109 0,0 7-180 0,0 4-100 0,0-6-53 0,0 2-26 15,5 4-11-15,-5-5-8 0,8 0-6 0,-8 5-3 0,8-4-3 0,-3-2 0 16,-5 6-1-16,7-4-3 0,0 4-6 0,-2-5-6 16,3 5-8-16,4 0-3 0,-5 0-6 0,5 0-3 0,1-6-1 0,1 6-9 15,-1 0-13-15,0 0-21 0,5 0-26 0,-2 0-37 0,2 0-43 0,-4 0-50 0,4 6-56 0,-4-6-98 0,5 0-111 0,-7 0-50 16,3 0-11-16,4 0 2 0,-6 0 12 0,0 0 25 0,0-6 31 0,1 3 40 16,-9-3 43-16,8 2 53 0,-5-7 56 0,-2 1 60 0,-1 1 66 0</inkml:trace>
  <inkml:trace contextRef="#ctx0" brushRef="#br0" timeOffset="94264.63">14029 17468 0 0,'-8'5'24'0,"-5"4"142"0,8 1 75 0,-3 1 53 0,2-7 37 0,-1 2 30 0,1-3 27 16,-1-3 25-16,1 6 21 0,6-1 24 0,0-5 18 0,0-5 21 0,0 5 20 16,-8-6-105-16,8 6-176 0,0-3-89 0,0-3-41 0,8 2-16 0,-8-1-4 15,0-1 0 1,0-4 2-16,0 6-1 0,6-6 0 0,-6 6 0 0,7-2 0 0,-7-3-2 0,6 3-3 0,-6-3-4 0,7 5-8 0,-7-2-5 0,6 1-3 0,2 1-7 15,-8-2-3-15,5 3-5 0,3 3-6 0,-3-6-2 0,3 6-5 0,3 0-4 16,-4 0-5-16,7 0-4 0,-8 6-5 0,6-3-2 0,-5 3-4 0,7-2-2 16,-1 7-3-16,1-1-2 0,-2-1 0 0,-1 0-2 0,5 1-3 0,-4 4-1 0,0-4 1 15,3 5-3-15,-3-6-7 16,0 6-5-16,4 0-7 0,-5 0-11 0,1-5-11 0,2 4-8 0,-1 2-8 0,-8-1-6 16,11-6-5-16,-11 6-3 0,1-6-3 0,1 7-1 0,-1-7 0 0,2-5 3 0,-8 7 5 0,0-2 7 0,7-5 12 0,-7 7 9 15,0-11 14-15,0 4 10 0,0 2 10 0,-7-1 8 0,7-1 6 0,-8 1 6 16,8-5 6-16,-6 4 1 0,-1 2 4 0,1-6 1 0,1 0 4 0,-2 4 0 15,-2-4 4-15,4 0 1 0,-1 0 5 0,-1 0 4 0,2 0 3 0,-4-4 4 16,2 4 6-16,7 0 3 0,-5-6 5 0,-1 2 4 0,6-1 2 0,-5 1 2 16,5-1 0-16,0-1 0 0,0 2-2 0,-8-2-6 0,8 1-4 0,0-5-5 15,0 1-9-15,8 4-6 0,-8-5-5 0,0-5-9 0,5 6-6 0,-5-1-9 0,6-4-6 16,-1 4-7-16,2-5-10 0,2 0-14 0,-4 2-17 0,8-2-22 0,-8 0-24 0,11 0-24 16,-5 0-26-16,-4 0-34 0,7 5-32 0,-2 1-36 0,2 0-33 15,-9-1-63-15,8-1-69 0,1 8-64 0,-1-3-57 0,-6 2-10 0,7-2 15 0,-4 1 27 31,-2 5 35-31,-2 0 41 0,7-4 43 0,-13 4 44 0,7 0 48 0,0 0 49 0,-7 0 48 16,7 0 62-16,-7 0 72 0</inkml:trace>
  <inkml:trace contextRef="#ctx0" brushRef="#br0" timeOffset="94707.78">14503 17498 0 0,'-5'5'21'0,"5"-1"138"0,-7-4 79 0,7 6 52 0,0-6 40 0,-7-6 32 15,7 6 28-15,0-4 27 0,0-7 27 0,0 7 22 0,0-6 23 0,0 0 24 0,7 0 24 16,-7 1-100-16,7 0-172 0,-7-1-87 0,5-1-47 0,2 1-19 0,-7 1-3 15,6 3-4-15,2 3-5 0,-8-3-5 0,6 3-6 0,-6-4-6 0,0 7-9 0,0 0-12 16,0 0-11-16,0 0-11 0,0 0-11 0,7 0-5 0,-7 7-7 0,0-4-3 16,0 3-6-16,0-3-3 0,0 9-5 0,5-9 0 0,-5 7-2 0,0 5-2 15,0-6 2-15,0 6 2 0,8-5 2 0,-8 4 1 0,0 2-3 0,6-7-4 16,-1 6-3-16,-5-6-3 0,8 6-3 0,-8-5 1 0,5 1-4 0,2-2 0 0,2 0-3 16,-4 1 3-16,1-4-1 0,1 3 2 0,-1-3 1 0,7-2 3 0,-6 1 3 15,-1-5 1-15,2 4 4 0,-3-4 4 0,8 0 1 0,-8 0 5 16,4 0 2-16,-4 0 3 0,2-4 1 0,1 4 3 0,-3-5 0 0,2 1 3 0,0-2-1 15,-2 0 3-15,3-3 2 0,-2 5 3 0,1-7 3 0,-1 2 5 0,-1 5 3 0,2-11 4 16,-7 6 4-16,9-3 4 0,-4 3 1 0,-5-6 3 0,0 6 3 0,7-1 1 16,-7-5 3-16,0 6 0 0,0-6-1 0,6 0-2 0,-6 5-1 0,0 1-4 15,0 0-4-15,0-3-2 0,5 3-5 0,-5 6-4 0,0-9-6 0,0 12-4 0,0-4-10 16,0 4-7-16,0 0-10 0,0 0-8 0,0 0-6 0,0 0-3 16,0 0-3-16,0 0-1 0,0 4 0 0,0 1-1 0,0 5 0 0,0-1 2 0,0 3-1 15,0 1 5-15,0 2 3 0,0 0 5 0,-5 0 6 0,5 3 3 0,0-2 6 0,0 2-1 16,0 3-1-16,0-2 0 0,-6-4-2 0,6 5-6 0,0-1-3 0,0 0-11 15,0 1-10-15,0-4-17 0,-7 2-16 0,7 1-21 0,0 2-21 0,0-7-23 16,0 5-25-16,-5-4-31 0,5 0-31 0,-9-2-39 0,9 2-39 0,0 1-72 16,-7-2-90-16,7-4-58 0,-5-1-40 0,5 3-3 0,-6-3 19 0,6-4 30 0,-7-1 34 15,7-4 40-15,0 0 41 0,0 0 46 0,0-4 47 0,-6-1 52 0,6-1 54 0,0 3 70 16,0-9 86-16</inkml:trace>
  <inkml:trace contextRef="#ctx0" brushRef="#br0" timeOffset="94945.87">15285 17625 0 0,'-8'9'42'0,"8"1"157"0,-5-5 85 0,5-1 56 0,-5-4 39 0,5 6 33 0,-9-12 23 0,9 6 21 0,0-4 20 0,0-5 21 0,0 3 24 0,0 1 27 16,0-4 32-16,0 5-118 0,0-2-200 0,9 6-96 0,-9-6-45 15,0 3-16-15,5-3-2 0,-5 2 2 0,0-2 5 0,5 1 1 0,-5 5 4 0,0-4-5 16,8-1-8-16,-8 5-11 0,0-4-19 0,5 4-15 0,3-6-20 0,0 1-11 0,-3 5-11 15,1-4-11-15,2 4-16 0,4 0-21 0,-6-6-25 0,8 6-35 0,-2 0-42 16,1 0-47-16,1 0-55 0,-2 0-88 0,8 0-97 0,-8 6-82 0,4-6-66 0,-5 0-23 16,-6 0 3-16,11 0 16 0,-11 0 27 0,2 0 39 0,0 0 44 0,-2-6 53 15,-5 3 55-15,0 3 65 0,0 0 64 0,0-6 78 0,0 6 87 0</inkml:trace>
  <inkml:trace contextRef="#ctx0" brushRef="#br0" timeOffset="95120.8">15298 17728 0 0,'-13'19'47'0,"0"-4"164"0,8 0 95 0,-9-2 66 0,1-4 48 0,6 2 39 15,0-7 29-15,0 2 24 0,2-6 16 0,-3 0 16 0,8 0 12 0,0 0 14 16,0 0 16-16,0 0-138 16,0 0-218-16,0 0-114 0,0 0-58 0,0 0-27 0,8 0-12 0,-8 0-1 0,5 0-4 0,2 0 6 0,0 0 5 0,0-6 6 15,6 6 6-15,-8-4 1 0,9 4-3 0,-1 0-22 0,8-5-32 0,-10-1-48 0,9 3-54 16,0-3-70-16,0 2-76 0,-1-1-110 0,2 1-123 0,-3-2-50 16,8 0-15-16,-7-3 4 0,1 0 12 0,7-1 21 0,-8 1 24 0,7-6 43 0,-8 0 46 0,9 0 60 15,-6-3 62-15,-3-3 71 0,8 2 77 0</inkml:trace>
  <inkml:trace contextRef="#ctx0" brushRef="#br0" timeOffset="95406.75">16080 17464 0 0,'0'-6'7'0,"5"-3"122"0,-5 3 80 0,0 3 58 0,0-7 48 0,0 4 42 16,0-3 42-16,0 0 40 0,0-3 40 0,9 3 37 0,-9-6 35 0,-9 6 34 0,9-1 30 15,0 1-78-15,0 4-147 0,0-5-84 0,0 4-52 0,0 2-29 0,0 4-17 16,0-5-24-16,0 5-20 16,0 0-26-16,0 0-25 0,0 0-23 0,0 0-22 15,0 0-17-15,0 0-15 0,0 0-9 0,0 5-12 0,0-1-6 0,9 2-8 16,-9 4-7-16,0 4-6 0,0 1 1 0,0 1-2 0,0 2 4 0,5 1 4 0,-5 5 4 16,0-3 5-16,0 3 1 0,7-5 0 0,-7 5-3 0,0 1-5 0,6-1-13 15,-6-3-13-15,5 3-18 0,-5 0-16 0,8-5-22 0,0 2-20 0,-8 3-24 16,5-9-22-16,2 4-32 0,-1-1-33 0,-6-2-35 0,6 2-38 0,2-7-57 0,-8 5-67 15,7-7-67-15,-7 0-62 0,5 6-11 0,-5-11 12 0,6 8 27 0,-6-9 34 0,0-3 38 16,0 0 40-16,0 0 45 0,0 0 48 0,0 0 49 0,-6-3 50 0,1 3 63 16,5-7 68-16</inkml:trace>
  <inkml:trace contextRef="#ctx0" brushRef="#br0" timeOffset="95627.82">15917 17737 39 0,'-5'0'157'15,"-4"-5"76"-15,4 5 56 0,-2-4 44 0,-1 4 37 0,3-5 33 0,-1-1 30 16,6 2 29-16,-8-2 25 0,8 1 23 0,0 1 24 0,0-5-37 0,0 3-76 0,8 1-91 15,-8 1-105-15,0-2-55 0,6 3-25 0,-6-3-17 0,5 0-9 0,3 2-7 16,-8-1-9-16,7-5-3 0,-2 5-3 0,4 1-5 0,-4-1-6 0,-5 1-10 16,5-2-10-16,3 0-10 0,-3 3-10 0,3-3-8 0,-2 2-6 0,1-2-8 15,7 1-7-15,-9 1-3 0,8-1-5 0,1 1-8 0,-9-2-8 0,15 1-14 16,-6 1-20-16,-2 4-29 0,2-6-28 0,4 3-44 0,3 3-50 0,-2 0-71 0,-6-6-80 16,6 0-96-16,1 6-102 0,-1-4-40 0,2 4-8 0,-3-5 12 0,3-1 17 0,-2 3 32 15,-6-3 39-15,5 2 47 0,-2-7 51 0,-5 1 58 0,10 1 64 0,-9 0 73 16,0-6 76-16</inkml:trace>
  <inkml:trace contextRef="#ctx0" brushRef="#br0" timeOffset="96087.81">16359 17527 1 0,'0'0'88'0,"0"0"61"0,0 0 51 0,0 0 40 0,0 0 39 0,0 0 37 16,0 0 38-16,0 0 37 0,0 0 34 0,0-11 35 0,0 8 32 0,0-3-10 15,0-3-40-15,0 3-57 0,7-4-69 0,-7 6-40 0,0-6-32 0,7 6-19 16,-7-6-20-16,0 5-19 0,5-1-20 0,-5-3-20 0,8 5-19 0,-1-7-18 16,-7 7-17-16,5-2-14 0,4-3-16 0,-9 9-11 0,5-6-11 15,0 3-8-15,3-3-11 0,5 3-3 0,-7 3-7 0,1-7-3 0,7 7-2 0,-9 0-3 0,8 0-2 16,1 7-1-16,-2-7-1 0,1 3-2 0,-7 3 2 0,14-3-2 0,-6 3 2 0,-1 0-2 16,1 3 1-16,-2 0-1 0,1 1 0 0,6-1-1 0,-5 2 0 0,-2-1 0 15,-4-1 2-15,4 6-2 0,0-5 2 0,-4-1-1 0,-3 6 2 16,9-6-2-16,-9 3-1 0,2-3-2 0,-7 6-6 0,9-6-8 0,-4 0-8 0,-5 7-10 15,0-7-10-15,0 1-12 0,0-1-11 0,0 2-13 0,0-2-10 0,0 7-7 0,0-7-6 16,-5 0-5-16,5 0-3 0,-9 1 4 0,9-5 4 0,-7 5 6 0,7-4 8 16,-5 3 9-16,5-4 10 0,-6-1 11 0,-2 2 12 0,8-2 15 0,-5 1 12 15,5-5 12-15,-8 6 12 0,8-6 11 0,-5 0 9 0,-2 0 11 0,7 0 11 0,-7 0 13 16,7 0 12-16,-5-6 13 0,5 6 11 0,-8-5 13 0,8 1 8 0,0 4 6 16,0-6 5-16,-7 2 3 0,7-5 2 0,0 4 3 0,0-1 1 0,0 2-3 15,0-7-3-15,0 7-5 0,0-5-9 0,0-2-10 16,0 1-10-16,0 1-11 0,0-1-12 0,7 1-9 0,-7-6-9 0,8 0-10 0,-8 6-10 0,5-12-9 0,2 8-8 15,0-2-9-15,-2-6-9 0,3 6-11 0,-3-3-8 0,3-2-12 0,3 6-9 16,5-7-11-16,-11 8-7 0,8-2-12 0,0 0-14 0,0 0-15 0,0 5-15 16,1 1-20-16,-2 4-24 0,0-5-33 0,3 10-36 15,-2 0-44-15,-2 0-46 0,4 0-94 0,-3 0-110 0,0 4-41 16,-4 2-5-16,5-1 17 0,0-1 24 0,-8 1 34 0,4 2 34 0,-4-4 42 0,2 3 43 0,-1-6 52 0,-6 0 55 0,0 0 60 16,0 0 65-16</inkml:trace>
  <inkml:trace contextRef="#ctx0" brushRef="#br0" timeOffset="96469.52">17031 17478 13 0,'7'0'124'16,"-7"0"74"-16,5 0 55 0,-5-5 45 0,7 0 39 0,-7-5 36 0,0 1 39 0,0 3 32 0,0-3 34 0,7-6 31 0,-7 5 32 0,0-5-19 0,0 6-50 0,5-1-81 0,-5 1-100 0,0-2-56 0,0 2-31 0,8 5-21 0,-8-1-15 16,0 1-18-16,0-2-18 0,0 6-18 0,0 0-15 0,0 0-20 0,0 0-19 0,0 0-18 15,0 0-18-15,0 0-17 0,0 0-9 0,0 0-7 0,0 0-6 0,0 6-2 16,0-2 0-16,0 1-3 0,0 4 1 0,0 1 0 0,0-1 3 0,0 6 1 15,0 0 3-15,0 0-1 0,0 0-1 0,0-2-2 0,0 8-8 0,0-7-6 0,-8 0-8 16,8 7-8-16,0-7-6 0,0 2-8 16,0-3-3-16,0 2-5 0,0-1-4 0,0-4 0 0,8 5-1 0,-8-5 5 0,0-1 4 0,0 2 8 0,5-2 9 0,-5 1 8 15,8-4 9 1,-2-3 8-16,-6 3 7 0,7-2 11 0,-1 1 8 0,2-5 11 0,-3 0 12 0,3 0 10 0,-3 0 14 0,0 0 9 0,9 0 8 0,-7-5 9 31,6 5 9-31,-6-4 8 0,0-2 6 0,5 3 7 0,-6-9 5 0,2 8 4 16,5-1 0-16,-8-5-2 0,4 1-7 0,-4 0-9 0,0-3-10 0,3 3-9 0,-8-1-10 15,5-4-9-15,3-1-10 0,0 5-12 0,-3-5-11 0,-5 0-13 0,6 2-15 16,1-2-17-16,-7 0-11 0,6 0-15 0,1 6-12 0,-7-6-11 0,6 5-11 0,-6 1-12 16,7 0-12-16,-7-3-17 0,0 9-19 0,7-3-24 0,-7 3-27 0,0 3-37 15,0 0-35-15,0 0-75 0,0 0-87 0,0 0-67 0,0 0-58 0,0 0-10 0,0 0 7 16,0 0 23-16,0 3 28 0,0-3 34 0,0 0 39 0,0 6 45 0,0-6 49 16,-7 3 55-16,7-3 59 0,0 0 76 0,0 0 85 0</inkml:trace>
  <inkml:trace contextRef="#ctx0" brushRef="#br0" timeOffset="96897.73">17486 17454 0 0,'0'4'57'0,"0"-4"131"0,0 0 72 0,8-4 49 0,-3 4 35 15,-5-5 31-15,7-4 28 0,-7-1 24 0,7-1 21 0,-2 1 19 0,-5 1 19 16,8 0 9-16,-1 0 1 0,-2-3-108 0,2 8-165 0,0-7-82 0,-7 7-40 0,5-1-13 16,3 1-3-16,-2-1-2 0,-6 1-6 0,7 4-2 0,-7-6-4 0,0 6-6 15,0 0-4-15,0 0-9 0,0 0-13 0,0 0-8 0,0 0-11 0,6 6-5 16,-6-2-7-16,0-4-4 0,0 5-4 0,0-1-2 0,0 5-2 0,0-3-5 0,0 3-3 15,0 3-3-15,0-3-2 0,0 0-2 0,0-3 0 0,5 3-1 0,-5 0-5 16,0 1-1-16,0-4-2 0,7-3-1 0,-7 8-1 0,9-7 2 0,-4 2 0 0,-5-2 4 16,7 1 7-16,-1 0 2 0,8-1 7 0,-7-4 3 0,-2 6 4 0,9-2 2 15,-1-4 1-15,-8 6 2 0,9-6-2 0,-1 5 2 16,-1-5 0-16,2 0 0 0,-1 0 0 0,0 0 2 0,0-5 0 0,1 5 4 0,-9-6 4 0,8 2 5 16,1-2 4-16,-2 2 2 0,-4-6 4 0,-3 6 6 0,1-6 4 0,2-1 3 0,-3 2 4 15,2-6 1-15,-7 5 0 0,9-5-3 0,-9 6 1 0,0-6-7 0,0 0-5 16,0 2-3-16,-9-2-8 0,9 0-1 0,-7 0-1 0,7 2-3 0,-5-3 1 0,-3 6-3 15,8-4-2-15,-6 5 1 0,1-3-2 0,-3 9 0 0,3-8-2 0,-2 7 0 16,7-2-1-16,-7 1-2 0,0 5 0 16,1 0-4-16,-1 0-7 0,2 0-5 0,-4 0-3 0,4 5-6 0,0 1-2 0,-3-6-3 15,2 9-2-15,-1-3 0 0,-1 4-1 0,3-1 3 0,-1-4 0 0,-2 5 0 0,3 4 3 0,-2-4 2 0,1 0 3 16,-1 5 0-16,0-6 1 0,0 6 2 0,7 0-1 0,-5-2-3 0,-3 2 0 16,8 0-10-16,-5 0-9 0,5-6-9 0,0 6-12 0,-8 1-15 0,8-2-14 15,0-4-18-15,0 4-21 0,8-4-22 0,-8 5-24 0,0-5-34 0,5-1-33 0,3 0-55 16,-3 6-61-16,2-5-56 0,0 1-51 0,6-2-9 0,-6-5 10 0,6 7 21 15,-2-1 28-15,-3-7 33 0,13 9 33 0,-16-8 38 0,9 1 39 0,-2-5 45 16,1 4 48-16,1-4 57 0,-1 0 71 0</inkml:trace>
  <inkml:trace contextRef="#ctx0" brushRef="#br0" timeOffset="97135.11">18112 17585 0 0,'6'0'16'0,"-6"0"138"0,0 0 87 0,5 6 64 0,-5-6 49 0,0 0 43 0,0 0 38 0,9 0 35 0,-9 0 33 0,0 0 30 0,7 0 28 15,-7 0 28-15,0-6 28 0,0 6-96 0,0 0-168 0,0 0-96 0,0 0-60 0,0 0-33 16,0 0-19-16,0 0-12 0,0 0-13 0,0 0-13 0,0 0-11 0,5 0-9 16,-5 0-7-16,0 0-8 0,0 0-7 0,6 6-9 0,-6-2-7 0,0-4-8 15,0 6-5-15,8-3-7 0,-8 3-3 0,0 0-7 0,0 3-2 0,0-5-4 16,0 1-6-16,-8 5-8 0,8-5-13 0,0 5-21 0,-6-4-21 0,6 3-28 16,-5-5-32-16,5 7-37 0,-7-2-38 0,-2-5-64 0,-2 7-71 0,4-1-115 0,-7-5-131 15,7 4-52-15,-4-5-14 0,4 2 13 0,-7-6 28 0,2 0 33 0,6 0 39 16,-8 0 48-16,7-6 50 0,2-3 56 0,-3 5 57 0,-3-11 72 0,3 4 79 0</inkml:trace>
  <inkml:trace contextRef="#ctx0" brushRef="#br0" timeOffset="97340.98">18028 17342 0 0,'0'0'27'0,"6"4"146"0,0-4 86 0,-6 0 58 0,7 0 41 0,-2 0 30 0,-5-4 27 0,8 4 25 16,-8-5 25-16,6 5 21 0,-6-4 18 0,7-2 21 0,-7 6 20 0,0-6-110 0,6 2-182 15,-6 4-102-15,0 0-59 0,0-5-27 0,0 5-12 0,0 0-9 0,5 0-7 16,-5 0-11-16,0-6-14 0,7 6-17 0,-7 0-18 16,0 0-29-16,9 0-36 0,-9 6-45 0,0-6-49 0,5 5-91 0,-5-1-102 0,0 2-69 0,7 0-48 0,-7-2-12 15,0-4 6-15,0 0 18 0,0 5 22 0,0-5 33 0,0 0 32 0,0 0 43 16,0 0 48-16,0-5 51 0,0-5 56 0,-7 0 76 0,7-1 91 0</inkml:trace>
  <inkml:trace contextRef="#ctx0" brushRef="#br0" timeOffset="98089.08">19016 17068 25 0,'8'-6'94'0,"-8"-3"40"0,0 3 38 0,0 3 33 0,0-3 31 0,0-3 28 0,5 9 27 0,-5-9 29 0,0 2 31 0,0 4 24 0,0-3 21 0,0 1-21 0,0 1-47 0,0-7-35 0,0 7-25 16,0-1-22-16,0 1-13 0,0-6-11 0,0 4-8 0,0 1-5 0,0 1-4 15,0-1-5-15,0-1-10 0,0 2-11 0,0 4-11 0,0-5-13 0,0 1-10 0,0 4-14 16,0 0-10-16,0 0-12 0,0 0-12 0,0 0-14 0,0 0-13 16,0 0-16-16,0 0-12 0,0 0-13 0,0 0-9 0,0 0-7 0,0 0-8 0,0 4-3 15,0 1-4-15,8 5-2 0,-8-5-1 0,0 4-1 0,0 1-1 16,0 5 2-16,0 0 2 0,0-6 0 0,0 12 3 0,0-8 3 0,0 2 0 0,0 6 0 15,0-8-6-15,0 7-7 0,-8 0-10 0,8-2-13 0,0 2-13 0,0 1-17 0,0-2-19 16,0-1-20-16,-5 3-22 0,5-2-26 0,0 2-24 0,0-2-29 0,0-1-29 16,0 3-38-16,0-2-46 0,0 2-83 0,0-9-100 0,0 3-32 0,0 0-2 15,0 1 18-15,0-7 30 0,5 0 34 0,-5-3 38 0,0-6 41 0,0 4 39 0,0-4 45 16,0 0 44-16,0 0 55 0,0 0 58 0</inkml:trace>
  <inkml:trace contextRef="#ctx0" brushRef="#br0" timeOffset="98420.33">19076 17321 0 0,'-7'6'24'0,"7"4"144"16,-6-10 82-16,6 5 56 0,-7-5 40 0,7 0 32 0,-6 0 27 0,6-5 26 15,0 1 22-15,0-2 22 0,-8 0 21 16,8 2 23-16,0-1 24 0,0-1-107 0,0 3-176 0,0-3-91 0,0 6-51 0,0-4-19 0,0-1-8 0,0 1-3 0,0-2-2 16,0 6-3-16,0-6-3 0,0 2-3 0,0 4-5 0,0-5-8 0,8 0-11 0,-8 5-9 15,0 0-12-15,0-4-11 0,0-2-6 0,6 6-9 0,-6 0-2 0,7-4-5 16,-1 4-2-16,-6-5-1 0,7 5 1 0,-1 0-2 0,7 0 1 0,-8-4 0 15,9 4 2-15,-7 0-1 0,6 4 1 0,-7-4-1 0,7 0 2 0,0 5 0 0,1-5 1 16,-2 4-1 0,7 2-1-16,-6-2 1 0,3 6-3 0,-5-6 2 0,1 2-4 0,2 4-2 15,-1-5-2-15,-5 5 1 0,5-7 0 0,-8 8-3 0,2-7-5 0,0 8 0 0,-2-8-5 0,-5 5-4 0,7 0-5 0,-7 2-7 0,-7-7-6 16,7 8-8-16,-5-3-3 16,-2 0-7-16,0-3-4 0,2 3-8 0,-3 0-10 0,-5 1-10 0,0-4-17 0,-1 3-18 0,-4-4-22 0,4-1-18 0,-6 6-19 0,9-5-18 15,-9 0-22-15,0-1-24 0,8-4-30 0,-7 6-26 0,-2-2-27 0,8-4-33 0,0 6-36 16,0-6 2-16,0 0 16 0,-1 0 29 0,9 0 33 0,-8 0 32 0,5 0 33 15,2 0 36 1,6 0 36-16,-5-6 37 0,5 6 39 0,0-4 38 0,0 4 58 0</inkml:trace>
  <inkml:trace contextRef="#ctx0" brushRef="#br0" timeOffset="98847.83">19545 17199 0 0,'0'6'3'0,"0"3"120"0,0-3 90 0,0-3 60 0,0-3 46 0,0 0 35 16,0-3 30-16,-8 3 28 0,8-6 28 0,-5 1 21 0,5 1 22 0,0-2 22 15,0 1 20-15,0 1-82 0,0 0-138 0,0-1-95 0,0-1-70 0,0 3-32 16,0-4-17-16,0 2-7 0,0 1-6 0,0-1-8 0,0-1-6 0,0 2-2 16,0 4-6-16,0-5-2 0,0 5-7 0,0 0-6 0,5-4-9 0,-5 4-7 0,0-5-7 15,8 5-5-15,-8-4-4 0,6 4-3 0,-6 0-2 0,13-6-3 0,-6 6 0 16,-1 0-2-16,1 0 0 0,4 0-2 0,5 0-1 0,-5 0 0 0,2 6-1 15,0-2-2-15,0-4 3 0,1 5-1 0,-2-1 1 0,2 5 1 0,-1-3 1 0,0-1-3 16,0 4-1-16,-8 1-5 0,9-4-3 0,-7 3-9 0,-1 0-10 0,1 1-12 16,-1 1-11-16,-6-1-15 0,0 4-14 0,0-4-14 0,0 4-14 0,0-4-9 15,-6 5-14-15,-1-5-4 0,7 4-3 0,-6 2 2 0,-1-3 6 0,1-4 11 16,-2 6 14-16,-2-3 17 0,2-3 14 0,2 0 20 0,-1 0 17 0,-6 1 21 0,6-5 21 16,0 1 22-16,-5-2 20 0,6 2 16 0,-8-6 15 0,7 3 14 0,2-3 11 15,-3 6 12-15,-5-6 9 0,7 0 12 0,1 0 6 0,5-6 9 0,-7 6 4 16,-2 0 1-16,9-3-2 0,0 3-2 0,-5-6-4 0,5 2-4 0,0-2-7 0,0 1-7 15,0 1-11-15,0-2-9 0,0-3-11 0,0 0-13 0,0 0-11 0,0-3-12 16,5 3-10-16,-5-6-8 0,9 6-8 0,-9-7-7 0,7 1-9 0,-2 2-5 16,-5-8-8-16,13 7-10 0,-7 0-14 0,2-7-17 0,-3 7-21 0,8-5-26 15,1 4-26-15,-7-4-37 0,5-1-39 0,0 7-39 0,3-3-42 0,4 1-67 16,-6 1-82-16,0-2-73 0,0 7-64 0,6 0-17 0,-6-1 9 0,1 1 24 0,-2 4 33 16,2-2 42-16,-8 4 43 0,6-8 51 0,-5 7 54 0,7-2 53 0,-8 1 54 0,1 1 67 15,7-1 77-15</inkml:trace>
  <inkml:trace contextRef="#ctx0" brushRef="#br0" timeOffset="99735.67">20079 17127 0 0,'0'9'30'0,"-7"-4"143"0,2 5 81 0,5-5 56 0,-9-5 39 0,9 0 35 0,0 0 29 0,-7 0 24 0,7-5 21 0,0-1 21 0,0 2 22 0,0 4 19 0,0 0 23 0,0 0-107 16,0-5-182-16,0 5-94 0,0-4-51 0,0 4-26 0,0 0-12 0,-5-5-11 15,5 5-13-15,0 0-9 0,0 0-8 0,0 0-9 0,0 0-7 0,0 0-13 16,0 0-14-16,0 0-12 0,0 0-12 0,0 5-7 0,0-5-3 0,0 4-1 0,0-4-2 15,-6 5 5-15,6-1 2 0,0 2 6 0,0-1 2 0,0-1 5 0,0 1 2 16,0 2 2-16,6-4 4 0,-6 3 2 0,0-1 1 0,5-1 1 0,-5 0 1 0,7 1 2 16,2 1 2-16,-4-2 1 0,2 1 1 0,-1 1 4 0,-1-3 3 0,4 4 3 15,3-2 2-15,-6-1 4 0,7-4 0 0,2 5 2 0,-10-5 3 0,7 0 0 16,3 0 1-16,-2 0 2 0,-2 0 2 0,-3 0 3 0,5-5 4 0,0 5 2 16,0-4 3-16,-7-1 5 0,7-2 8 0,-6 7 4 0,7-9 9 0,-9 4 5 15,2 1 6-15,5-7 7 0,-4 7 6 0,-1-5 3 0,-7 3 4 0,5-4 1 0,3 1-1 16,-8-2-2-16,6 2-4 0,-6 0-7 0,0-1-5 0,0-5-7 0,0 5-9 15,0-4-8-15,0 4-7 0,-6-5-9 0,6 6-7 0,0-6-6 0,-8 6-6 0,8-7 1 16,-5 7-3-16,5-2 0 0,-7 2-3 0,7 5 1 0,-8-6-1 0,8 4-1 16,-6 1 1-16,6 1-4 0,-6 4 0 0,6-5-6 0,-7 5-4 0,7-6-7 15,-5 6-7-15,-2 0-8 0,0 6-5 0,0-6-2 16,-6 5 0-16,7-1-4 0,-7 1-1 0,6 1-1 0,-5 4 0 0,-3-6 1 0,4 5 1 0,3 2 0 0,-5-2 6 16,6 0 4-16,-5 7 7 0,7-7 1 0,-2 6 6 0,-1 0 1 0,2-5 0 15,-1 4 0-15,1 1 2 0,6 5-1 0,-5-6 0 0,5 1 2 0,0 1 1 0,-7-2 1 16,7-1 0-16,7 2-2 0,-7 1-1 0,0-7-2 0,5 6-3 0,-5-1-4 15,6-4-3-15,-6 0-6 0,7 5-6 16,-1-6-7-16,2 0-5 0,4 3-5 0,-6-3-4 0,7-5 0 16,-5 5 1-16,5 2 0 0,-2-7 3 0,4 1 1 0,4 2-1 0,-6-7 3 0,6 3 1 0,2-3 5 0,-3 0 4 0,3 0 4 15,-2-3 7-15,-1 3 3 0,9-7 4 0,-7 2 0 0,-1 1 3 0,7-7 1 0,-7 7 2 16,1-5 6-16,-1 4 7 0,2-5 13 0,-3 0 12 0,-4-1 14 0,4 2 15 16,-2 0 16-16,-5-1 15 0,2 0 13 0,0-4 13 0,-6 4 12 0,0 1 11 0,-2-6 4 15,2 0 8-15,1 0 0 0,-8 6 0 0,5-7-4 0,-5 2-9 0,0-1-9 16,0 2-13-16,0-3-12 0,0 1-8 0,0 1-11 15,0-2-7-15,-5 7-11 0,5-6-4 0,0 6-4 16,-8 0-3-16,8 2-3 0,0-2-4 0,0 4-4 0,-7 1-3 0,7-2-5 0,0 6-7 0,0 0-7 0,-5 0-10 16,5 0-6-16,0 0-9 0,-7 0-5 0,0 6-5 0,7-2-4 0,-5 1-4 0,-3 4-5 0,3 3-2 15,-3-8-3-15,2 11 0 0,1-6 3 0,-11 0 2 0,11 7 5 0,-2-7 7 0,1 6 2 16,1-6 5-16,5 7 2 0,-9-7 1 0,2 0-1 0,2 2 0 0,5 5 1 16,-6-7 2-16,6 0-1 0,-7-5 1 0,7 7 2 0,0-2-5 0,-6-3 2 15,6 4-2-15,0-5-1 0,0-1-4 16,0 1 1-16,0-1-4 0,6 2 2 0,-6-2 4 0,0 1 0 0,0-5 6 0,7 5 5 0,-7-5 5 0,6 4 5 0,-1-4 5 15,2 0 3-15,2 0 4 0,-4 0 6 0,1 0 0 0,6 0 4 0,-4 0 2 16,5-4 3-16,-7 4-1 0,7-5 0 0,0 5-4 0,-6-5 0 0,5 1-6 31,3-2 0-31,-2 2-2 0,-2-1 1 0,-4 1-2 0,7-1 1 0,-8-5 2 0,6 4 2 16,-3-3 2-16,-2 3 1 0,4 1 2 0,-6 1 6 0,3 0 2 0,-8-1 6 16,8-1 3-16,-3 3 3 0,-5-4 1 0,7 7 1 0,-7 0 0 0,0-5-6 15,0 5-3-15,0 0-8 0,0 0-7 0,0 0-10 0,0 0-8 0,0 0-8 0,0 0-4 16,0 5-6-16,-7 2-3 0,7-4-4 0,0 3-1 0,-5 3-3 0,5-5-1 15,0 7 2-15,-8-2 2 0,8 7 0 0,0-7 2 0,-8 0 4 0,8 6 0 0,0-6-2 16,0 3-3-16,0-3-3 0,0 1-5 0,0-1-2 0,0-4-3 0,8 5 1 16,-8-4-2-16,0-2 2 0,8 1 2 0,-3-1 4 0,-5 1 3 0,7-1 1 15,-1 2-1-15,0-6-4 0,2 5-8 0,-1-5-12 0,-2 4-15 0,9-4-19 16,-9 0-23-16,10 0-27 0,-9 0-33 0,7 0-41 0,-8-4-47 0,9-1-81 16,-7-1-93-16,4 2-56 0,-3-1-30 0,0-4-2 0,5-1 18 0,-13 0 26 0,10-4 32 15,-10-1 37-15,9-1 40 0,-4 2 45 0,2-5 45 0,-7 3 54 0,6-2 56 0,2-1 72 16,-8-2 83-16</inkml:trace>
  <inkml:trace contextRef="#ctx0" brushRef="#br0" timeOffset="99941.43">21062 16828 102 0,'0'-13'180'0,"0"2"57"0,5 1 51 0,-5 1 45 0,0-2 42 0,0 2 37 0,0 5 35 0,8-2 29 0,-8 2 31 0,0-1 25 0,0 5 25 16,0 0-75-16,0 0-130 0,0 0-82 0,0 0-60 0,0 0-43 0,0 0-35 0,0 0-26 16,0 0-20-16,0 0-11 0,0 5-7 0,0-5-6 0,5 10-6 0,-5-6-2 0,0 1-5 15,0 4-1-15,8 1-3 0,-8 1 1 0,8 4 0 0,-8-2 3 0,5 2 2 16,-5 0-1-16,0 4-6 0,6-4-5 0,2 6-11 0,-8-3-8 0,5 1-7 0,2-4-15 15,-7 9-19-15,6-3-26 0,1-2-30 0,0-4-33 0,-7 3-39 16,7 3-38-16,-2-8-36 0,3 8-58 0,-3-6-65 0,-5-2-87 0,6 2-96 0,2-3-34 16,-3-3-7-16,2 0 18 0,2 0 29 0,-4-3 39 0,1-2 43 0,1 1 50 0,-2 1 50 15,4-6 52-15,-9 0 53 0,5 0 60 0,2-6 69 0</inkml:trace>
  <inkml:trace contextRef="#ctx0" brushRef="#br0" timeOffset="100258.78">21380 17145 99 0,'14'-4'183'15,"-7"-1"60"-15,-7 1 52 0,6-5 47 0,-1 3 41 0,3-4 40 0,-8-1 37 0,8 2 37 16,-8 0 33-16,5-1 34 0,-5 1 30 0,7-6-67 0,-7 5-122 0,0 1-78 15,6-6-55-15,-6 4-38 0,0 7-23 0,0-7-21 0,0 2-15 0,0 5-19 16,0-2-11-16,0 2-15 0,0-2-16 0,0 6-12 16,0-5-11-16,-6 5-15 0,6-4-17 0,0 4-15 0,-7 0-17 0,2 0-17 0,5 0-15 0,-8 0-12 15,-5 0-13-15,7 4-9 0,-7 1-10 0,5 1-10 0,-4-2-7 0,0 2-4 0,-8-2-4 16,6 5-1-16,1 2 4 0,1-2 5 0,-2 0 5 0,1 3 5 0,0-3 5 16,0 1 6-16,-1-1 7 0,9 0 4 0,-8 3 7 0,8-3 4 0,-11 0 6 15,11-5 3-15,-3 7 7 0,-3-7 0 0,11 8 4 0,-8-8 3 0,3 1 1 0,-2-1 1 16,0 1-2-16,7-5-1 0,0 4-4 0,-7-4-5 0,7 0-4 15,0 0-4-15,0 0-5 0,0 0-4 0,0 0-2 0,0 6-1 0,0-6 3 0,7 5 0 16,-7-1 4-16,7 1 6 0,-7-5 6 0,7 7 6 0,-2-4 8 0,3 3 6 0,3 3 10 16,2-5 3-16,-6 1 7 0,7 1 2 0,4 3 2 0,-4-3 0 0,-1-3-1 15,8 9-3-15,-2-8-3 0,-7 1-5 0,8 5-6 16,0-6-8-16,-1 1-11 0,-7 4-19 0,9-3-17 0,-10 0-23 0,5-2-28 0,-4 1-33 0,0-1-39 16,-4 2-42-16,4-3-42 0,-6 3-96 0,2-1-113 0,-8-1-61 0,5 2-37 0,3 0-3 15,-8-6 13-15,0 0 27 0,0 0 34 0,0 0 39 0,0 0 45 0,0-6 51 16,0 0 51-16,-8-3 57 0,8 0 58 0,0-1 82 0,-5 1 92 0</inkml:trace>
  <inkml:trace contextRef="#ctx0" brushRef="#br0" timeOffset="100465.65">21688 17194 0 0,'0'-4'26'0,"5"4"149"0,4 0 91 16,-4-4 67-16,-5-1 55 0,5-1 45 0,3 3 41 0,-8-4 35 0,5 7 32 15,-5-5 28-15,8 1 23 0,-8 4 23 0,6-5 23 0,-6 5-115 0,0 0-195 0,7 0-112 16,-7 0-71-16,0 0-39 0,6 5-24 15,-6-5-20-15,0 4-13 0,8-4-9 0,-8 5-6 0,0 5-5 16,0-4-1-16,0 3-4 0,-8-5-4 0,8 7-8 0,0 4-15 0,-6-5-22 0,-1 4-23 0,1 0-33 16,-2-4-33-16,-5 6-48 0,8-3-51 0,-9-4-97 0,2 6-118 0,-1-3-85 0,-1-3-63 0,2 0-21 0,-2-5 1 15,1-4 20-15,-1 6 28 16,2-6 42-16,1-6 45 0,-5 2 50 0,5-5 52 0,-2 0 62 0,-2-7 64 0,10 2 86 0,-9-1 94 0</inkml:trace>
  <inkml:trace contextRef="#ctx0" brushRef="#br0" timeOffset="100623.76">21712 16965 0 0,'0'6'45'0,"8"-2"165"0,-8 1 98 0,0-5 69 0,0 0 51 16,0 0 40-16,0 0 34 0,0 0 29 0,0 0 22 0,0 0 22 0,0 0 15 0,0 0 14 15,0-5 13-15,0 5-146 0,0 0-229 0,0 0-139 0,0 0-93 0,0 0-70 16,0 0-53-16,0 0-47 0,0 0-43 0,0 0-68 0,0 5-76 0,0 4-85 16,0-3-79-1,0 3-29-15,-8-3-1 0,8 4 13 0,-5-1 19 0,0 0 33 0,-9-3 38 16,7-3 49-16,-6-3 53 0,-6 6 53 0,6-12 51 0,-8 3 67 0,2-3 72 0</inkml:trace>
  <inkml:trace contextRef="#ctx0" brushRef="#br0" timeOffset="101993.39">8771 17765 69 0,'0'0'137'0,"0"0"34"0,0 0 24 0,0 0 20 0,-5-3 17 0,5 3 18 0,0-6 17 0,-6 1 20 0,-2 5 22 0,8-4 21 0,0 4 23 0,-5-6-53 0,5 2-99 15,-7 4-48-15,1-5-25 0,6 1-4 0,0 4 7 0,-8-5 4 0,2-1 4 16,6 2 1-16,-7-2 2 0,7 1-4 0,-5 5-3 0,5-4-9 0,0-2-8 0,-7 3-8 16,7-3-10-16,0 6-7 0,0-5-7 0,0 5-5 0,0 0-10 0,0-4-9 15,0 4-6-15,0 0-9 0,0 0-9 0,0 0-9 0,0 0-11 0,0 0-8 16,0 0-9-16,0 0-7 0,0 0-8 0,0 0-4 0,0 0-6 0,0 0-1 0,0 0-2 15,7 0-2-15,-7 4 1 0,5-4-1 0,2 0 2 0,-1 5 2 0,2 4 4 16,-8-3 5-16,13-2 3 0,-8 7 5 0,3-1 3 0,-2-1 4 0,-1 0 4 0,8 6 1 16,-6 0 2-16,2-5 2 0,-4 8 1 0,1-3-2 0,1 1 3 0,-1 2-5 15,1 2-6-15,-1 1-7 0,-6-2-4 0,7 0-6 0,-1 1-3 0,2-1-5 16,-8-3-1-16,5 2-1 0,3-3-3 0,-3 0 0 0,2 0-1 0,0-6 2 16,-2 6 3-16,2-6 6 0,1-2 5 0,-3 2 7 0,2-4 6 0,0-1 9 0,6 2 8 15,-5-2 6-15,-3-4 8 0,1 0 7 0,-1 0 9 0,2 0 6 0,7-4 7 0,-7-2 7 16,-1 6 5-16,-1-9 7 0,3 3 4 0,0 3 5 0,-3-9 2 0,1 8-1 15,-6-7-2-15,8 2-2 0,-3 5-6 0,3-5-5 0,-8-3-5 0,7 3-2 16,-7 0-5-16,0-1-2 0,5 1-3 0,-5-3-2 0,0 3 0 0,0 0-1 16,0-1 2-16,0 5 0 0,0-4 1 0,0 3 2 0,0 2 1 0,0-2-1 0,-5 6-2 15,5 0-2-15,0 0-6 0,0-5-7 0,0 5-8 0,0 0-9 0,0 0-12 16,0 0-7-16,-7 5-9 0,7-5-4 0,-8 6-6 0,8 4-3 0,-5-1-5 16,-3-4 0-16,8 5-2 0,-6 4 1 0,1 2-2 0,-3-3 0 0,0 2 3 0,3 0 1 15,-1 0 4-15,-1-2 3 0,2 2 1 0,5 0 1 0,-9 0 2 0,2 4-2 16,2-4-1-16,5 0 1 0,-6 4-1 0,1-5 0 0,5 7 2 0,-8-7-2 0,8 0 1 15,-8 1-1-15,8 4-4 0,-5-4-1 0,5-3-3 0,0 2-10 0,0-4-4 16,-7 3-5-16,7-2-8 0,0-1-5 0,0-5-6 0,0 5-4 0,0-7-7 0,0 7-5 16,0-5-4-16,0 1-4 0,0-2-1 0,0-4 3 0,0 0 5 0,0 5 6 15,0-5 5-15,-7 6-3 0,2-6-10 0,5 0-13 0,-8 3-14 0,1-3-17 16,-5 0-11-16,0 0-18 0,4 6-19 0,-11-6-43 0,-1 0-55 0,1 0-68 0,-2 0-69 16,3 0-27-16,-8 0-4 0,-1 0 17 0,-5 0 26 0,6 0 31 0,-8-6 34 0,10 6 33 15,-3 0 36-15,-5 0 35 0,4-3 41 0,5 3 54 0,-4-6 63 0</inkml:trace>
  <inkml:trace contextRef="#ctx0" brushRef="#br0" timeOffset="105444.93">9945 18410 39 0,'-7'6'87'0,"0"-6"28"0,0 0 25 0,7 0 26 0,-5 0 29 0,-3 0 28 0,3 0 26 0,-1 0 26 0,-2 0 23 0,3 0 13 0,-2 0 5 0,-1 0-24 0,2 0-46 0,0 0-22 15,6 0-11-15,-7 0-7 0,7-6-6 0,-5 6-12 0,5 0-16 0,-9-3-18 0,9 3-16 16,0-6-13-16,0 6-16 0,0 0-13 0,0 0-14 0,0-5-15 0,0 1-13 16,0-2-9-16,0 1-13 0,9 5-7 0,-9-4-7 0,5-2-6 0,-5 3-5 15,7 3 1-15,-7-6 1 0,6 6 4 0,0-4 2 0,2 4 6 0,-1-5 4 0,-2 5 2 16,9 0 5-16,-9 0 1 0,3 0-1 0,-3 5 3 0,9-5-5 0,-7 0-1 16,6 4-3-16,-7 2-4 0,7-6-3 0,0 3-1 0,-5 3-6 0,5-2-1 15,-3 1-4-15,4 1-4 0,-7-2-3 0,7 1-1 0,-1 1-1 0,0-3-1 0,-7 3 0 16,7 4-1-16,-8-6-1 0,11 1-2 0,-11 4-2 0,0-3-4 0,3 3-4 15,-3 3-1-15,-5-3-2 0,8-5-3 0,-8 5-1 0,0 6-2 16,0-3-2-16,0-3 2 0,-8 0 0 0,8 6 0 0,-5-6 4 0,-3 7 2 0,3-7 3 0,5 6 2 16,-5-6 5-16,-4 7-1 0,2-7 2 0,2 0 1 0,-1 0-3 15,6 2 1-15,-7-7-3 0,7 8 0 0,-6-8-3 0,6 5-1 0,0-4-1 0,0-1-1 0,0 2-2 16,0-1 2-16,0-5-3 0,0 4 2 0,0 1 1 0,0-5 0 0,0 7 3 16,0-7-1-16,0 0 5 0,0 3 2 0,0-3 2 0,6 6 4 0,-6-6 3 15,7 0 4-15,-7 0 3 0,6 0 2 0,-1 0 2 0,2 0 2 0,2 0 1 0,-4 0 0 16,0 0 5-16,3-6-1 0,-3 6 0 0,11-3-2 0,-11 3 1 0,1-7-4 0,7 7-1 15,-5-5-3-15,-3 5-1 0,2-4-2 0,5 4 0 0,-5-5 1 0,1 5 5 0,-8 0 4 16,5-6 2-16,3 6 7 0,-2 0 6 0,-6-4 5 16,0 4 5-16,0 0 2 0,0 0 5 0,0 0 1 0,0 0 2 0,0 0 2 0,0 0 1 0,0 0-2 15,0 0-1-15,0 0-2 0,0 0-6 0,0 0-5 0,0 4-4 0,-6-4-6 0,6 6-4 16,-8-6-4-16,3 5-4 0,5-5 2 0,-8 4-1 0,1 1 3 0,2-5 2 0,-2 7 2 16,0-4 0-16,2 3 1 0,-3-1 3 0,3-5-3 0,-3 4 1 0,2 0 2 15,6 2-3-15,-5-6 1 0,-3 5 0 0,8-5-3 0,-8 4-2 0,8 1-3 0,-5-5-1 16,5 6-4-16,0-2 0 0,-8 2 0 0,8-1 0 0,-5-1-1 0,5 1 2 15,0-1 0-15,-5-4-2 0,5 6 1 0,0-2 1 0,-9 1-5 0,9 1 1 0,0-3-3 16,-7 4-2-16,7-2-3 0,0-1-2 0,0-4-3 0,-5 5-1 0,5-5-2 16,0 4-1-16,0-4 1 0,0 0 1 15,0 0 1-15,0 0 4 0,0 6 2 0,0-6 4 0,0 0 4 0,0 3 2 0,0-3 5 0,0 0 2 0,0 0 5 0,0 0 3 16,0 0 2-16,0 0 5 0,-6 0-1 0,6 0 1 0,0 0-1 0,0 6-1 16,0-6-2-16,0 0-3 0,0 0-5 0,0 0-3 0,0 5-6 15,-7-5-5-15,7 0-3 0,0 4-5 0,0 2-3 0,0-6-4 0,0 0 1 0,-6 6-3 0,6-2-4 16,0-4-1-16,0 5-6 0,0-5-2 0,-8 6-9 0,8-3-9 15,0 1-11-15,0-4-12 0,-5 6-14 0,5-1-14 0,0-1-16 0,-7-4-19 0,7 5-23 16,0 2-23-16,0-4-26 0,-6 3-26 0,6-1-56 0,-8-1-67 0,2 2-64 0,6-6-57 16,-7 4-13-16,7 1 10 0,-5-1 21 0,-4 1 26 0,9 1 31 0,-5-6 34 0,0 0 38 15,5 0 40-15,-8-6 42 0,3 1 44 0,5-4 62 0,-8 5 72 0</inkml:trace>
  <inkml:trace contextRef="#ctx0" brushRef="#br0" timeOffset="120601.98">5490 11886 76 0,'0'-6'148'0,"0"-3"43"0,-8 3 32 0,8-4 29 0,-5 5 26 0,5-4 23 0,-5-1 24 0,-4 1 23 0,4 3 25 0,5-3 22 0,-7-1 26 0,7 1-60 0,-8 4-106 0,8-5-58 16,-5 1-35-16,5 4-16 0,0-6-8 0,-7 6-6 0,7-4-3 0,0 3-5 15,0 2-3-15,0-1-6 0,-7 1-7 0,7 4-12 0,0-5-11 0,0 5-13 0,0 0-11 16,0 0-10-16,0 0-10 0,0 0-6 0,0 0-8 0,0 0-1 0,0 0-7 15,0 0-4-15,0 0-5 0,7 5-1 0,-7-1-5 0,0 1 0 0,0-1 1 0,7 7 2 16,-7-7 0-16,0 5 5 0,0 3 2 0,0-3-2 0,5 1 0 0,-5 4-3 16,0-4 0-16,0 5-4 0,0-6-1 0,0 6 1 0,0 1 0 0,0 2 0 15,0-3-1-15,0 0-1 0,0 4-2 0,0 0-2 0,0-5-1 0,0 7-2 16,0-2-2-16,0-4 0 0,0 6-2 0,0-8-1 0,0 7-4 0,8-5-2 0,-8-1-2 16,7 0-3-16,-7-4-2 0,5 5 1 0,4-4-3 0,-4-3 1 0,0 3-1 15,3-2 3-15,-3-3 2 0,3 3 0 0,-2-3 2 0,1-2 2 0,-1 1 2 0,2-5 4 16,-3 4 2-16,3-4 5 0,-3 0 3 0,2 0 7 0,5-4 4 0,-5-1 10 15,1 1 6-15,-3-2 7 0,9-3 7 0,-9 3 5 0,11-3 4 0,-11-2 5 16,1-2 4-16,6 3 3 0,-3-5 5 0,-4 4 0 0,2-2 3 0,4-2 0 16,-3-1-2-16,0 2-1 0,-8 1 0 0,5-2-5 0,1-1-4 0,-6 2-3 0,7-1-5 15,-7-1-5-15,0 2-5 0,0 0-5 0,0 0-1 0,0-2-5 0,0 2-5 16,0 4-2-16,-7 1-6 0,7 0-3 0,0-3-6 0,0 8-5 16,0-1-1-16,-6 1-5 0,6-2-6 0,0 6-4 0,0 0-6 0,0 0-5 0,0 0-1 15,0 0-1-15,0 6-3 0,0 3 0 0,-5-5 0 0,5 8-1 0,0-3-2 0,0 6 2 16,0-2 0-16,0 2 4 0,0 0 1 0,0 0 7 0,0-1 3 0,0 2 2 15,0-1 2-15,0-2 0 0,5 2-1 0,-5 0-1 0,6-6 0 0,-6 1-1 16,7-1 3-16,-1 2 0 0,2-1 1 0,-8-5 1 0,7 5 3 0,4-6 0 0,-3 1 2 16,-3-1 1-16,8 1 1 0,-5-5 2 0,3 6 3 0,4-6 1 0,-2 0 2 15,-2-6 1-15,5 6 3 0,2-5 1 0,-4 1 3 0,4-5 2 0,3 3 5 16,-9-3 4-16,8-1 4 0,1-1 7 0,-3-2 4 0,8 4 5 0,-7-6 3 0,-1-1 4 16,-2 2 3-16,3-1 3 0,-1-1 6 0,-4 2 7 0,-1-5 6 0,-1 4 2 15,2 0 1-15,-7-4-2 0,-1 4-5 0,1-4-2 0,-7 0-4 0,0 5-4 16,0-7-3-16,0 2-3 0,-7-2 0 0,7 3-8 0,-6-1-9 0,-1-2-11 15,-7 3-11-15,9-3-6 0,-8 2-9 0,-1 4-5 0,2 1-1 0,-1 3-5 16,7-3-4-16,-7 10-7 0,-3-7-3 0,5 7-12 0,4-1-12 0,-6 5-16 16,7 0-15-16,-1 0-19 0,1 5-21 0,6-1-20 15,-7 1-19-15,1 5-23 0,6-1-22 0,-8 7-25 0,8-7-21 0,0 6-22 0,-5-1-21 0,5 7-47 0,0-8-56 16,0 2-62-16,5 6-63 0,-5-8-10 0,0 2 15 0,8 1 26 0,-2-2 32 0,-6 1 37 16,7-6 39-16,-1 1 39 0,1-1 42 0,-1 2 41 0,7-7 43 0,-6 6 60 15,-1-5 68-15</inkml:trace>
  <inkml:trace contextRef="#ctx0" brushRef="#br0" timeOffset="121648.22">5685 11886 0 0,'0'-10'9'0,"8"-1"73"0,-8-4 44 0,0 6 39 0,0-5 32 0,0 3 33 0,0-4 29 0,0 6 29 0,0-6 27 0,0 6 29 0,-8 0 29 0,8-7 11 16,0 7-3-16,0-1-33 0,-8 1-56 0,8 4-33 0,-5-5-23 0,5 4-17 15,-6-3-15-15,6 3-14 0,-7 6-18 0,7-3-14 0,-5-3-14 0,-4 6-17 32,9 0-17-32,-5 0-18 0,-2 0-19 0,1 0-13 0,1 0-12 0,-4 0-13 0,2 6-11 15,2-3-10-15,-9 3-9 0,9-2-6 0,-10 7-3 0,3-1-2 0,5-1-1 16,-6 0-1-16,0 6-1 0,0 1 2 0,-1-2-3 0,1 1 2 0,3-2-2 0,-4 2 1 16,-1 0-2-16,10 4 0 0,-9-4 0 0,9 0-2 0,-2 0-2 0,1 0 1 15,-2 0-2-15,8-2 0 0,-6 2-4 0,6 0 1 0,0 0-3 0,0-2-1 16,0-2-2-16,0 5 1 0,6-7 0 0,-6 6 0 0,8-6 4 0,-2 0-1 0,1-3 3 15,-2 4 0-15,2-5 5 0,5-1 2 0,3 2 3 0,-1-2 4 0,-4-4 6 16,11 0 2-16,-8-4 5 0,6 4 1 0,1-10 2 0,-1 5 2 0,8-5 3 16,-6-5 0-16,2 6 2 0,4-6 1 0,-1-6 3 0,1 6 2 0,-9 2 0 0,8-8 5 15,-7 7 2-15,9-5 5 0,-9 4 3 0,0 0 3 0,2 2 5 0,-9-2 5 16,2-1 9-16,-1 7 6 0,-1-6 11 0,-5 6 4 0,-2 0 4 0,3-3 1 16,-8 3 1-16,0 0-4 0,0-1-5 0,0 5-3 0,0-4-4 0,-8-2-6 0,3 2-4 15,-2 4-8-15,0-5-10 0,-6 1-12 0,8 4-12 0,-9-2-7 0,-7 4-8 16,9 3-6-16,-7 0-6 0,0 0-4 0,-2 0-3 0,3 3-2 0,-3 4-3 0,-3 2-2 15,3 0-3-15,-5 2-1 0,7 2-1 0,-2 3-3 0,3-1-2 0,4-1-4 16,2 5-4-16,-2-4-2 0,1 4 1 0,6-4 1 0,2 6 0 0,-2-3 1 0,7 3 0 16,0-2 1-16,0-5 0 0,0 6 2 0,0-2 0 0,7-3 2 0,-2 0 3 15,2 0 4-15,1 0 4 0,-3 0 5 0,2-5 2 0,5-1 3 0,4 1 1 16,-5-1 3-16,1-4 2 0,2 1 3 0,4-2 6 0,3-4 2 0,-8 0 4 16,8 0 0-16,-2-4 2 0,7-2 3 0,-8 1 1 0,9-4 2 15,-6-1 1-15,2 1 3 0,4-1 0 0,-6-5 3 0,3 6-1 0,5-6 2 16,-5 0 2-16,2 0 2 0,-6 2 1 0,7-2 1 0,-8-1 4 0,-1 2 3 0,3-1 4 15,-8 6 6-15,0-1 5 0,-7-1 7 0,1 2 3 0,-1-1 2 0,1 1 1 0,-7 0-3 16,0-3-2-16,0 3-1 0,-7-1-5 0,1 6-2 0,-1-7-4 0,-7 2-7 16,9-1-7-16,-15 1-11 0,6 4-9 0,-4-5-12 0,-1 5-11 0,-2 1-6 0,-5 4-3 15,7-5-6-15,-7 5-2 0,0 0-3 0,-1 5-1 0,1-1-1 0,-1-4-2 16,9 9 0-16,-8-3-5 0,7 3 2 0,-1 0-2 0,1 3 0 0,6-3-2 0,-1 0-2 16,2 6-2-16,-2-6-2 0,7 7-1 0,1-7 1 0,1 6-2 0,5 0 1 15,-8 0 1-15,8-2 3 0,0-3 0 0,0 4 3 0,0 2 2 0,0-5 5 16,8 2 3-16,-8-4 4 0,5 3 6 0,1-3 3 0,1 0 5 0,-1-3 6 0,2 3 7 15,4-5 4-15,-6-4 6 0,7 5 4 0,0-5 5 0,1 0 3 0,-2-5 5 16,2 1 4-16,4-1 5 0,-2 1 2 0,2-5 6 0,-4 3 3 0,4-9 4 16,3 5 1-16,-9-1 4 0,8 4 2 0,-8-8 2 15,7 3 6-15,-5-2 2 0,-1 4 4 0,-6 1 4 0,7-6 0 0,-9 5 1 0,2 1-2 0,-7 0-3 0,6-1-3 16,-6-1-3-16,0 1-5 16,0 1-9-16,-6-6-11 0,6 6-14 0,-7 0-18 0,7-3-19 0,-5 3-20 0,-3 0-20 0,2-1-28 0,-1 1-24 0,1 4-27 15,-7-6-20-15,5 6-35 0,3 1-36 0,0 4-45 16,-9-5-49-16,7 5-69 0,-1 0-80 0,-4 5-70 0,0-5-59 0,4 4-16 0,-5 5 14 0,2-2 30 15,4 2 37-15,-7 6 39 0,7-6 41 0,1 0 48 0,1 6 53 0,-3 0 59 0,0-5 61 16,8 4 71-16,-5-4 77 0</inkml:trace>
  <inkml:trace contextRef="#ctx0" brushRef="#br0" timeOffset="122266.19">7188 12007 1 0,'16'-11'87'0,"-11"-2"60"15,9 8 42-15,-9-11 35 0,3 7 31 0,-3 0 33 0,-5-1 31 0,7 1 33 0,-7 4 31 0,0-5 30 0,0-1 29 0,0 2-12 0,0-1-38 0,0 6-55 0,0-7-65 0,-7 1-28 16,7 5-11-16,-5-4-9 0,5-1-6 0,-8 6-9 0,3-7-13 0,-3 8-13 16,2-9-13-16,1 8-11 0,-2-1-10 0,-2-4-9 15,-2 3-10-15,4 2-11 0,2-1-14 0,-11 1-10 0,11 4-11 0,-8-5-10 0,7-2-12 0,-2 7-7 0,-4-4-8 16,5 4-4-16,2 0-4 0,-2-5-3 15,-6 5-7-15,5 0-10 0,2 0-7 0,1 0-7 0,-10 5-7 0,9-5-5 0,-7 4-6 0,8-4-1 0,-11 7-2 0,5 2-1 16,6-4-5-16,-11 5 0 0,4-5-9 0,0 4-1 16,4 7 2-16,-4-7-1 0,-2 6 3 0,9-2 3 0,-8 2 1 0,6 0-1 0,0 0 1 0,-6 4 0 15,6-4-2-15,1 4 4 0,-1-5-2 0,7 2 1 0,-6 2 0 0,6-3-2 16,-5 0 0-16,5 0-1 0,0 0-3 0,0 0-1 0,0-5-1 0,5 5 1 16,-5-6 0-16,6 0 1 0,-6 1 1 0,7-5 5 0,-1 5 2 0,7-4 3 15,-6-1 3-15,7-5 4 0,-1 4 2 0,0-4 7 0,-2 0 3 0,4-4 5 16,4-1 4-16,2-1 5 0,-10-4 3 0,10 5 5 0,-3-10 6 0,3 6 2 0,3-5 2 15,-4-1 4-15,-1 0 3 0,8 0 3 0,-6-3 3 0,-3-3 3 0,3 2 1 0,3-2 5 16,-4 3 2-16,-6-1 0 0,4-2 5 0,1-3-3 0,-3 6 0 0,-3-3002 1 16,-3 5994-1-16,4-2998-2 15,-1 5 0-15,-6-6-5 0,0 1 0 0,0 0-3 0,-2-6-3 0,3 0-3 0,-3 6-5 0,-5-5-3 0,0 0-5 0,0 0-3 16,0 0-2-16,-5-2-5 0,-3 3-2 0,8 4-4 0,-12 0-8 0,5-1-6 16,0 5 0-16,1 1 0 0,-1 4 0 0,-7 0 0 0,9 6 0 0,0-1 0 15,-3 1 0-15,3 3 0 0,-3 0-2 0,0 2-29 0,3 4-8 0,5 0-3 0,-6 4-3 16,-2 2-2-16,3 3 1 0,5 1-2 0,-7 5 2 0,1 0 1 0,-1 3 1 31,0 3 3-31,0 3 3 0,2 1 6 0,-3-1 7 0,8 1 6 0,-5 5 4 0,5-2 5 16,-8-4-1-16,8 1 2 0,0 4 1 0,0-4 1 0,0-1 1 0,0 1-2 15,0-1 2-15,0 1-1 0,8-1 2 0,-8-6 0 0,5 3 3 0,-5-2-2 16,8 5 0-16,-8-9 0 0,5 4 2 0,2 2-1 0,0-2-1 0,0-5 2 16,6 7 0-16,-8-8-1 0,3 2-5 0,3 0-7 0,-3 0-12 0,5-2-14 0,-5 2-17 15,2 0-24-15,4 0-28 0,-7-5-27 0,6-1-25 0,1 2-35 0,-9-1-32 16,8-1-59-16,-7-3-70 0,9-2-90 0,-1 1-94 0,-9-1-33 0,8-4 3 15,-8 0 21-15,9-4 29 0,-7-1 39 0,6 1 43 0,-7-6 44 0,7-1 44 0,-6-4 49 16,5 6 50-16,-5-10 66 0,1 4 70 0</inkml:trace>
  <inkml:trace contextRef="#ctx0" brushRef="#br0" timeOffset="122648.93">7775 11645 0 0,'8'-9'22'0,"-2"4"141"0,-6 1 84 0,5-7 56 0,-5 7 43 0,0-5 40 0,0-3 38 0,0 3 36 0,0-1 34 0,0 1 33 0,0-6 29 0,0 6 29 0,0-6 27 0,0 5-103 16,0 1-175-16,0-3-92 0,0 3-49 0,0 6-19 0,8-9-5 0,-8 8-9 15,0-1-12-15,0 1-12 0,0 4-14 0,0 0-10 0,0 0-10 0,0 0-14 16,0 0-13-16,0 0-12 0,0 0-14 0,-8 0-14 0,8 4-11 0,0 1-13 16,-5-1-10-16,-1 8-6 0,6-3-6 0,-8 1-4 0,3 4-4 0,5 1 1 15,-8 4-3-15,-4 0 2 0,12 1 2 0,-7 5 3 0,-5-6 2 0,12 2 2 0,-8 3 0 16,3 0 0-16,-3-5-3 0,2 5-1 0,1 1-3 0,5-5-5 0,-7 5-1 16,7-7-2-16,0 1-4 0,0 2-1 0,0-2 1 0,7 1 0 0,-7-5-3 15,5-2 4-15,-5 2 0 0,6 0 1 0,2-5 2 0,5 1 3 0,-8-4 2 0,2-1 4 16,5-1 3-16,-5-1 3 0,6 2 4 0,1-6 2 0,-1 0 3 0,0 0 2 15,0-6 1-15,1 2 4 0,-2-1 0 0,1-1 1 0,6-1 6 0,-5-4 1 16,6-5 6-16,-6 7 4 0,-4-6 5 0,11 2 7 0,-8-2 7 0,0-5 4 16,0 6 5-16,-7-7 2 0,8 7 1 0,-7-5 3 0,-2-2-3 0,3 3 3 15,-8-1-3-15,5-6 0 0,-5 5-1 0,-5 1-6 0,5-5-4 0,-8 3-5 0,3-3-8 16,-2 5-10-16,-2-6-8 0,-2 5-12 0,-2 1-11 0,0 0-9 0,0 4-14 16,-8 1-8-16,2 4-10 0,-1 1-13 0,1-3-11 0,6 8-15 0,-6 4-16 0,-2 0-23 15,9 4-30-15,1 2-24 0,-5 3-29 0,5 0-22 0,3 7-24 0,-5-1-30 16,6 3-35-16,7 3-89 0,-5-2-115 0,5 2-44 0,0-3-5 0,0 6 16 15,5 1 24-15,2-6 40 0,1 2 43 0,-3-3 46 0,3-3 45 0,3 1 48 0,5-2 49 16,-5-10 52-16,10 7 61 0</inkml:trace>
  <inkml:trace contextRef="#ctx0" brushRef="#br0" timeOffset="123154.89">8784 11500 0 0,'27'-10'10'0,"-7"4"140"15,-1 3 112-15,2-9 80 0,-9 8 57 0,-5-10 46 0,5 4 40 0,-4-5 38 0,-8 0 37 16,5-3 34-16,-5 2 33 0,0-4 28 15,0 1 30-15,0 4-93 0,0-4-160 0,0-1-124 0,0 7-109 0,0-3-49 0,-5 2-26 0,5-1-15 0,-8-1-12 16,1 2-12-16,2 1-16 0,-2 3-15 0,0-5-13 0,-6 4-11 0,0 2-11 16,7 5-10-16,-7-2-9 0,0 2-8 0,0-1-6 0,-1-1-5 0,2 6-6 0,-1 6-2 15,-1-6 0-15,-4 5-1 0,4 5-1 0,2-6 2 0,-2 5-1 0,1 6 2 16,0-4 2-16,0 2 1 16,0 2 1-16,7 0-1 0,-9 0 2 0,10-1 2 0,-1 6 2 0,-2-5 0 0,8 0 0 0,-5-2-2 0,5 8 2 15,0-6-2-15,0-2 1 0,0 7 0 0,0-4-1 0,5 2 3 0,-5-3-1 0,8 4 3 0,-2-4 1 16,-1 6 1-16,3-2 3 0,-1-5 0 0,7 5 1 0,-9-4 3 0,8 4 1 15,0-4 2-15,-7 6 2 0,8-8 2 0,-2 2 1 0,1-1 1 16,1-4 0-16,-2 5-1 0,2-6 1 0,-1 6 1 0,-1-6 0 0,2 3 2 0,-8-3 0 0,1-5 2 16,6 7 1-16,-13-7 1 0,6 5 0 0,1-2 3 0,-7-2 0 0,0-1 4 15,0 1 4-15,0-1 4 0,0 2 1 0,0-1 3 0,-7-1 0 0,7 1 0 16,-6-1-5-16,-1 2-3 0,1 3-8 0,-7-3-3 0,-1-1-9 0,2-1-6 0,-1 6-5 16,-1-1-5-16,-4-4-9 0,-3 2-4 0,9-4-4 0,-8 8-4 0,-1-7-1 15,11 2 0-15,-11-2 2 0,8 1 2 0,-1-1 5 0,1 1 5 0,8-5 6 16,-3 6 5-16,-3-6 4 0,4 4 6 0,-1-4 5 0,8 0 3 0,-6 0 5 15,0 0-1-15,6 0 2 0,0 0 2 0,0 0-1 0,0 0 3 0,-7-4-1 0,7 4 2 16,0-6-1-16,0 6 1 0,0-5-1 0,0 1-3 0,7-1-1 0,-7 1-5 16,0-2-4-16,0 6-3 0,0 0-4 15,6-4-2-15,-6 4-1 0,6 0-2 0,2-5 1 0,-8 10-1 0,7-5-1 0,-2 0 1 0,1 4 2 0,7 2 2 0,-5-2 2 16,5 5 3-16,-7 2 3 0,7-1 3 0,0-1 4 0,0 6-1 0,-8 3 3 16,9-2-7-16,-1 8-11 0,-6-3-19 0,7 3-27 0,-9 0-36 0,2 1-40 0,7 3-46 15,-8 2-54-15,1 3-111 0,-2-3-133 0,9 1-84 0,-9-3-56 0,8-4-14 16,-6 6 5-16,7-5 21 15,-1-7 30-15,-7 2 41 0,7 0 47 0,0-11 56 0,0 6 56 16,0-10 65-16,-6-1 67 0,5-4 95 0,3-4 105 0</inkml:trace>
  <inkml:trace contextRef="#ctx0" brushRef="#br0" timeOffset="124440.71">11338 18371 28 0,'-5'6'135'0,"-3"-6"66"0,3 0 51 0,-3 0 41 0,2 0 36 0,6 0 33 0,-7-6 33 0,1 3 28 0,-2 3 28 0,8-10 23 0,-5 5 26 0,5-1-34 16,0-4-69-16,0 5-81 0,0 1-90 0,0-5-51 0,0 3-26 0,0 2-19 0,0-7-13 15,0 8-16-15,0-3-17 0,5 0-10 0,-5 2-11 0,8-1-11 0,-8 5-10 0,6-6-10 16,-6 3-9-16,7 3-8 0,-1 0-7 0,-6-4-5 0,8 8-4 0,-3-4-3 16,3 3-1-16,-3-3 1 0,0 6 0 15,4 3-1-15,-4-3 2 0,2 3 2 0,1 2 0 0,4-1 0 0,-5-1 1 0,-2 6 0 0,2-5 1 0,-1 5 1 0,2-2 3 16,5-2 0 0,-8 4-3-16,4 0 0 0,3-7-4 0,-6 6-5 0,-1 1-6 0,11-3-4 15,-11 1-5-15,1-4 0 0,7 2-3 0,2-1 1 0,-10-1 1 0,9 1-3 0,-9-5 1 16,8-1 0-16,-5 1 0 0,3 1 6 0,-4-2 0 0,7-4 10 0,-8 0 4 0,1 5 7 15,-2-5 3-15,3 0 10 0,0-5 5 0,-8 5 14 0,5 0 12 0,-5 0 13 0,6-4 9 0,-6 4 8 0,0 0 5 16,0-11 4-16,0 11 1 16,0-9 3-16,0 5 3 0,0-2-2 0,-6 3 2 0,6-9-3 0,0 3-5 15,-5 3-8-15,-3-3-16 0,8 5-7 0,-8-5-9 0,3 3-8 0,-2-3-4 16,1 3-5-16,0 0-3 0,-2 2-4 0,1-1 1 0,2 5-6 0,-1-5-1 0,-2 5-5 16,8 0-7-16,-5 0-3 0,-3 0-8 0,3 0-4 0,-3 5-3 0,2 0-6 0,1-1-1 15,-3 2-3-15,1 3-1 0,1 3-1 0,6-3-4 0,-7 0 1 0,1 6 0 16,1-5 2-16,5 5 1 0,-8-2 3 0,8 2 4 0,0 0 2 0,0 0 4 15,-8-6 0-15,8 6 2 0,0 1 3 0,0-2-1 0,0-1-1 0,0 2 2 0,0-3 1 16,0 1 1-16,0 2-1 0,8-6-1 0,-8 6 1 0,0-4-1 0,0-3-1 16,8 3 1-16,-8-2 0 0,5 1 0 0,-5 1-2 0,6-7 4 0,-6 5 0 15,0-3 1-15,7 3 2 0,-7-3 1 0,0-3 4 0,6 4 4 0,-6-2 4 0,0-1 4 16,0-4 4-16,0 0 3 0,0 0 4 0,0 5 4 0,0-5 2 0,0 4 6 0,0 2 0 16,-6-3 4-16,6-3-1 0,-7 6-1 0,1-1-3 0,1-1-2 0,-3 2-6 15,0 0-3-15,-3-2-8 0,4 1-3 0,2 1-11 0,-9-3-13 0,7 7-12 16,-7-5-19-16,8-1-20 0,-6-4-24 0,5 5-21 0,0 2-23 0,2-7-20 0,-3 3-22 15,1-3-22-15,2 6-23 0,-4-6-16 0,4 0-20 0,5 0-23 0,-5 5-26 0,5-5-37 16,0-5-43-16,0 5-44 0,0 0-42 0,0 0-1 0,0 0 17 0,0-6 27 16,0 3 33-16,5-4 34 0,0 2 36 0,4 1 34 0,-4-7 35 0,2 7 43 0,1-5 44 0,4 4 52 15,-5-5 67-15</inkml:trace>
  <inkml:trace contextRef="#ctx0" brushRef="#br0" timeOffset="125106.75">12368 18456 23 0,'0'-6'120'0,"0"0"57"0,5 6 42 0,-5-4 37 0,0 4 35 0,0-5 34 0,-5 0 36 0,5 1 33 0,0 0 31 0,0 4 32 15,0-6 31-15,-8 0-28 0,8 3-62 0,-6-3-65 0,6 1-68 0,0 1-34 16,-5 4-18-16,5-6-15 0,-7 6-11 0,7-5-13 0,-9 5-18 0,9-4-14 0,-5 4-16 15,5 0-12-15,-6-6-11 0,6 6-14 0,-7 0-10 0,7 0-8 0,-5 0-9 16,5 0-5-16,0 0-8 0,-9-3-8 0,9 3-10 0,0 0-7 0,0 0-10 0,0 0-7 16,0 0-10-16,0 0-3 0,0 3-6 0,-7 3-3 0,7-2-2 0,0-4-6 15,0 5 0-15,0 5-3 0,0-5 0 0,0 4 1 0,7 3 2 0,-7-4 4 16,0 6 4-16,0-2 4 0,0 3 5 0,9-2 1 0,-9 2 0 0,5 0 1 0,-5 0-1 16,7-2 1-16,-7 7 1 0,6-4-1 0,-1-3 1 0,4-2 1 0,-9 4-3 15,7-5 1-15,-2 4-1 0,1-4-1 0,2-1 1 0,-3 0 0 0,3-3 1 0,-1 4 2 16,5-5 2-16,-5-1 0 0,-2 1 2 0,8-1 2 15,-5-4 2-15,-2 6 3 0,7-6 3 0,-5 0 2 0,-3 0 2 0,8 0 2 0,-8-6 6 0,9 2 2 0,-7-1 4 16,6 5 5-16,-7-9 5 16,7 5 4-16,-6-2 5 0,5-4 6 0,-4 5 1 0,4-4 5 0,-3-1 3 0,-4 5 2 0,0-4 4 0,3-1-1 0,-3-1-3 15,3 1-2-15,0 1-3 0,-3 0-5 16,-5-1-5-16,6-1-6 0,1-4-5 0,-7 6-7 0,6-4-3 0,-6 1-8 0,7-3-5 0,-7 6-6 0,0 0-4 0,6-1-2 16,-6 4-1-16,0 3-2 0,0-3-5 0,0 6-7 0,0 0-8 0,0 0-8 15,0 0-4-15,0 0-4 0,0 0-1 0,0 0-2 0,0 6 1 0,0-3-2 0,0 3 1 16,0 4-1-16,0-1-4 0,0 0 1 0,0 6 0 0,0 0 6 0,0 0 4 15,0 0 5-15,0-6 3 0,7 7 3 0,-7-3 0 16,0 2-2-16,7-1-1 0,-7-2 0 0,7 1 0 0,-2-4 0 0,3 2 1 0,-8-1 1 0,5 0 1 0,1-1 2 16,2-4 4-16,-3 5 2 0,2-5 2 0,1-1 6 0,-2-4 1 0,0 5 6 15,1-5-1-15,7 0 5 0,-9 0 2 0,8 0 1 0,0-5 1 0,-5 1 6 16,4-1 0-16,0-1 6 16,3-3 5-16,-4 5 8 0,2-5 7 0,7-3 6 0,-8 3 8 0,3 0 4 0,-2-6 7 0,-2 6 4 0,-4-7 4 0,7 1 1 0,-1 2 4 15,-8-2 0-15,4 0-1 0,-2 0-61 0,-7-3-19 0,5 2 0 0,-5-4 0 16,0 7 0-16,0-8 0 0,0 1 0 0,-5 6 0 0,5-6 0 0,-7 5 0 0,7-4 0 15,-9 4 0-15,9 5 0 0,-5-4 0 0,5 4 0 0,0 1 0 0,-7 3 0 16,7-3 0-16,0 3 0 0,0 6-55 0,0 0-65 0,0 0-28 0,0 0-28 0,0 0-28 16,0 0-30-16,-6 6-26 0,6 0-29 15,0 3-27-15,6 0-49 0,-6 1-64 0,0-1-69 0,7 2-71 0,-7 4-17 0,5-2 10 0,4-3 32 0,-9 5 40 0,7-4 44 16,-2-2 46 0,1-3 46-16,7 2 47 0,-5-3 49 0,-3 0 48 0,9-1 63 0,-1-4 69 0</inkml:trace>
  <inkml:trace contextRef="#ctx0" brushRef="#br0" timeOffset="125694.65">13370 18407 0 0,'0'0'70'0,"0"0"147"0,6-6 88 0,-6 6 65 0,0 0 52 0,0-5 48 0,0-5 45 0,-6 5 40 0,6-5 38 0,0 1 35 15,0-6 35-15,0 5 23 0,-7 1 13 0,7 0-124 0,0-1-202 0,0-1-112 0,0 2-58 16,0 3-36-16,0 2-26 0,0-1-21 0,0 5-24 0,0-6-34 0,0 6-62 16,0 0 0-16,0 0 0 0,0 0 0 0,0 0 0 0,7 0 0 0,-7 6 0 15,0 3 0-15,0-3-10 0,6 3-20 0,-6 6 4 0,8 0 2 0,-8 0 4 0,6 0 6 16,-6 4 6-16,7 0 4 0,-7 1 6 0,5-1-2 0,-5 2-7 0,0 3-7 15,0-5-9-15,8 2-10 0,-8-3-11 0,0 1-10 0,0 2-9 0,0-8-6 16,0 7-3-16,0-4-4 0,6-2 0 0,-6-1-3 0,0-2-1 0,0-1 1 16,7 0 5-16,-7-1 4 0,0-4 7 0,6 5 12 0,-6-5 11 0,0-5 10 15,0 4 15-15,0-4 9 0,5 0 9 0,-5 0 9 0,0 0 6 0,0 0 7 0,0 0 11 0,0-4 5 16,7-1 9-16,-7-1 7 0,0 2 5 0,0-5 6 0,0 4 6 0,0 1 1 16,0-8 2-16,0 3 0 0,0 3-2 0,0-3 0 0,9 5-4 0,-9-5-6 15,0-3-4-15,0 3-6 0,5 0-8 0,-5-2-7 0,0-2-5 0,6 3-10 16,1-5-8-16,-2 0-8 0,-5 6-8 0,9-6-7 0,3 0-6 0,-6 0-7 0,2 6-6 15,-3-7-4-15,3 7-3 0,-3 3-3 0,2-3-1 0,0 4-3 0,-2 1 0 16,2 0 1-16,1 4-1 0,-3 0 2 0,-5 4 1 0,8 0 4 0,-2-4 2 0,-1 10 6 16,3-6 3-16,0 8 3 0,-3-3 6 0,1 1 3 0,1-1 1 0,-2 6 4 15,4-6 2-15,3 6 2 0,-6-5 1 0,-1 4-1 0,11-4 0 0,-11 1-3 16,9 4-2-16,-9-7 0 0,10 3-1 0,-10-2-2 0,9-3 2 16,-1 4-2-16,0-5 2 0,0 4-2 0,0-5 2 0,0 2 0 0,-7-6 3 0,8 3 0 0,-2-3 4 15,1 6 3-15,1-6 1 0,-2 0 5 0,2-6 3 0,-1 6 3 0,-8-3 1 0,9-3 3 16,-1 2 0-16,0-5 6 0,-5 4 4 0,2-2 4 0,-2 4 4 0,5-8 6 15,-7 7 4-15,1-7 4 0,-1 3 4 0,2 3 2 0,-8-5 2 0,5-1-2 16,-5 1-13-16,8 1-45 0,-8 0 0 0,5-6 0 0,-5 5 0 0,0-1 0 16,0-2 0-16,0 4 0 0,0-3 0 0,8 3 0 15,-8 3 0-15,0-3 0 0,0 4 0 0,0 1 0 0,0 4 0 0,0 0 0 0,0 0 0 0,0 0 0 0,0 0 0 16,0 0 0-16,0 0 0 0,0 0 0 0,0 0 0 0,0 0 0 0,0 4 0 16,0 6 0-16,0-6 0 0,0 8 0 0,0-3 0 0,0 1 0 15,0 4 0-15,0-4 0 0,0 5 0 0,6 0 0 0,-6-2 0 0,0-2 0 0,0 4 0 0,5 0 0 16,-5-2 0-16,0-3 0 0,7 4 0 0,-7-2 0 0,0-3 0 0,8 1-11 15,-8-1-64-15,0 0-20 0,6-3-23 0,-6 0-33 0,0-2-37 0,0 1-41 0,0-1-42 16,0-4-44-16,0 5-41 0,0-5-82 0,0 0-98 0,0 0-50 0,0 0-23 0,-6 0 8 16,6-5 24-16,-8-4 35 0,1-1 40 0,2 0 50 0,-1-4 53 15,-2-5 55-15,3 4 56 0,-3-6 56 0,3 3 58 0,-3-7 79 0,2 5 88 0</inkml:trace>
  <inkml:trace contextRef="#ctx0" brushRef="#br0" timeOffset="125853.85">13989 18298 0 0,'0'-15'24'0,"0"0"146"0,0 2 94 0,6-2 71 0,-6 0 60 0,0 0 53 0,0 6 48 0,-6-7 39 0,6 2 37 0,0 4 32 0,0 1 29 0,6 0 29 0,-6 3 22 0,0-4-108 0,0 5-189 0,0 5-112 0,0 0-73 0,0 0-50 0,0 0-36 0,0 0-32 0,0 0-28 16,0 0-19-16,0 0-17 0,0 0-13 16,0 0-8-16,0 0-7 0,0 0-3 0,0 5-11 0,0 2-11 0,8-4-15 0,-8 8-14 15,0-1-17-15,0-1-18 0,0 6-21 0,5-6-20 0,-5 6-27 16,0-1-29-16,8 0-42 0,-8 1-41 0,5 1-81 0,-5-2-94 0,0 2-68 0,8-7-50 16,-2 6-6-16,-1-6 15 0,-5 0 29 0,7-3 35 0,1-2 40 0,-2 2 44 0,0-6 49 0,1 0 50 0,5-6 56 0,-3 6 55 0,-4-4 75 15,1-2 86-15</inkml:trace>
  <inkml:trace contextRef="#ctx0" brushRef="#br0" timeOffset="126123">14300 18255 91 0,'9'-6'168'0,"-2"6"47"0,-7-3 32 16,5-3 29-16,-5 0 26 0,6-3 34 0,-6 4 35 15,0 1 36-15,0-6 39 0,7 1 39 0,-7-3 40 0,0 3-49 0,0 0-101 0,6 0-58 0,-6-1-32 16,0-1-6-16,0 8 11 16,8-9 8-16,-8 8 3 0,0-1-6 0,0 1-12 0,0-2-17 0,0 6-18 0,0-4-20 0,0 4-22 0,0 0-31 0,0-5-175 15,0 5 0-15,0 0 0 0,0 0 0 0,0 0 0 0,0 0 0 0,0 0 0 0,0 0 0 16,0 0 0-16,0 0 0 0,0 5 0 0,0-1 0 0,7 2 0 0,-7 3 0 0,0 0 0 15,0 1 0-15,5 5 0 0,-5 0 0 0,0 3 0 0,6 3 0 0,2-2 0 16,-8 5 0-16,0 1 0 0,5-1 0 0,3-3 0 0,-8 3 0 0,5 1 0 16,-5-1 0-16,8-6 0 0,-8 7 0 15,6-4 0-15,-6-2 0 0,5-1 0 0,-5 3 0 0,8-6 0 0,-1-2-10 0,-7 2-165 0,6 0-31 0,-6-4-31 0,8-3-38 16,-8 7-38-16,5-4-57 0,0-8-63 0,-5 9-81 0,8-8-86 0,-8 1-22 0,6-1 6 16,-6 2 25-1,0-6 34-15,0 0 41 0,0 0 43 0,0 0 50 0,0 0 52 0,0 0 57 0,0-10 59 0,0 1 68 0,0 4 73 0</inkml:trace>
  <inkml:trace contextRef="#ctx0" brushRef="#br0" timeOffset="126552.49">14614 18422 0 0,'7'0'12'0,"-1"-6"132"0,1 6 85 0,-7 0 64 0,6-6 50 0,-6 6 46 16,8-3 45-16,-8 3 39 0,0 0 41 0,5 0 35 0,-5-6 34 0,0 6 30 15,8-5 30-15,-8 5-89 0,0 0-160 0,0 0-93 0,5-4-56 0,-5 4-38 0,0 0-23 16,0 0-24-16,0 0-22 0,0 0-19 0,0 4-18 0,5-4-17 0,-5 5-11 15,0 1-11-15,0-3-9 0,0 3-11 0,0 0-11 0,9-2-7 0,-9 5-10 16,0 0-4-16,5 3-3 0,-5-3-1 0,0 6-1 0,7-2 0 0,-7-2-3 16,8 5-7-16,-8-3-10 0,5 1-12 0,-5-4-10 0,7 5-14 0,-7 0-8 15,7-6-9-15,-2 1-9 0,-5 1-6 0,8-1-7 0,-2-1-1 0,1-4-4 16,-1 5-2-16,6-7 3 0,-3 3 4 0,-4-6 8 0,2 0 8 0,4 0 9 0,-3 0 11 16,5 0 10-16,1 0 9 0,-9-6 9 0,10 3 6 0,-3-3 9 0,-7 2 7 15,10-5 6-15,-10 4 8 0,9-2 6 0,-9-2 8 0,2 0 10 0,2-2 9 0,-4 7 11 16,-5-5 4-16,6-1 10 0,1-1 2 0,-7-4 5 0,0 6 5 0,5-1 1 0,-5-5 2 15,0 6 1-15,0-6 1 0,0 6-2 0,0-1-4 0,0-5-7 0,0 5-4 16,-5 0-6-16,5 2-4 0,0-4-5 0,-7 3-3 0,7 0-4 0,-6-2-7 16,6 7-7-16,-5-2-7 0,-4 3-14 0,2-3-11 0,2 2 0 0,-1 4 0 15,-7 0-9-15,5 0-5 0,-4 0-8 0,5 4-3 0,-5 2-2 0,-1 3-5 16,5-5-1-16,-3 7 1 0,3-2 0 0,-5 0 3 0,7 3 1 0,-6 1 5 16,3-4 1-16,2 6 3 0,2 1-2 0,-1-7 3 0,-1 6-1 0,1 0 2 0,-2-6-2 15,8 6 1-15,-5-6-1 0,5 6 2 0,0-5-2 0,0 5 1 0,0-6-1 0,0 6-2 16,0 1-5-16,5-7-4 0,-5 6-11 0,8-6-12 0,-2 0-12 0,1 7-18 15,-1-7-17-15,6 0-27 0,-3 2-27 0,3-2-40 0,-6-2-42 0,7 2-66 16,0-4-75-16,1 3-88 0,-1-2-87 0,-1-1-28 0,7-5 3 0,-6 4 20 0,6-4 27 0,-3 0 37 16,2-4 37-16,3-1 48 0,-10-1 45 0,10-2 58 0,-3-3 57 0,3 1 70 15,-2-4 73-15</inkml:trace>
  <inkml:trace contextRef="#ctx0" brushRef="#br0" timeOffset="126852.96">15512 18201 0 0,'-5'5'58'0,"-2"-1"174"0,7-4 99 0,-7 0 72 0,7 0 51 0,-5-4 42 0,5-1 36 0,0 1 32 0,5-8 31 0,-5 3 27 0,7 0 24 0,-7-6 28 0,7 6 29 0,-2 0-136 15,2 2-230-15,-7-2-119 0,8 4-62 0,-3 1-26 0,-5-2-12 0,8 2-7 16,-8-1-3-16,0 5-7 0,0 0-66 0,0-6-35 0,0 6 0 0,0 0 0 16,0 0 0-16,0 0 0 0,0 0 0 0,0 0 0 0,0 0 0 0,0 0 0 15,0 6 0-15,-8-6 0 0,8 0 0 0,-5 5 0 0,-3-1 0 0,1 6 0 16,2-5 0-16,-2 11 0 0,0-7 0 0,-6 6 0 0,5-2 0 0,-3 7 0 15,6-1 0-15,-11 5 0 0,11-3 0 0,-8 3 0 0,8-5 0 0,-4 6 0 0,-3-1 0 16,6 0 0-16,-2 1 0 0,3-5 0 0,5 4 0 0,-8 1 0 0,8-1-9 0,-5-5-57 16,5 2-10-16,0 3-13 0,0-5-15 0,5 0-14 0,-5 1-19 0,8-4-21 15,-3 2-21-15,-5-3-27 0,8 0-28 0,-2 0-31 0,6-2-35 0,-3 2-47 16,-4-3-53-16,8 2-69 0,-8-6-77 0,11 3-19 0,-11-7 9 0,6 7 24 0,5-11 33 16,-4 4 37-16,0-4 44 0,3-4 47 0,-2-2 46 0,-2-3 51 15,10-2 54-15,-8 3 59 0,8-6 65 0</inkml:trace>
  <inkml:trace contextRef="#ctx0" brushRef="#br0" timeOffset="127279.53">15864 18392 0 0,'-12'4'14'0,"6"-4"125"16,-8 0 72-16,7-4 47 0,2 4 36 0,-4-6 34 16,4 1 36-16,0 1 32 0,5-5 32 0,0-1 28 0,-8 5 30 0,8-5 30 0,0 4 31 0,0 1-84 0,0 1-152 15,0-1-71-15,0 5-32 0,0-4-15 0,8-2-3 0,-8 6-10 0,0-4-15 0,0-1-10 16,0-1-9-16,5 6-8 0,-5-3-10 0,0-3-11 0,5 6-8 0,-5-6-12 15,9 2-12-15,-9 4-9 0,5-5-6 0,2 5-2 0,-7-6-4 0,6 6-3 0,2 0-1 16,-2 0-3 0,6 0-3-16,-4 0-3 0,-2 0-4 0,7 0-3 0,-6 6-4 0,7-6-4 0,-4 5-3 0,3-1-5 0,1 2-2 15,-1 3-12-15,0-3-14 0,0 3 0 0,1-3 0 0,-2 3 0 0,1 0 0 0,-6 1 0 0,5 1 0 16,4-1 0-16,-11 3 0 0,8-2 0 0,-8-2 0 0,4 6 0 0,-4-5 0 0,2-1-15 16,-1 0-31-16,-6 3-11 15,0 3-10-15,0-6-10 0,0 0-14 0,0 1-6 0,-6 5-11 0,6-6-4 0,-7 1-4 0,2-1-1 0,5 2 4 0,-9-2 4 0,4 1 9 16,-2-4 11-16,7 3 12 0,-6-5 11 0,1 1 15 0,5 1 13 0,-9-2 14 15,9-4 16-15,-7 5 15 0,7-5 16 16,0 0 13-16,0 0 10 0,-5 0 12 0,-2 0 9 0,7 0 8 0,0 0 11 0,-7 0 12 16,7-5 7-16,0 5 7 0,-5-4 8 0,5-2 2 0,0 1 2 0,-8 1-2 0,8 0-4 0,0-1-5 0,0-1-9 15,0-4-62-15,0 5-42 0,0-5 0 0,0 1 0 0,8 0 0 0,-8 0 0 16,5-7 0-16,2 1 0 0,0 1 0 0,-2-2 0 0,2 1 0 0,7-3 0 16,-1 2 0-16,1-2 0 0,-2-3 0 0,7 3 0 0,1 2-27 15,0-2-118-15,-2 8-28 0,3-4-35 0,3 2-35 0,-3 3-43 0,5 3-44 0,0 6-99 16,-5 0-118-16,3 0-60 0,3 0-27 0,-2 6 7 15,2-6 24-15,-1 0 34 0,0 5 38 0,1-5 47 0,-9-5 47 0,8 5 54 0,-6-6 55 0,6 3 60 0,-6-7 65 0,-1 4 88 0,0-3 101 16</inkml:trace>
  <inkml:trace contextRef="#ctx0" brushRef="#br0" timeOffset="127708.89">16638 18426 0 0,'-18'18'48'0,"5"-3"171"0,-5 1 105 0,-3-7 77 0,10 0 56 0,-5-3 46 0,-3-6 38 0,14 0 33 0,-3-6 33 0,3 6 25 15,5-4 22-15,-7-1 17 0,7 1 19 0,0-1-140 0,0 5-229 0,0-4-123 16,7 4-75-16,-7-6-36 0,0 6-18 0,5 0-9 0,3 0-8 0,-3 0-7 16,1 6-8-16,2-6 0 0,-3 4 2 0,11 1 0 0,-11-1 1 0,1 1-4 15,6-1-6-15,-3 7-12 0,3-7-12 0,-6 8-6 0,1-3-3 0,-1-5-3 0,2 5 0 16,-3 2-2-16,0-7 0 0,4 7-3 0,-4-7-4 0,2 7-5 0,1-7-2 16,-3 0-5-16,2 1-2 0,0-5-2 0,-2 6 0 0,3-6 0 0,-3 4-3 15,3-4-1-15,3 0-2 0,-4 0-1 0,7-4-1 0,-7 4-1 0,4-6 2 0,5 6 1 16,-5-5 3-16,-4 1 3 0,7 0 1 0,-2-1 5 0,0-5 2 0,3 4 5 15,-10 1 4-15,3-5 8 0,3 1 2 0,-11 4 7 0,8-5 2 0,-1 1 6 0,-7-1 6 16,0-1 0-16,0 2 6 0,0-4 0 0,-7 1 3 0,7-3-1 0,-8 6 3 16,3 0 0-16,-1-7 2 0,-2 7-2 0,3 0-1 0,-3-2 2 0,1 1-2 15,1 1-1-15,0 5-1 0,-6-7-5 0,4 7-2 0,2-2-7 0,-7 6 0 0,8-5-6 16,-11 5-9-16,5 0-5 0,4 0-7 0,-7 5-5 0,2 1-5 0,-2-2-4 16,9 2-3-16,-8 3-3 0,6 0 2 0,-5 1 0 0,4 1 2 0,1 4 3 0,-7-6 1 15,9 5 4-15,0-4 2 0,-3 6 1 0,2-7 3 0,6 6-1 0,-7-6 2 16,1 6 2-16,6-5 0 0,-7 5 1 0,7-6-1 0,0 6-1 0,0-6 2 15,0 1 1-15,0 5-1 0,0-6 0 0,7 1-3 0,-1 4-4 0,1-2-8 0,-7-3-9 16,14 1-12-16,-9-1-19 0,0 0-17 0,9 3-24 0,1-8-24 0,-3 5-32 16,8-4-33-16,-7-1-43 0,-2 2-43 0,10-1-89 0,-3-1-105 0,3 1-50 15,-2-5-22-15,1 0 6 0,-1-5 21 0,2 1 31 0,-2-1 36 0,0-1 40 0,1-3 43 0,-1 0 49 16,2-1 47-16,-3-5 58 0,3 0 57 0,-9 6 82 0,8-7 80 0</inkml:trace>
  <inkml:trace contextRef="#ctx0" brushRef="#br0" timeOffset="127915.31">17193 18396 0 0,'6'-10'20'0,"-6"-5"139"15,0 2 83-15,8-2 60 0,-8 0 49 0,0 0 47 0,0-3 45 0,0-3 43 0,0 2 43 0,0-6 36 0,6 5 39 16,-6 1 37-16,0-1 34 0,0 1-94 16,0 4-174-16,0 5-93 0,7 1-57 0,-7 0-34 0,0 3-19 0,0-3-24 0,0 9-29 0,0 0-27 0,0 0-24 0,0 0-21 15,0 0-16-15,0 0-16 16,0 0-12-16,5 9-24 0,-5-3-11 0,0 3 0 0,0 7 0 0,0-2 0 16,0 5 0-16,0-1 0 0,0 7 0 0,0-5 0 0,0 5 0 0,0 3 0 0,0-2 0 15,0-3 0-15,0 3 0 0,0-3 0 0,0 3 0 0,0-3 0 0,0-3 0 0,0 1 0 16,9-3-27-16,-9 1-56 0,0-4-19 0,5 4-27 0,-5-4-28 0,5-4-33 0,-5 4-35 0,8-7-39 0,-8 3-45 15,5-2-58-15,-5 0-69 0,8-2-76 0,-8 2-75 0,0-4-19 16,8-5 12-16,-8 0 24 0,0 0 35 0,0 0 41 0,0 0 45 0,0 0 48 0,0-5 54 0,0 1 54 0,0-1 57 16,-8-5 67-16,8-1 70 0</inkml:trace>
  <inkml:trace contextRef="#ctx0" brushRef="#br0" timeOffset="128343.72">17154 18465 0 0,'-7'-6'54'0,"7"6"133"0,-5-3 77 0,5-3 58 0,0 0 45 0,-9 2 42 16,9-6 38-16,0 6 36 0,9-6 35 0,-9 1 29 0,0-6 31 0,0 4 15 0,5 7 8 15,2-5-105-15,-7-6-166 0,8 9-87 0,-3-4-51 0,2 1-27 0,0 0-12 16,-7-1-15-16,5 5-10 0,2-4-10 0,-1 3-10 0,2 0-8 0,-2 6-7 0,-6-4-8 16,7 4-8-16,-2 0-9 0,4 0-6 0,-4 0-8 15,0 4-7-15,8-4-3 0,-5 6-7 0,0 0-3 0,3-3-5 0,-4 8-9 0,6-7-20 0,-7 6 0 16,8-1 0-16,-2 2 0 0,1-1 0 0,-5-1 0 0,3 0 0 0,4 1 0 16,-3 1 0-16,-5 4 0 0,6-6 0 0,0 1 0 0,0-1-23 0,1 0-12 0,-9-3-6 15,8 3-7-15,0-3-8 0,-5 4-3 0,4-5-7 0,-5 4-1 0,-2-5-1 16,3 2-1-16,-1-1 1 0,-2-1 3 0,2 2 4 0,0 0 9 0,-7-3 5 0,5-3 10 15,-5 6 9-15,0-6 8 0,0 0 10 0,0 0 8 0,0 4 11 0,-5-4 6 16,5 5 4-16,-7-5 4 0,7 0 1 0,-7 4 2 0,2-4 2 0,-2 0 0 16,-6 0-2-16,6 5 2 0,0-5-1 0,2 0-1 0,-3 0 0 0,1 6 0 0,1-6 1 31,0 0 3-31,-1 0 5 0,7 0 5 0,-5 0 6 0,5 0 5 0,0 0 11 16,0 0 5-16,0 0 7 0,0 0 4 0,0 0 3 0,0 0-81 0,-9-6 0 15,9 6 0-15,0 0 0 0,0-9 0 0,0 4 0 0,9 1 0 0,-9-5 0 0,0 3 0 16,5-4 0-16,-5-1 0 0,7 2 0 0,-7 0 0 0,6-1 0 0,7 1 0 15,-5-7 0-15,-3 2 0 0,9-2 0 0,-1 2 0 0,-6-1 0 0,5 2 0 16,8-2 0-16,-7-6 0 0,-2 8 0 0,5-2 0 0,-4 6 0 0,-1-7-50 16,5 5-125-16,-5 4-28 0,2 1-29 0,-5 0-35 0,4 6-36 0,2-3-50 15,-8 6-56-15,6-3-88 0,2 0-91 0,-1 6-29 0,-6 0 5 0,7-2 21 0,-4-1 34 16,-1-3 40-16,-4 6 43 0,8-6 48 0,-6 0 48 0,-7 5 57 0,7-5 56 0,-7 0 67 16,0 0 69-16</inkml:trace>
  <inkml:trace contextRef="#ctx0" brushRef="#br0" timeOffset="128771.48">17812 18343 0 0,'0'4'39'0,"-7"-4"159"0,7 6 97 0,-6-6 72 0,6 0 58 16,0 0 52-16,-7 0 49 0,7-6 46 0,0 2 45 0,-5-2 36 0,5 1 35 16,0 1 29-16,0-1 29 0,0 1-127 0,5 4-213 0,-5-6-122 0,0 2-71 15,0-1-42-15,0 5-30 0,0-6-104 0,7 3-37 0,-7 3 0 0,0 0 0 0,0-6 0 16,0 6 0-16,0 0 0 0,0 0 0 0,0 0 0 0,0 0 0 0,0 0 0 16,0 0 0-16,6 0 0 0,-6 0 0 0,0 6 0 0,7-3 0 0,-7 3 0 15,0 3 0-15,7-3 0 0,-7-2 0 0,7 5 0 0,-2 2 0 0,-5-1 0 0,0-1 0 16,8 0 0-16,-8 1 0 0,5 1 0 0,-5-7 0 0,0 7 0 0,6-2-15 15,-6-3-14-15,0-2 1 0,8 0 1 0,-8 1-3 0,5 0 4 0,-5-1 3 16,7 2 1-16,2-6 3 0,-9 6 7 0,5-6 3 0,0 3 6 0,3-3 4 16,5 0 7-16,-5 0 4 0,-3 0 2 0,8 0 7 0,-7-3 0 0,7 3 5 0,-6-6 3 15,-1 0 3-15,7 2 3 0,-5-1 3 0,-3 0-32 0,1 1-6 0,2-6 0 16,-3 4 0-16,2-3 0 0,1 4 0 0,-2-5 0 0,0 1 0 0,1 0 0 16,-2-1 0-16,-5-1 0 0,8 1 0 0,-2 1 0 0,1 0 0 0,-7-6 0 15,6 6 0-15,-6-7 0 0,5 5 0 0,-5-2 0 0,7 4 0 0,-7-3 0 0,0 3 0 16,0 4 0-16,0-5 0 0,0 6 0 0,0 4 0 0,0-5 0 15,0 5 0-15,0 0 0 0,0 0 0 0,0 0 0 0,0 0 0 0,0 5 0 0,0-1 0 16,-7 6 0-16,7-5 0 0,-5 4 0 0,5 6 0 0,-6 1 0 0,6-2 0 16,-7 2 0-16,1 2 0 0,6-3 0 0,-8 4 0 0,8 2 0 0,-5-8 0 0,5 2 0 15,-7 5 0-15,7-6 0 0,0 0 0 0,0-2 0 0,-6 3 0 0,6-2 0 16,0-4 0-16,0 2 0 0,0 5 0 0,0-7-61 0,0 0-25 0,0 0-22 16,0 1-24-16,0 1-32 0,0-7-33 0,0 7-41 0,0-7-42 0,0 0-67 15,0 1-74-15,0-5-83 0,-6 6-86 0,6-6-27 0,0 4 1 0,0-4 22 0,0 5 32 16,0-5 40-16,-8 0 44 0,1-5 49 0,7 1 55 0,-5 4 59 0,5-11 61 15,0 7 71-15,0 0 78 0</inkml:trace>
  <inkml:trace contextRef="#ctx0" brushRef="#br0" timeOffset="129089.64">18289 18118 82 0,'5'-15'155'0,"-5"6"46"0,6 0 33 0,-6-3 32 0,0 3 30 0,0-1 31 0,7 5 32 0,-7 1 32 0,0-5 32 0,0 3 30 15,6 0 32-15,-6 6-57 0,0-4-102 0,0 4-58 0,-6 0-28 0,6 0-12 16,0 0-1-16,0-5-3 0,0 5-6 0,0 0-8 0,0 0-11 0,0 0-11 0,0 0-10 16,0 0-11-16,0 0-10 0,0 0-8 0,0 0-9 0,0 0-11 0,0 0-8 15,0 0-11-15,0 0-10 0,0 0-9 0,0 0-7 0,0 0-11 0,0 0-8 0,0 0-7 16,6 0-9-16,-6 0-6 16,0 5-4-16,0-5-29 0,8 4-10 0,-8 2 0 0,5 0 0 0,2 3 0 0,-7-5 0 0,6 5 0 0,8 2 0 0,-7 5 0 15,-2-7 0-15,4 6 0 0,1-2 0 0,-2 8 0 0,5-6 0 0,-7-2 0 16,1 7 0-16,-1-1 0 0,7-4 0 0,-6 6 0 0,-7-6 0 0,6-2 0 15,1 2 0-15,-7 5 0 0,0-10 0 0,0 3 0 0,0 2 0 0,0-4-19 0,-7-1-68 16,1 3-19-16,-1-2-23 0,1-2-26 0,-1 0-28 0,1 3-28 0,-7-4-32 16,5 2-39-16,-5 0-37 0,8-1-72 0,-9 3-86 0,9-3-64 15,-10-5-46-15,9 1-7 0,0 5 18 16,-1-5 31-16,2-1 36 0,-3 2 44 0,8-6 45 0,-6 0 49 0,6 0 49 0,0 0 55 0,0 0 58 0,0 0 75 0,0 0 85 0</inkml:trace>
  <inkml:trace contextRef="#ctx0" brushRef="#br0" timeOffset="129311.26">18645 18440 0 0,'13'-5'46'0,"0"5"166"0,-6-5 102 0,5 1 76 15,3 0 58-15,-9-2 51 0,7 0 44 0,-1-3 37 0,-3 4 35 0,2-5 27 0,1 5 24 16,4-5 26-16,-11 7 25 0,6 3-135 0,5-6-224 16,-11 6-128-16,9 0-77 0,-9 0-45 0,3 6-29 0,-1-6-17 0,-7 3-18 15,5-3-6-15,-5 6-9 0,7-2 1 0,-7 1-1 0,0 5-2 0,0-5-4 0,-7 4-4 0,7 3-13 16,-5-4-8-16,5 2-15 0,-7 0-15 15,-6-1-16-15,6 7-20 0,-5-7-26 0,4 0-35 0,-11 2-38 0,7-1-52 0,-2-1-58 0,1 6-97 0,-8-6-112 0,10 1-80 32,-2 1-67-32,-2-1-16 0,-4-5 14 0,6-1 26 0,8 0 35 0,-9-4 43 15,9 0 46-15,-10 0 53 0,9 0 55 0,-2-4 67 0,3 0 68 0,5-1 85 0,-5-1 89 16</inkml:trace>
  <inkml:trace contextRef="#ctx0" brushRef="#br0" timeOffset="129485.5">18678 18332 0 0,'7'-4'42'0,"-7"-1"165"0,5 1 104 0,2-2 81 0,-7 2 66 0,8-1 60 16,-8-1 55-16,6 6 45 0,-6-3 39 0,7-3 30 0,-1 6 28 0,-6-6 23 16,0 6 19-16,0 0-137 0,0 0-226 0,5 0-140 0,-5 0-89 0,0 0-80 15,0-4-85-15,0 4 0 0,0 0 0 0,0 0 0 0,0 0 0 0,7 4-35 16,-7-4-37-16,0 0-19 0,9 6-17 0,-9 0-32 0,0-3-37 0,0 3-52 16,0-1-56-16,0 5-126 0,0-6-156 0,-9 5-65 0,9-4-16 0,-7 5 6 0,2-10 16 15,-1 6 30-15,-1-6 32 0,1 0 42 0,-9 0 45 0,3-6 55 0,0-4 64 0,-1 1 71 16,-6 0 78-16</inkml:trace>
  <inkml:trace contextRef="#ctx0" brushRef="#br0" timeOffset="130758.32">9305 12383 0 0,'0'0'1'0,"0"0"104"0,0-4 67 0,-5 4 45 0,5-6 34 0,5-3 33 0,-5 5 35 0,0-1 36 0,0-5 37 0,0 4 33 16,0 1 33-16,0-5 35 0,0 5 29 0,8-3-63 0,-8 3-123 0,0-5-63 16,0 4-30-16,0 1-14 0,0 1-6 0,0-1-14 0,6-1-17 0,-6 2-17 0,0 4-23 15,0-5-20-15,0 5-17 0,0-4-21 0,0 4-18 0,0 0-18 0,0 0-19 16,0 0-16-16,0 0-12 0,0 0-13 0,7 0-5 0,-7 0-7 0,0 0-2 0,6 0-3 15,1 4-1-15,-7 1 1 0,14-1 0 0,-9 2 4 0,3-1 0 0,-3 4 4 16,9 1 4-16,-2 5 4 0,-4-6 6 0,4 6 3 0,0 1 0 0,2 2 3 16,-1-3 2-16,-1 6 0 0,2-8 1 0,-1 7 0 0,-8 0-1 0,11-2-1 15,-11-3-1-15,1 6-3 0,2-6-1 0,-3 3-3 0,-5-2-4 0,7-2 0 16,-7-4-2-16,8 4-1 0,-8-4-2 0,0 0-1 0,0-1-2 0,0-3 3 0,0-3 0 16,0 8 4-16,0-11 3 0,-8 4 3 0,8 2 5 0,-7-6 1 0,7 0 2 15,-5 6-1-15,-3-6 2 0,8 0 2 0,-6 0 0 0,1 0 2 0,-3-6 1 16,0 6-1-16,3-6 1 0,-1 6 0 0,6-4 3 0,-7-1 3 0,2-1 2 15,-4 3 5-15,9-3 5 0,-5 2 6 0,5-5 3 0,0-3 8 0,-7 8 5 0,7-6 3 16,0-4 6-16,0 5-1 0,0-6-1 0,0 0-1 0,0 0-8 16,0-3-3-16,7 2-7 0,-7-3-7 0,5-7-8 0,4 2-5 0,-4 5-10 0,2-5-6 15,-1 0-7-15,7-7-10 0,-5 7-8 0,3 5-7 0,2-5-12 0,2-1-15 16,-3 5-17-16,0 1-24 0,9 4-26 0,-10 0-27 0,5 6-32 0,-5 0-36 0,10 3-41 16,-9 2-55-16,1 4-64 0,8 0-95 0,-10 0-105 0,2 4-36 0,0 2-1 0,1-1 20 15,-1-1 33-15,0 5 39 0,0-3 44 0,-8-3 49 0,11-3 49 0,-11 6 54 16,8-6 57-16,-8 0 66 0,4 0 69 0</inkml:trace>
  <inkml:trace contextRef="#ctx0" brushRef="#br0" timeOffset="131201.84">9982 12379 2 0,'-5'4'126'0,"5"1"90"0,-6 0 60 0,-1-5 46 0,1-5 35 0,-1 5 31 16,1-5 30-16,-1 1 26 0,0-2 25 0,7 2 21 15,-7-5 21-15,7 4-19 0,0-2-40 0,0 4-106 0,0-3-140 16,0 6-70-16,0-5-32 0,0 5-18 0,0-4-8 0,0 4-14 0,0 0-14 0,0 0-11 0,0 0-12 0,0 0-11 0,0 0-9 15,0 0-9-15,0 0-7 0,0 0-10 0,0 0-7 0,0 0-5 0,0 4-7 0,0 1-2 16,0 4 2-16,0-2 0 0,0-2 4 0,7-1 4 16,-7 5 6-16,7 1 6 0,0-5 6 0,-1 4 4 0,1-3 4 0,-1 4 0 0,1-5-1 0,4-1 0 15,5 5-5-15,-3-3-3 0,-3-6-1 0,4 5-5 0,-1-5-3 0,8 0-3 0,-8 0-1 16,6 0-4-16,-7 0-1 0,7-5 1 0,-6 5-2 16,8-6 3-16,-7 2 4 0,4-1 4 0,-4-4 7 0,-2-1 4 0,1 4 9 0,1-3 9 0,-9 0 11 15,2-1 13-15,7-4 16 0,-14 4 12 0,6-1 9 0,1 1 8 0,-7-3 2 16,0 2 5-16,0-4 2 0,0 6 4 0,-7-6 0 0,7 6 1 0,-6-7-3 0,1 7-3 15,-4-6-8-15,2 6-8 0,-4-1-11 0,3 1-10 0,-5-3-9 0,1 9-7 16,5-8-7-16,-5 7-5 0,-1 4-10 0,-1 0-5 0,9 0-9 0,-11 0-5 16,3 4-3-16,3 1-4 0,1 1-3 0,-3 3-4 0,-1 0-1 0,7 3-3 0,-2 1-3 15,-4 2 0-15,6 0 1 0,-2 0 2 0,-5 4-1 0,8 1 6 0,-4-5 3 16,9 4 0-16,-5-1 3 0,0-2 1 0,5 3 2 0,-8-5-1 0,8 2 6 0,0-2-1 16,0 1 2-16,0-5 1 0,8 0 1 0,-8 4 2 0,5-4 3 0,-5-1 0 15,14 3 0-15,-9-3 3 0,2-4 3 0,7 5 3 0,-8-1 2 0,6-5 0 16,2 7 1-16,4-8 0 0,3 4 0 0,-8-2-8 0,13-1-10 0,-7-4-17 0,1 5-17 15,7-5-21-15,-3 0-24 0,-3 0-30 0,6 0-30 0,-4 0-32 0,5 0-34 16,-1-5-56-16,-8 5-68 16,7-4-74-16,0 4-77 0,-7-5-23 0,7-2 5 0,-8 4 22 15,3-3 29-15,6-3 35 0,-15 0 38 0,8-1 41 0,-8-1 44 0,7-4 45 16,-5 0 46-16,-7 2 59 0,6-2 66 0</inkml:trace>
  <inkml:trace contextRef="#ctx0" brushRef="#br0" timeOffset="131406.47">10707 12252 0 0,'0'-20'7'0,"-7"5"120"0,7-3 72 0,-7 3 52 0,1-6 44 0,-6 8 44 16,4-8 42-16,-3 6 45 0,3 1 43 0,-5 0 38 0,5-1 38 0,3 0 31 15,0 0 28-15,-4 6-82 0,4-6-150 0,5 5-80 0,-7-1-41 0,7 8-28 16,0-1-21-16,0-2-27 0,0 6-27 0,0 0-32 0,0 0-30 0,0 0-26 16,0 0-22-16,0 0-16 0,0 0-13 0,0 0-11 0,0 0-7 0,0 0-2 0,0 6-4 15,0 1 0-15,7-1 3 0,-7 3 4 0,0 3 3 0,0-3 6 0,5 6 8 16,-5-2 5-16,0 8 6 0,9-6 4 0,-9 9 5 0,0-5-1 0,0 0-1 16,0 7 1-16,0-2-4 0,0 0-3 0,0 1-3 0,0 3-15 0,0 2-18 0,-9-6-22 15,9 6-25-15,0-6-26 0,0 5-28 0,0-5-33 0,0-3-37 0,0 3-41 16,9-5-39-16,-9 2-83 0,0-3-98 0,5 3-73 0,-5-8-55 0,5-3-7 15,-5 4 17-15,8-2 30 0,-2 1 37 0,-6-7 39 0,7 3 46 0,-7-4 46 0,0-1 51 16,0-4 55-16,0 0 56 0,0 0 74 0,0 0 89 0</inkml:trace>
  <inkml:trace contextRef="#ctx0" brushRef="#br0" timeOffset="131580.6">10556 12558 0 0,'-5'-3'7'0,"-9"-3"125"0,9-3 84 16,-11 0 57-16,6-1 42 0,2-4 41 0,-5-2 37 0,5 5 37 0,-3-7 38 0,4 2 32 15,1-3 27-15,6 5 22 0,-8-6 22 0,8 6-89 0,0-5-155 0,0 4-93 16,8 0-59-16,-2 0-29 0,1 0-14 0,-1 0-12 0,-1 0-16 0,3 2-15 15,5-2-19-15,-5 0-12 0,2 0-8 0,6 6-6 0,-11-1-6 0,9-5-3 0,-1 6-4 16,6-2-7-16,-6 7-5 0,8-5-9 0,-11 3-6 0,11-4-17 0,-2 5-23 16,1 5-24-16,-7-4-31 0,6 4-34 0,-6 0-43 0,6 0-50 0,-3 0-55 15,-5 4-104-15,1 1-122 0,2 1-53 0,-1-2-12 0,-6 2 2 0,7 3 18 0,-9-5 30 16,2 1 35-16,-7 1 45 0,7-3 45 0,-7 3 52 0,0-6 57 0,0 0 62 16,0 0 68-16</inkml:trace>
  <inkml:trace contextRef="#ctx0" brushRef="#br0" timeOffset="132008.78">10857 12355 0 0,'0'9'29'0,"-7"-4"145"0,7-1 84 16,-7 2 56-16,7-6 43 0,-5-6 43 0,5 2 39 0,-8-5 40 0,2-3 38 16,6-2 30-16,-7 4 27 0,7-3 26 0,-6-2 25 0,6 4-113 0,0-4-192 15,0 6-98-15,-7-4-52 0,7 1-20 0,0-3-8 0,0 6-15 0,0 0-14 0,0-1-19 16,0 1-12-16,0-3-8 0,0 3-8 0,0 4-8 0,7-3-4 0,-7 3-9 16,0-1-5-16,6 2-6 0,-6-2-7 0,7 1-7 0,-1 1-8 0,2 4-3 0,-3-6-5 15,2 1-3-15,5 5-4 0,3 0-1 0,-10 0-3 0,9 0 0 0,-1 0 0 16,6 5 0-16,-7 1-1 0,2-2 2 0,4 1 0 0,-2 5 3 0,2-4 0 15,-4 3 2-15,4 0-2 0,-5 6 2 0,0-6 1 0,6 3 1 0,-4 1-1 0,-2 2 1 16,-2 0 1-16,5 0-1 0,-11-2-2 0,8 2-4 0,-8-4-2 0,4 4-6 16,-4-2-4-16,2 2-6 0,-1 1-7 0,-6-2-7 0,8-4-5 0,-8-1-10 15,0 6-9-15,0-5-11 0,0-1-7 0,0 0-10 0,0-3-9 0,0 3-3 16,-8-3-6-16,8 4-4 0,0-5-3 0,-6 0 1 0,-1 3 1 0,7-2 4 0,-5-1 6 16,-4-1 6-16,4 1 13 0,-2 2 8 0,7-7 11 0,-6 3 13 0,1 3 11 15,-11-6 16-15,16 5 17 0,-5-5 17 0,-1 0 18 16,-1 0 17-16,1 0 17 0,-1 0 14 0,7-5 10 0,-8 5 13 15,3-6 8-15,5 3 10 0,-7-4 12 0,0 2 6 0,7-4 6 0,-5-1 2 0,5 6-1 0,0-10-7 0,0 2-7 16,-8-3-10-16,8 2-10 0,8-2-11 0,-8 0-11 0,0-4-11 0,5-2-12 0,2 3-11 16,0-6-12-16,-2 3-13 0,10-3-9 0,-9 5-9 0,7-2-10 0,0-1-8 15,0 1-11-15,5 1-9 0,-4 7-15 0,-1-8-18 0,8 6-22 0,-9 2-24 0,0 3-29 16,3 5-29-16,4-5-31 0,-6 4-39 0,0 6-38 0,0 0-71 16,1 0-81-16,-1 0-79 0,-3 6-75 0,-1-6-21 0,3 4 8 0,1 2 29 0,1-1 32 15,-9-1 43-15,8 2 47 0,-5-6 47 0,-2 0 49 0,1 0 56 0,-2 0 55 0,4 0 70 16,-4 0 75-16</inkml:trace>
  <inkml:trace contextRef="#ctx0" brushRef="#br0" timeOffset="132388.91">11514 12208 0 0,'0'9'43'0,"-7"-5"156"0,7-4 87 0,-6 6 60 0,-1-12 46 0,7 6 43 0,-6-9 42 0,1 5 36 0,5-1 36 16,-8-5 27-16,8 4 24 0,0-3 24 0,0 0 18 0,-8 3-131 0,8 1-215 0,0-3-108 16,0 3-51-16,0-1-24 0,0 6-9 0,0-4-17 0,0 4-19 0,0-6-17 15,0 6-14-15,0 0-10 0,0 0-11 0,0 0-5 0,0 0-9 0,0 0-8 16,0 0-11-16,0 0-4 0,0 0-8 0,0 0-5 0,0 0-3 0,8 0-2 15,-8 6 0-15,8-6 1 0,-8 4 4 0,5 2 7 0,1-1 5 0,1-1 6 0,-1 0 6 16,9 1 6-16,-10 1 7 0,9-3 2 16,-1 3 2-16,-8-6 2 0,9 6 1 0,-2-6-1 0,2 3 1 0,-1-3 1 0,0 0 1 0,0 0-1 0,0 0 0 0,1 0 2 15,-2-3-1-15,-6 3 5 0,7 0 0 0,-5-6 6 0,4 0 2 0,-12 6 3 16,7-3 3-16,-2-3 2 0,3 1 5 0,-8-3 4 16,7 3 6-16,-7-1 4 0,5-4 7 0,-5 5 1 0,0-5 3 0,0 1 0 0,0 0-1 0,7-1-2 15,-7-1-1-15,0 1 1 0,0 1-5 0,0 0-3 0,0 0-3 0,0-3-5 16,0 3-5-16,0 3-7 0,0-3-32 0,0 3 0 0,0 3 0 15,0 3 0-15,0-4 0 0,0 4 0 0,0 0 0 0,0 0 0 0,0 0-28 0,0 0-10 16,0 0-1-16,-7 0-2 0,7 4 0 0,0 5-2 0,0 0 0 0,0 3 2 0,0 3 4 16,0 3 5-16,-5-3 5 0,5 4 6 0,0 5 8 0,0 1 5 0,0-6 6 15,5 7 1-15,-5-2 2 0,0 4 1 0,0-3 0 0,7-1-2 0,-7 2-7 0,0-7-9 16,7 6-15-16,-2-7-19 0,-5 2-23 0,8 0-28 0,-8-2-33 0,6-3-39 16,-6 1-38-1,0-6-42-15,7 4-40 0,-7-5-73 0,0 3-86 0,0-9-72 0,0 8-59 16,-7-7-11-16,7 2 13 0,0-3 29 0,-6 3 38 0,6-6 46 0,-8 4 49 0,8-4 51 0,-5 0 54 0,5 0 53 0,0 0 54 0,0 0 70 0,0 0 78 15</inkml:trace>
  <inkml:trace contextRef="#ctx0" brushRef="#br0" timeOffset="132626.74">12244 12270 0 0,'0'6'47'0,"-6"-1"164"0,6-1 96 0,-8-4 68 0,1 0 55 0,2-4 46 0,-1-1 42 0,6-1 40 0,-8 2 36 0,3-1 25 15,-3 1 25-15,8-1 19 0,0 1 15 0,-7-2-141 0,7 6-229 0,0 0-122 16,0 0-65-16,0 0-35 0,0 0-17 0,0 0-17 0,0 0-18 0,0 0-11 16,0-6-14-16,0 6-4 0,7-4-1 0,-7 4 0 0,0 0-2 0,0-5 0 0,8 5-5 15,-8-6-3-15,5 6-6 0,3-4-4 0,-8-1-6 0,6 5-4 0,6-4-4 16,-4-1-11-16,4 5-11 0,0-4-17 0,4 4-20 0,-5-6-22 0,10 6-24 16,-3-6-35-16,3 6-36 0,-2-3-50 0,1 3-58 0,-1 0-99 0,-1 0-115 15,1 0-47-15,10 0-8 0,-10 3 13 0,-1-3 25 0,-5 0 35 0,7 0 38 0,-8 0 43 16,-4 0 47-16,4 0 52 0,-3 0 56 0,-4-3 64 0,0-3 67 0</inkml:trace>
  <inkml:trace contextRef="#ctx0" brushRef="#br0" timeOffset="132800.81">12492 12334 0 0,'-14'21'21'0,"1"-7"149"0,0 0 104 0,0-4 75 0,7 0 55 16,-7 0 40-16,5-5 31 0,8-1 25 0,-5-4 23 0,5 0 19 0,0 0 19 0,0 0 20 16,0 0 22-16,5 0-109 0,3 0-181 0,-3-4-125 0,3 4-90 0,-2-5-45 15,7 1-25-15,-5-2-8 0,5 0-5 0,-3 2 2 0,11-1 2 0,-8 0-6 16,6 1-8-16,0-6-22 0,1 5-26 0,-1 1-37 0,2-1-37 0,-2-5-45 15,7 4-44-15,-5 1-65 0,-3 1-76 0,1-2-81 0,8 6-83 0,-6-5-31 0,-3 1-5 16,3 0 13-16,-9-1 25 0,7-5 34 0,0 4 40 0,-6 1 49 0,7-4 50 0,-8-1 54 16,3 1 55-16,4-6 68 0,-7 5 68 0</inkml:trace>
  <inkml:trace contextRef="#ctx0" brushRef="#br0" timeOffset="133181.37">13266 11953 0 0,'0'0'52'0,"0"5"169"16,0-5 96-16,0 0 72 0,-6 0 57 0,6 0 44 0,-8-5 39 0,8 5 27 0,0-5 24 0,0 1 18 15,0 4 19-15,0-6 17 0,0 6 18 0,0 0-146 0,8 6-238 0,-8-2-124 16,6 1-68-16,1 0-38 0,-1 5-23 0,1 0-15 0,-1 1-8 0,2 2 1 16,-3 2 4-16,0 0 3 0,9 4 2 0,-7-5 3 0,1 11 1 0,-3-6 0 15,1 7 2-15,-6-3-1 0,8 3-2 0,-3-2 3 0,2 0-2 0,-7 1 1 0,6-1-2 16,-6-5 0-16,0 5-3 0,0-3 1 0,8-2-2 0,-8 0 2 0,0-5-2 16,0 7-1-16,0-12-1 0,6 6-3 0,-6-5-3 0,0-4 0 0,0 3-1 15,0-4 2-15,7-1 5 0,-7 0 5 0,0 2 6 0,0-6 9 0,5 0 7 0,-5 0 11 16,0 0 11-16,8-6 5 0,-8 2 9 0,0 0 3 0,0-6 4 0,0 0 4 15,0-5 3-15,0 0-1 0,0-4-2 0,0-1-3 0,-8 1-4 0,8-6-6 16,-5 1-5-16,-2-1-10 16,1 1-6-16,-2 0-29 0,2-6-10 0,-1 5 0 0,2-4 0 0,-3 6 0 0,2-7 0 0,1 6 0 0,-3-6 0 0,1 2 0 15,1 1 0-15,-2-1 0 0,8-2 0 16,-5 2 0-16,5-2 0 0,0 5 0 0,0 1 0 0,0 0 0 0,5 0 0 0,-5 5 0 0,8-6-29 0,-2 10-13 16,-6-6-6-16,7 7-5 0,1 4-9 0,-3-3-8 0,1 2-6 0,2 8-11 0,4-4-13 15,-6 2-11-15,2 5-16 0,5 0-16 0,-8 0-19 0,9 5-22 0,-7 2-26 16,4 2-25-16,-4 0-29 0,7 0-49 0,-8 6-53 0,1 1-78 0,-2 2-83 0,-5 2-25 15,9-4 5-15,-9 3 19 0,7 5 31 0,-7-4 36 0,-7-1 39 0,7-3 42 16,-9 2 47-16,9-3 47 16,-5 0 51-16,-2 0 61 0,1 4 66 0</inkml:trace>
  <inkml:trace contextRef="#ctx0" brushRef="#br0" timeOffset="133355.81">13305 12217 0 0,'-5'15'35'0,"-9"-5"151"0,7 0 88 0,1-1 61 0,-1-4 45 15,1-1 42-15,-2-4 41 0,8 6 36 0,0-6 35 0,0 0 30 0,0 0 25 0,-5-6 24 0,5 6 18 0,0-4-120 0,5-5-207 0,-5 4-107 16,0-5-56-16,8 4-31 0,-8-3-16 0,6-6-16 0,-6 6-19 0,7-7-17 15,-1 7-15-15,-6-6-10 0,7 2-7 0,-1 2-6 0,7-4-4 0,-8 5-6 16,3 1-5-16,5 0-8 0,0-1-4 0,1-1-12 0,-2 7-16 0,2-7-21 16,4 7-20-16,-4 4-29 0,4-5-28 0,3 5-40 0,-8 0-38 0,8 5-64 0,-2-5-75 15,-1 4-80-15,1 1-78 0,9 1-27 0,-9-2-1 0,0 2 20 0,2-1 28 16,2 5 38-16,-2-10 40 0,-2 4 46 0,8 1 48 0,-7-1 53 0,-1-4 53 0,1 5 68 16,-1-5 71-16</inkml:trace>
  <inkml:trace contextRef="#ctx0" brushRef="#br0" timeOffset="134530.57">13989 12139 101 0,'0'6'206'0,"0"-6"75"0,0 0 57 0,0-6 53 15,-7 2 51-15,7-2 47 0,-6-3 43 0,6 3 41 0,-7-3 32 0,1 0 32 16,-2-6 27-16,3 5-71 0,5-1-125 0,-5 2-110 0,-3 5-100 0,2-5-56 0,-1-3-34 16,7 3-31-16,-8 3-31 0,3 2-30 0,-2-7-27 0,0 8-19 0,2-1-16 15,-2 4-14-15,1-6-12 0,-2 6-6 0,2 0-6 0,-6 0-6 0,4 6-2 16,-3-6-1-16,3 4-1 0,-4-1-1 0,-2 3 1 16,1 3 2-16,7-3 4 0,-7 3 2 0,0 3 0 0,0-3 5 0,5 0 0 0,-4 0 4 0,5 1-2 0,2 1 2 31,-2-1 1-31,-1-1 1 0,3 0-4 0,-2 1 0 0,7 5 0 0,-7-4-1 15,7-3 1-15,0 3-1 0,0-2 0 0,0 0-1 0,0 7 1 0,7-7 0 16,-7 0-1-16,7 2 0 0,-2 5-1 0,3-7 2 0,-1 0-1 0,-2 1-1 0,9 4-3 16,-1-4-2-16,-8 1 0 0,9-7 1 0,-7 5 0 0,6 1 2 0,0-5 3 15,-7 1 2-15,8-3 3 0,-7 4 5 0,6-7 1 0,-2 0 4 0,-3-2997 7 16,-3 5994 6-16,8-2997 8 0,-5-7 10 0,-2 4 7 0,1-3 8 0,5 1 6 0,-5 1 3 16,-2-2 6-16,3-3 0 0,-1 0 0 0,-1-1-1 0,2-1-1 0,-3-4-2 15,0 2-3-15,3 4-4 0,-2-7-4 0,1 1-5 0,-7 1-7 0,6-2-7 16,1 1-8-16,-1 1-4 0,2 1-7 0,-8 3-4 0,5-5-3 0,-5 4-4 0,8 2-3 15,-8 5-5-15,5-2-4 0,-5 2-7 0,0-1-5 0,0 5-3 0,0 0-7 16,0 0-1-16,0 0 1 0,0 0 2 0,0 5 2 0,0-1 1 0,0 6 2 16,8-1 4-16,-8 2 3 0,0 4 3 0,0 0 1 0,0-2 2 0,6 8 0 0,-6-2 1 15,5-5 4-15,-5 5-3 0,7 2-1 0,1-2-1 0,-8-5-1 0,6 2-1 16,0 2 3-16,1-8 0 0,-2 4 1 0,2-2 5 0,2-3 3 0,-4-5 15 16,1 6 14-16,1-5 13 0,-2 0 16 0,9-5 11 0,-7 0 13 0,-1 0 15 0,7 0 11 15,-5-5 9-15,4 0 7 0,-5 1 4 0,6-6 3 0,-1 1 3 0,2-3 1 16,-9 3-4-16,11-6-8 0,-5 2-6 0,1-8-10 0,2 7-7 0,-1-5-86 15,1 4-1-15,-2-6 0 0,1 3 0 0,1-7 0 0,-2 5 0 0,-6 1 0 16,7-6 0-16,-5 7 0 0,-3-7 0 0,3 1 0 0,-2 0 0 0,-1-3 0 16,-5-1 0-16,0 4 0 0,8-6 0 0,-8 6 0 0,-8-1 0 0,8 1 0 15,0-1 0-15,-5 1 0 0,5 0 0 0,-6 4 0 0,6 6 0 0,-8-1 0 16,8-1 0-16,-5 7 0 0,5 0 0 0,-8 3 0 0,8 3 0 0,0-3 0 0,0 6 0 16,0 0 0-16,-5 6 0 0,5-6 0 0,-8 3 0 0,8 7 0 0,-6 1 0 15,6-1 0-15,-5 4-45 0,-2 5 0 0,7-3 3 0,-8 2 7 16,8 2 9-16,-6-1 8 0,6 6 4 0,0-4 2 0,0 3 2 0,0 0 1 0,0-5 0 15,0 5 1-15,6-3 2 0,-6 1 1 0,8-1 0 0,-1 3 3 0,-7-5 1 16,5 7 1-16,1-3 1 0,7-3-1 0,-5 5 3 0,-3-1-1 0,9-3 1 16,-9 1 0-16,10-1-2 0,-1-2 1 0,-9 1 0 15,8-1-2-15,0-4 1 0,0 0-1 0,1 0 0 0,-2-5 3 0,2 4-1 0,-8-10 2 0,6 6 1 0,2-5 3 16,-1 0 0-16,-1-5 5 0,2 0 2 0,-1 0 2 0,6 0 5 0,-12-5 2 16,12 0 2-16,-11 1 5 0,2-6-1 0,4 1 1 0,1-3 1 0,-3-2-29 15,0-1-3-15,2-4 0 0,-1 0 0 0,-8-1 0 0,11 1 0 0,-4-2 0 0,-1-1 0 16,5-5 0-16,-5 5 0 0,-3-4 0 0,5 2 0 0,-1-1 0 0,0 1 0 15,-5-1 0-15,6 1 0 0,-5 0 0 0,-2 4 0 0,6 0 0 0,-12 2 0 16,9 2 0-16,-4 2 0 0,1 4 0 0,-6-5 0 0,0 12 0 0,0-4 0 16,0 2 0-16,0 5 0 0,0-4 0 0,-6 4 0 0,6 0 0 0,-5 0 0 0,-4 4-1 15,-3-4-65-15,6 12-7 16,-7-9-2-16,-2 8-2 0,3-1-2 0,0 3 1 0,-1-2 5 0,5 4 6 16,-3-2 9-16,-5 2 11 0,5 0 7 0,4 0 7 0,2-2 5 0,-4 8 5 0,2-6 0 15,2 0 4-15,5-2 0 0,-6-2 4 0,6 4 0 0,0-1 0 0,0-5 5 0,0 6 2 0,0-4 2 0,0-1 3 0,6 3 2 16,-1 1 2-16,2-2 2 0,2 3-1 0,3-2 3 0,-6 2 3 0,7 0 1 15,0 0 3-15,1 4 1 0,-1-5 0 0,-1 2-1 0,0 2 1 0,8-3-1 16,-12 1-2-16,3-7 0 0,5 6-1 0,-5-6-2 16,-4 0 0-16,-2 3-4 0,4-8 4 0,-2 1-2 0,-7-1 1 0,5 1 2 0,-5-5 1 0,0 0 1 0,0 0 5 15,0 0 0-15,0 0 6 0,0 0 2 0,0 0 5 0,0 0 1 0,0 0 2 0,0 4-1 16,0-4 1-16,-5-4-7 0,5 4-3 0,-7 0-4 0,-2-5-3 0,4 5-4 16,5-4-1-16,-7 4-3 0,1-5-3 0,6 5-3 0,-5-4-4 0,-4-2-1 15,9 6-4-15,0 0 1 0,0 0-1 0,0-6 2 0,0 6 2 0,0 0 1 16,0-4-3-16,0-1 2 0,0 0-5 0,0 1-2 0,0-2-2 0,0 2 0 15,9-1-4-15,-9-4 0 0,0 2-2 0,5-2 2 0,1 0 0 0,-6-2 0 0,7 3 0 16,-2-3 2-16,4 1-1 0,-2-4 2 0,4 4 1 0,2-4 0 0,0-2 1 16,-6 1 3-16,13 6 1 0,-8-4 0 0,2-2 3 0,-1 0 0 0,6 0 1 15,-7 0 1 1,9 0 3-16,-8 0 2 0,1 2 3 0,-1-2 5 0,-3-1 6 0,4 2 5 0,1 1 7 0,-4 1 3 0,-3-3 5 0,-3 0 2 0,2 8 5 0,0-4 3 16,0-5 3-16,-1 7 2 0,1 0 2 0,-7-1-1 0,5 1-2 0,-5-2-4 15,0 7-2-15,0-7-6 16,9 7-2-16,-9-5-9 0,-9 3-6 0,9 2-7 0,0-1-10 0,-5-1-8 0,-2 3-6 0,1-4-10 0,-1 7-6 0,0-5-6 0,-5 5-2 15,4 0-2-15,-3 0-2 16,-4 5-1-16,1 2-2 0,4-4 2 0,-3 8 1 16,-1-7 4-16,1 11 2 0,0-6 5 0,0 1 4 0,0 5 4 0,0 0 0 15,5-1 4-15,-3 2 0 0,3-7 2 0,3 4 0 0,-2 2 0 0,-1-3 2 16,8 3-1-16,-6-6 0 0,6 4 3 0,0-2 1 0,0-1 1 0,0-1 2 16,6 1 4-16,-6-1 0 0,8 6 4 0,-1-4 1 0,6-1 1 0,-7-1 3 15,7 6-4-15,0-6-4 0,0 0-12 0,0 7-15 0,0-7-20 0,0 0-25 0,1 2-26 16,-1-1-24-16,-8 0-28 0,9-1-27 0,-2-4-28 0,2 5-27 0,-9-5-28 15,8 4-27-15,1-3-38 0,-7-2-46 0,6 2-48 0,1-6-53 0,-9 5-19 0,8-1-6 16,0 0 19-16,0-4 29 0,1 0 35 0,-2 5 38 0,1-5 38 0,1-5 41 0,-1 5 38 16,0-4 42-16,-2 4 49 0,5-4 52 0</inkml:trace>
  <inkml:trace contextRef="#ctx0" brushRef="#br0" timeOffset="134736.9">15696 12276 0 0,'5'9'11'0,"-5"2"131"0,8-1 89 0,-8-1 68 0,0-5 53 0,0 1 47 0,5 1 44 0,-5-6 41 0,0 0 39 0,0 0 34 0,0 0 32 0,0 0 27 0,0 4 24 0,0-4-94 0,0 0-165 15,0 0-104-15,0 0-74 0,0 0-47 0,0 0-33 0,0 0-26 0,0 0-25 16,0 0-22-16,0 5-15 0,0-5-16 0,0 6-11 0,0-3-8 0,0 4-6 16,0-2-3-16,0-1-1 0,0 1-4 0,0 5 0 0,0-1-5 0,7-4-9 0,-7 5-12 15,0 0-19-15,0-5-25 0,0 4-27 0,7 1-33 0,-7-5-34 0,0 5-31 16,0-4-32-16,7-2-47 0,-7 6-54 0,0-6-74 0,0 0-84 0,6 7-36 16,-6-7-8-16,0-4 17 0,0 5 30 0,0-5 37 0,-6 7 42 0,6-4 46 0,0-3 46 15,-7 0 46-15,7-3 45 0,-7-4 54 0,0 7 59 0</inkml:trace>
  <inkml:trace contextRef="#ctx0" brushRef="#br0" timeOffset="134864.31">15527 12208 0 0,'0'-9'21'0,"-8"-3"141"0,8 3 83 0,-7-6 59 0,7 6 44 15,0 0 37-15,7-1 36 0,-7-1 31 0,8 1 29 0,-3 5 22 0,9-4 19 16,-9-1 14-16,3 6 14 0,-1-1-117 0,5-1-186 0,-5 2-121 16,6 4-90-16,-5 0-75 0,3 0-64 0,1 4-132 0,-3 2-161 0,3-1-77 15,0 5-30-15,3-6-8 0,-4 1 9 0,-3-1 18 0,5-4 19 0,-1 0 25 0,-5-4 28 0,6-1 43 16,-13-5 50-16,7-5 62 0,-1 0 69 0</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37:05.179"/>
    </inkml:context>
    <inkml:brush xml:id="br0">
      <inkml:brushProperty name="width" value="0.05292" units="cm"/>
      <inkml:brushProperty name="height" value="0.05292" units="cm"/>
      <inkml:brushProperty name="color" value="#FF0000"/>
    </inkml:brush>
  </inkml:definitions>
  <inkml:trace contextRef="#ctx0" brushRef="#br0">15741 6542 6 0,'0'-6'33'0,"0"1"18"0,0 5 19 0,0-4 18 0,0 4 16 0,7-6 19 0,-7 3 18 0,0-3 14 0,0 6 10 0,6-4 11 0,-6-1 8 0,0 5 6 0,0-6 5 0,0 6-2 16,0-4-3-16,7-2-6 0,-7 6-10 0,0-5-6 0,0 5-7 0,0-4-9 16,0-1-12-16,0 1-11 0,0 4-11 0,0-6-10 0,0 2-7 15,0-1-6-15,6 5-5 0,-6-6-3 0,0 3-3 0,0-3 0 0,0 0 1 0,0 6-2 0,0-4 3 16,0-7 0-16,0 7 5 0,0 1 1 0,-6-3 5 0,6 1 2 0,0 1 2 16,0-2 0-16,0-4-4 0,0 5-3 0,0 0-2 0,0 1-3 0,0-2 2 15,-7-3-6-15,7 5-1 0,0-1-6 0,0-2-5 0,0 4-5 0,0-3-4 16,-6 1-5-16,6 1-3 0,0-2-5 0,0 6-1 0,0 0-3 0,0-3-4 0,-7-3-4 15,7 6-5-15,0 0-2 0,0 0 0 0,0-4-3 0,0 4-3 0,0 0-1 16,0 0-6-16,-6 0-1 0,6 0-5 0,-7 0-3 0,7 0-3 0,-7 4-3 0,0-4-3 16,7 6-2-16,-5-3-3 0,-3 3-3 0,3-2-7 0,-3 7 1 0,2-1-5 15,1-1 4-15,-10 0-2 0,9 6 0 0,0 0 4 0,-1 0 0 0,-7-2-1 16,7 2 5-16,2 0-3 0,-1 6 1 0,1-8-1 0,-3 8 3 0,0-3-1 0,3 3 2 16,-2-6-2-16,7 4 3 0,-6-1-2 0,0-3 0 0,6 6 1 0,-7-2-1 15,7-4 1-15,0 4-1 0,0-5 1 0,0 7 1 0,0-6-1 0,0-2 3 16,7 2-1-16,-7 0 2 15,6 0 0-15,0-2 0 0,1 2 2 0,-2 1 1 0,11-7 3 0,-11 6-1 0,6-6 3 0,-4 6 3 0,14-4 4 0,-15-3 4 0,15-3 7 16,-10 5 7-16,2-5 9 0,7 1 7 0,-6-2 9 0,-1 2 9 0,6-6 7 16,-6 0 8-16,8 0 8 0,-2-6 6 0,-7 2 7 0,8-2 1 0,0-3 0 31,-9-2 2-31,9 7-6 0,-6-11-1 0,4 5-5 0,3 1-3 0,-7-6-4 0,-1 1-2 16,-1 4-4-16,0-5-5 0,8 0-4 0,-13 2-4 0,5-2-5 0,4 0-2 15,-11-4-4-15,1 4-4 0,6-6-8 0,-3 3-42 0,-4-3 0 0,-5 2 0 16,7-5 0-16,-7 3 0 0,0-1 0 0,0-5 0 0,-7 9 0 0,7-1 0 15,-14-7 0-15,9 7 0 0,-8 4 0 0,-1-4 0 0,-5 8 0 0,7-2 0 16,-8 4-24-16,-7 3-80 0,1 0-21 0,-1 6-36 0,3 6-37 0,-2 0-48 16,-8-2-57-16,2 7-127 0,-2 2-155 0,3 2-61 0,-1 0-15 0,0 4 13 0,-2-5 28 15,2 7 32-15,-1-8 37 0,1 8 42 0,5-6 47 0,-4 0 55 0,4 3 58 0,-6-8 69 16,6 5 76-16</inkml:trace>
  <inkml:trace contextRef="#ctx0" brushRef="#br0" timeOffset="40587.9">15472 7592 63 0,'0'0'138'0,"0"-5"43"0,8 5 33 0,-8-4 30 0,0 4 27 0,0-6 25 0,0 6 28 0,0-6 23 0,8 2 26 0,-8 4 25 0,0-5 24 0,0 1-55 0,0 4-101 16,0-6-55-16,0 6-34 0,0-5-18 0,0 5-10 0,0-4-6 15,0 4-5-15,0 0-7 0,0 0-8 0,0 0-9 0,0-5-11 0,0 5-8 0,0 0-9 16,0-4-6-16,0 4-6 0,0 0-4 0,0 0-6 0,0-6-3 0,0 6-4 16,0-6-3-16,5 3-4 0,-5 3 0 0,0-6-2 0,0 2 1 0,7 4 1 0,-7-5-1 15,7-1-1-15,-2 2-3 0,2-1 1 0,1-4-3 0,5 3-3 0,-2-4 0 16,4 7-6-16,-3-9-2 0,0 3-2 0,9 4-4 0,-3-5-3 0,-4 1-1 15,5-1-3-15,7 4-1 0,-5-3 0 0,-2 4-2 0,1 1-1 0,-1-2-2 16,2 3 0-16,-3-3-4 0,1 6 1 0,-6 0-2 0,8 0 0 0,-8 0-3 0,-2 0-3 16,-3 6-2-16,4-6-2 0,-3 3-3 0,-4-3-1 0,-5 6 2 0,5 3 1 15,-5-3 5-15,8-3 0 0,-8 9 3 0,0-3 1 0,-8 1 1 0,8-1 0 0,0 0 2 16,-5 6 2-16,5-5 2 0,-5 5 0 0,5 0 2 0,-9 0-1 0,4-6-1 16,-2 6-2-16,-1 0-2 0,3-2-3 0,-1-1 0 0,-7-3 0 0,6 6-1 15,1-6-1-15,-2 0 0 0,-5 1-4 0,8-4-1 0,-4 3-2 0,4-3-2 0,0 3-2 16,-3-5-2-16,3 1-1 0,-3 1-3 0,0-3 1 0,3 4-1 15,-1-2 1-15,6-1-2 0,-7-4 3 0,7 5 0 0,-6-5 1 0,6 0 2 0,0 0 4 16,0 0 2-16,0 0 4 0,0 0 5 0,0 0 5 0,0 0 8 16,0 0 8-16,0 0 7 0,0 0 7 0,0 0 7 0,0 0 5 0,6 0 5 0,-6 0 0 0,0-5-1 15,7 5-3-15,-7 0-1 0,0-4-6 0,0 4-3 0,6-5-5 0,-6 5-8 16,0 0-9-16,5 0-6 0,3 0-9 0,0-7-6 0,-8 7-4 0,13 0-2 16,-8 0-1-16,9 7 2 0,-9-7 2 0,8 5 2 0,1-5 3 0,-2 4 1 15,2 1 0-15,-1 5 2 0,8-5 0 0,-11-1 1 0,3 5 0 0,1 3-2 0,-1-3-2 16,0-5 0-16,-5 7-2 0,4-2 0 0,-5 1-4 0,-2 0 2 0,2-5 3 15,1 4 1-15,-3-3 2 0,-5 3 3 0,0-5 0 0,0 8 5 0,0-3 1 0,0-4 2 16,-5 5 4-16,-3-7-1 0,8 7 3 0,-12 1 1 0,5-1 1 0,0-1-3 16,-6 0 0-16,0 1-3 0,0 0-3 0,-1 0-4 0,1 0-3 0,-6 1-7 15,7-4-7-15,-7 4-5 0,-1-1-7 0,6-4-9 0,-4 3-4 0,4-3-4 16,1-3-7-16,0-3-6 0,0 6-4 0,0-6-3 0,0 4-5 0,7-4-4 16,-1 0-6-16,0 0-9 0,-5 0-9 0,4 0-12 0,3 0-13 0,5 0-14 0,-8 0-23 15,2-4-22-15,1 4-29 0,5-6-28 0,-7 6-31 0,7 0-48 0,-8-3-58 16,2 3-75-16,6-6-76 0,0 0-22 0,-6 6 7 0,6-3 22 0,0 3 29 0,-7-6 37 15,7 0 39-15,-5 6 45 0,5 0 47 0,0-4 46 0,0-7 49 0,0 11 58 16,-9-3 66-16</inkml:trace>
  <inkml:trace contextRef="#ctx0" brushRef="#br0" timeOffset="49955.3">15838 8509 1 0,'0'-4'17'0,"0"4"12"0,0 0 9 0,0 0 6 0,8-4 5 0,-8 4 3 0,0 0 2 0,0 0-3 0,6-5-4 0,-6 5-5 0,0 0-6 0,0 0-7 0,0 0-6 15,0 0-6-15,7-6-5 0,-7 6-8 0,0 0-9 0,0 0-8 0,0 0-7 0,0 0-7 16,5 0-6-16,-5 0-6 0,0 0-7 0,0 0-3 0,0 0-3 0,0 0 0 15,0 0 3-15,8 0 3 0,-8 0 4 0,0 0 7 0,0 0 8 0</inkml:trace>
  <inkml:trace contextRef="#ctx0" brushRef="#br0" timeOffset="50591.75">15891 8471 2 0,'0'0'25'0,"0"0"12"0,0-5 7 0,0 5 7 16,0 0 4-16,0 0 6 0,0 0 6 0,0-6 4 0,0 6 2 0,0 0 2 15,0 0-1-15,0 0 5 0,0 0 5 0,7 0 7 0,-7 0 9 0,0 0 14 0,0-4 14 16,0 4 15-16,0 0 16 0,0 0 12 0,5 0 10 0,-5 0 5 0,0-5 1 16,0 5 0-16,0 0-7 0,0 0-5 0,9-4-7 0,-9 4-9 15,0 0-12-15,0 0-11 0,0-5-13 0,0 5-10 0,5 0-12 0,-5 0-5 0,0-4-4 0,0 4-2 16,0 0 0-16,0 0 1 0,0-6 2 0,5 6 0 0,-5 0 2 0,0-6 0 16,0 2 1-16,0 4-2 0,0 0-1 0,0 0 2 0,0-5-4 0,0-1 0 15,0 6-7-15,8-4-1 0,-8 4-7 0,0-5-4 0,0 5-5 0,0-4-6 16,-8-1-6-16,8 5-3 0,0-4-6 0,0-2-5 0,0 6-3 0,-5-6-3 0,5 6-5 15,0-3-3-15,-5-3-4 0,5 6-3 0,-9-6-4 0,9 6-1 0,-5-3-3 16,-2 3-4-16,-1-6-1 0,8 6-3 0,-5-5-2 0,-1 5-2 0,-2-4-1 0,-4 4-2 16,6 0-3-16,-2 0 1 0,2-4-4 0,-1 4 1 0,-7 0-2 0,9 4 0 15,-8-4 1-15,8 0-3 0,-3 4 2 0,-5-4 0 0,7 5-1 0,-7 1 1 16,6-3-1-16,-6 3 1 0,6 0-1 0,-5-6 0 0,4 9 1 0,3-3-1 0,-9-2 1 16,9 1-1-16,-10-1 3 0,9 5-3 0,0-3 2 0,-1-1-2 0,-7 5 2 15,7-4-1-15,2 3-1 0,-1 0 1 0,1 1-1 0,-3-5 1 0,0 4-1 0,3 1 1 16,-2 1 0-16,1 2 1 15,0-3 2-15,-1 4 2 0,-1-2-1 0,3 1 0 0,5-3-1 0,-6 4-2 0,6 2 0 0,-8-1-1 0,8-6-2 0,0 6 1 16,0 0 0-16,0-6 1 0,0 6-1 0,0 1 1 0,0-2-2 0,8-4 1 0,-8 3-1 16,6 2 5-16,-1 0-1 0,-5-6 5 0,8 6 3 0,-1 0 2 0,5-5 2 15,-5 5 1-15,-2-1 1 0,11 2-1 0,-11-7 3 0,6 6-1 0,-4-2 1 16,7-2 0-16,-7-1 1 0,5-1 0 0,-4 1 1 0,4-1 0 0,-6-4 0 0,7 5 3 16,-5-5 3-16,4 1 1 0,-5-2 3 0,0-4 8 15,6 6 13-15,-7-6 8 0,7 5 11 0,-8-5 6 0,11 0 6 0,-11-5 4 0,8 5 4 0,-8-6 5 16,9 6 4-16,-7-4 5 0,-1-2 0 0,8 1 6 0,-7-5 2 0,6 5-4 15,-7-4-7-15,-1-1-7 0,3 1-6 0,-1 3-4 0,-2-4-3 0,4 1-3 0,-4 0-1 16,-5 0-1-16,0-3-3 0,5 3 0 0,-5-1-3 0,0-1-4 0,0 8-3 16,0-7-7-16,-5 1-5 0,5 3-5 0,-5-4-9 0,-4 0-5 0,4 6-4 15,-10-6-8-15,10 5-7 0,-9-4-7 0,2 3-9 0,-8-4-6 0,8 5-7 16,-7 1-9-16,-2 4-10 0,2 0-10 0,-1 0-14 0,0 0-13 0,0 0-13 0,1 4-22 16,-1 1-21-16,1 1-24 0,5-2-24 0,2 2-29 0,1 3-34 0,-5-4-32 15,4 5-34-15,0-1-53 0,5-4-59 0,-1 5-57 0,3 0-47 0,-1-5-6 16,-2 5 17-16,3-1 30 0,-3 0 35 0,1-3 40 0,7 3 43 0,-5-3 46 0,5 0 47 15,-7-3 48-15,7-3 48 0,0 0 60 0,0 0 72 0</inkml:trace>
  <inkml:trace contextRef="#ctx0" brushRef="#br0" timeOffset="61833.37">15721 9576 16 0,'0'-6'41'0,"0"0"14"0,0 3 11 0,0 3 10 0,-7 0 9 0,7 0 8 0,0-6 9 0,0 6 9 0,0-3 9 0,0-4-7 16,0 7-20-16,7-5-10 0,-7 1-8 0,0 4-6 0,0 0-3 0,0 0-7 0,0 0-5 0,0-5-4 15,0 5-5-15,0 0-6 0,0 0-5 0,0 0-10 0,0 0-11 0,0 0-19 0,0-6-21 16,0 6-25-16,0 0-24 0,0 0-29 0,0 0-25 0,0 0-12 0,0 0-3 15,-7 0 1-15,7 0 5 0,-5 6 7 0,5-6 9 0,0 0 11 0,-8 5 15 0,8-5 18 16,-5 4 23-16</inkml:trace>
  <inkml:trace contextRef="#ctx0" brushRef="#br0" timeOffset="63054.65">15801 9561 35 0,'5'3'115'0,"-5"-3"44"0,0 0 34 0,0 0 30 0,5-3 25 0,-5 3 28 0,0-6 24 0,9 6 26 0,-9-3 29 0,0-4 27 0,5 2 28 0,-5 1-38 16,0-1-73-16,7-1-50 0,-7 2-38 0,6-1-20 0,-6 1-9 0,0 4-5 16,0-5-7-16,8-2-2 0,-8 4-7 0,0-3-7 0,0 2-10 0,0 4-12 15,6-5-11-15,-6-1-13 0,-6 3-12 0,6 3-11 0,0-6-10 0,0 2-7 0,-8-1-9 16,8-1-8-16,-6 6-8 0,-1-4-9 0,7-2-9 15,-5 2-6-15,-4 4-9 0,-1-5-5 0,2 0-4 0,3 5-3 0,-11-4-3 0,5 4 0 0,-2-6 0 0,-7 6-2 16,6 0 0-16,-4 0-2 0,-1 0 0 0,-2 6 1 0,3-6-3 16,-3 4 1-16,10 1-1 0,-10 0 0 0,2-1 0 0,4 2-3 0,-4-2 2 0,14 2-4 15,-10 3 2-15,3-3-6 0,5 3 2 0,-6 0-4 0,13-3 0 0,-8 4-1 16,3-1 0-16,-1 0-1 0,6 2 0 0,-5-2 0 0,5 1-3 0,-7-1 2 16,7 6-1-16,0-5 2 0,0 1-1 0,0-1 2 0,0-1-1 0,0 0 2 15,0 1 2-15,7 0-2 0,-7 0 3 0,5 0 0 0,1-1 3 0,-1-3 2 0,3 3 3 16,0 0 4-16,-3 1 3 0,9-5 3 0,-2 5 3 0,1-5 3 0,1 1 6 15,-1-2 3-15,0 1 5 0,5-1 4 0,3-4 2 0,-3 5 3 0,-4-5 1 0,5 0 2 16,1-5 0-16,-1 1 0 0,1 4 0 0,0-5 1 0,-7-5-2 0,5 5-2 16,-2 1-6-16,-3-7-10 0,-3 7-14 0,4-2-18 0,-7-3-16 0,7 3-26 15,-8-3-27-15,-6 5-34 0,7-1-36 0,-2-5-53 0,-5 4-57 0,0-3-49 0,0 0-41 16,0-1-54-16,0-1-57 0,0-2-12 0,-5-2 8 0,5 6 24 0,-7-6 28 0,7-1 36 16,0 7 40-16,-6-6 45 0,6 6 45 0,-8-3 54 0,8 3 55 0,0 0 47 15,-6 0 58-15</inkml:trace>
  <inkml:trace contextRef="#ctx0" brushRef="#br0" timeOffset="63340.09">15811 9438 57 0,'-5'-5'136'0,"5"5"50"0,0 0 42 15,0 0 39-15,-5-5 40 0,5 5 37 0,0-4 35 0,0 4 35 0,0 0 34 16,0 0 31-16,-8-6 32 0,8 6-42 0,0 0-90 0,0-4-55 0,0 4-37 0,8-5-26 16,-8 5-19-16,0-6-20 0,0 6-17 15,0 0-21-15,0 0-19 0,0 0-14 0,0 0-21 0,0 0-15 0,0 0-16 0,0 0-18 0,0 0-18 0,0 0-14 16,0 0-16-16,0 0-13 0,0 0-8 0,0 0-5 0,0 0 0 0,0 0-1 16,5 6 0-16,-5-6 2 0,0 5 3 0,5-1 1 0,-5 6-2 0,0 0 2 0,9 0 4 15,-9 0 1-15,5 5 5 0,-5-6 2 0,0 6 1 0,7 0 1 0,-7 4-7 16,0-5-3-16,0 5-4 0,0-4-6 0,0 6-1 0,0-2-2 0,0 0-1 0,0 1 0 15,0-1-2-15,0-4-2 0,0 4 1 0,0 1 1 0,0-1 0 16,0-4 3-16,0 6 1 0,0-8 2 0,0 7 0 0,0-4 1 0,0-3 0 0,0-4 4 16,-7 6 0-16,7-4 2 0,0-1 3 0,-5-1 2 0,5-4 2 0,0 5 1 15,-9-6 1-15,4 1 0 0,5 4 1 0,-5-2-3 0,-3-2 2 0,3-1-2 16,-3 1-1-16,-5-1-6 0,7 2-9 0,-7-3-12 0,0-3-17 0,-1 6-16 0,2-1-19 16,-1-5-23-16,-6 4-23 0,-2 2-22 0,8-6-23 0,-8 0-24 0,5 6-27 15,0-6-30-15,-2 4-34 0,5-4-51 0,0 5-58 0,-6-5-80 0,4 4-86 0,3-4-25 16,5 5 7-1,-6-5 24-15,0 4 32 0,7-4 34 0,1 6 39 0,-11-6 42 0,11 5 42 0,-8-1 49 0,8-4 50 0,-4 5 62 0,2 2 70 0</inkml:trace>
  <inkml:trace contextRef="#ctx0" brushRef="#br0" timeOffset="65336.99">15317 10528 35 0,'0'-5'61'0,"0"-1"11"0,8 6 9 0,-8-4 7 0,0 4 4 0,0-6 5 0,0 6 2 0,0-5 3 0,0 5 1 0,0 0-16 15,0 0-27-15,0 0-25 0,0 0-29 0,5-4-13 0,-5 4-8 0,0 0-2 0,0 0-1 16,0 0-1-16,0 0 4 0,0 0 1 0,0 0 4 0,0 0 7 0,0-5 8 0,0 5 8 15,0 0 9-15,0 0 8 0,0 0 9 0,0 0 10 16,0 0 9-16,0 0 18 0,0 0 18 0,0 0 19 0,0 0 19 0,0 0 14 0,7 0 16 0,-7 0 10 16,0 0 6-16,0 0 7 0,0 0 5 0,0 0 10 0,0 0 9 0,0 0 7 0,0 0 4 15,0 0-3-15,0 0-9 0,0 0-9 0,0 0-13 0,0 0-8 0,0 0-10 16,0 0-7-16,0 0-6 0,0 0-7 0,0 0-9 0,0 0-10 0,0 0-17 0,0 0-12 16,0 0-15-16,0 0-12 0,0 0-11 0,0 5-8 0,0-5-4 0,0 0-2 15,0 0-3-15,0 0-3 0,0 4 0 0,0 1 0 0,6 1-2 0,-6-2 0 16,0 2 2-16,7 3 5 0,-7-3 3 0,0 3 5 0,0 0 0 0,7-3 1 15,-7 3-4-15,7 0-4 0,-7 7-3 0,0-7-3 0,5 6-4 0,-5 0-2 0,0-5-2 16,8 4-2-16,-8 1-3 0,5 1-6 0,-5 2-4 0,0-3-5 0,8 0-1 16,-8 0-1-16,0-2-1 0,0 2 0 0,6 1 0 0,-6-2-2 0,0-1-1 0,0 2-2 15,0 1-1-15,5-2-3 0,-5 1 1 0,0-6-2 0,0 7 2 0,0-7-2 16,0 1 0-16,0-1 0 0,0-4-3 0,0 5-4 0,0 1-7 0,7-7-7 16,-7 1-11-16,0 5-15 0,0-6-19 0,0 1-16 0,0 4-22 0,0-9-19 0,0 7-20 15,0-2-23-15,0-5-25 0,0 4-26 0,0 1-23 0,-7-1-46 0,7-4-55 16,0 0-68-16,0 6-73 0,0-6-17 0,-5 3 10 15,5-3 23-15,0 0 30 0,-6 0 32 0,6 0 34 0,0 0 39 0,0 0 37 0,-8 0 41 0,8-3 43 0,0-3 56 16,0 2 62-16</inkml:trace>
  <inkml:trace contextRef="#ctx0" brushRef="#br0" timeOffset="67372.12">15590 10547 24 0,'0'0'45'0,"-5"0"16"0,5-6 18 0,-7 6 17 0,7 0 19 0,-6 0 17 0,6-3 19 0,-6 3 10 0,6 0 5 16,-7 0 6-16,7 0 5 0,0 0 7 0,-8 0 3 0,8 0 0 0,0 0-5 0,0 0-7 16,-5-6-9-16,5 6-9 0,0 0-11 0,0 0-10 0,0 0-10 0,0-4-12 15,0 4-9-15,0 0-10 0,0 0-11 0,0 0-8 0,0 0-8 0,0 0-1 16,0 0 1-16,0 0 0 0,0 0 3 0,0 0 3 0,0 0 2 0,0 0 1 16,0 0 3-16,0 0 2 0,0 0-3 0,0 0 2 0,0 0-2 0,0 0-2 15,0-5-2-15,0 5-2 0,5-6-3 0,-5 6-4 0,0 0 0 0,0-4-4 0,0-2-1 16,0 1 0-16,8 1 0 0,-8 4 0 0,0-5 1 0,0 1 0 0,7-2 1 15,-7 2-4-15,0-1-1 0,6-1-5 0,-6 6-4 0,0-3-6 0,6-3-5 0,1 0-6 16,-7 2-4-16,5 4-5 0,-5-5-5 0,8 1-3 0,0-1-4 0,-3 5 0 16,1-4 0-16,6-2 1 0,-3 6-1 0,-4-6 3 0,8 3 1 0,1 3 1 15,-7-6 4-15,4 6-1 0,2-6 3 0,0 6 1 0,1-4 1 0,-1 4 0 16,0 0-1-16,-6 0-1 0,4 0-4 0,5 0-3 16,-3 0-2-16,-8 0-3 0,9 0-2 0,-9 4-1 0,2-4-3 0,-1 6 0 0,2 0 1 0,-2-6 0 0,1 3 0 15,-7 3 2-15,5 0-1 0,-5 3 4 0,8-5 2 0,-8 5 1 0,0 3 1 0,0-3 2 16,0 0 1-16,0 1 2 0,-8 4 2 0,8-4 2 0,-5 5-2 0,-2-6 1 15,7 6-2-15,-6 0-2 0,-2 0-2 0,-5-5-2 0,8 4-5 0,-9-4-2 16,9 5-2-16,-8-5-4 0,-3 4-3 0,5-4-3 0,4-1-1 0,-6 3-3 16,0-9-3-16,-1 7-1 0,9-5 1 0,-8 4-1 15,5-3-2-15,2-2 3 0,1 1 1 0,-2 1 0 0,-1-6 3 0,2 4 1 0,6-4 2 0,0 0 4 0,0 0 1 16,0 0 2-16,-6 6 3 0,6-6 2 0,0 0 1 0,0 0 3 0,0 0 2 16,0 0 2-16,0 0 3 0,0 0 1 0,0 0 3 0,0 0-1 0,0 0 1 15,0 0-3-15,0-6-2 0,0 6-4 0,6 0 0 0,-6 0-5 0,0-4-3 0,0 4-3 16,6-6-5-16,-6 6-3 0,0 0-3 0,8-5-1 0,-1 5-1 0,-7-4-1 15,5 4 1-15,1 0 2 0,2-6 3 0,-3 6 2 0,3 0 2 0,4 0 3 16,-5 0 3-16,6 6 2 0,-6-6 6 0,6 4 2 0,-2 1 2 0,5-5 1 16,-11 10 0-16,8-4 3 0,1-1-2 0,-9 3 0 0,8 3 1 0,1-7-3 0,-7 7 2 15,-2-1 0-15,3-1 3 0,-2-4-1 0,-1 5 2 0,-5-1 1 0,8-4 1 16,-8 5 4-16,0 0 1 0,0-5 1 0,0 4 2 0,-8-5 2 0,8 7 3 0,-5-7 2 16,-1 8 0-16,-2-9-1 0,3 8-2 0,-2-7-2 0,-7 6-3 0,1-5-3 15,-1-1-3-15,4 7-6 16,-3-7-3-16,-8 7-12 0,2-7-15 0,6 1-20 0,-8-1-23 0,3 2-25 0,-1-2-27 0,-2 1-35 15,8-5-39-15,-8 6-62 0,-3-6-71 0,4 3-107 0,1-3-118 0,6 0-44 0,-6 0-13 0,4 0 13 0,3 0 26 16,0-3 33-16,-4 3 38 16,11-6 43-16,-1 1 45 0,6 1 53 0,-5-6 57 0,5 5 70 0,-7-10 75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38:32.453"/>
    </inkml:context>
    <inkml:brush xml:id="br0">
      <inkml:brushProperty name="width" value="0.05292" units="cm"/>
      <inkml:brushProperty name="height" value="0.05292" units="cm"/>
      <inkml:brushProperty name="color" value="#FF0000"/>
    </inkml:brush>
  </inkml:definitions>
  <inkml:trace contextRef="#ctx0" brushRef="#br0">8447 6594 1 0,'0'-4'61'0,"0"4"39"0,0-5 31 0,0 0 33 0,0 1 34 0,0 0 30 0,0-2 28 0,0 1 26 0,0 1 26 0,0-2 23 0,0 0 22 0,0 3-16 0,0-3-44 0,0-3-24 15,-8 9-21-15,8-9-14 0,0 3-12 0,0 2-15 0,0-1-20 0,0-1-11 0,0 2-11 16,0-2-8-16,0 1-6 0,0 1-5 0,0-1-7 0,-5 1-8 0,5 4-10 16,0-6-9-16,0 6-10 0,0-4-10 0,0 4-9 0,0 0-10 15,0 0-11-15,0 0-7 0,0 0-8 0,0 0-12 0,0 0-10 0,0 0-11 16,0 0-10-16,0 0-8 0,0 0-4 0,0 0-4 0,0 0-2 0,5 0-1 0,-5 4 0 0,8 2 0 16,-8-2 2-16,8 5 0 0,-3-4 4 0,1 5 1 0,-6 5 5 0,7 0 3 15,-2-6 4-15,-5 6 5 0,9 6 1 0,-4-8 2 0,-5 8-1 0,0-2-1 0,7-5-1 16,-7 5 1-16,0 2 0 0,0-3-1 0,0 7-2 0,0-10 3 0,0 4-1 15,0 1 1-15,0-1-2 0,-7 1-2 0,7-4-4 0,0 2-12 0,0-3-13 16,0 1-18-16,0-7-19 0,-5 4-27 0,5-2-28 0,0-2-28 0,0 1-31 16,-9 1-43-16,9-2-46 0,0-5-61 0,-5 6-64 0,5-5-53 0,0 1-43 0,0-6-6 15,0 0 16-15,0 0 28 0,0 0 30 0,0 0 41 0,0 0 39 0,-7-6 43 0,7 1 41 16,-6-5 51-16,6 1 51 0,0-6 57 0,0 0 72 0</inkml:trace>
  <inkml:trace contextRef="#ctx0" brushRef="#br0" timeOffset="174.7">8427 6308 14 0,'0'-6'135'0,"-7"2"83"0,2-1 61 0,5-5 53 0,-7 4 43 0,-1 1 36 16,8 1 30-16,-5 4 21 0,5-5 20 0,0-1 18 0,0 6 14 0,0 0-33 0,0 0-67 15,0 0-101-15,0 0-127 0,0 0-69 0,0 0-43 0,0 0-30 0,0 0-22 16,0 0-14-16,0 0-5 0,0 0-2 0,5 0-1 0,-5 0 1 0,8 0 1 0,-8 6 1 16,7-6 0-16,-2 5-12 0,2-5-19 0,0 4-29 15,-2 1-34-15,3 1-45 0,0 4-48 0,-3-5-99 0,1 5-115 0,1-1-58 0,7-5-25 0,-9 7-4 16,2-1 8-16,4-1 13 0,-2 0 22 0,-2-3 28 0,-2-2 38 0,2-4 47 0,5 0 49 15,-4 0 59-15,-1-4 62 0</inkml:trace>
  <inkml:trace contextRef="#ctx0" brushRef="#br0" timeOffset="443.67">9065 6707 0 0,'0'5'5'0,"0"-5"112"0,0 0 65 0,7-5 41 16,-7 1 29-16,0-2 27 0,0 1 21 0,0 1 25 0,0-1 31 0,-7 1 23 15,7-5 27-15,0-3 21 0,-5 8 21 0,5-7-80 0,-7 2-136 0,-1 0-67 16,3-1-28-16,-3 1-10 0,8-3 2 0,-6 8-1 0,1-6 2 0,-3 2-6 0,0 2-10 16,3 1-6-16,5-5-9 15,-6 4-4-15,6 3-9 0,0-3-7 0,0 6-9 0,0 0-10 0,0 0-9 0,0 0-10 0,0-5-7 0,0 1-9 0,0 4-8 16,6 0-5-16,-1-6-5 0,3 6-9 0,0 0-3 0,3-3-4 0,-3-3-3 0,12 6-15 16,-8-4-17-16,8 4-31 0,-1-5-32 0,2 5-39 0,-3-6-43 0,3 6-86 31,3 6-105-31,-4-6-65 0,0 5-41 0,6-1-13 0,-6-4 4 0,-6 6 14 15,4-3 18-15,-5 3 33 0,0-2 40 0,1 1 46 0,-9-5 50 0,-5 6 55 0,8-3 57 16,-8-3 78-16,0 6 90 0</inkml:trace>
  <inkml:trace contextRef="#ctx0" brushRef="#br0" timeOffset="602.2">9032 6853 0 0,'-6'11'45'0,"1"-7"130"0,-3 1 68 0,8-5 48 15,0 0 30-15,0 0 24 0,0 0 21 0,0 0 26 0,8 0 27 0,-3-5 27 0,1 5 28 16,2-4 13-16,5-1 11 0,-6-1-105 0,5 2-171 0,0-1-80 0,1-4-38 15,1 5-16-15,-2-2 1 0,9 0-1 0,-10 2 0 0,10-7-12 0,-2 11-13 0,-6-9-18 16,14 5-19-16,-8-1-36 0,1 5-38 0,1-4-43 0,3-2-48 0,-4 6-84 16,-1 0-106-16,8 0-79 0,-7 0-66 0,4-6-22 0,-3 6-2 0,-3 0 10 0,3 0 18 15,6 0 22-15,-16 0 32 0,9-3 41 0,0-3 46 0,0 1 55 0,-7 5 57 16,5-4 77-16,2-2 87 0</inkml:trace>
  <inkml:trace contextRef="#ctx0" brushRef="#br0" timeOffset="982.79">10245 6634 0 0,'0'-9'10'0,"0"5"85"0,6-8 50 0,-6-3 41 0,5 6 37 16,-5 0 41-16,7-1 40 0,-7-5 37 0,0 6 39 0,9-6 32 0,-9 6 32 16,0-6 17-16,0 5 10 0,5-5-48 0,-5 6-79 0,0-6-45 0,0 6-22 15,0-7-22-15,0 5-17 0,0 4-20 0,0-4-22 0,0 1-20 0,0 4-17 0,0-3-14 16,-5 4-12-16,5 1-15 0,0-2-18 0,0 2-12 0,-9-1-12 0,9 1-11 15,-7-1-11-15,7-2-8 0,-5 4-12 0,-1 3-9 0,-2-6-10 0,3 6-7 16,-3 0-10-16,1-5-4 0,2 5-5 0,-9 5-3 0,1-5-1 0,8 0-2 16,-9 6 2-16,1-3 0 0,0 9 0 0,0-8 2 0,-1 5 1 0,2 1 0 15,-1 0 2-15,-6 6 3 0,6-7-2 0,-1 4 2 0,2 2-2 0,-2 0 3 0,9 0-3 16,-8 4 1-16,-3-4 1 0,11 6-1 0,-8-8 1 0,7 7 0 0,-1-5-1 0,1 4-1 16,-1-4-1-16,0 0 1 0,7 4-1 0,-7-4-1 0,7 0 0 0,0 0 1 15,0-2-2-15,7 2 0 0,-7-4-1 0,7 4-2 0,0-2 3 0,-1-3 1 16,1 4-1-16,-1-2 1 0,7-3-1 0,0 1-8 0,0-1-8 0,0 0-9 15,6 3-11-15,-6-8-13 0,8 5-14 0,-2-4-20 0,-1-1-19 0,3 2-21 0,-3-1-21 16,3-1-31-16,-2-4-35 0,8 0-60 0,-7 0-71 0,4 0-68 0,-3 0-67 16,-3 0-17-16,9-4 6 0,-6-1 20 0,-3-1 27 0,3 2 34 0,-2-5 37 0,1 0 38 15,-1-3 37-15,-6-3 47 0,6-3 49 0,-6 2 63 0,0-8 70 0</inkml:trace>
  <inkml:trace contextRef="#ctx0" brushRef="#br0" timeOffset="1316.65">10551 6195 0 0,'0'-5'15'0,"0"1"94"15,0-8 55-15,-8 8 42 0,8-7 34 0,0 2 33 0,-6 5 34 0,6-5 32 16,-5-3 34-16,5 3 31 0,0 4 30 0,-7-5 16 0,7 1 5 0,0 5-56 0,-9-1-91 16,9-5-54-16,0 4-26 0,0 1-16 0,0 1-10 15,0 4-12-15,0-6-15 0,0 6-19 0,0 0-16 0,0 0-19 0,0 0-19 0,0 0-18 0,0 0-20 16,0 0-13-16,0 0-13 0,0-5-14 0,0 5-9 0,0 0-7 0,9 0-10 15,-9 5-1-15,7-5-3 0,-2 6-2 0,-5-2 1 0,6 7 2 0,2-1 1 0,-3-1 5 16,3 0 4-16,-3 6 4 0,2 1 1 0,0-2 1 0,-2 5 1 0,3 2 1 16,-1 1-4-16,-7 5 3 0,5-5-4 0,-5 8 0 0,0 0-3 0,0 0-2 15,0-2 1-15,0 2-2 0,0-2 2 0,0 2-3 0,0 0-1 0,0-5-3 16,-5-1-6-16,5 0-2 0,0 0-6 0,0-5-11 0,0 2-14 0,0-8-15 0,0 2-20 16,0 0-18-16,-7 0-22 0,7 0-27 0,0-6-27 0,7 1-36 0,-7 1-42 15,0-3-66-15,0 3-73 0,0-2-58 0,0 0-47 0,5 3-6 0,-5-8 13 0,9 5 26 16,-9-3 28-16,5-3 38 0,0 3 37 0,3-1 40 0,-8-5 43 0,6 0 50 15,1 0 51-15,1-5 65 0,-3-1 79 0</inkml:trace>
  <inkml:trace contextRef="#ctx0" brushRef="#br0" timeOffset="1841.04">10909 6590 0 0,'0'0'11'16,"7"-5"122"-16,-7 0 67 0,6 1 48 0,-6 0 40 0,0-7 37 0,0 7 37 0,0-8 36 15,6 9 34-15,-6-8 33 0,0 1 32 0,0 1 30 0,0 5 24 0,0-7-87 16,0 1-154-16,-6 1-71 0,6 0-31 0,0-1-20 0,0 5-10 0,0-4-16 16,0 3-14-16,0 0-15 0,0 2-15 0,0-7-15 0,-6 7-12 0,6 1-10 0,0 3-7 15,0 0-11-15,0 0-6 0,0-6-11 0,0 6-7 0,0-5-8 0,0 5-9 16,0 0-5-16,-7 0-8 0,7 0-6 0,0 0-5 0,-8 5-6 0,3-5-2 16,-2 6-2-16,7-3-4 0,-7 7 0 0,-6-5 0 0,6 5-2 0,2-1 2 15,-2 2-3-15,-5 3 2 0,4 0-1 0,2-4-2 0,-7 5-4 0,6 0-3 0,2 0-4 16,-4 0-6-16,4 0-6 0,-2-7-4 0,1 6-6 0,1 1-3 0,-4-3-4 15,9-3-2-15,-7 4-2 0,7-2-3 0,-5-1 3 0,5-1 3 0,0 6 1 16,0-11 4-16,0 7 2 0,0-2 7 0,0 1 4 0,0-4 7 0,0-1 4 16,0-1 8-16,5 5 2 0,-5-3 6 0,7-2 4 0,2-4 5 0,-4 5 5 0,1 1 3 15,1-6 3-15,-2 3 4 0,4-3 0 0,3 0 3 0,-6 0 3 0,7 0 5 16,0 0 6-16,-6-3 6 0,5 3 7 0,3-6 7 0,-3 1 7 0,-5 1 0 16,6-2 4-16,0-3 3 0,-7 5 4 0,6-7 1 0,2 1 2 0,-7 1 5 0,-1-2-1 15,7-2-7-15,-5 4-3 0,-3-7-5 0,1 1-6 0,1 1-7 0,-1-2-4 16,-6 1-4-16,8 1-4 0,-8 0-4 0,0-1-2 0,7 0-1 0,-7 0-3 15,0 2-4-15,0-2 1 0,0 4-6 0,-7 2 0 0,7-1 0 0,0 6-4 0,0-7-1 16,0 8-4-16,-8-3-4 0,8 6-5 0,0 0-6 0,0-6-4 0,0 6-9 16,0 0 2-16,-6 6-2 0,6 0 1 0,-7-3 0 0,7 3 0 0,0 3 1 15,-6 1 0-15,6 4 0 0,-5-4 3 0,-3 11 1 0,8-8 5 0,-8 1 5 0,8 7 4 16,-5-7 3-16,5 0 2 0,-6 7-2 0,6-6 1 0,0-2-3 0,0 2 1 16,0 0-3-16,0 0-1 0,0 0-2 0,0-6 0 0,6 1 0 0,-6 5-4 15,5-6-1-15,3 1 1 0,-8 1-4 0,13-2 2 0,-13 1-3 0,13-5 2 0,-7 5-2 16,2-7-6-16,4 8-8 0,-6-7-18 0,7 8-18 0,0-8-20 0,-6-4-17 15,5 5-23-15,3-1-19 0,-2 1-26 0,-7-5-26 0,7 4-50 0,0-4-60 16,-7 0-75-16,6 0-78 0,2-4-32 0,-7 4-7 0,7-5 14 0,-8-4 30 0,6 5 32 16,-5-2 32-16,5-4 38 0,-4-1 38 0,-1 2 43 0,-2-4 42 0,9 1 58 15,-9-2 61-15</inkml:trace>
  <inkml:trace contextRef="#ctx0" brushRef="#br0" timeOffset="2269.87">11417 6473 0 0,'0'0'3'0,"0"-10"110"0,0 6 68 0,0 4 45 0,0-5 29 0,0-4 31 0,6 3 28 0,-6 0 31 0,0-3 31 0,0 3 28 0,7-1 31 0,-7 1 31 16,5-3 28-16,-5 3-66 0,9-4-126 0,-9 5-58 0,5-4-26 0,-5 3-6 16,0-3 4-16,7 5-2 0,-7-8-2 0,0 9-7 0,0-3-11 0,6-3-7 0,-6 3-13 15,0 3-11-15,0-3-15 0,0 6-15 0,0-4-19 0,0-1-19 0,0 5-17 16,0 0-13-16,-6-6-17 0,6 2-14 0,0 4-10 0,-7 0-11 0,7-6-12 0,-5 6-10 16,5 0-9-16,-9 0-3 0,4 6-7 0,-2-6-2 0,1 4-1 0,-2 2-1 15,2-1 1-15,-1 5 2 0,-5-7 4 0,5 12 1 0,2-6-1 0,-10 3 4 16,10 1 1-16,-4 2 3 0,4 0 2 0,0-5 0 15,-3 4 2-15,3-4-1 0,-3 5 2 0,8-6-1 0,-6 2-1 0,6-1-1 0,-7-1-2 0,7 0-2 0,0 1 4 16,0 1-3-16,0 2 4 0,0-7-1 0,0 9 0 0,0-6 2 0,0 1 0 0,7 1 0 16,-1-3 3-16,2 6 0 0,-3-2 1 0,3-3 3 0,-3 6 1 0,9-6 1 15,-9 1 2-15,10 5-1 0,-3-6 3 0,0 6 2 0,1-6 0 0,-5 1 2 16,5 1 1-16,1-1 0 0,-2-1 0 0,-6-5-1 0,7 7-3 0,-5-7 0 16,-3 1 0-16,-5 1 1 0,6-3-2 0,1 3 1 0,-7-6-1 15,0 6 1-15,0-6 2 0,0 4-1 0,0-4 3 0,0 5 1 0,0-1 4 0,0-4 3 0,0 6 1 16,-7-3 3-16,7-3 1 0,-6 6-2 0,1-1 2 0,-3-1-4 0,-5-4-4 0,7 6-10 15,-1 0-13-15,-7-6-13 0,2 4-19 0,-2-4-17 0,8 0-19 0,-6 0-19 16,-2 0-19-16,1 0-24 0,1 0-19 0,-2 0-24 0,9 0-17 0,-8 0-16 16,5 0-15-16,2 0-15 0,-1 0-17 0,7 0-31 0,-6 0-35 0,6 0-43 15,0 0-44-15,0 0-15 0,0 0-1 0,0 0 19 0,0-4 25 0,0-8 31 0,0 8 31 16,6-7 32 0,-6 8 32-16,7-12 37 0,-1 5 39 0,2-5 48 0,5 0 51 0</inkml:trace>
  <inkml:trace contextRef="#ctx0" brushRef="#br0" timeOffset="2698.72">12029 6418 26 0,'0'-4'135'0,"7"-5"68"0,-7 0 56 0,-7 3 49 0,7-9 47 0,0 6 42 0,-7-1 43 0,0 1 36 0,1-3 33 0,-1 3 30 0,2-6 26 0,-4 12-30 0,4-7-68 0,0-1-85 32,-3 1-91-32,2 5-55 0,-1-4-31 0,-1 3-30 0,3 2-28 0,-1 0-24 15,6-1-24-15,-8-1-17 0,8 6-16 0,-5-3-12 0,5 3-9 0,-7 0-11 16,1-7-9-16,6 7-9 0,-7 0-9 0,7 0-6 0,-7 0-6 0,0 0-3 0,2 0-4 15,-3 7-2-15,-3-4 2 0,3 3-1 0,-4-1 1 0,-2 3-1 0,1 3 2 16,0-2-2-16,-6 7-1 0,6-7 0 0,-7 6-6 0,8 0-6 0,-3 0-9 16,3 4-9-16,-8-5-7 0,7 6-8 0,2-6-7 0,4 1-8 0,-7 4-4 15,7-4-6-15,-4 0-4 0,3 0-1 0,0-5-3 0,3 5 2 0,5-6 4 0,-7 0 10 16,7 0 8-16,0 3 11 0,-6-3 6 0,6 1 9 0,0-6 6 0,0 6 7 16,0 0 5-16,0-4 4 0,6 3 7 0,-6-3 3 0,7-2 6 0,-7 5 0 15,5-4 2-15,3-1 3 0,0 2 7 0,-3-1 11 0,8-1 15 0,-8 2 10 0,11 0 9 16,-5-3 9-16,2-3 12 0,0 6 4 0,6-2 4 0,1 1 2 0,-6-1 1 15,5-4 8-15,1 5 8 0,-1 1 2 0,-1-2-2 0,3-4-10 0,-2 5-12 0,-6 1-9 16,1-6-9-16,-1 4-7 0,-1-4-13 0,2 6-4 0,-9-6-4 0,3 5-4 16,-1-5-4-16,-1 0-9 0,2 4-7 0,-8-4-6 0,5 0-5 0,-5 0-3 15,0 0-1-15,0 4-2 0,0-4 3 0,0 0 1 0,0 0 3 0,0 5 4 16,-5 1 1-16,5-2 2 0,0 1 0 0,-8-5-3 0,2 6-8 0,-1-3-9 0,-1 3-14 16,3 0-14-16,-9-2-17 0,9 1-17 0,-8-5-20 0,-1 4-22 0,2 2-23 15,-1-6-28-15,-1 3-26 0,2-3-28 0,-2 0-25 0,1 6-33 0,-6-6-38 0,6 0-41 16,0 0-42-16,0 0-41 0,6 0-37 0,-5 0 1 0,5 0 14 0,-6 0 29 15,6 0 32-15,0 0 36 0,2-6 40 0,-3 6 39 0,1 0 39 0,7-3 48 0,-6-3 49 16,0 6 54-16,6-4 67 0</inkml:trace>
  <inkml:trace contextRef="#ctx0" brushRef="#br0" timeOffset="2940.79">12100 6634 0 0,'0'5'15'0,"0"-5"132"0,0 0 78 0,0 0 60 0,0 0 54 0,0-5 49 0,0 1 49 0,0-1 46 0,-6-5 47 0,6 1 40 0,0-3 36 0,0 8 33 0,0-1 34 0,0-4-93 16,0 5-164-16,0-2-91 0,0 6-49 0,6-5-40 0,-6 5-33 0,0 0-34 16,0 0-33-16,0 0-35 0,0 0-34 0,0 0-21 0,0 0-17 0,0 0-12 15,0 0-11-15,0 5-10 0,7 1-6 0,-7-2-8 0,5 0 0 0,-5 6-3 0,8 0 6 16,-8-1 2-16,8 7 6 0,-8-7 6 0,5 6 6 0,1 0-6 0,-6 0-13 16,7-2-14-16,-7 2-19 0,0 0-19 0,6 0-23 0,-6 0-25 0,8 0-26 15,-8-6-37-15,0 6-39 0,5-2-56 0,-5-2-62 0,7-1-78 0,-7 0-83 0,0-1-54 16,6-4-39-16,-6 5 1 0,0-5 18 0,0-1 31 0,0-4 37 0,0 0 43 15,0 0 44-15,0 0 52 0,0 0 55 0,0-9 62 0,0-1 64 0,0 1 71 16,-6 0 82-16</inkml:trace>
  <inkml:trace contextRef="#ctx0" brushRef="#br0" timeOffset="3095.62">12094 6335 0 0,'0'-18'19'16,"0"3"134"-16,0 0 71 0,0 0 52 0,0 6 41 0,0-5 36 0,0 3 28 0,0 8 25 15,6-9 20-15,-6 8 17 0,0-1 14 0,7-1 15 0,-7 6 12 0,0-4-109 16,0-1-183-16,5 5-88 0,-5-4-46 0,0 4-28 15,8 0-19-15,-8 0-24 0,8 0-23 0,-8 4-26 0,5-4-31 0,1 5-55 0,1-1-66 0,-1 2-86 0,2 3-89 16,4-4-34-16,-6 2-9 0,0 2 6 0,1 0 10 0,1-5 18 0,-3 2 20 0,3 3 28 16,-2-4 32-16,-1-5 43 0,-5 6 44 0,7-6 63 0,-7 0 68 0</inkml:trace>
  <inkml:trace contextRef="#ctx0" brushRef="#br0" timeOffset="3493.07">12393 6396 0 0,'0'4'20'0,"7"1"136"0,-7-5 71 16,7 0 53-16,-7-5 40 0,5 5 39 0,-5-4 37 15,8-8 37-15,-3 3 36 0,-5 0 35 0,8 3 34 0,-2-3 32 0,-6 5 34 0,5-1-97 16,3-2-171-16,-8 7-83 0,8-3-37 0,-3 3-23 0,3 0-11 0,-3 0-15 0,0 3-13 0,4 4-16 16,-4-2-16-16,2-1-16 0,-1 1-13 0,1 5-15 0,7-1-11 0,-9 6-13 0,2-5-10 15,-1 4-7-15,8 5-4 0,-14-4-6 0,7 6-1 0,-2-8-5 16,4 8-3 0,-4-3-3-16,-5 3-3 0,5-2-4 0,-5 0 0 0,0-5-4 0,8 7-4 0,-8-6-2 15,0-2 0-15,0 8-1 0,0-12 1 0,0 6 0 0,5 0 1 0,-5-6-1 16,0 1-1-16,0 1 0 0,0-3 1 0,0 3-1 0,0-7-1 15,0 7-1-15,8-8 0 0,-8 3-1 0,0 0 1 0,0-6 1 0,0 4-1 0,0-4 2 16,0 0 3-16,0 0 6 0,0 0 7 0,0 0 7 0,0 0 3 0,0 0 2 16,0 0 1-16,0 0 0 0,0 0 2 0,0-4-1 0,0-8 0 0,0 9 2 15,-8-8-1-15,8 1-3 0,0 1-3 0,-5-6-7 0,-3-4-6 0,8 4-5 16,-5-9-8-16,0-1-1 0,-4 1 1 0,4-1 1 0,-2-4 0 0,-1-5 0 16,-4 0 1-16,5 0 0 0,2-1 0 0,-3 1-1 0,2 0 1 0,-1-1-1 0,1 1 2 15,-1 4-2-15,2 1 2 0,5 5-2 0,-9 0-1 0,4 3 1 0,5 3-3 16,0 2 0-16,0 7-2 0,-5 0-6 0,5-1-5 0,0 5-7 0,0 5-8 15,0-4-8-15,0 4-12 0,0 0-6 0,0 0-5 0,0 0-5 0,5 0-6 0,0 0-10 16,4 4-16-16,-4 1-20 0,2-1-21 0,6 6-30 0,-7-5-28 0,7 11-33 16,0-7-33-16,-7 6-69 0,9-1-84 0,-1 2-69 0,-9-3-60 0,0 2-17 15,3 6 8-15,-3-7 21 0,3 5 32 0,-8-4 39 0,0 4 43 0,-8-4 49 0,8 0 50 16,-5-5 55-16,-3 4 55 0,3-4 74 0,0-1 83 0</inkml:trace>
  <inkml:trace contextRef="#ctx0" brushRef="#br0" timeOffset="3652.07">12373 6545 0 0,'0'0'17'0,"0"0"135"0,0 6 81 0,0-6 62 0,0 0 50 0,8 0 41 16,-8 0 33-16,0 0 34 0,7-6 30 0,-7 6 32 0,0-3 30 0,5-3 28 0,2 1 27 16,-7 1-96-16,7-2-169 0,-2 3-92 0,3-3-54 0,-3 2-35 0,3-7-26 15,-2 7-14-15,7 4-11 0,-5-6-12 0,5 1-12 0,-8 1-13 0,9 4-15 16,-2-5-17-16,1 5-23 0,1 0-26 0,-2 0-35 0,-6 5-37 0,8-5-39 0,-2 4-41 16,2 1-44-16,-1 1-68 0,0 4-83 0,0-5-88 0,0 5-91 0,0-7-33 15,0 3-5-15,1 3 15 0,-9-3 25 0,8 3 37 0,-7-3 43 0,2-2 49 16,4-4 50-16,-4 5 57 0,-2-5 56 0,-6 0 70 0,6 0 73 0</inkml:trace>
  <inkml:trace contextRef="#ctx0" brushRef="#br0" timeOffset="4080.48">12863 6594 0 0,'0'0'26'0,"0"0"144"0,0 0 81 0,0-4 63 16,-8-1 54-16,8 0 48 0,0-3 49 0,0-3 38 16,0-5 35-16,0 7 33 0,0-6 31 0,8 6 26 0,-8-6 29 0,0 5-108 0,5 1-184 0,-5 0-95 0,0-1-46 15,8 5-31-15,-8-4-27 0,0 3-23 0,7-4-25 0,-7 5-18 0,0-1-14 16,0 6-13-16,0 0-13 0,0 0-13 0,0 0-11 0,0 0-18 0,0 0-14 15,0 0-13-15,0 0-11 0,0 0-7 16,0 0-4-16,0 6-2 0,0-1-3 0,0-1-3 0,0 2-6 0,5 3-2 0,-5-3-4 0,7 3-1 0,-2-3-5 0,2 3 3 16,1 0-1-16,-2-3-1 0,1 4-1 0,-1-1-4 0,6-3-2 0,-3-3-3 15,-4 3-3-15,8-2 0 0,-8 1 5 0,11-5 5 0,-5 6 8 0,-3-6 6 16,5 0 10-16,-8 0 7 0,9 0 4 0,-1-6 9 0,-6 6 8 0,6-5 8 16,-7 1 7-16,-1-2 7 0,11-3 9 0,-11 5 12 0,1-7 9 0,1 1 10 0,-7 1 5 15,5-6 10-15,4 6 4 0,-9-6 4 0,0 5 3 0,5-5 2 0,-5 1-2 16,0-2 2-16,0 7 4 0,0-6 0 0,0 2 0 0,-5 1-3 0,5 3-4 15,0 0-4-15,0 0-6 0,0 3-9 0,0 2-9 0,0-1-11 0,0 5-10 16,0 0-26-16,0 0-5 0,0 0 0 0,0 0 0 0,0 0-14 0,-9 5-13 0,9-1-4 16,0 2-4-16,-5-3-4 0,5 12-1 0,0-6 0 0,-7 7 2 0,7 3 5 15,-6 1 3-15,6 1 11 0,-5-3 7 0,5 7 7 0,0-1 3 0,-8 1 2 16,8-1 0-16,0 0 1 0,0-3-1 0,0 1 0 0,0-1-1 0,0-2997-1 16,8 5991 1-16,-8-2996-2 0,5-4 3 0,-5 4-2 0,6-4-1 0,1 4-2 0,-7-4-4 15,5-1-11-15,4 7-16 0,-4-8-17 0,-5 8-19 0,7-6-27 0,-1-2-31 16,-6 2-40-16,7 6-44 0,-7-8-50 0,0 2-56 15,0 0-110-15,0-4-129 0,0-2-53 0,-7 5-12 0,7-9 17 0,-6 4 27 0,-1-2 36 0,2-2 37 0,-4-1 47 16,4-8 51-16,-2 4 57 0,1-12 58 0,1 9 65 0,-3-8 68 0</inkml:trace>
  <inkml:trace contextRef="#ctx0" brushRef="#br0" timeOffset="4477.42">13584 6244 15 0,'8'-6'75'0,"0"-4"37"0,-3 5 38 0,1 1 37 0,1-7 36 0,-2 7 35 0,-5-1 33 0,0-4 35 0,9 5 34 0,-9-2 29 16,0 0 22 0,0 2-17-16,0-1-46 0,0-1-22 0,0 3-11 0,0-3-17 15,0 2-19-15,-9-1-20 0,9 1-15 0,0 4-14 0,-5-5-10 0,5-2-14 16,0 4-16-16,0 3-12 0,-7-6-12 0,7 6-11 0,0 0-11 0,0-5-12 0,0 5-12 15,0-4-12-15,0 4-15 0,0 0-12 0,0 0-12 0,0 0-12 0,0 0-13 16,-6 0-11-16,6 0-10 0,0 0-6 0,0 0-8 0,0 0-8 0,0 0-7 0,0 0-3 16,0 0-5-16,0 0 1 0,-5 0-1 0,5 4 0 0,-8 1 1 0,0 1 1 15,3-3-1-15,-9 9 1 0,9-3 1 0,-3 1 1 0,-4 4 1 0,-2 2 3 16,9-7-1-16,-8 4 3 0,5 2 1 0,-3 6 0 0,4-8-1 0,-2 7 0 16,-3 1 1-16,6 2-2 0,1-2 2 0,-4 3-1 0,9 0 2 0,-7 0-1 0,7 7 2 15,-5-7-2-15,5 0-2 0,0 4 0 0,5-4 1 0,-5 3-1 0,0 1 2 16,7-3-1-16,2-1-1 0,-4 0-2 0,1 0 0 0,6-3-8 0,-3 2-11 0,3 3-15 15,2-7-16-15,-1 5-21 0,-1 1-20 0,0-7-33 0,8 2-37 0,-6 5-43 16,7-6-45-16,-10 2-77 0,10-3-90 0,-3 3-72 0,-5-6-61 16,7-2-14-16,-8 2 12 0,8-6 26 0,-6 3 29 0,-1-8 40 0,0-4 41 0,0 0 50 0,0-4 52 15,-7-8 56-15,7 3 57 0,-8-6 72 0,4 2 83 0</inkml:trace>
  <inkml:trace contextRef="#ctx0" brushRef="#br0" timeOffset="6257.67">13976 6508 0 0,'0'-5'51'0,"0"5"37"0,0-6 26 0,0 2 25 0,6 4 25 0,-6-6 29 0,0 6 26 0,0-5 26 0,0 1 23 0,0 4 20 0,0-5 21 0,0 1-23 0,0 4-43 0,0 0-28 16,0 0-21-16,0-6-9 0,0 6-5 0,0-4-8 0,0-1-11 0,0 5-13 15,7-6-10-15,-7 3-8 0,0-3-3 0,0 6-1 0,0-6 0 0,0 2 1 16,0-1 0-16,0 5 1 0,0-6 0 0,0 2-1 0,0 1-4 0,0 3 0 0,6-6-1 16,-6 1-3-16,0 5-2 0,0-4-6 0,0 4-6 0,0 0-7 0,0 0-10 15,0 0-10-15,0 0-9 0,0 0-13 0,0 0-12 0,0 0-11 0,0 0-10 16,0 0-12-16,0 0-9 0,0 0-8 0,0 0-5 0,0 0-3 0,0 9 1 16,0-3 1-16,0 1-2 0,0 4 3 0,0-1 4 0,8 5 3 0,-8 0 4 0,0-2 2 15,0 8 7-15,0-3 2 0,0 3 3 0,0-2-2 0,0 0 1 0,5 1-2 16,-5 1-4-16,0-3-4 0,0 1 0 0,8 2-4 0,-8-3-1 0,0 3 0 15,5-2-1-15,-5 0 1 0,0-5-2 0,8 2-3 0,-8 2-5 0,0-3-2 0,6-3-6 16,-6 1 1-16,0-4-3 16,5 2 1-16,-5-2-1 0,0-2 1 0,0-4-2 0,0 8 2 0,7-11 0 0,-7 4 2 0,0-4 4 0,0 4 8 0,0-4 8 15,0 0 9-15,0 0 10 0,0 0 10 0,0 0 9 0,0 0 10 0,0 0 6 0,0 0 8 16,0 0 1-16,0 0 0 0,0-4 1 0,0-5-3 0,-7 3-3 0,7-4-3 16,0 5-5-16,0-10-5 0,-5 6-6 0,5-4-5 0,-6-3-10 0,6-4-8 15,-8 1-7-15,8-1-5 0,-5 1-3 0,5-6 0 0,-8 1-1 0,8 0 1 31,-5-6 0-31,5-4-1 0,-8 6-1 0,8-8 0 0,0 3-3 0,0-1 2 16,-6 4-1-16,6-4 0 0,0 4 2 0,0 2 2 0,0 2-1 0,6 3 1 0,-6 2 3 16,0 1 2-16,0 7-1 0,8-3 0 0,-8 2-1 0,0 4-1 0,0-4-1 15,5 10-2-15,-5-8-2 0,8 3-3 0,-8 3-3 0,5 3-3 0,3-3 2 0,-8 2-6 16,11 4-2-16,-4-5-1 0,1 5-2 0,4-4 2 0,0 4-2 0,-5 4 2 16,7-4-1-16,-1 5 3 0,6-1 0 0,-6 2 3 0,0-3 3 0,0 8-1 15,1-1 2-15,-9 0 2 0,10-1 0 0,-3 6 1 0,-5-1 4 0,6 2-1 0,-5-3 4 16,-3 2 0-16,-5 6 4 0,6-6 1 0,-6 3 1 0,0-2 2 0,0 2-1 15,-6 2 1-15,1-4 0 0,5 2-1 0,-8-3-3 0,0 1-3 0,-4-2-6 16,5 5-3-16,-5-10-9 0,4 7-8 0,-4-7-10 0,5 6-12 0,-6-11-12 0,5 7-14 16,-3-2-15-16,4-3-16 0,-7 3-21 0,9-3-25 0,-8-2-28 0,8 0-34 15,-11 1-30-15,11 0-51 0,-8-5-57 0,7 4-65 0,-2-4-70 0,1 0-18 16,2 6 4-16,-1-6 19 0,-2 0 27 0,3 0 33 0,-3-6 33 0,8 6 43 0,0 0 46 16,0-4 45-16,0-1 50 0,0-4 57 0,0 5 64 0</inkml:trace>
  <inkml:trace contextRef="#ctx0" brushRef="#br0" timeOffset="6751.12">14355 6439 0 0,'11'0'3'0,"2"0"111"0,-5 0 66 0,-3-6 47 0,9 2 40 0,-9-1 36 0,3-5 38 0,-1 7 37 0,-7-8 34 0,6 7 33 0,2-8 34 0,-3 8 32 0,0-6 33 16,3 6-69-16,-8-2-128 0,6-3-62 0,1 5-26 0,-7-8-15 0,6 9-15 16,-6-3-12-16,0 1-17 0,0 1-17 0,0-2-16 0,0 3-17 0,0 3-15 15,0-6-15-15,0 2-18 0,0-1-17 0,0-1-17 0,0 6-17 0,0-4-14 0,-6 4-12 16,6-6-7-16,-7 6-8 0,1 0-7 0,-2 0-7 0,3 0-6 0,0 0-3 15,-9 0-2-15,7 6-4 0,-6-6-2 0,-1 4-3 0,1 2 2 0,0-1-1 0,2 5-1 16,-4-1 0-16,2 0-1 0,2 7-1 0,-5-7 1 0,5 6-3 0,4-1-1 16,-7 2-1-16,7 2-4 0,-4-3-3 0,6 4-5 0,-3 2-3 0,0-8-5 0,3 8-4 15,-2-6-6-15,7 3-1 0,-7-3-7 0,7 0 2 0,0-1-2 0,0-4 2 16,0 6 3-16,7-7 5 0,-7 1 4 0,7 4 5 0,-7-10 5 0,5 7 6 16,3-1 8-16,0-4 4 0,3 3 10 0,-6-5 6 0,11 1 10 0,-11-1 8 15,8-4 3-15,1 0 7 0,-2 0 4 0,1 0 6 0,1 0 5 0,-2-4 4 0,2-1 5 16,-1 1 1-16,0-5 3 0,-2 3 4 0,10-4 4 0,-13-1 1 0,2 2 0 15,4 0-1-15,-1-7-1 0,-6 1-1 16,7 1-5-16,-9 0-2 0,2-1-6 0,-1 0-3 0,2-3-3 0,-2-3 0 0,1 6-2 0,-2-4-2 0,-5 1 0 0,8 2 0 16,-8 1-2-16,0 1 0 0,0-2 1 0,6 7 3 0,-6 0-2 0,0-1-2 15,0 5 0-15,0 1-5 0,0 4-3 0,0-5-9 0,0 5-5 0,0 0-10 0,0 0-9 16,0 0-9-16,0 0-3 0,0 0-5 0,0 0-2 0,-6 5-3 0,6-1 0 16,0 5 1-16,-8 1 1 0,8 4 2 0,0-2 3 0,-5 6 4 0,5-3 7 15,0 4 3-15,-7 2 6 0,7-8 3 0,0 8-1 16,0-6-8-16,-6 3-6 0,6-3-7 0,0 0-6 0,6-1-6 0,-6 0-8 0,0-2-8 0,7-3-11 0,-7 6-13 15,5-6-11-15,-5-5-12 0,8 7-11 0,-2-1-17 0,7-4-16 0,-8-3-20 16,2 7-21-16,2-5-26 0,2-5-29 0,-4 4-51 0,6-4-60 0,0 5-58 0,1-10-52 16,-9 5-14-16,8-4 9 0,1 4 19 0,-2-9 26 0,1 3 32 0,1-3 36 15,-9-1 40-15,9-1 40 0,-1-2 47 0,-1 4 46 0,-3-6 59 0,3-1 69 0</inkml:trace>
  <inkml:trace contextRef="#ctx0" brushRef="#br0" timeOffset="6989.76">14954 6356 0 0,'0'-14'11'0,"7"4"126"0,-7-1 76 0,5-2 54 0,-5 3 45 0,0-1 44 0,0 7 46 0,0-7 40 0,-5 2 42 0,5 3 37 0,0 2 34 0,0 0 32 15,-7-1 29-15,7-1-85 0,0 3-157 0,0 3-82 0,-9 0-44 0,9 0-27 0,0 0-17 16,0-7-23-16,-5 7-28 0,5 0-23 0,0 0-23 0,-7-5-22 0,7 5-15 16,-6 0-18-16,6 0-13 0,-5 0-14 0,-4 0-13 0,9 0-10 0,-7 5-9 15,2-5-5 1,-1 7-6-16,-2-7-1 0,3 3-3 0,-3 8 1 0,1-7-4 0,2 0 4 0,-7 7 0 0,5-2 2 0,-1 1 2 0,-5 5 4 0,7-6 0 0,-7 6 2 16,5 1 2-16,3-2-1 0,-1 5 0 0,-6-4-2 0,3 0 1 0,2 4-4 15,2 2-3-15,-1-7-8 0,-1 5-5 0,7-4-10 0,-6 4-10 0,6-4-10 16,0 3-9-16,0-2-8 0,0 3-7 0,0-5-2 0,0 7-1 0,6-6-4 0,-6-2-7 15,7 2-3-15,-1 0-7 0,6 0-7 0,-3 0-5 0,3 0-4 0,-1-5-6 16,5 3-8-16,-5-2-11 0,10-7-9 16,-9 7-7-16,7-8-16 0,8 3-23 0,-6 0-48 0,2-2-60 0,4-4-57 0,-6-4-54 0,11 4-8 0,-12-6 7 0,6 0 20 31,-2-3 25-31,3 4 29 0,-1-5 34 0,-8-3 30 0,3 2 29 0,-2-4 37 16,1 0 41-16,0 2 56 0,-8-2 73 0</inkml:trace>
  <inkml:trace contextRef="#ctx0" brushRef="#br0" timeOffset="7227.32">15201 6199 0 0,'-21'-9'5'0,"16"5"113"0,-9-2 70 0,9 0 50 16,-3-3 43-16,3 3 36 0,5 3 35 0,-8-3 35 0,16 2 34 0,-8-1 32 15,0 1 32-15,5-1 31 0,-5-2 31 0,0 4-76 0,8 3-138 0,-8-6-72 0,5 1-33 16,-5 1-25-16,5-2-17 0,-5 6-18 0,9-4-13 0,-9-1-13 16,5 5-20-16,2-4-15 0,-7 4-16 0,8 0-14 0,-2 0-13 0,-6 0-13 0,5 0-9 15,3 4-11-15,-8-4-3 0,5 5-8 0,2 5-1 0,-7-6-6 0,7 7 0 16,0 4-2-16,-7-6-3 0,0 4 1 0,6 8 0 0,-6-6-6 0,0 4-5 0,0 5-12 15,0-5-14-15,0 7-20 0,-6-1-22 0,6-1-25 0,0 4-27 0,-7 2-26 16,0-6-26-16,7 7-32 0,-7-7-33 0,7 4-50 0,-5-4-57 0,5 0-66 16,-8 3-65-16,8-5-35 0,0-1-16 0,8-6 14 0,-8-2 29 0,0 2 34 0,5 0 38 15,2-5 41-15,-7-1 41 0,7-4 45 0,0 1 47 0,-1-2 54 0,1-4 58 0</inkml:trace>
  <inkml:trace contextRef="#ctx0" brushRef="#br0" timeOffset="8065.5">15428 6497 0 0,'7'-15'14'0,"-2"-4"126"15,4 1 71-15,-2-9 54 0,-2 9 48 0,1-2 49 0,-6 0 48 0,5 2 46 16,-5-3 46-16,8 8 40 0,-8-2 34 0,0-1 33 0,0 7 27 0,0-2-93 0,8 3-162 16,-8 3-83-16,0-1-39 0,0 3-31 0,0 3-31 0,0 0-31 0,0 0-35 15,0 0-32-15,0 0-32 0,0-7-24 0,0 7-19 0,0 0-10 16,0 0-9-16,-8 7-7 0,8-4-6 0,-8 3-2 0,3-1-3 0,5 3 1 0,-6-2 0 0,1 8 3 16,-2-4 3-16,-2 5 0 0,-3 0-1 0,6-6 0 0,1 7-2 0,-11 2-5 15,11-3-8-15,-1 0-7 0,-7 0-10 0,5-2-10 0,-4 2-10 0,5 0-9 16,0 0-11-16,-6-5-8 0,8 4-10 0,-3 2-4 0,2-7-2 0,1 0-2 15,-3 1 3-15,0 1-1 0,3-2 0 0,-3 1 5 0,3-5 3 0,5 5 4 16,-5-6 9-16,-4 1 9 0,9-5 9 0,-5 5 11 0,5-1 10 0,-7-4 8 0,7 0 10 16,0 0 7-16,0 0 6 0,-6 0 8 0,6 0 6 0,0 0 8 0,0 0 5 15,0-4 9-15,0 4 8 0,0-5 5 0,0 0 4 0,0 1 0 0,0 4-2 0,0-10 0 16,0 5-1-16,0 1-2 0,0-2-1 0,6 0 2 0,-6 3 1 0,0-3 0 16,7 1 0-16,-7 1-4 0,5-2-10 0,-5 6-3 0,9-3-3 0,-4 3 1 15,-5 0 1-15,5 0 5 0,3 3 4 0,-3-3 5 0,3 6 4 0,5-2 1 0,-7 1-1 16,7 4 1-16,-6 3-1 0,6-8-1 0,1 7 0 0,-9-3 0 0,8 2 0 15,1 0-1-15,-2-1-3 0,2 3-4 0,4-3-5 0,-2-5-4 0,-5 5-7 0,10 2-5 16,-9-1-1-16,7-4-1 0,-6-3 2 0,6 7-1 0,2-5 1 0,-3-1 2 16,3-4 1-16,-3 5 3 0,-4-5 0 0,5 0 3 0,1 0 3 0,-6 0 4 15,4-5 0-15,-4 1 2 0,-1 4 3 0,0-9 1 0,0 3 4 0,0 3 2 16,0-9 3-16,-5 3 2 0,2 3 2 0,-1-3 1 0,-4 0 2 0,2-1-3 0,-1-5 0 16,2 5-1-16,-2-4-1 0,-6-1-3 0,7-1 0 0,-7 2-3 15,5 1-3-15,-5-8-4 0,0 6 0 0,8-4-2 0,-8 1-6 0,-8 2-3 16,8 1-7-16,0-3-2 0,-5 2-2 0,5 6-1 0,-7-4-1 0,1 5-2 0,-2-3-4 15,2 3-4-15,-1 4-3 0,2 1-5 0,-4-2-7 0,4 6-2 0,-8 0-4 0,8 0 1 16,-11 6 1-16,5 3-2 0,-2-3 0 0,0 4 0 0,-1-1 1 0,7 0-1 16,-6 6 1-16,0 0 1 0,2 0 4 0,-4-2 1 0,9 2 5 0,0 6-2 15,-6-6 3-15,3-2-1 0,2-2 0 0,7 4 1 0,-5-2 0 0,5-3-1 16,0 4 2-16,0-2-1 0,0-3 2 0,0 1 3 0,5 4-1 0,-5-4 3 0,7-1 5 16,2 3 3-16,3-8 4 0,-6 5 5 0,8 0 4 0,-2 2 6 0,2-7 2 15,-1 8 2-15,-1-9 1 0,8 7 3 0,0-5 3 0,-9-1 1 0,10 1-1 0,-3 1 1 16,3-2 1-16,-1 1-1 0,-8-5 1 0,7 0-2 0,1 6-4 0,-6-6 0 15,4-6-1-15,-4 6 2 0,7-5 3 0,-8 5 3 0,6-4 2 0,-7-2 4 16,1 1 3-16,1-4 0 0,-2-1 0 0,2 7 3 0,-1-9-2 0,1-3 1 16,-9 2-14-16,8-8-31 0,-8 2 0 0,3 1 0 0,0-9 0 0,-3 3 0 15,2-4 0-15,-1-2 0 16,-6 0 0-16,0-3 0 0,0 3 0 0,0 2 0 0,-6-6 0 0,-1 3 0 0,7 7 0 0,-5-6 0 0,-3 6 0 0,0 5 0 16,3-5 0-16,-1 5 0 0,-1 4 0 0,2 0 0 0,-4 5 0 0,4 1 0 0,5-2 0 15,-7 7 0-15,7-2 0 0,-6 6 0 0,6 0-11 0,-5 0-22 0,5 6 0 16,-9-2-2-16,2 2-2 0,2 3 0 0,-2 0 1 0,0 6-2 0,2 1 1 0,-3-2 2 15,1 5 3-15,7 2 7 0,-5-3 9 0,5 6 7 0,-7-3 2 0,7 2 3 16,0 3 6-16,0-3 0 0,0 3 2 0,7-3 1 16,-7 3 0-16,5-4 2 0,2 5 1 0,-7-3 1 0,13 0 1 0,-13-5-1 0,7 5-1 0,5 1-3 15,-5-6-3-15,2 1-6 0,-4 1-8 0,1-3-10 0,1-3-12 0,-2 1-16 16,9 2-18-16,-7-3-21 0,-1-6-23 0,-1 7-27 0,3-7-27 0,-8 0-31 0,8 1-34 16,-3-5-27-16,-5 1-27 0,7-3-28 0,-7 3-30 0,0-6-61 0,0 0-73 15,0 0-38-15,0 0-21 0,0 0 15 0,0-6 26 0,0 3 36 0,-7-8 40 0,7 1 43 16,-5 1 44-16,-3 0 42 0,0-7 42 0,3 1 46 0,-1-3 49 0,-1 3 67 15,-7-6 80-15</inkml:trace>
  <inkml:trace contextRef="#ctx0" brushRef="#br0" timeOffset="8192.51">15995 6527 0 0,'-7'-6'4'0,"2"3"114"0,-3-7 76 0,3 5 59 0,-3-1 49 0,2 2 45 0,6-7 45 0,-7 7 36 0,7-5 34 0,0 3 33 15,0 2 29-15,0-1 25 0,0-1 27 0,7 3-81 0,-7-3-140 0,6 0-80 16,-6 2-48-16,8-1-35 0,-3-1-30 0,3 2-24 0,-3-5-25 0,9 4-18 16,-9-5-17-16,10 4-13 0,-3-3-12 0,0 4-13 0,4 1-17 0,2-2-28 0,-4 2-39 15,4-1-47-15,-5 1-54 16,7 4-77-16,-8 0-83 0,8-5-107 0,-6 5-113 0,6 0-43 0,-3-7-13 0,4 4 7 0,-3-3 14 0,3 1 25 0,-3-5 31 0,-2-3 43 15,3-2 51-15,-1 0 59 0,-4-4 64 0,-1-7 75 0,-1 7 80 0</inkml:trace>
  <inkml:trace contextRef="#ctx0" brushRef="#br0" timeOffset="8399.56">16457 6083 0 0,'0'5'16'0,"0"-1"134"0,0 1 78 15,8-1 61-15,-8-4 53 0,0-4 50 0,5 4 49 0,2-5 46 0,-1 1 42 0,1-1 38 16,0-1 34-16,-7 2 33 0,7-2 27 0,-2 1-95 0,3 1-170 0,-3 4-92 15,1-6-52-15,2 6-34 0,4-5-27 0,-12 5-26 0,14 0-25 0,-8 0-23 16,1 0-21-16,-2 5-16 0,4-5-12 0,-4 10-10 0,8-5-6 0,-6 5-6 16,-1 1-5-16,7 2-5 0,-8 2-8 0,4 1-28 0,-4 2 0 0,2 6 0 15,-7-3 0-15,0 7 0 0,0 2 0 0,0 0 0 0,-7-2 0 0,2 8-40 0,-9-3-60 16,9 5-46-16,-9-2-46 0,-6-3-66 0,6 1-70 0,-4 2-123 0,-3-8-149 16,2 2-62-16,-6-6-17 0,5 1 11 0,-6-6 27 0,6-5 35 0,-4 1 41 0,-5 1 44 15,5-7 54-15,-8 0 62 0,-2 1 66 0,8-5 73 0,-13-5 82 0</inkml:trace>
  <inkml:trace contextRef="#ctx0" brushRef="#br0" timeOffset="16675.82">8439 7723 5 0,'0'0'74'0,"0"0"43"0,0 0 36 0,-5-4 29 0,5 4 30 0,0 0 26 0,-7 0 25 0,7-5 20 0,-7 5 19 0,7 0 22 0,0 0 19 0,0 0-24 0,0-6-52 16,0 6-38-16,-5 0-32 0,5 0-22 0,0 0-18 0,0 0-16 0,0 0-16 16,0 0-14-16,0 0-15 0,0 0-11 0,0 0-13 0,-7 0-13 0,7 0-13 15,0 0-12-15,-8 6-13 0,8-6-11 0,0 5-11 0,-5-1-9 0,5 1-5 0,-7-1-6 16,7 2-4-16,0 0-1 0,-7 3 0 0,7-5 5 0,0 7 4 0,0-7 7 16,-5 5 1-16,5 3 3 0,0-8 4 0,0 6-2 0,0 0 2 0,0-1-1 15,5 0 2-15,-5-2-1 0,0 2 5 0,7 0 3 0,0 0 5 0,-7-3 4 16,5 3 5-16,3-3 3 0,4 4 6 0,-5-5 4 0,5-1 1 0,-4 1 5 0,5-1 6 15,0-4 5-15,6 6 3 0,-6-6 6 0,1 0 0 0,5 0 3 0,1-6 2 16,-8 6-2-16,7-4-2 0,2-1-2 0,-2 1-3 0,2-1 3 0,-3-1 4 0,-5-4 2 16,7 5 0-16,-8-5 2 0,1 1 2 0,1 5 1 0,-2-7 5 0,2 1 2 15,-9 1 1-15,3 0 1 0,-3 3 0 0,2-3-1 0,2 0 0 0,-9-3-4 16,0-1-8-16,0 2-6 0,0 2-2 16,0-7-9-16,-9 7-4 0,9-6-9 0,-7 6-7 0,2-7-8 0,-3 7-7 0,3 0-5 0,-1 0-6 0,-2-1-6 0,-4-1-2 15,-2 1-5-15,1 1-3 0,1 4-2 0,-2 1-6 0,1-2-2 0,-1 6-2 16,-4-5-1-16,5 10-2 0,-6-5 1 0,6 6 0 0,-8-2-1 0,10 5-2 15,-4-4 0-15,3 11 0 0,-7-7 2 0,10 6 1 0,-2 0 1 0,-1-5 3 0,-2 8 0 16,7-3 4-16,-4 0 0 0,3 0 2 0,0 4 0 0,3-4 1 0,-2 0 0 16,7 4 2-16,-7-5-1 0,7 2 4 0,0-1 0 0,0-2 0 15,0 2 0-15,0-4 4 0,7 2 0 0,-7-3-1 0,7 4 1 0,-2-2-3 0,3 3-11 16,0-8-13-16,-3 4-13 0,8-1-13 0,-8-1-16 0,9 6-15 0,-1-9-19 0,1 3-18 16,5 0-18-16,-7 1-17 0,8 1-34 0,-6-7-37 0,4 6-39 0,9-5-34 15,-6-1-27-15,-3 1-20 0,1 1-23 0,7-6-20 0,-5 4 7 0,-3-4 20 0,1-4 25 16,10 4 29-16,-11-6 30 0,1 6 31 0,-6-5 39 0,8 1 45 0,-9-5 41 15,0 3 38-15</inkml:trace>
  <inkml:trace contextRef="#ctx0" brushRef="#br0" timeOffset="17183.55">8950 7914 28 0,'-8'-9'103'0,"8"-2"43"0,-8-4 34 0,3 5 32 0,-2 1 30 0,-5 0 26 0,4 0 24 0,-4-3 25 0,5 3 26 0,-5-1 24 0,4 6 23 0,-5-6-35 0,0 0-70 0,7 4-44 0,-7 2-33 0,6-1-20 0,1 1-10 16,1-1-13-16,-11-1-16 0,16 2-8 0,-5 4-5 0,-3-5-12 0,8 1-8 31,-5 4-10-31,5 0-7 0,0 0-7 0,0 0-6 0,0-6-5 0,0 6-3 15,0 0-7-15,0 0-7 0,0 0-5 0,0-6-6 0,0 6-6 0,0-4-5 16,0 4-6-16,5 0-7 0,-5-5-5 0,0 5-8 0,8-4-6 0,-8 4-8 0,5 0-6 16,-5-5-9-16,7 5 1 0,2-6 0 0,2 6 1 0,-4-4 4 0,6 4 3 15,-7 0 4-15,7 0 6 0,8 0 4 0,-9 0 5 0,0 0 3 0,8 0 2 16,-6 4 2-16,7 2 3 0,-5-1-2 0,5-1-1 0,-8 1-1 0,8 5-3 0,-10 0-1 16,10-5-1-16,-9 10 0 0,7-6-2 0,-6 1-5 0,1 5-1 0,-2 0-1 15,2-2-2-15,-7 2 0 0,4 0 1 0,-2 0 0 0,-2 0 0 0,-2 0 5 16,1-2 1-16,1 2-1 0,-7 6-2 0,0-6 0 0,6-2 0 0,-6 2-1 0,0 0 0 15,0-6-1-15,-6 6 2 0,6-6-1 0,0 7 0 0,-7-7-3 0,7-3-2 16,-6 3 0-16,1-5-3 0,-2 7-3 0,-2-7 1 0,4 1-2 0,-1-5 1 16,-1 6-4-16,2-6 1 0,-4 4 1 0,2-4 2 0,2 0 3 0,-1 0 1 0,-2 0 1 15,3-4 3-15,-3 4 0 0,3-6 1 0,5 1-1 0,-7 1 3 0,0-2 0 16,2-3 2-16,5 0 1 0,-7-1 4 0,7-1 4 0,-8 1 0 0,8 1 2 0,0-6-2 16,0 6 1-16,-5-6-1 0,5 0 0 0,0 2 3 0,0-2-3 0,5-1 4 15,-5-4-3-15,0 7 0 0,8-8-3 0,-1 3-1 0,-2 3-2 0,2-6-4 16,0 8-2-16,-2-7-5 0,3 4-1 0,-3 3-4 0,9 2-4 0,-2 2-1 0,-3-7 0 15,3 12-3-15,-1-5 2 0,5 4-2 0,2-5 1 0,-4 10-1 0,4-5-3 16,-4 1 1-16,5 4 1 0,1 0 1 0,-7 4 2 0,5 1 2 0,3-5 2 16,-8 10 2-16,6-5 1 0,-6 4 2 0,1 1 1 0,6 5 2 15,-14-5 1-15,7 4 0 0,-1 2 0 0,2 2-7 0,-8-3-11 0,1 4-12 0,-2 2-14 0,4-8-16 16,-4 8-13-16,-5-3-14 0,7 2-13 0,-7 0-19 0,6-5-19 0,-6 3-22 16,0-3-25-16,0 0-25 0,0-5-26 0,0 4-45 0,0 2-55 0,0-7-62 15,0 1-67-15,-6-1-17 0,6 2 4 0,0-2 21 0,-7-3 22 0,7 4 31 0,-5-7 31 16,5 3 37-16,0-2 39 0,0-4 40 0,0 0 45 0,0 0 55 0,0 0 66 0</inkml:trace>
  <inkml:trace contextRef="#ctx0" brushRef="#br0" timeOffset="17644.59">9722 7909 0 0,'7'-9'3'0,"6"-1"110"0,-5-1 68 0,-2 1 49 0,7 1 45 0,-6 0 39 0,-1-7 38 0,-6 7 37 0,6 0 33 16,1-1 31-16,-2-4 27 0,3 2 28 0,0 8 27 0,-8-5-76 0,5-2-134 15,1 7-68-15,1-5-32 0,-7 3-20 0,5 0-17 0,-5 2-18 0,9-1-13 16,-9 1-12-16,0-1-11 0,5-1-8 0,-5 6-6 0,0 0-6 0,0-4-8 15,0 4-7-15,-5 0-3 0,5-5-9 0,0 5-6 0,-9-4-7 0,9 4-11 0,-5-5-8 16,-2 5-10-16,7 0-8 0,-6-7-9 0,1 7-11 0,-11 0-11 0,11 0-10 16,-2 0-7-16,-5 0-10 0,5 0-7 15,-6 7-6-15,-1-7-7 0,1 5-4 0,0-1-1 0,7 5-1 0,-6-3-3 0,-2 3-1 0,1-4-2 0,1 5 0 0,-2 0 4 16,7-1 1-16,1 2 0 0,-8 2 0 0,7-1 0 0,2-3-2 0,-1 0-3 0,-2 1 2 16,3-1 0-16,5 6 1 0,-8-9 3 0,8 3 6 15,0 0 2-15,0-3 2 0,-5 3 0 0,5-3 5 0,5 4 3 0,-5-5 5 0,0-1 3 0,0 1 6 16,8-1 3-16,-8 2 5 0,5-6 3 0,3 4 3 0,-2-4 2 0,-1 0 3 15,2 5 1-15,2-5 2 0,2-5 3 0,-4 5 3 0,7 0 4 0,-2-4 6 0,1-2 5 16,1 2 5-16,-2 4 5 0,0-5 4 0,-5-4 6 0,6 3 5 0,1-4 0 16,-1 5 4-16,0-5 3 0,-7 7 4 0,6-7-1 0,-4 5 3 0,5-4-2 15,-7-3-4-15,1 3-2 0,-2 5-6 0,9-6-5 0,-7 5-7 0,-1-4-3 16,0 3-4-16,2 0-6 16,-8 2-4-16,7 4-3 0,-7-5-9 0,0 5-5 0,0 0-9 0,0 0-7 0,0 0-5 0,0 0-2 0,5 5 2 0,-5-1-3 0,0 2 3 15,0 4-3-15,0 0 3 0,0 0-1 0,0 3 2 0,0 8 2 0,8-3 0 0,-8 3 5 16,-8 3 4-16,8-5 8 0,0 11 4 0,0-6 0 0,0 7-1 0,0-4 1 15,-5 4-2-15,5-3 1 0,0 2-1 0,0 0-2 0,0-6 1 0,0 1-1 0,0-1-2 16,0 0-1-16,0 1-7 0,0-7-6 0,5-3-9 0,-5 6-13 0,0-8-16 16,8 2-18-1,-8 0-23-15,6-5-22 0,-6-1-26 0,0 0-27 0,5-3-32 0,-5-1-31 0,0-1-31 0,0 2-33 0,0-6-55 0,0 0-67 0,0 0-57 16,0 0-54-16,0 0-5 0,0 0 14 0,0 0 31 0,8-6 32 0,-8-3 42 0,0-1 40 16,0 1 44-16,5 0 46 0,-5-6 45 0,0 0 48 0,7-4 60 0,-7 4 73 0</inkml:trace>
  <inkml:trace contextRef="#ctx0" brushRef="#br0" timeOffset="17994.71">10056 7835 0 0,'-8'0'14'0,"8"0"132"0,-6-5 79 0,6 5 55 0,-7-4 41 0,7-1 33 0,0 1 27 0,0-6 31 0,0 5 26 0,0 0 29 0,0-5 29 0,0 4 28 0,0 6 27 0,7-4-89 16,-7-1-157-16,6 1-87 0,-6-1-49 0,8 5-23 0,-8-6-13 0,0 6-8 15,0 0-8-15,6-4-13 0,-6 4-13 0,0 0-14 0,0 0-17 0,0 0-13 16,0 0-11-16,0 4-8 0,0 2-5 0,0-1-4 0,0-1-4 0,0 1-3 0,0-1-2 15,7 8 1-15,-7-3 2 0,0 0 1 0,0 6 4 0,0-6 2 0,5 7 5 16,-5-1-1-16,0-2 0 0,8 2-8 0,-8 0-6 0,0 0-6 0,6-1-5 0,1-4-2 16,-7 5 1-16,6-2-1 0,-1-2 1 0,2 5 0 0,7-7 1 15,-9 6 0-15,8-6 2 0,-5 0 0 0,5 1 2 0,1-4 1 0,-1-1 1 0,-1 5 1 16,0-10 1-16,3 4 3 0,4-4 3 0,-7 0 0 0,2-4 0 0,-8 4 4 16,6-6 1-16,4 2 8 0,-11-1 3 0,6-5 3 0,-3 4 6 0,0-3 1 15,-3 0 1-15,2 0-1 0,-1-3 0 0,-6 3-1 0,6-6-2 0,-6 2-2 16,0-2-1-16,8-1-2 0,-8 2-6 0,0-1-6 0,-8-4-12 0,8-2-8 0,0 8-8 15,0-8-13-15,-6 7-9 0,6 0-12 0,-6-6-13 0,6 10-11 0,-7-4-16 16,7 4-14-16,-5 1-17 0,5 3-19 0,0 0-16 0,-8 2-24 0,8-1-32 0,-8 5-31 16,8 0-35-16,-5 0-50 0,5 5-62 0,-6-1-62 0,6 2-70 0,-5 4-14 15,5-1 8-15,-7 2 21 0,7-2 29 0,0 7 34 0,0-7 35 0,0 0 44 0,0 1 47 16,0-1 50-16,7 3 51 0,-2-9 62 0,1 3 66 0</inkml:trace>
  <inkml:trace contextRef="#ctx0" brushRef="#br0" timeOffset="18470.56">10661 7869 30 0,'0'0'144'0,"0"-3"73"16,0-3 53-16,0-3 48 0,0 3 42 0,0-4 37 0,0 1 38 0,0 0 35 0,0 3 35 16,0 2 32-16,0-6 31 0,0 6-31 0,6-2-67 0,-6 0-91 0,0 6-101 15,0-4-56-15,0 4-32 0,0 0-24 0,0 0-24 0,0 0-17 0,0 0-19 0,0 0-17 16,0 0-23-16,0 0-17 0,-6 0-17 0,1 0-17 0,5 4-12 0,-8-4-9 16,8 6-6-16,-7 0-6 0,7-2-2 0,-6 1-4 0,-2 0 1 0,3 5-2 15,0-6-1-15,-4 5 0 0,4 3 0 0,5-9 1 0,-7 8 2 0,-1-1 1 16,8-7 0-16,-5 7 1 0,5-5 0 0,0 5 0 0,0-4-3 0,0 3 3 15,0-4 0-15,0-1 2 0,5 6 1 0,3-5 3 0,-1 0 3 0,-2-1 3 0,4 2 3 16,-4 0 2-16,8-2 5 0,0 1 2 0,0 1 2 16,1-6 2-16,-2 4 3 0,1-4 0 0,1 0 1 0,4 0 4 0,-4 0 0 0,-2-4 3 0,8 4 1 15,-8-6 3-15,-3 6 1 0,3-5 3 0,1 1 1 0,1-2 3 0,-9-4 4 0,2 5 2 16,0 0 6-16,-2-5-1 0,-5 6-1 0,7-5 2 0,-7-2-2 0,8 1 0 16,-8 1-2-16,0 0-3 0,0-6-3 0,0 6 0 0,0-7-3 0,-8 1-4 15,8 6-1-15,-7-6-5 0,7 0-5 0,-5 6-5 0,-2-1-1 0,0 1-3 0,2-7-5 16,-3 7-4-16,2 4-4 0,-1-5-2 0,-6 5-5 0,8 1-4 0,-4-1-8 15,-3-2-3-15,6 7-4 0,-8 0-3 0,7 7-1 0,-6-7-1 0,7 5 1 16,-7 4 0-16,8-5 3 0,-2 7 1 16,-7-2 0-16,8 1 3 0,-6 0 4 0,4-1 2 0,2 2 2 0,1 2 3 0,-3-1 0 0,1-3 4 0,1 6 0 0,-2-6-1 15,8 0 4-15,-5 7-3 0,5-7-2 0,-5 0 1 0,5 1 2 0,0 5-1 16,0-4 2-16,0-2 2 0,0 5-2 0,5-4 2 0,-5 0 3 0,5 5 2 0,3-5 3 16,-2-1 3-16,9 6 2 0,-10-6 3 15,9 3 2-15,-2-3 1 0,1 4 4 0,1-2 0 0,-1-1 1 0,6-1-2 0,-7 1-4 0,8-1-11 0,1-4-11 16,-3 5-17-16,-5-5-10 0,7 1-17 0,-1-2-14 15,1-4-20-15,0 6-23 0,-1-6-30 0,2-6-25 0,-9 6-32 0,7-4-34 0,0-2-55 16,2 1-62-16,-3-5-63 0,3 5-60 0,-2-4-17 0,-6 5 7 0,7-6 20 0,-1-1 26 0,-6 1 31 16,5 1 39-16,-4-6 39 0,7 0 43 0,-8 6 44 0,-1-6 47 0,0 2 60 0,3-2 67 15</inkml:trace>
  <inkml:trace contextRef="#ctx0" brushRef="#br0" timeOffset="19232.59">11202 7802 0 0,'0'-5'40'0,"-6"5"34"0,6-4 25 0,0-2 29 0,-8 0 30 0,8 6 32 0,0-4 34 0,0-1 29 0,-6 5 28 0,6-4 19 15,0-1 12-15,0-1-1 0,-7 2-10 0,7-1-9 0,0 1-9 0,-5-2-6 0,5 0-4 16,0 2-9-16,0-1-18 0,0 1-14 0,0-1-18 0,0-1-11 0,-9 2-9 16,9 4-9-16,0-5-6 0,0 5-12 0,0 0-14 0,0 0-12 0,0 0-15 15,0 0-12-15,0 0-12 0,0 0-11 0,0 0-14 0,0 0-11 0,0 0-12 0,0 0-12 16,0 0-10-16,0 0-11 0,0 0-7 0,0 0-7 0,0 0-4 0,0 0-6 15,0 0-2-15,0 0-2 0,0 0-4 0,0 0-2 0,0 0 0 0,0 0-1 16,0 0 2-16,0 0-2 0,0 0 3 0,0 0 0 0,0 0 3 0,0 0 0 0,0 0-1 16,0 0 0-16,0 0 2 0,0 0-2 0,0 0 2 0,0 0 0 0,0 0-1 15,0 0 2-15,0 0 2 0,0 0 2 0,0 0 1 0,0 0 2 0,0 0 1 16,0 5 1-16,0-5-1 0,0 4 3 0,9-4 0 0,-9 0 1 0,0 6 0 16,0-6 2-16,0 5-1 0,0-5 2 0,0 0 0 0,0 0-1 0,0 0 2 0,0 0-2 15,0 0 0-15,0 0 1 0,0 0 0 0,0 0-2 16,0 0 2-16,0 0-1 0,0 0 2 0,0 0 1 0,0 0-2 0,0 0 1 0,0 0 1 0,0 0-1 15,0 0 3-15,0 0-2 0,0 0 0 0,0 0-2 0,0 0 1 0,0 0 0 16,0 0-2-16,0 0-2 0,0 0 1 0,0 0-1 0,0 0-1 0,0 0-1 0,0 0-1 16,0 0 0-16,0 0-2 0,0 0 0 0,0 0-2 0,0 0 1 0,0 0-1 15,0 0-2-15,0 0 0 0,0 0-4 0,0 0 0 0,0 0-2 0,0 0 1 0,0 0-5 16,0 0-2-16,0 0 0 0,0 4-1 0,0-4 2 0,0 5-1 0,0-5 1 16,0 4 1-16,0 2 1 0,0 0-1 0,0-2 5 0,0 1-1 0,0-1 2 15,0 7 0-15,0-7 2 0,0 5 3 0,0 3-2 0,5-8 1 0,-5 6-4 16,0 0 1-16,0-1-1 0,0 0-1 0,0 1 0 0,0 1 0 0,0-1 1 0,7 3-2 15,-7-2 1-15,0-1 0 0,6-1 2 0,-6 0-1 0,8 1 2 0,-2 0 3 16,1 0 5-16,-7-4 3 0,5 3 4 0,9 1 5 0,-9-1 3 0,3-4 3 0,4 5 4 16,-3-4 5-16,1-3 3 0,-2 3 4 0,5 0 6 0,0-3 4 0,1 3 2 15,-1-6 4-15,-3 0 0 0,4 0-1 0,1 0 2 0,-3 0-2 0,0 0 2 16,1-6 0-16,-5 3-2 0,5-3 1 0,1 0 1 0,-9 3-2 0,2-3 1 16,4-4-1-16,-3 5-2 0,0-4 0 0,-8-1-4 0,5 5-4 15,1-5-2-15,-6-5-3 0,0 6-3 0,7-6-8 0,-7 0-12 0,0 0-14 0,0 2-14 0,-7-2-15 16,7-6-13-16,0 8-13 0,-6-2-15 0,6 0-11 0,-5 0-14 15,5 0-14-15,-8 2-15 0,8 1-15 0,-8-1-17 0,8 8-15 0,-5-5-20 0,-1 1-21 16,6 4-21-16,-7-2-25 0,2 7-49 0,-4-3-60 0,4 3-70 16,-2 0-74-16,1 3-16 0,-2-3 7 0,-5 7 21 0,8 2 25 0,-2-4 34 0,0 5 35 0,-6-5 45 15,6 4 44-15,2-5 49 0,-4 8 49 0,9-8 62 0,-5 1 68 0</inkml:trace>
  <inkml:trace contextRef="#ctx0" brushRef="#br0" timeOffset="19696.86">11815 7842 99 0,'5'0'192'0,"-5"-7"63"0,7 2 49 0,-7 1 44 0,0-1 42 0,-7-5 42 0,7 1 45 0,0 4 38 0,-5-5 39 0,5 4 34 0,0-3 31 0,-8 5-66 0,8-1-122 16,0-1-88-16,0 2-72 0,0 4-41 0,0-5-24 0,0 5-22 0,-6 0-23 15,6 0-26-15,0 0-27 0,0 0-26 0,0 0-20 0,0 0-20 0,0 0-17 16,0-4-13-16,0 4-15 0,0 0-13 0,0 0-11 0,0 0-10 0,0 0-9 0,0 4-2 16,-7-4-1-16,7 5 4 0,-6-5 2 15,6 4 0-15,-7 2 3 0,7 3 4 0,-6-4 2 0,6 5 2 16,-8-4 3-16,3 3 4 0,5 0 3 0,0 1 5 0,-7-5 5 0,7 4 2 0,0-2-2 0,0 2 0 0,0-4-2 0,7-1 0 15,-7 5-1-15,0-3-1 0,5-2 4 0,3 1 0 0,-2 1 5 0,1-2 4 0,-1-4 3 16,7 6 5-16,-5-6 3 0,4 5 2 0,-1-5 1 16,-2 0 5-16,11 0 2 0,-14 0 4 0,7-5 2 0,-1 5 5 0,2-6 1 0,-1 2 3 0,0-2 1 0,-7 1 2 15,-1-5 1-15,3 7 2 0,-1-3 1 0,-1-3 0 0,2 0-2 0,-8-3-1 16,0 3-3-16,5-1-1 0,-5 1-1 0,-5-6-4 16,5 5-1-16,0-4-3 0,-8-1-9 0,2-1-2 0,-1 3-5 0,-1 2-6 0,3-2-6 0,-1-2-3 15,-2 4-6-15,-4 1-2 0,6 1-6 0,-8 0-2 0,2 3-4 0,-1 2-4 0,-1-2-5 16,2 1-1-16,-2 5-1 0,1 0-1 0,-6 5-2 0,6-5 1 0,0 6 2 15,0 4 4-15,-1-5 1 0,2 5 4 0,-1-1 0 0,-1 0 5 0,1 0 3 16,0 7 1-16,7-1 4 0,-6-6 2 0,3 6 1 0,4 0 1 0,-2-5-1 0,1 4-2 16,1-4 0-16,-3 5-2 0,0-6-1 0,8 6 1 0,-5-6-1 15,5 7 3-15,0-7-1 16,0 0 1-16,0 6 0 0,0-5-1 0,0 1 2 0,0 2 1 0,5-3 2 0,3 4 3 0,0-2-2 0,-3-3-3 0,1 4-9 0,6-2-11 0,4 5-13 31,-5-1-18-31,2-6-15 0,7 4-28 0,-8-2-25 0,8 4-26 0,-1-1-25 16,8 0-25-16,-6 1-21 0,2 1-51 0,-2-7-56 0,6 6-72 0,-8-6-68 15,6 6-19-15,2-5 6 0,-6-1 24 0,3-4 27 0,3-1 37 0,-7-4 41 0,4 0 38 16,3 0 40-16,1-9 38 0,-10 5 41 0,8-5 55 0,1-6 64 0</inkml:trace>
  <inkml:trace contextRef="#ctx0" brushRef="#br0" timeOffset="20025.75">12647 7587 0 0,'0'0'11'16,"-6"0"123"-16,6-4 66 0,0-2 45 0,0 0 32 0,0 2 34 0,0-5 36 0,0 3 34 0,6-3 35 0,-6 0 36 0,7 3 31 0,-1-3 31 0,-6 3 34 0,7 2-81 0,0-1-146 0,-7-5-68 16,7 5-26-16,-2 5-10 0,-5-4 0 0,0-1-10 0,8-1-15 0,-8 6-13 15,0 0-17-15,0 0-12 0,0 0-13 0,0 0-15 0,0 0-20 0,0 0-17 16,-8 0-22-16,8 0-20 0,0 0-18 0,-5 6-16 0,-2-6-12 0,7 5-8 16,-7-1-7-16,0 1-3 0,1-1-5 0,-7 7-7 0,6-7-5 0,-4 5-3 0,-5 7 2 15,3-7 1-15,3 6 3 0,-4 0 6 0,-1 0 5 0,3 0 2 16,0-2 2-16,-2 8 0 0,7-6 1 0,-6-2-2 0,-1 8-1 0,9-3-1 0,0-3-2 0,-3 6 0 15,3-8-3-15,-3 2 1 0,8 0 2 0,-8 0 0 0,8 0 0 16,0-2 4-16,0 2 2 0,0-4 4 0,8 2-1 0,-8-3 1 0,8 5 1 0,-3-4-11 16,8 2-14-16,-8 2-11 0,9 0-10 0,-1-5-9 0,-6 5-8 0,12-1-12 15,-6 2-16-15,8-1-19 0,-7-2-21 0,4 1-24 0,8 2-27 0,-7-1-30 16,1-2-34-16,7-2-41 0,-8-2-44 0,7 7-52 0,-8-13-50 0,3 7-14 0,6 1 7 16,-9-8 20-16,8 3 28 0,-7-6 32 0,1 6 34 0,7-6 39 0,-8-6 40 0,2 6 42 15,2 0 47-15,-2-6 54 0,-2 3 68 0</inkml:trace>
  <inkml:trace contextRef="#ctx0" brushRef="#br0" timeOffset="20579.23">13324 8021 54 0,'7'-9'137'0,"1"-6"48"0,-3 0 36 0,1 2 35 0,2-2 33 0,-8-1 34 16,0-4 32-16,0 7 34 0,5-8 31 0,-5 6 29 0,0-3 29 0,7 2-45 15,-7-2-92-15,0 3-58 0,0 0-45 0,6 5-20 0,-6-4-11 0,0 4-9 16,8-5-10-16,-8 5-10 0,0 1-11 0,0 4-9 0,6-5-12 0,-6 1-7 16,0 4-10-16,0-2-4 0,0 4-4 0,0-3-4 0,0 1-4 0,0 5-2 15,0-4-3-15,0 4-1 0,0 0-5 0,0-6-4 0,0 6-5 0,0 0-3 16,-6 0-7-16,6 0-7 0,0 0-8 0,0 0-8 0,0 0-8 0,-8 0-8 15,8 0-9-15,0 0-26 0,0 0-9 0,0 0 0 0,0 0 0 0,0 0 0 0,0 0 0 16,0 0 0-16,0 0-11 0,-6 6-16 0,6-6-3 0,0 0-3 0,0 0-2 16,0 0-5-16,0 0-4 0,0 0-1 0,0 0-1 0,0 4 1 0,0-4 3 0,0 5 3 15,-7 1 0-15,7-3 4 0,-5 4 5 0,5 2 2 0,-8 0 3 0,8 2 5 16,-6-2 5-16,1 1 3 0,-3 0 6 0,8-1 3 0,-7 6 3 0,1-6-1 16,-2 7 0-16,8-2-2 0,-5-4-1 0,0 4-1 0,-3 2-3 0,8-7 0 15,-6 6 0-15,6 0-4 0,-7-5 0 0,7 4-1 0,0-4 0 0,0 4 1 0,0-4-2 16,7 5 2-16,-7-5 1 0,6 4 1 0,2-4 1 0,-3-1 4 0,0 6 1 15,9-5 4-15,-7-1 1 0,6 2 3 0,1-1 1 0,-2-1 4 0,8 1 1 16,-8-5 3-16,9-1 1 0,-10 1 3 0,10 1 3 0,-8-6 1 0,8 0 2 0,-2 0 3 16,-6 0-1-16,6-6 3 0,1 1 2 0,-7 1 2 0,6-1 2 0,-6-5 2 15,5 1 3-15,3 3-1 0,-10-4 1 0,5-4-1 0,3 4 2 0,-14 1-1 16,15-6-2-16,-13 0 1 0,5 2-2 0,-4-2-1 16,-3-6-2-16,3 6-9 0,-2-3-4 0,-6-3-11 0,0 2-8 0,0 1-7 0,0-7-6 0,-6 5-9 15,-2-5-9-15,3 6-6 0,-8-2-9 0,6 3-8 16,-5-1-8-16,-3-2-7 0,-4 6-9 0,6-3-3 0,-6 2-2 0,7 7-2 0,-9-6-4 0,2 6-4 0,0 4-4 15,6 1-6-15,-7-2-4 0,1 0-1 0,6 6-3 0,-6 6 0 0,3 0 5 16,4-6 5-16,1 9 4 0,-5-5 6 0,5 7 6 0,-2-7 7 0,5 5 6 0,-4 2 8 16,6-7 10-16,-2 7 7 0,2-1 11 0,-1-7 7 0,7 7 7 0,-5-5 4 15,5 4 2-15,-8 3 5 0,8-8 0 0,0 5 2 0,-6 2-1 0,6-7 2 16,0 5 0-16,0 3 0 0,0-3-1 0,6 1 1 0,-6-1 0 0,8 0 2 16,-3 3-2-16,2 2 1 0,-7-4 0 0,14-1-6 0,-8 0-9 0,6 7-14 0,-4-7-19 15,5 6-23-15,-2-6-31 0,5 7-27 0,-5-7-28 0,1 6-50 0,4-6-57 16,-11 6-73-16,9-5-81 0,-9 1-31 0,3-4-8 0,-8 4 14 0,5-1 19 0,-5-4 29 15,-5-3 33-15,5 3 39 0,-8-6 42 0,3 6 43 0,-3-6 43 0,2 0 54 16,1-6 62-16</inkml:trace>
  <inkml:trace contextRef="#ctx0" brushRef="#br0" timeOffset="20817.25">13300 7976 84 0,'-8'-3'172'0,"2"-1"56"0,-1-2 42 0,7 1 42 0,-6 1 43 0,-1-2 39 0,7 0 38 0,-6 2 33 0,6-1 33 0,0 0 28 0,0-5 29 0,0 6-62 15,0-1-113-15,6 1-77 0,-6-1-60 0,7-1-30 0,-7 2-15 0,6-7-18 16,1 11-21-16,-1-10-18 0,2 7-17 0,-3-3-9 0,0 2-9 0,9-1-7 15,-7 5-3-15,6-6-6 0,1 6 0 0,-2-3-3 0,2 3-5 0,4 3-3 16,-4-3-2-16,4 6-4 0,-2-1-2 16,-5 5-5-16,10-7-1 0,-3 7-6 0,-5 5-3 0,7 0-7 0,-8 0-7 0,3-1-6 0,-2 2-8 0,-7 3-28 15,7-5 0-15,-5 5 0 0,-3 2 0 0,1 3 0 0,-6 1 0 0,0-7 0 16,7 7 0-16,-7-1 0 0,-7 0 0 0,7 1 0 0,0-1 0 0,0-3-41 16,0-2-23-16,-6 1-16 0,6-1-18 0,0-4-20 0,6 0-22 0,-6 0-26 0,0-2-23 15,0-4-28-15,7 3-24 0,-7-3-27 0,5-3-24 0,4 3-48 0,-9-5-56 16,7 1-73-16,-2-5-77 0,1 4-20 0,-1-4 10 0,3 0 24 0,0-4 34 15,4 4 37-15,-5-5 41 0,-2-4 45 0,10-1 46 0,-10 1 49 0,9-6 50 0,-1 0 62 0,0-1 68 16</inkml:trace>
  <inkml:trace contextRef="#ctx0" brushRef="#br0" timeOffset="21199.15">13871 7738 43 0,'14'-6'106'0,"-7"2"39"0,5-1 37 0,0 1 33 0,3-1 34 16,-1-1 34-16,4 2 31 0,-5-5 31 0,0 4 32 0,1-2 31 0,4 4 29 0,-4-3-38 16,-2 1-81-16,2 1-34 0,-1-2-9 0,-1 3-11 0,-3-3-13 0,2 2-11 15,-4-1-9-15,-2 5-10 0,-5-6-11 0,9 6-9 0,-9-4-13 0,0 4-12 16,0 0-8-16,0 0-14 0,0 0-4 0,0 0-13 0,0 0-8 0,0 0-9 16,0 0-10-16,0 0-13 0,0 0-13 0,0 0-14 0,0 0-18 0,0 4-13 0,-9-4-15 15,9 0-13-15,0 0-8 0,0 6-7 0,-5-1-4 0,5-1-7 0,-7 2-5 16,7 3-5-16,-6-5-5 0,1 7-2 0,5-1 0 0,-9 4 4 0,2 1 5 15,7-6 4-15,-5 7 7 0,5-3 3 0,-7 2 3 0,7 0 1 0,0 5 0 0,0-6 1 16,0 0-1-16,0 2 1 0,0 2 3 0,0-3 1 0,0 6 0 0,0-2 1 16,7-1 0-16,-7-2 3 0,5 2 1 0,-5 3 0 0,7 0 0 0,-7-8 2 15,9 7-2-15,-4-1 2 0,1-4 0 0,1 0 0 0,-2 4 1 16,4-10 0-16,-4 6-1 0,2 0 1 0,-1-6 2 0,-1 3 3 0,3-3 1 0,5-5 3 0,-6 5 2 16,0-3-3-16,6-6-4 0,-6 6-10 0,5-6-14 0,-5 0-14 0,6 0-17 15,0-6-21-15,-2 6-21 0,5-6-29 0,-4-3-31 0,-1 5-38 0,5-5-42 0,2-3-48 16,-4 3-53-16,-2 0-70 0,2-6-80 0,-1 0-54 0,-8 0-37 0,9-4-1 15,-1 4 18-15,-6-4 30 0,7-5 38 0,-9 3 42 0,0-3 45 0,3 0 50 0,-8-6 54 16,6 7 55-16,-6-7 57 0,0 6 68 0,-6-6 82 0</inkml:trace>
  <inkml:trace contextRef="#ctx0" brushRef="#br0" timeOffset="21356.72">14250 7596 0 0,'-26'-9'1'0,"7"5"109"0,-1-8 73 16,1 8 51-16,3-1 46 0,-2 1 42 0,13-2 42 0,-9 1 39 0,7 1 34 16,1-1 31-16,1 1 27 0,-4-2 27 0,9 0 24 0,0 6-75 0,0 0-130 0,0 0-71 15,0 0-41-15,0 0-25 0,0 0-20 0,0 0-26 0,0 0-29 0,0 0-20 16,0-3-19-16,9 3-16 0,-4 0-11 0,1-6-10 0,6 6-8 0,-3 0-13 15,3 0-10-15,7-4-14 0,-6 4-9 0,6 4-20 0,1-4-28 0,7 0-31 0,-8 6-37 16,7-6-43-16,-8 3-47 0,9 3-79 0,-6 0-93 0,5-2-78 0,-8 5-70 16,1-4-24-16,2 1-1 0,-3-2 12 0,-4 1 17 0,-1-1 35 0,8 2 41 15,-9 0 50-15,2-6 55 0,-1 0 58 0,-8 0 60 0,9 0 76 0,-9 0 81 0</inkml:trace>
  <inkml:trace contextRef="#ctx0" brushRef="#br0" timeOffset="21594.25">14621 7744 109 0,'-7'4'212'0,"7"1"72"0,0-1 52 15,0-4 48-15,0 0 46 0,0 0 45 0,0-4 43 0,0-1 39 0,0 1 38 16,0-8 33-16,0 8 29 0,7-1-68 0,-7 1-125 0,6-1-103 0,-6-1-91 16,7 2-47-16,-7 4-23 0,0-5-23 0,6 5-26 0,-6-4-25 0,0 4-25 15,0 0-18-15,0 0-16 0,0 0-9 0,0 0-10 0,0 0-8 0,0 0-8 0,8 4-16 16,-8 1-16-16,0-1 0 0,0 7 0 0,0-7 0 0,5 5 0 0,-5 3 0 16,0-3 0-16,0 1 0 0,0 4 0 0,0 2 0 0,0-2 0 0,0 0 0 15,0 0 0-15,0 2 0 0,8-1 0 0,-8-2 0 0,0 8 0 0,0-7-41 16,0-4-27-16,0 4-18 0,0 2-20 0,5-7-27 0,-5 1-29 0,0-1-32 15,0 0-31-15,5 3-35 0,-5-3-34 0,0-3-45 0,0 3-51 0,0-5-81 16,9 1-93-16,-9-1-28 0,0-4 3 0,0 5 23 0,0-5 33 0,0 0 40 0,0 0 47 16,5-5 45-16,-5-4 49 15,0-1 51-15,0 1 52 0,0-6 61 0,0 0 65 0</inkml:trace>
  <inkml:trace contextRef="#ctx0" brushRef="#br0" timeOffset="21751.97">14590 7504 44 0,'0'-10'145'0,"-9"1"63"0,9-2 49 0,0 1 43 0,0 1 42 0,-7-1 33 0,7 5 29 15,7-4 23-15,-7 3 23 0,0 2 18 0,0-1 14 0,0 1-54 0,9-2-96 16,-9 6-89-16,5 0-86 0,-5 0-50 0,6 0-32 16,-6 0-26-16,7 0-24 0,-1 6-29 0,1-2-26 0,-1 1-35 0,1-1-36 0,-1 6-45 0,2-5-47 0,-3 4-78 15,3 3-89-15,-3-3-47 0,0 1-25 0,4-5-5 0,-4 4 7 0,2 1 13 16,-7-5 17-16,8-1 30 0,-3 2 37 0,2-3 42 0,0 3 45 0,-7-6 54 16,5 6 56-16</inkml:trace>
  <inkml:trace contextRef="#ctx0" brushRef="#br0" timeOffset="22197.56">14855 7587 0 0,'7'-4'16'0,"-7"4"110"0,5-6 63 0,-5 0 56 0,7 2 53 0,-7-5 50 16,0-2 45-16,8 2 42 0,-8-1 43 0,0-5 34 0,0 6 37 0,0-6 25 15,0 0 18-15,0-4-71 0,0 4-121 0,0 0-62 0,0 2-32 0,0-2-33 16,0 0-30-16,0 6-26 0,0-6-22 0,0-1-19 0,0 7-18 0,0 0-15 16,0-3-14-16,0 9-14 0,0-3-14 0,0-3-12 0,0 3-57 0,0 2-32 0,0 4 0 15,0 0 0-15,5-5 0 16,-5 5 0-16,0 0 0 0,0-6 0 0,8 6 0 0,-8 0 0 0,0 0 0 0,6 0 0 0,-1 0 0 0,2 0 0 0,2 6 0 15,-4-6 0-15,1 5 0 0,6 5 0 0,4-4-16 0,-5 3-8 0,2 6 6 16,0-6 4-16,6 6 5 0,-4 0 2 0,4-2 3 0,1 8 2 0,-1-2-1 16,0-4 1-16,1 3-1 0,-6 3 2 0,-1-6-2 0,-3 4 0 0,4-4 2 31,-7 0 0-31,1-2 0 0,-2 2-1 0,-6 0 4 0,5 0-1 0,-5 0 1 0,0-2 2 16,0 2 2-16,-5 6 0 0,5-8-1 0,0 1 2 0,-6 7 0 0,-2-6 0 15,1-2-2-15,7 8 2 0,-5-6-2 0,-4 4-4 0,4-4 0 0,0 4 1 16,-3-5-2-16,8 7-2 0,-5-8 1 0,-3 8 0 0,2-6 0 0,-1-2-2 15,1 7 0-15,6-4 2 0,-7-1-2 0,1 3 2 0,6-2-1 0,-8-1-1 16,8-2 0-16,-5 7 1 0,5-5-1 0,0-1 1 0,-7 0 0 0,7 1 2 16,0-5 4-16,0-1 3 0,-6 6 6 0,6-9 2 0,0 3 7 0,-6-3-4 15,-1 3-18-15,-1-3 0 0,3-6 0 0,-9 4 0 0,2-4 0 0,-2 0 0 16,1 0 0-16,0 0 0 0,-6-4 0 0,7-2 0 0,-9 6 0 0,10-6 0 0,-5 3-5 16,5-3-88-16,-2 0-21 0,5 3-25 0,1-3-23 0,-5 6-26 0,12-5-26 15,-5 1-26-15,-2 4-22 0,7-6-25 0,-8 6-26 0,8 0-53 0,0-3-69 0,0 3-62 16,0 0-59-16,0-6-10 0,0 6 15 0,0-4 30 0,8-2 35 0,-8 1 42 15,7-5 43-15,-7 5 47 0,5 1 46 0,2-5 47 0,-2-1 51 0,2-1 65 0,1 1 73 16</inkml:trace>
  <inkml:trace contextRef="#ctx0" brushRef="#br0" timeOffset="22577.08">15298 7397 77 0,'0'0'154'0,"0"-6"49"0,0 1 43 0,-8 1 44 0,8-2 44 0,0 6 38 0,0-9 37 0,0 5 34 0,0-1 30 0,0-1 32 16,8 2 29-16,-8-2-57 0,0 1-104 0,8 1-62 0,-8-1-36 0,5 1-24 15,1-8-15-15,-6 9-24 0,8-3-23 0,-3 3-20 0,2-3-13 0,-1 0-11 0,1 2-13 16,0-1-9-16,0-1-10 0,-2 2-9 0,3 4-9 0,-3 0-6 0,3 0-7 16,3 0-7-16,-4 0-7 0,7 4-4 0,-8 2-5 0,6 3-3 0,4 3-6 15,-5-3-3-15,10 10-3 0,-9-5-4 0,7 7-4 0,2 2-4 0,-2-3-3 16,0 9-10-16,1-3-19 0,-1 2 0 0,2 5 0 0,-9-3 0 0,8 5 0 0,-8-2 0 16,-6-3 0-16,7 3 0 0,-13 3 0 0,8-2 0 0,-8-6 0 0,-8 2 0 15,3-6-48-15,-3 1-31 0,-3-1-27 0,4 1-33 0,-13-6-39 0,-1 1-43 16,9-5-50-16,-7-2-62 0,-7 2-71 0,5 0-98 0,-3 0-103 0,4-5-34 0,-7-1 2 15,8 2 21-15,-2-1 33 0,3-1 39 0,4-3 49 0,-4-2 51 0,5 1 55 0,0-5 57 16,-1 0 62-16,1 0 70 16,1 0 72-16</inkml:trace>
  <inkml:trace contextRef="#ctx0" brushRef="#br0" timeOffset="33342.08">4447 11049 99 0,'0'-4'168'0,"0"-1"47"0,8-4 37 0,-8 3 36 0,0-3 34 0,0 0 31 0,0-1 32 0,0-1 32 0,0-3 30 0,0 9 28 0,0-4 25 16,0-1-72-16,0 4-124 0,0 1-68 0,0-4-39 0,6 3-21 0,-6 2-16 15,0 0-16-15,0 4-15 0,0-5-19 0,0 5-19 0,0-6-20 0,0 6-20 0,0 0-17 16,0 0-13-16,0 0-6 0,0 0 2 0,0 0-1 0,0 11 4 0,0-7-1 16,0 0 1-16,5 7-1 0,-5-2-1 0,0 1 1 0,0 5 3 0,7 0 4 15,-7 0 6-15,0 4 3 0,0-1 5 0,9 3-5 0,-9 0-6 0,0 1-6 16,0-1-8-16,0 3-7 0,5 1-1 0,-5-7-4 0,0 6 0 0,0 1-2 0,0-1 0 16,6 1-3-16,-6-1-2 0,0-3-7 0,7 3-6 0,-7 0-7 0,5 1-4 15,-5-6-3-15,9 1-2 0,-9 4 0 0,7-8-1 0,-7 3 0 0,0-5-3 16,5-4 4-16,-5-1 3 0,0 0 6 0,0-3 9 0,0 0 17 0,0-6 24 0,0 0 19 15,0 0 21-15,0 0 9 0,0 0 11 0,0 0 8 0,0-6 5 0,0 0 5 16,0-3 7-16,0 0 4 0,0-1 5 0,-5-4 0 0,5-2-4 0,-7 1-8 16,7 2-14-16,-9-8-14 0,4 3-13 0,5-3-14 0,-7-3-4 0,1 0-6 15,1-1-5-15,-4 1-6 0,9-4-5 0,-7-2-7 0,2-1-5 0,-1 4-6 16,-2-9-8-16,8 2-2 0,-5 0-3 0,-3 0-1 0,8 1-3 0,-7-3 1 16,7 2-1-16,0 1 0 0,0 3 0 0,-5 2-2 0,5-2 0 0,0 6-2 0,0-1-2 15,5 6-4-15,-5-2-2 0,0 1-7 0,0 7-7 0,7-2-9 0,-7 5-11 0,8-1-14 16,-8 2-16-16,5 0-20 0,3 5-22 0,-2-2-20 0,-1 0-21 0,11 6-27 15,-11 0-21-15,1 0-25 0,6 6-23 0,-3 0-24 0,3 3-26 0,-6 0-45 16,7 1-49-16,-5-1-49 0,-3 6-47 0,2 0-1 0,-1 0 18 0,0 0 30 0,-6 4 35 16,0-4 38-16,0 0 40 0,-6 4 39 0,0-4 41 0,-1-1 44 0,2 6 45 0,-3-6 57 15,-5 1 68-15</inkml:trace>
  <inkml:trace contextRef="#ctx0" brushRef="#br0" timeOffset="33530.78">4323 11128 84 0,'-12'6'161'0,"-1"-2"52"0,7 1 41 0,-7-5 38 16,6 4 33-16,-5-4 34 0,4 0 32 0,1 0 28 0,2-4 22 0,5 4 26 0,-9-5 21 15,9 5-62-15,0 0-114 0,0 0-72 0,0-4-48 0,9-2-30 0,-9 2-17 16,0-1-20-16,5-1-14 0,2 3-16 0,1-4-18 0,-2 2-9 0,0-4-10 0,6 3-6 16,2-1-10-16,-1-4-8 0,8 7-8 0,-11-8-7 0,11 8-3 0,6-7-6 15,-7 2-12-15,4 5-19 0,-3-1-27 0,6-4-34 0,-4 2-37 0,4 4-49 16,-6 3-55-16,3-6-77 0,4 6-86 0,-9 0-60 0,7 0-42 0,-7 0-10 0,7 6 4 16,-5-6 15-16,-2 0 24 0,-1 3 35 0,3-3 42 0,-2 7 49 0,-6-7 50 15,-1 0 58-15,2 0 59 0,-1 5 69 0,0-5 80 0</inkml:trace>
  <inkml:trace contextRef="#ctx0" brushRef="#br0" timeOffset="34229.15">4950 11065 0 0,'0'5'19'0,"0"-5"137"0,0 6 76 0,0-6 54 16,-8-6 41-16,3 6 39 0,-3-5 37 0,8 1 37 0,-5-8 34 0,-2 3 34 0,7 0 33 0,-7-1 27 15,7 5 31-15,0 1-100 0,-7-8-169 0,7 9-87 0,0-3-44 0,0 1-19 16,-6 5-10-16,6-4-13 0,0-2-15 16,0 2-15-16,0 4-17 0,-7 0-14 0,7 0-14 0,0 0-12 0,0 0-11 0,0 0-14 0,-5 0-10 0,5 4-10 0,-8-4-10 15,8 6-7-15,-6 3-5 0,6-3-5 0,-5 4-3 0,-3-1-2 0,0 0-2 16,3 6 1-16,-3 0-4 0,3 6 2 0,0-8-4 0,-4 8-1 0,4-3-2 0,-2 1-2 15,1-4-1-15,-1 6-4 0,7-3-4 0,0 3-4 0,-7-2-3 0,7-5-4 16,0 5-4-16,7-3-4 16,-7-2-5-16,7 2-2 0,-7-4-3 0,6 0 1 0,1 1 1 0,-2 2 2 0,9-4 6 0,-9-1 3 0,8-1 4 0,-5 0 5 15,5 1 6-15,1-5 5 0,-2 4 8 0,-6-3 7 0,8-6 8 0,-2 0 8 0,1 0 7 16,-5-6 9-16,3 3 7 0,5-3 6 16,-11 1 5-16,1-5 5 0,6 1 2 0,-3 0 3 0,-2-7 2 0,-7 7-3 0,5-6-1 0,1 6-2 0,-6-6-1 0,7 0-5 15,-7 0-3-15,0 0-5 0,0-4-7 0,0 4-4 0,0 0-7 0,-7-4-4 16,7-1-7-16,-6 7-6 0,6-8-6 0,-5 2-3 0,5 0-7 0,-7 5-5 15,-2-7-7-15,9 8-4 0,-5-2-8 0,-2-1-6 0,7 5-8 0,-6-2-10 16,6 8-14-16,-5-4-13 0,5 2-13 0,-9 4-17 0,9-3-14 0,0 6-22 0,0 0-23 16,0 0-20-16,0 0-15 0,-7 0-15 0,7 6-13 15,0-3-24-15,0 4-22 0,0 2-16 0,0 0-8 0,-5-3 8 0,5 3 12 0,0 0 19 0,0 3 19 0,5-8 27 32,-5 7 27-32,0-8 23 0,0 7 19 0,0-5 27 0,7-1 25 0,-7-4 48 15,0 5 55-15,0 2 49 0,0-7 45 0,9 0 30 0,-9 0 26 0,0 0 21 0,0 0 22 16,0 0 20-16,0 0 25 0,5 0 17 0,-5 0 18 0,0-7 10 0,6 7 6 15,-6-5-11-15,7 1-20 0,-2-1-20 0,-5-1-22 0,9 6-16 0,-2-7-8 16,-2 1-13-16,1 1-13 0,7 1-14 0,-5-2-13 0,-3 0-12 0,9 2-8 0,-9-1-9 16,10-1-6-16,-10 6-5 0,9-3-8 0,-1 3-8 0,0 0-7 0,0 0-5 15,0 0-5-15,0 0-6 0,-2 3-3 0,5-3-3 0,-11 11-4 0,8-7-3 16,1 8-3-16,-2-3-3 0,2 0-4 0,-1 6-5 0,-8 1-1 0,9-2 1 0,-9 5-4 16,10-4 1-16,-9 4-2 0,1 0-6 0,-1 7-8 0,-1-7-4 0,3-1-4 15,0 3-3-15,-3-2-2 0,3 2-3 0,-8-3-2 0,5-3 1 0,-5 0-2 16,5 0-2-16,-5-2 0 0,0 2-3 0,0-5 2 0,0 1 3 0,0-2 1 0,0 1 4 15,0-5 4-15,0-1 3 0,0 5 4 0,-5-3 4 0,5-6 2 0,-5 6 1 16,5-6 6-16,-8 3 0 0,8-3 6 0,-5 0 1 0,5 0 3 0,-8 0 0 16,0-3-2-16,8 3 2 0,-5-6-6 0,-1 0 2 0,6 2 3 15,-7-5-2-15,7 4 3 0,-6-5-2 0,-1 1 3 0,7-2 2 0,-8-4 3 0,3 5 2 16,5-3 1-16,-7-2 4 0,7-5 1 0,-7 4 1 0,7-2 2 0,-5-1-1 16,5-5-6-16,0-2-3 0,0 7-4 0,0-6-3 0,0 1-4 0,0-1-5 0,0 7-3 15,5-6-6-15,-5 3-4 0,7 2-4 0,0-2-3 0,-7 6-5 0,5 6-2 16,3-4-4-16,-1 1-3 0,-1 3-4 0,1 4-4 0,-1-5-11 0,-1 6-11 15,3-1-19-15,5 1-17 0,-5 4-28 0,-3 0-25 0,9 0-39 0,-9 0-37 0,8 0-47 16,-5 4-47-16,5-4-100 0,-8 5-125 0,9 5-61 0,-9-6-33 0,3 1 5 16,-1 4 20-16,-2-2 32 0,4 2 38 0,-9-4 45 0,0-1 49 0,0 2 54 0,-9-3 57 15,9 3 62-15,-5-6 65 0,-10 0 89 0,10 0 98 0</inkml:trace>
  <inkml:trace contextRef="#ctx0" brushRef="#br0" timeOffset="35087.61">6198 11098 3 0,'0'-4'67'0,"0"-1"40"0,9-1 33 0,-9 2 30 0,0 1 32 0,0-3 26 0,0 1 24 0,0 1 24 0,0-2 19 0,0 0 19 0,0 2 19 0,0-1-27 0,0-1-50 0,0 3-33 16,0-7-24-16,0 5-16 0,0 1-9 0,0-1-10 0,0-2-6 0,0 4-7 0,0-3-2 15,0 1 0-15,0 1 0 0,0-2 0 0,0 2 1 0,0-1 0 0,0 1 2 16,0-7-3-16,0 7-2 0,-9-2-5 0,9 1-7 0,0 1-6 0,0-1-9 0,-5-1-8 16,5 2-7-16,0 0-7 0,0-1-6 0,-5-1-6 0,5 3-7 0,-8 3-5 15,8-7-7-15,0 2-9 0,-6 1-5 0,6-1-6 0,0-1-5 0,-7 6-5 16,7-4-3-16,-6 4-2 0,6-5-4 0,-7 1 0 0,7 4-4 0,-6-5-2 0,-2 5-4 15,8-4-1-15,-5 4-6 0,-2-6-2 0,1 6-3 0,-1 0-3 0,0-6-4 16,0 6-7-16,2 0-5 0,-3 0-2 0,3 6-6 0,-1-6-1 0,-2 6-2 16,-4-2 2-16,3 5-2 0,4-4-1 0,-8 5 2 0,8-1 1 0,-3 6-1 15,-5-4 3-15,7 3 0 0,-7 0 4 0,5 2 1 0,3-2 2 0,0 5 2 0,-4 2 0 16,4-8-1-16,-2 7 2 0,7 0 2 0,-8-2-2 0,8 2 0 0,-5 5-2 16,5-6 2-16,0 2-1 0,0-3 0 0,0 6 1 0,5-3-1 0,-5-2 1 15,8 5 1-15,-8-3 2 0,7-2 3 0,7-1-1 0,-9 3 2 0,0-2-3 0,3 2-6 16,5-3-7-16,0 3-11 0,1-2-11 0,-2-1-18 0,-1-3-16 0,5 6-16 15,3-8-17-15,-6 2-20 0,6 0-29 0,1 0-31 0,-1-6-53 0,1 1-57 0,-1-1-88 16,0-4-95-16,1 2-32 0,-1-3-3 0,8-4 17 0,-6 0 27 0,-3 0 29 16,3-4 33-16,-3-3 35 0,3-2 39 0,-4 0 42 0,-2-6 50 0,4 6 59 15,-7-12 65-15</inkml:trace>
  <inkml:trace contextRef="#ctx0" brushRef="#br0" timeOffset="35421.18">6780 11089 9 0,'-7'-6'97'0,"7"2"57"0,0 4 43 0,-6-3 32 0,6 3 27 0,-8-6 25 0,8 1 28 0,-6 5 26 0,-1-4 29 16,7 4 31-16,0-6 29 0,-5 6-19 0,5-6-47 0,0 6-56 0,0 0-59 0,0 0-30 15,0 0-20-15,-8 0-7 0,8 0-4 0,0 0-10 0,0 0-9 0,0 0-18 16,0 0-19-16,0 0-18 0,0 0-19 0,0 0-11 0,0 0-13 0,0 0-5 15,0 0-8-15,0 12-2 0,0-8-1 0,8 1 0 0,-8 1-1 0,5 1 5 0,-5-1 2 16,0 3 4-16,7 3 3 0,-1-3 4 0,-6 6-2 0,8-6 0 0,-8 6-2 16,6 0-7-16,-6-2-6 0,7 2-8 0,-2 6-11 0,-5-8-5 0,9 2-7 15,-9 0-4-15,5 4-5 0,-5-4-11 0,5 0-9 0,-5 0-17 0,8 0-10 0,-8-2-21 16,0-2-19-16,5 4-23 0,-5-5-28 16,0-1-31-16,8 0-33 0,-8 1-33 0,0 1-34 0,0-8-59 0,0 3-72 0,0-6-66 15,8 10-63-15,-8-10-11 0,0 0 9 0,-8 5 23 0,8-5 31 0,0 0 39 0,0 0 41 0,-8-5 46 0,3-1 45 16,5 2 47-16,-8-5 48 0,3-6 61 0,0 0 70 0</inkml:trace>
  <inkml:trace contextRef="#ctx0" brushRef="#br0" timeOffset="35610.49">6688 10855 0 0,'5'-10'1'0,"4"4"109"0,-4 2 89 0,2-1 59 0,-7-1 43 16,6 3 37-16,1-3 30 0,-7-3 31 0,0 5 31 0,6-1 28 0,-6-5 29 15,8 4 22-15,-3-3 27 0,-5 3-75 0,7 1-134 0,-1 1-93 0,2 4-72 0,-2-4-38 16,1 4-18-16,-2-5-16 0,-5 5-9 0,9 0-16 0,-4 0-15 15,0 0-31-15,3 0-32 0,-8 0-43 0,5 5-43 0,3-1-50 0,0 0-53 0,-8 1-80 16,5 1-94-16,-5 3-66 0,6 0-50 0,1-2-15 0,-7 2 4 0,0 0 13 0,6 0 21 16,-6 2 34-16,0-7 42 0,0 8 47 0,7-8 51 0,-7 5 55 0,0-4 55 15,0 5 73-15,0-5 85 0</inkml:trace>
  <inkml:trace contextRef="#ctx0" brushRef="#br0" timeOffset="35863.68">7228 11271 0 0,'0'0'11'0,"0"0"125"16,0 0 71-16,0 0 49 0,0 0 36 0,0 0 38 0,0-6 34 0,0 0 35 15,0 6 34-15,0-4 32 0,0-1 32 0,0 0 31 0,-5 1 27 0,5-2-89 0,0 2-155 16,0-1-78-16,-8 1-36 0,8-2-19 16,0 0-7-16,0 6-12 0,0-3-14 0,0-3-14 0,0 6-13 0,-6-5-16 0,6 5-11 0,0-4-14 0,0 4-12 15,6-6-10-15,-6 6-7 0,0-3-10 0,0 3-9 0,0-6-7 0,8 6-11 0,-3-4-4 16,-5-1-8-16,8 5-7 0,4-6-2 0,-5 2-5 0,6 4-4 0,-1-6-4 15,7 6-7-15,-3-5-17 0,2 5-23 0,1 0-34 0,1 0-34 0,7 0-39 16,-8 0-43-16,2 5-77 0,-3 1-89 0,1-2-81 0,1 2-68 0,-1-1-26 16,-6-1-1-16,0 5 15 0,0-3 24 0,-7-2 37 0,2 1 42 0,-3 1 52 15,-5-6 53-15,0 0 56 0,-5 3 59 0,-3-3 74 0,2 0 81 0</inkml:trace>
  <inkml:trace contextRef="#ctx0" brushRef="#br0" timeOffset="36023.25">7338 11435 65 0,'-5'10'188'0,"5"1"84"0,-5-7 60 0,5 5 46 0,-8-9 35 16,8 0 28-16,0 0 28 0,0 0 26 0,0 0 27 0,0 0 28 0,0 0 28 16,0 0-46-16,8 0-93 0,-8-4-105 0,5 4-115 0,0 0-64 0,-5-5-34 15,9 5-16-15,-4-4-9 0,2 4-3 0,-1-5-6 0,8 5-7 0,-7-6-9 16,6 6-13-16,-2 0-19 0,4-4-29 0,-1 4-37 0,-4 0-42 0,3 0-48 0,1-6-57 16,-1 6-62-16,0 0-125 0,0 6-148 0,0-6-67 0,0 0-20 0,0 0 0 0,-7 0 12 15,7 0 22-15,-6 0 27 0,1 0 40 0,4-6 48 0,-12 3 54 0,7-3 59 16,-2 1 70-16,-5-5 74 0</inkml:trace>
  <inkml:trace contextRef="#ctx0" brushRef="#br0" timeOffset="36404.44">7997 11098 88 0,'7'-9'157'0,"-7"-1"42"0,0 1 37 0,0 0 36 15,6-3 34-15,-6 3 34 0,0 0 38 0,0-6 36 0,0 6 35 0,5 2 34 16,-5-2 38-16,0 0-55 0,0-1-109 0,9 5-51 0,-9 1-22 0,0-1-14 16,0-1-1-16,0 2-6 0,0 4-9 0,7-6-7 0,-7 6-12 0,0-5-13 0,0 5-13 15,0 0-15-15,0 0-18 0,0 0-15 0,0 0-17 0,0 0-15 0,0 0-15 16,0 0-66-16,0 0-48 0,0 0 0 0,-7 0 0 0,7 5 0 0,0 1 0 15,0-2 0-15,0 7 0 0,0-7 0 0,0 11 0 0,0-6 0 0,0 7 0 16,0-2 0-16,0-1 0 0,0 8 0 0,0-6 0 0,0 4 0 0,7-5 0 0,-7 7 0 16,0-2 0-16,0 0 0 0,0 2 0 0,5-3 0 0,-5-3 0 0,0 4 0 15,0 1 0-15,8-1 0 0,-8-3 0 0,0 2 0 0,5-3 0 0,-5 6 0 16,6-8 0-16,-6 7 0 0,8-4-6 0,-8-3-207 0,5 2-52 0,-5-1-61 16,7-4-69-16,-7 5-112 0,6 0-126 0,-6-6-45 15,0 0-2-15,8 3 20 0,-8-3 29 0,0-5 42 0,-8 2 44 0,8-1 51 0,0-5 58 16,-6-5 62-16,-1 5 66 0,-6-10 71 0,7 1 76 0</inkml:trace>
  <inkml:trace contextRef="#ctx0" brushRef="#br0" timeOffset="36945.85">8368 11587 6 0,'0'-5'96'0,"8"5"59"0,-8-4 45 0,5-2 37 0,-5 1 34 0,7 1 34 0,-7-1 34 0,0 1 34 0,0-2 36 0,0 0 34 16,7 3 35-16,-7-3-13 0,0 2-41 0,0-1-52 0,0-1-63 0,0 2-31 15,0 4-19-15,0-5-11 0,0 5-9 0,0 0-13 0,0 0-18 0,0-4-18 0,0 4-22 16,0 0-19-16,0 0-19 0,0 0-20 0,0 0-21 0,0 0-17 0,0 0-18 16,0 0-11-16,0 4-12 0,0 1-8 0,0-1-6 15,0 2-3-15,0-1 2 0,0 5-1 0,0-1 0 0,0 1 2 0,0 4-2 0,0 1 2 0,0-6-3 0,-7 7-7 16,7-1-2-16,-7-2-10 0,7 2-6 0,-5 0-16 0,-3 0-14 0,8 0-21 16,-8 0-26-16,3-2-30 0,-1-2-33 0,1 2-40 0,-2-1-42 0,-2-3-58 15,4 1-64-15,-2-1-91 0,-4-4-101 0,2-1-35 0,9 2-3 0,-7-6 16 16,2 0 24-16,-8 0 37 0,13 0 40 0,-6-6 45 0,-2 6 50 0,1-9 54 0,2 5 58 15,-1-7 64-15,-2 2 70 0</inkml:trace>
  <inkml:trace contextRef="#ctx0" brushRef="#br0" timeOffset="37146.11">8289 11235 0 0,'7'0'22'0,"2"0"141"0,-4-4 83 16,1 4 57-16,1-5 39 0,-7 1 36 0,5 4 26 0,-5-6 28 0,9 0 28 15,-9 3 27-15,7-3 28 0,-7 6 23 0,5-5 24 0,-5 5-103 0,0 0-177 0,0 0-97 16,0 0-52-16,6 0-28 0,-6 0-9 0,0 0-9 0,0 0-7 0,0 0-6 16,0 0-11-16,0 0-8 0,0 0-12 0,0 0-10 0,0 0-12 0,0 0-22 15,0 0-29-15,0 0-29 0,0 0-36 0,-6 5-37 0,6 1-41 0,0-3-43 0,0-3-49 16,-5 6-94-16,5 0-116 0,-7-2-51 0,7 1-11 0,-9 5 3 0,4-6 16 16,5-4 30-16,-7 5 39 0,1 0 42 0,1-5 46 0,5 0 52 0,-9 0 53 0,2 0 56 15,2-5 61-15</inkml:trace>
  <inkml:trace contextRef="#ctx0" brushRef="#br0" timeOffset="37561.93">8955 11162 0 0,'0'-4'1'0,"6"-7"103"0,-6 7 73 0,0-5 52 0,5 3 44 16,-5-3 42-16,0 3 42 0,0-4 42 0,7 1 38 0,-7-2 39 0,0 4 38 16,9-4 35-16,-9 7 35 0,0-8-65 0,0 3-124 0,5 3-67 0,-5-3-39 15,0 5-21-15,7-5-15 0,-7 4-17 0,0-2-20 0,0 7-21 0,6-3-19 16,-6 3-23-16,0-6-20 0,0 6-22 0,0 0-17 0,0 0-15 15,0 0-10-15,0 0-14 0,0 0-6 0,0 6-5 16,0-3-6-16,5 4-4 0,-5 2-2 0,0 0-22 0,8 0-10 0,-8 6 0 0,0 1 0 0,0-2 0 16,8 1 0-16,-8 4 0 0,0 2 0 0,5-3 0 0,-5 3 0 0,0-2 0 0,0-1 0 0,6 3 0 15,-6-2 0-15,0 2 0 0,0-2 0 0,0-1 0 0,8 3 0 0,-8-6 0 16,5 3 0-16,-5-3 0 0,0 4 0 0,8-4-98 0,-8 0-39 0,0 0-26 16,7 0-24-16,-7-6-34 0,0 1-33 0,5-1-41 0,-5 0-40 0,0 3-62 0,0-8-76 15,0-4-61-15,0 0-56 0,0 0-7 0,0 0 18 0,0 0 30 0,0 0 39 16,-5 0 41-16,5-9 43 0,-7-1 52 0,-1 1 51 0,3-7 57 0,-3 2 56 0,2-5 69 15,1-7 78-15</inkml:trace>
  <inkml:trace contextRef="#ctx0" brushRef="#br0" timeOffset="37767.54">8910 10757 0 0,'5'-4'7'0,"2"-1"130"0,-7-5 97 0,7 4 73 0,-7 1 60 0,0 1 51 15,5-7 46-15,-5 7 43 16,0-1 41-16,8-5 34 0,-8 7 35 0,0-3 30 0,0 0 30 0,0 2-88 0,8 4-153 0,-8 0-106 0,0-5-87 0,0 5-51 15,0 0-36-15,5-6-28 0,-5 6-21 0,0 0-22 0,0 0-21 0,6 0-15 16,-6 0-13-16,0 0-11 0,5 0-12 0,-5 6-20 0,0-6-21 0,7 5-25 0,-7-5-23 16,0 4-24-16,9 2-27 0,-9 0-32 0,0-3-35 0,5 7-41 0,-5-5-42 15,7 4-67-15,-7-3-78 0,0 3-85 0,6-3-84 0,-6 4-20 16,0-1 12-16,0-5 25 0,0 7 34 0,0-7 40 0,0-4 45 0,0 5 51 16,-6 1 51-16,6-6 57 0,0 0 57 0,0 0 70 0,0 0 72 0</inkml:trace>
  <inkml:trace contextRef="#ctx0" brushRef="#br0" timeOffset="38973.11">9677 10986 12 0,'0'0'23'0,"0"0"5"16,7-4 3-16,-7 4 3 0,0 0 3 0,0 0 5 0,0 0 4 0,0 0 1 0,0 0-3 0,0 0-2 0,0 0-2 0,0 0-3 0,0 0-1 0,0 0-3 0,0 0-4 0,0 0-4 0,0 0-4 16,0 0-3-16,0 0-2 0,0 0-1 0,0 0-4 0,0 0-2 0,0 0-5 0,0 0-3 15,-7 0-1-15,7 0 5 0,0 0 7 0,0-6 10 0,0 6 10 0,0 0 14 16,0 0 12-16,0 0 14 0,0 0 14 0,0 0 16 0,0 0 19 0,0 0 13 0,-6 0 12 15,6 0 11-15,0 0 7 0,0 0 5 0,0 0 4 0,6-4 2 0,-6-1 1 16,0 5 2-16,0 0 1 0,0 0-4 0,0-4-2 0,0-1-5 16,7-1-7-16,-7 6-5 0,0-4 0 0,0 4-3 0,6-6 0 0,-6 6-1 0,0-5-2 15,0 1-1-15,0 4 0 0,0-5-2 0,8-1-4 0,-8 6-5 0,0 0-5 0,0-4-8 16,0 0-9-16,7 4-9 0,-7 0-10 0,0-5-7 0,0 5-8 0,0-6-7 16,0 6-6-16,0 0-2 0,5 0-5 0,-5 0 0 0,0-3-3 0,0 3 1 15,0 0-4-15,0 0-1 0,0-7-2 0,0 7-1 0,0 0 0 0,0 0-1 0,0 0-1 16,0 0-2-16,0 0-3 0,6-5-1 0,-6 5-3 0,0 0-2 0,0 0-4 15,0 0 0-15,0 0-2 0,0 0-3 0,0 0-1 0,0 0-2 0,0 0-2 16,0 0-1-16,0 0 0 0,0 0-1 0,0 0 3 0,0 0 2 0,0 0 1 0,0 0 2 16,0 0-1-16,0 0 2 0,0 0-4 0,0 0-1 0,0 0-2 0,0 0 0 15,-6 5-2-15,6-5 0 0,0 7-2 0,0-7 1 0,-5 3-3 0,5 3 1 16,-7 3-4-16,-1-5 1 0,8 7-2 0,-6-2 1 0,-1 7-1 0,1-7 1 0,1 10-1 16,-11-5 0-16,11 2 0 0,-2-1-3 0,-4-1 0 0,2 6-4 0,-3-6-3 15,6 1-1-15,-2 1-4 0,3 2-3 16,-3-3 2-16,-4 0-3 0,5 0 0 0,2-2 0 0,-3-3 2 0,8 4-2 0,-7-2 1 0,2 1-1 0,5-3 1 0,-8-5-1 15,2 4 0-15,6-3 1 0,0 3 1 0,-5-3-1 0,5-2 1 0,0 2 0 16,0-6 1-16,0 0 0 0,0 5-1 0,0-5 2 0,0 0-1 0,-8 4 2 16,8-4 1-16,0 0 2 0,0 0 3 0,0 0 1 0,0 0 2 0,0 0 2 15,0 0 2-15,0 0 3 0,0 0 0 0,0 0 2 0,0 0 0 0,0 0 2 16,0 0-4-16,0 0-2 0,0 0-2 0,0 0-4 0,8 0-4 16,-8 0-3-16,0 0-4 0,0 0-4 0,0 0-2 0,0-4-6 0,0 4-4 0,0 0-2 15,0 0-3-15,0 0 1 0,5 0 0 0,-5 0 2 0,0 4 4 0,6-4 2 0,-6 0 3 16,8 0 4-16,-8 5 6 0,5-5 3 0,-5 4 4 0,7-4 3 0,1 6 1 15,-3 0 3-15,2-6 3 0,-7 3 1 0,7 3 0 0,-2-3 1 0,3 3-2 16,-3-6 0-16,3 6-1 0,-2-2-1 0,-6 1 1 0,5-1 1 0,2 1 2 0,2 1 1 16,-4 3 2-16,1-3-1 0,1 4-1 0,7-1-1 0,-7 0 0 15,-2 6 2-15,8-6-9 0,-7 7-11 0,9-7 0 0,-10 6 0 0,1 0 0 0,7 4 0 16,0-4 0-16,-5 0 0 0,3 0 0 0,-3-2 0 0,5 2 0 0,-7-1 0 16,1 2 0-16,6-7 0 15,-5 6 0-15,-3-6 0 0,1 1 0 0,1 1-9 0,-2-7-62 0,4 5-22 0,-4-3-26 0,-5-2-29 0,0 1-29 0,7 1-29 16,-7-6-28-16,0 0-28 0,0 0-31 0,0 0-47 0,0 0-59 0,0 0-81 0,0 0-88 15,-7 0-25-15,2 0 9 0,-4-6 27 0,4 6 34 0,-2-5 44 0,1 1 44 0,-7-2 45 16,5-3 44-16,3 5 46 16,-8-7 49-16,0 1 63 0,5 5 66 0</inkml:trace>
  <inkml:trace contextRef="#ctx0" brushRef="#br0" timeOffset="39814.58">10074 11152 1 0,'-5'-5'97'0,"-2"5"72"15,-7 0 55-15,8-4 43 0,-1 4 39 0,2 0 32 0,-4-5 32 0,9 5 26 0,-5-4 27 0,0 4 23 0,5 0 23 0,-8-6-19 0,8 6-44 0,0 0-76 0,0 0-92 0,0 0-54 16,0 0-28-16,0 0-17 0,0 0-10 0,0 0-9 0,8 0-9 0,-8 0-6 16,0-4-6-16,0 4-2 0,0 0-4 0,0 0 1 0,5 0-3 0,-5 0-2 15,0-5 1-15,5 5-7 0,-5 0-5 0,9 0-5 0,-4 0-8 0,2 0-5 16,-1-6-5-16,2 6-5 0,5 0-6 0,0-3-4 0,0 3-5 0,-2-7-14 16,10 7-18-16,-8 0-24 0,8-5-28 0,-2 5-34 0,-1 0-33 0,1 0-40 0,1 0-43 15,-1 5-51-15,2-5-56 0,-3 7-101 0,-2-4-117 0,-5-3-46 0,2 6-11 0,0 3 10 16,-6-3 26-16,-1-2 36 0,0 1 39 0,-6-1 45 0,0 1 50 0,0-5 52 15,0 6 54-15,-6-6 63 0,0 4 66 0</inkml:trace>
  <inkml:trace contextRef="#ctx0" brushRef="#br0" timeOffset="39972.71">10166 11372 0 0,'-5'15'9'0,"-3"-6"125"0,0 1 79 16,3 1 56-16,5-7 44 0,-8 1 37 0,3 1 34 0,5-6 31 0,0 0 31 16,0 0 28-16,0 0 26 0,0 0 25 0,0 0 24 0,0 0-85 0,0 0-149 15,0 0-82-15,5-6-47 0,3 6-25 0,-8 0-14 0,5-5-12 0,3 5-14 0,0-4-11 16,3 4-13-16,-3-6-20 0,5 6-18 0,-1-5-30 0,0 1-35 0,3 4-48 15,-2-6-53-15,-2 3-69 0,10-3-76 0,-8 2-118 0,1-2-131 0,-2 6-56 16,-1-5-18-16,5 1 4 0,-4-7 12 0,0 7 27 16,-4-5 31-16,4 3 43 0,2-9 47 0,-1 0 55 0,0 2 60 0,-7-2 67 0,6-6 74 0</inkml:trace>
  <inkml:trace contextRef="#ctx0" brushRef="#br0" timeOffset="40544.46">10751 11000 0 0,'-5'7'30'0,"5"-7"149"0,-8 0 89 0,2 0 64 0,6-7 53 16,0 7 45-16,0-3 41 0,0-8 35 0,0 7 35 0,0-6 33 0,0 5 30 0,0 1 29 16,6-1 27-16,2-1-115 0,-8 2-191 0,5-2-105 0,-5 1-60 0,7 5-36 15,-7-4-26-15,0 4-17 0,9-5-18 0,-9 5-17 0,0 0-17 0,0 0-14 16,0 0-16-16,0 0-8 0,5 5-9 0,-5-5-7 0,0 4-8 0,0 1-3 0,6 5-3 16,-6 1 0-16,0-2 0 0,0 5 1 0,0 0 2 0,7 2-4 0,-7 2-6 15,0 3-7-15,0 0-11 0,0-3-10 0,0 7-15 0,0-6-14 0,0 5-8 16,0-3-13-16,0-3-8 0,0 3-14 0,0-2-14 0,0-1-6 0,0 3-6 0,0-6 0 15,0-2 2-15,0 2-3 0,0 0 0 0,0-5 1 0,0 4 1 0,5-4 4 16,-5 1 3-16,0-7 9 0,0 2 8 0,0-3 16 0,0 3 20 0,0-6 11 16,0 0 9-16,0 0 6 0,0 0 7 0,0 0 13 0,0-6 12 0,0-3 10 15,0-1 12-15,-5 5 6 0,5-10 7 0,-7 6 0 0,7-7-1 16,-6 4-3-16,6-4-7 0,-5 2-3 0,-4-5 0 0,2-2 2 0,2 2 2 0,-3-2 4 16,2 3 2-16,1-6 7 0,-3-1 12 0,3 1 11 0,-2 3 14 0,0-1 13 0,0-5 12 15,1 3 13-15,-1-1 10 0,7 7 7 0,-5-1 6 0,5-2 5 0,0 7 5 0,-8-5 4 16,8 10 3-16,0-3-9 0,0 3-10 0,8-1-15 0,-8 5-18 0,0 5-18 15,0-4-18-15,0 4-14 0,5 0-16 0,-5 0-6 0,7 4-5 16,-7 1-2-16,6-1-2 0,1 7-1 0,0-2 1 0,0 1 2 0,-2 5 3 0,3 0 5 0,3 0 9 16,-3 4 9-16,4 0 9 0,2 2 6 0,-1-3 6 0,1 2 3 0,-2 5 1 15,1-6 0-15,6 2-4 0,-5 3-2 0,-2-11-2 16,1 8-1-16,1-3-3 0,-1 3-2 0,6-6-3 0,-7-2-1 0,2 2-3 0,-1-6-4 0,0 6-3 16,0-5-4-16,0 1-1 0,1-2-2 0,-2-5-1 0,2 8 3 0,-1-9 3 0,-1 3 6 15,-5-3 5-15,6 3 10 0,-6-6 8 0,-1 0 6 0,7 0 10 0,-8 0 2 16,3-6 4-16,0 3 3 0,-8-3 0 0,5 3-1 0,1-9-2 0,-6 3-5 15,7 0-4-15,-7-7-7 0,0 1-8 0,0 1-10 0,0 0-7 0,-7-7-12 16,7 3-14-16,-6-1-3 0,6-7 0 0,-5 3 0 0,-3-3-2 0,0 7-7 16,8-5-2-16,-5 0 2 0,-1 0 0 0,-1 3-1 0,7 2 1 0,-6 0-7 15,-1-1-1-15,-1 6-9 0,8 3-6 0,-5-4-7 0,5 11-9 0,-7-7-11 0,7 7-16 16,0 4-22-16,-7-5-29 0,7 5-29 0,0 0-34 0,0 0-33 0,0 0-33 16,-5 5-31-16,5 5-32 0,0-5-65 0,-8 4-79 0,8 7-60 0,0-7-50 0,0 10-5 15,-5-4 18-15,5 5 33 0,5-6 41 0,-5 7 46 0,8-3 46 0,-8-3 48 16,5 6 49-16,2-3 50 0,5-3 52 0,-4 1 67 0,5-2 81 0</inkml:trace>
  <inkml:trace contextRef="#ctx0" brushRef="#br0" timeOffset="40751.87">11554 11469 0 0,'0'12'43'0,"5"-3"162"0,-5 1 95 0,0-5 70 0,0-5 60 0,0 0 50 0,0 0 48 0,0 0 47 0,8-5 46 0,-8-2 40 0,0 4 36 0,6-3 32 15,-6 3 30-15,0 3-131 0,0-6-222 0,0 6-122 16,5 0-69-16,-5 0-45 0,0 0-80 0,0 0-90 0,0 0 0 0,0 0 0 0,0 0 0 0,0 0 0 0,0 0 0 15,0 0 0-15,0 6 0 0,-5-3 0 0,5 3 0 0,0-3 0 0,-6 9 0 16,6-8 0-16,0 5 0 0,-8 2 0 0,8 2 0 0,-5-1 0 0,5-3 0 16,-8 6-20-16,8-6-70 0,-5 0-26 0,5 7-34 0,-8-7-41 0,2-3-46 0,6 3-50 15,-5 0-55-15,-3-2-114 0,8-4-133 0,-7 3-51 0,7-6-8 0,-6 5 15 16,-1-5 27-16,7-5 34 0,-6-1 41 0,1 3 50 0,5-4 50 0,-8-2 59 16,8-6 60-16,-8 1 67 0,8-6 69 0</inkml:trace>
  <inkml:trace contextRef="#ctx0" brushRef="#br0" timeOffset="40964.25">11462 11034 0 0,'0'-3'37'0,"0"-3"157"0,0-3 96 0,0 5 73 16,0-1 58-16,0-5 52 0,0 4 43 0,0 1 40 0,0 1 36 0,0-2 30 0,5 2 28 15,-5-1 26 1,8 1 23-16,-8-1-126 0,0 5-211 0,8-6-123 0,-8 6-73 0,0 0-45 0,5-4-30 0,-5 4-26 0,0 0-17 0,6 0-18 0,-6 0-12 0,0 0-9 16,7 4-7-16,-7-4-6 0,6 0-5 0,-6 6-10 0,7-1-16 0,1-1-16 15,-8-4-22-15,5 9-30 0,-5-3-30 0,6-2-39 0,2 1-48 0,-8 4-64 16,5-2-75-16,-5 2-101 0,8-4-108 0,-8 5-45 15,5-7-10-15,-5 3 16 0,0-1 26 16,8-1 36-16,-8-4 41 0,0 6 50 0,0-6 52 0,6-6 59 0,-1 2 63 16,2-1 72-16,-7-1 76 0</inkml:trace>
  <inkml:trace contextRef="#ctx0" brushRef="#br0" timeOffset="41275.75">12444 10963 0 0,'8'-5'8'0,"0"-1"124"0,-3 2 77 0,3-2 57 16,-8 1 45-16,0 5 43 0,0-4 42 0,0-1 42 0,0-1 41 0,0 2 39 0,0 0 36 16,0 4 34-16,0 0 31 0,0 0-82 0,0-5-148 0,0 5-81 0,0 0-48 15,0 0-28-15,0-6-20 0,0 6-21 0,0 0-26 0,0 0-25 0,0 0-25 16,0 0-23-16,0 0-18 0,0 0-13 0,0 0-8 0,5 6-4 0,-5-1-7 15,5-1-3-15,-5 6-6 0,9-5-1 0,-4 4-1 0,-5 7 0 0,7-2 3 0,-1 0 1 16,1 7 1-16,-7-3 3 0,6 6 0 0,2-3-4 0,-3 3-20 0,-5 1-15 16,7-1 0-16,-7 1 0 0,6-1-16 0,-6-6-27 0,6 7-14 0,-6-5-16 15,8-1-16-15,-8 2-24 0,0-2-27 0,7-4-32 0,-7 0-30 0,0-2-34 16,5 2-34-16,-5-4-48 0,9 2-51 0,-9-3-92 0,0 1-102 0,5-2-36 0,-5-3-2 16,0-3 22-16,0-3 26 0,0 0 40 0,0 0 45 0,5-3 48 0,-5-3 48 15,0-3 51-15,0-6 53 0,0 0 64 0,0-4 68 0</inkml:trace>
  <inkml:trace contextRef="#ctx0" brushRef="#br0" timeOffset="41434.44">12388 10693 0 0,'-7'-15'21'0,"-1"0"141"15,3 2 89-15,-3-2 63 0,2 6 50 0,6-7 39 0,0 6 38 16,0 2 32-16,0 2 27 0,6-3 26 0,-6 3 27 0,8 1 22 0,-3 1 25 0,3-2-111 0,-1 1-177 16,-2 5-107-16,2-4-63 0,0 4-39 0,6 0-21 0,-8 0-16 0,9 0-13 0,-1 4-9 15,0 1-8-15,0 1-13 0,1-2-19 0,-2 7-31 0,1-2-33 0,1 1-45 16,-2 4-52-16,8-4-71 0,-8 5-85 0,7 0-96 0,-6-2-101 0,3 2-41 15,2 0-10-15,-5 0 9 0,0 0 15 0,-6 0 25 0,5-5 33 0,-4-1 45 0,3 0 49 16,-3-3 58-16,-3-2 61 0,2 7 73 0,1-11 77 0</inkml:trace>
  <inkml:trace contextRef="#ctx0" brushRef="#br0" timeOffset="41687.07">12960 11134 0 0,'-5'13'45'0,"-4"-2"159"0,2-1 90 0,2-1 64 0,-1-3 52 16,-1-3 43-16,1-3 44 0,6 0 39 0,-8 0 35 0,8-3 32 0,0-3 30 0,0 6 28 15,0 0 31-15,0 0-125 0,0 0-214 0,0 0-103 0,0 0-53 16,0-4-24-16,0 4-16 0,8 0-12 0,-8 0-15 0,0 0-12 0,0 0-10 0,6 0-72 16,-6-5-36-16,7 5 0 0,-7-6 0 0,6 6 0 0,-1-4 0 0,2 4 0 15,2-6 0-15,-4 6 0 0,8-5 0 0,1 5 0 0,-2-4 0 0,2 4 0 16,4-5 0-16,-4 5 0 0,6 0 0 0,-1 0 0 0,2 0 0 0,-10 0 0 16,10 0-36-16,-3 0-99 0,-4 0-34 0,-2 0-39 0,1 0-41 0,1 0-42 15,-7 0-44-15,-2 5-71 0,4-5-82 0,-4 0-70 16,-5 0-61-16,0 0-6 0,0-5 16 0,0 5 34 0,0-4 38 0,0-2 48 0,-5-3 50 0,-4 3 54 0,4-4 55 0,-2 1 58 15,-1-6 54-15,2 6 72 0,-7 0 74 0</inkml:trace>
  <inkml:trace contextRef="#ctx0" brushRef="#br0" timeOffset="41861.31">13065 10997 0 0,'-7'0'16'0,"-6"-6"136"0,-1 6 84 0,9-5 65 0,-3 5 57 0,3-4 49 0,-3-2 52 15,2 6 45-15,1-9 42 0,5 9 40 0,0-4 35 0,0-1 33 0,0 5 31 16,0 0-98-16,0 0-170 0,0 0-102 0,0 0-64 0,0 0-45 0,0 0-35 16,0 0-29-16,0 0-31 0,0 0-16 0,0 9-15 0,0-4-11 0,0-1-13 0,0 6-6 15,5 1-8-15,-5-1-6 0,0 4-8 0,6-1-18 0,-6 2-10 0,8 6 0 16,-8-8 0-16,5 7 0 0,3 1 0 0,-8-2 0 0,5 0 0 0,2 2 0 15,0-3 0-15,-7 3 0 0,5-2-5 0,3-1-117 0,-8-3-33 0,7 6-40 16,-2-8-43-16,-5 8-56 0,8-6-63 0,-8-2-115 0,6 2-137 0,-6-4-49 0,5 2-8 16,-5-3 19-16,8 1 33 0,-8-2 38 0,8-3 44 0,-8-3 52 0,0-3 52 15,5 0 59-15,-5-3 60 16,6-3 69-16,1 1 73 0</inkml:trace>
  <inkml:trace contextRef="#ctx0" brushRef="#br0" timeOffset="42147.59">13508 11152 0 0,'0'6'34'0,"0"-6"153"16,0 4 89-16,0-4 65 0,0 0 49 0,0 0 39 0,0 0 35 0,0 0 35 15,5 0 31-15,-5 0 33 0,0 0 30 0,0 0 31 0,0 0 25 0,0 0-115 0,0 0-195 0,0 0-103 0,0 0-50 16,0 0-27-16,0 0-16 0,0 0-7 0,0 0-4 0,0 0-7 0,0 0-7 16,0 0-9-16,0 0-6 0,0 0-9 0,0 0-3 0,0 0-11 0,0 0-53 15,8 0-27-15,-8 0 0 0,0 0 0 0,5 0 0 0,-5 0 0 0,7-4 0 16,-7 4 0-16,7 0 0 0,-2-6 0 0,2 6 0 0,6-5 0 0,-5 5 0 15,3 0 0-15,5 0 0 0,-5-4 0 0,1 4 0 0,9 0 0 0,-10 0 0 16,10 0 0-16,-7 4 0 0,6-4 0 0,-8 0-58 0,8 0-79 0,-7 5-30 0,6-5-31 31,-6 0-37-31,0 6-39 0,1-6-46 0,-2 4-61 0,1-4-71 0,-7 6-75 16,7-6-78-16,-6 0-14 0,-1 5 13 0,2-5 29 0,-2 0 38 0,-6 0 41 0,0 0 49 16,0 0 50-16,0-11 52 0,-6 7 54 0,6-7 58 0,-8 7 67 0,-5-1 70 0</inkml:trace>
  <inkml:trace contextRef="#ctx0" brushRef="#br0" timeOffset="42338.64">13671 11055 36 0,'-16'-6'154'0,"11"6"78"0,-6-4 66 0,4 4 52 16,-7-5 49-16,7-1 48 0,1 3 49 0,1-3 44 0,5 6 44 0,-8-4 42 16,8-1 39-16,0 1-26 0,-8 4-69 0,8 0-92 0,0-5-106 0,0 5-63 15,0 0-41-15,0-7-29 0,0 7-23 0,0 0-26 0,0-3-107 0,0 3-83 16,0 0 0-16,0-6 0 0,0 6 0 0,0 0 0 0,0 0 0 0,0 0 0 0,0 0 0 16,0 0 0-16,0 0 0 0,0 0 0 0,0 0 0 0,0 9 0 0,8-2 0 15,-8 2 0-15,0 0 0 0,0 0 0 0,0 6 0 0,8 1 0 0,-8 2 0 16,5-3 0-16,-5 11 0 0,6-7 0 0,1 0 0 0,-7 2 0 0,5 3 0 0,4-5 0 15,-2 0-42-15,-7 1-109 0,5-5-38 0,1 4-48 0,-1-4-53 0,-5 0-70 16,8 0-75-16,0-2-95 0,-8 2-94 0,5-4-27 0,-5 2 4 0,7-3 26 16,-7-5 33-16,0 5 42 0,0-5 45 0,0-5 52 0,0 0 57 0,0 0 60 0,0 0 64 15,0 0 73-15,0-5 75 0</inkml:trace>
  <inkml:trace contextRef="#ctx0" brushRef="#br0" timeOffset="42672.62">13800 10922 60 0,'5'6'133'0,"11"-6"40"0,-11 0 33 16,8 0 32-16,1 0 32 0,-2 0 33 0,2-6 38 0,-1 6 34 0,-1-4 34 0,0 4 33 16,3-4 32-16,-1-1-47 0,-4-1-94 0,-2 3-48 0,5-4-27 0,-7 2-9 15,1 1-2-15,7-1-8 0,-9-5-8 0,-5 5-14 0,8 1-14 0,-3-1-16 16,3 1-14-16,-8-2-11 0,6 0-11 0,-6 2-10 0,0 4-5 0,5-5-10 0,-5 5-13 15,0 0-10-15,0 0-10 0,0 0-8 0,0 0-3 0,7 0-4 0,-7 0-2 16,8 5-3-16,-8-1-3 0,6 2-5 0,-6 4-3 0,6-1-6 0,1 0-10 16,-2 6-46-16,2 6 0 0,2-2 0 0,-4 1 0 0,8 4 0 0,-8 4 0 15,9 3 0-15,-1-1 0 0,0 3 0 0,-5 1 0 0,4 6 0 0,-5-7 0 16,6 7 0-16,-6-1 0 0,-2-5 0 0,2 5 0 0,-7 1 0 0,7-7-29 0,-7-3-144 16,-7 4-42-16,7-6-62 0,-7 2-71 0,-5-6-120 0,-1 0-149 0,-1 1-56 15,-7-6-14-15,10 2 16 0,-15-6 30 0,8-2 38 16,-10 1 43-16,8 2 48 0,-6-7 53 0,0 2 58 0,0-7 64 0,2 5 73 0,-5-2 80 0</inkml:trace>
  <inkml:trace contextRef="#ctx0" brushRef="#br0" timeOffset="45462.51">14961 10952 6 0,'5'-4'85'0,"-5"-2"51"0,6 1 40 0,-6 1 32 0,0-1 27 0,7-1 26 0,-7-2 27 0,0 3 23 0,0-1 28 0,0-4 23 0,0 5 27 0,0 1-23 0,6-7-52 0,-6 7-48 15,0-1-49-15,0-4-28 0,0 5-18 0,0-2-12 0,0 0-5 0,0 2-6 16,0-1-8-16,-6-1-8 0,6 3-8 0,0-3-11 0,0 2-12 0,0-1-8 15,0 1-5-15,0-1-7 0,-7 5-7 0,7-7-7 16,0 7-5-16,-6-3-5 0,6 3-5 0,0-6-4 0,0 6-7 0,-5 0-6 0,5 0-6 0,0 0-2 0,-7-5-6 16,7 5-3-16,0 0-6 0,0 0-3 0,-9 0-7 0,9 0-6 0,-5 5-2 15,-2-5-4-15,7 6-2 0,-6-6-1 0,1 3 1 0,-4 4-2 0,2-2 1 0,2-1 3 16,-1 5-1-16,-2 0 3 0,-5-3-1 0,6 3 3 0,2 3 4 0,-2-3-2 16,2 0 1-16,-2 1-1 0,-1-1-1 0,3 3-1 0,-3-9 0 0,2 8 0 15,6-3 0-15,-5 3-1 0,-3-2-2 0,8 1-1 0,0 1 1 0,-8-7-1 16,8 11 0-16,0-6 1 0,0 0-1 0,-5-2 0 0,5 2 1 0,0 6-2 0,0-12 2 15,0 12-2-15,0-9 2 0,5 4-2 16,-5 1 3-16,0-4-2 0,0 4 0 0,8-7 1 0,-8 8 1 0,8-3 0 0,-3 0 1 0,-5-3 0 0,6-2 2 16,2 5 0-16,-3-4 3 0,3 5-1 0,-1-4 2 0,-7-1 1 0,5 5 1 0,2-7 3 15,-2 3 1-15,2-2 4 0,1 1 4 0,-3 1 3 0,3-3 3 0,-8 3 1 16,6-6 3-16,-1 6-2 0,-5-2 3 0,7 1 2 0,-7-5-2 0,9 4 0 16,-9 2 0-16,5-6-2 0,-5 0 0 0,0 4-5 0,0-4 0 0,0 0-2 0,0 0-2 15,0 0 2-15,0 0-2 0,0 0 3 0,0 0-1 0,0 0 3 16,0 0 2-16,0 0 0 0,0 5 2 0,0-5 3 0,0 0 1 0,-5 5-2 0,5-5 1 15,-9 0-2-15,9 4-1 0,-7-4-3 0,2 0-1 0,-1 6-3 0,-2-6-2 0,3 6 0 16,-3-6-6-16,1 3 1 0,-5-3-3 0,7 6-2 0,-2-2 0 0,-6-4-3 16,5 6 0-16,2-6 0 0,1 5-2 0,-3-5 1 15,0 4 2-15,3 1-1 0,-1-5 2 0,-1 0-1 0,7 4 0 0,-5-4 2 0,-4 0-2 0,2 6 1 16,2-6 2-16,5 6-2 0,-6-6 3 0,-1 0 2 0,7 0-1 0,-6 0 0 0,6 0 1 31,-8 0 0-31,8 0-1 0,0 0 1 0,0 0 1 0,-5 0-1 0,5 0 2 0,0 0-3 0,0 0 3 0,0 0-2 0,0 0 0 0,0 0 0 0,0 0-2 31,-7 0 1-31,7 0 1 0,0 0 1 0,0 0 0 0,0 0 2 0,0 0 2 0,0 0 0 16,0 0-1-16,0 0-1 0,0 0 1 0,7-6 1 0,-7 6-4 0,0 0 2 16,0 0 1-16,0 0 3 0,0 0 0 0,5 0 3 0,-5 0 2 0,8 0 2 15,-2 6 1-15,-6-6 3 0,7 3 2 0,-1 3 4 0,-1-6 5 0,2 3 3 0,2 3 2 16,-4 0 2-16,2 3-1 0,-1-5-3 0,-1 7-4 0,3-2-2 0,-8-3-4 16,8 4-1-16,-3 3-5 0,1-2-3 0,2-2-3 0,-3 0-3 0,-5 7-3 0,8-7-3 15,-1 6-4-15,-7-6-13 0,5 0-14 0,2 7-23 0,-7-7-24 0,5 2-35 16,-5-1-40-16,7-1-47 0,-7 6-51 0,0-6-98 0,0 1-118 0,8-1-76 15,-8 3-55-15,0-8-18 0,0 5 8 0,0-4 23 0,-8 1 33 0,8-6 42 16,0 4 46-16,0-4 52 0,0 0 58 0,0 0 61 0,0 0 65 0,0 0 85 0,0 0 96 16</inkml:trace>
  <inkml:trace contextRef="#ctx0" brushRef="#br0" timeOffset="46830.6">6025 13027 0 0,'0'-3'48'0,"5"-8"80"0,-5 7 47 0,0 0 39 0,0-7 32 0,0 7 31 0,7-2 30 0,-7-3 30 0,0 3 33 0,0 1 30 15,0 1 30-15,0-1-2 0,0 1-17 0,0-2-55 0,0 2-77 0,0-1-40 0,0-1-24 16,0 6-11-16,0-4-6 0,0-2-9 0,0 6-5 0,0-5-10 0,0 5-13 15,6-4-11-15,-6 4-13 0,0 0-12 0,0 0-9 0,0 0-13 0,0 0-12 0,0 0-12 16,0 0-11-16,0 0-12 0,0 0-9 0,0 0-8 0,0 0-9 0,0 4-5 16,5 1-2-16,-5 1-6 0,9-2 1 0,-9 7-2 0,7-1 0 0,-7-1 0 15,5 0-1-15,-5 6 4 0,8 1 0 0,-2-3 1 0,-6 7-2 0,5 1-1 16,-5-3 0-16,0 1-5 0,8 2 0 0,-8 3-3 0,0-5-4 0,5 0-6 0,-5 7-7 16,0-2-11-16,0-5-11 0,7 2-18 15,-7-3-18-15,0 1-21 0,0-3-19 0,0 2-32 0,0-3-28 0,0-3-35 0,0 1-35 0,7-2-51 0,-7-2-55 16,0 0-68-16,0 0-73 0,0 1-37 0,0-4-18 0,0-6 10 0,0 5 25 0,0-5 32 15,-7 4 36-15,7-4 44 0,0 0 44 0,0 0 49 0,-7 0 48 0,7-4 57 16,-5-1 58-16</inkml:trace>
  <inkml:trace contextRef="#ctx0" brushRef="#br0" timeOffset="47005.36">5991 12887 0 0,'0'-25'8'0,"7"7"123"0,-7-3 75 0,0-3 56 15,0 9 42-15,0-4 40 0,0-1 40 0,0 6 33 0,0-7 35 0,0 7 30 16,0 1 24-16,0 1 23 0,0 3 22 15,0-1-93-15,0-1-158 0,0 8-89 0,0-3-54 0,6 2-32 0,-6 4-23 0,0-5-22 0,0 5-25 0,0 0-24 0,0-4-24 16,0 4-15-16,0 0-11 0,0 0-12 0,0 0-6 0,0 4-15 0,0 1-21 0,7-1-28 16,-7 2-29-1,0 3-42-15,6 0-48 0,-6 3-78 0,0 3-90 0,8-8-53 0,-8 8-29 0,5-3-5 0,-5 2 5 0,0-4 19 0,7-1 20 0,-7 0 30 32,6 1 35-32,-6-4 47 0,0-1 45 0,0-5 55 0,0 0 57 0,0 0 73 0,0 0 84 15</inkml:trace>
  <inkml:trace contextRef="#ctx0" brushRef="#br0" timeOffset="47402.18">6317 12726 0 0,'5'0'23'0,"3"0"141"15,0 0 83-15,-3-6 56 0,-5 3 47 0,6-4 37 0,-6 2 35 0,7 1 30 0,-7-7 28 16,0 4 22-16,0 1 21 0,6 0 17 0,-6 3 17 0,0 3-110 0,0 0-185 16,8-6-96-16,-8 6-51 0,0 6-24 0,7-6-12 0,-7 3-9 0,5 3-9 15,-5 0-6-15,6 1-4 0,-6 4-4 0,6 5 0 0,1-2-1 0,-7 0-2 0,8 0-2 16,-3 7-4-16,3 2-3 0,-8-3-7 0,0 5-5 0,6-1-6 0,-6 0-7 15,0 6-4-15,5-5-2 0,-5-1-4 0,0 6-1 0,0-8-4 0,0 5-3 16,0-5-7-16,0 5-6 0,7-5-2 0,-7-2-6 0,0 1-4 0,0-2-4 0,0-4-4 16,0 0-2-16,8-2-1 0,-8-3-2 0,0 4 2 0,0-2 0 0,0-3-1 15,6-5 1-15,-6 1 5 0,0-1 5 0,0-4 5 0,0 0 7 0,0 0 8 0,0 0 7 16,0 0 7-16,0 0 5 0,0 0 2 0,0 0 8 0,0 0 7 0,0-4 10 16,0-5 11-16,0 4 10 0,0-5 9 0,-6 0 9 0,6 0 4 0,0 0 4 15,-8-3-1-15,8-2 3 0,-7 0 3 0,7 0 0 0,-5-4 4 0,-1-1-2 0,6 1-7 16,-8-2 0-16,3-3-10 0,-3 5-4 0,1-5-7 0,1 0-7 0,0-1-4 15,1-5-7-15,-2 5-4 0,7-2-5 0,-8 0-6 0,2-1-4 0,6-2-5 16,-7 6-4-16,7-6-6 0,0 7-3 0,0-3-4 0,0 4-6 0,0 1 0 16,0 0-6-16,7 3-4 0,-7 2-2 0,0 2-3 0,6 0-3 0,2 5-7 15,-8 4-13-15,7-5-13 0,-2 4-20 0,-5 1-15 0,6 5-22 0,0-4-25 0,1 4-25 16,1 4-31-16,-3-4-38 0,3 5-41 0,3 4-74 0,-4-2-90 0,1 2-65 0,-2 0-51 16,0 6-8-16,-6-6 16 0,7 7 27 0,-7-7 33 0,0 6 38 0,0-6 42 15,0 6 46-15,-7-3 50 0,1 1 53 0,0-4 56 0,-2 3 72 0,1 2 85 0</inkml:trace>
  <inkml:trace contextRef="#ctx0" brushRef="#br0" timeOffset="47592.18">6290 12951 0 0,'-7'4'11'0,"-4"1"127"0,11-5 80 15,-8 4 60-15,3-4 46 0,-3 0 45 0,3 0 38 0,5-4 35 0,0-1 33 0,-7 5 30 0,7 0 25 16,0-4 26-16,0 4 20 0,0 0-93 0,0 0-160 0,0 0-92 0,0 0-59 16,0 0-36-16,0 0-26 0,7-6-20 15,-7 6-20-15,5 0-16 0,3-4-15 0,-3 4-8 0,3 0-9 0,-2-5-6 0,6 5-6 0,2-6-4 0,-1 2-3 0,8 4-14 16,-10-6-15-16,10 1-26 0,-3 5-27 0,3-4-39 0,-2 4-49 0,1-5-79 15,-1 5-95-15,2 0-88 0,-3-4-79 0,1 4-31 0,-1 0-5 0,3 0 10 16,-2 0 15-16,-4 0 28 0,4-6 37 0,-1 6 45 0,-4 0 48 0,7-3 58 0,-8-3 61 16,6-3 77-16,-7 3 80 0</inkml:trace>
  <inkml:trace contextRef="#ctx0" brushRef="#br0" timeOffset="47925.7">7117 12844 0 0,'0'7'24'15,"8"-1"140"-15,-2-1 72 0,1-5 49 0,-1 0 34 0,-6-5 26 0,5-1 22 0,2-1 26 0,-7-5 24 0,9-3 29 0,-4 6 28 0,8-6 28 16,-8 2 32-16,4 2-100 0,3-4-171 0,-6 2-77 0,2-2-32 0,-3 6-8 16,3-7 4-16,-3 1 8 0,2 6 7 0,-7 0 5 0,7-3-3 0,-7-3-4 15,7 6-6-15,-7 5-11 0,0-5-9 0,0-3-11 0,0 3-10 0,0 4-9 16,-7-5-5-16,7 6-7 0,-7-5-4 0,7 4-10 0,0-2-3 0,-7 4-13 16,7-3-8-16,-5 6-13 0,-3-5-7 0,8 5-10 0,-5-4-10 15,-3 4-7-15,8 0-7 0,-6 0-10 0,1 0-3 0,-2 4-10 0,-7 1-2 0,8 1-6 0,-1-3-1 16,-7 9-2-16,7-3 0 0,2 5 2 0,-8-4 0 0,7 6 3 0,-7-3 3 15,6 2 4-15,0 6 0 0,2-6 3 0,-2 3 2 0,-1 7 1 0,3-6 2 16,-3 1-1-16,8 4 2 0,-6 1-1 0,1-1 4 0,5 0-1 0,0 1 2 0,0 3-2 16,-8-2 2-16,8-3-5 0,0 3-7 0,8-3-9 0,-8 6-10 0,0-4-14 15,5-1-15-15,1 1-18 0,-6-1-18 0,8 2-19 0,-3-3-24 0,10 3-30 16,-10-3-34-16,2 3-29 0,5-8-24 0,-4 1-26 0,5 2-28 0,-2-2-53 0,5-5-66 16,-4 2-46-16,8-1-39 0,-8-2 2 0,7-2 19 0,-6-1 29 0,8-1 36 0,-3-4 42 15,-4-1 45-15,7-4 44 0,-3 0 40 0,1 0 44 0,-6-4 48 0,8-1 61 16,-8-1 78-16</inkml:trace>
  <inkml:trace contextRef="#ctx0" brushRef="#br0" timeOffset="48132.8">7873 12844 0 0,'8'-15'1'0,"-3"0"107"16,2 0 92-16,-7-4 63 0,0 4 49 0,0 0 46 0,0 0 44 0,0 6 43 31,-7-7 44-31,7 2 39 0,-5 4 38 0,5 1 31 0,0 0 34 0,0-3-73 0,0 8-125 16,0-1-91-16,0 5-72 0,0-6-40 0,0 6-21 0,0 0-23 15,0 0-24-15,0 0-28 0,0 0-28 0,0 0-25 0,0 0-22 0,0 0-15 0,0 0-13 16,0 0-8-16,0 0-10 0,-8 6-6 0,8 3-5 0,0-3-2 0,0 3-3 16,8 6 2-16,-8-5 2 0,0 4 2 0,0 7 3 0,0-7-5 0,0 6-6 0,0-1-15 15,0 0-19-15,0 1-28 0,0 1-26 0,0-3-39 0,0 1-42 0,5 6-60 16,-5-5-69-16,0 5-121 0,0-7-141 0,0 7-59 0,0-1-20 0,0 0 11 16,0 1 25-16,-5-5 35 0,5 5 40 0,0-6 45 0,0 1 48 0,-8-1 58 0,8-4 59 15,0 0 71-15,0 0 76 0</inkml:trace>
  <inkml:trace contextRef="#ctx0" brushRef="#br0" timeOffset="48339.86">7905 13423 0 0,'0'11'73'0,"0"-1"118"0,0-6 76 0,0 6 57 0,0-6 44 0,0 2 42 0,0-6 37 15,8 4 35-15,-8-4 39 0,0 0 32 0,0 0 36 0,0 0 9 0,0 0-2 16,0 0-94-16,0 0-150 0,0 0-80 0,0 0-49 0,0 0-25 0,0 0-13 16,0 0-13-16,0 0-14 0,0 0-12 0,0 0-14 0,0 0-17 0,0 0-14 0,0 0-16 15,0-4-16-15,0 4-16 0,0 0-44 0,0 0-9 0,0 0 0 0,0 0 0 16,0 0-16-16,7-6-54 0,-7 6-26 0,0 0-33 0,0-4-36 0,0 4-46 15,5 0-48-15,-5-5-75 0,0 5-85 0,0 0-100 0,9-5-96 0,-9 5-32 0,0 0 3 16,0 0 24-16,0 0 32 0,0 0 40 0,0-10 42 0,-9 10 52 0,9-4 54 16,-5-1 61-16,-2-1 65 0,-1 3 76 0,3-4 79 0</inkml:trace>
  <inkml:trace contextRef="#ctx0" brushRef="#br0" timeOffset="49147.98">9000 12866 40 0,'0'-4'116'0,"0"-1"41"0,0-1 34 0,0 3 30 0,0-7 27 0,0 4 30 0,0 3 28 0,0-3 26 0,0 0 26 0,-6 3 26 0,6-3 26 0,0-3-39 16,0 9-78-16,0-10-44 0,-7 5-31 0,7 1-13 15,0-1-4-15,-5-5-10 0,5 10-5 0,0-11-7 0,-9 7-8 0,9-1-6 0,0 1-7 0,0-2-9 16,-7 6-9-16,7-4-9 0,0-1-11 0,0 5-10 0,0 0-10 0,0-6-7 0,0 6-10 15,-5-3-6-15,5 3-6 0,0 0-7 0,0-7-4 0,0 7-6 0,0 0-4 16,-6-5-5-16,6 5-6 0,0-4-5 0,-5 4-4 0,5 0-4 0,0-5-4 0,-8 5-5 16,8 0-6-16,-8-6-3 0,3 6-4 0,-2 0-4 0,0 0-5 0,2 0-3 15,-3 0-2-15,1 0-1 0,2 0-1 0,-9 0 1 0,9 6 0 0,-8-6-2 16,5 5 2-16,-5-5 1 0,7 4 0 0,-1-4-1 0,-6 5 1 0,7 2-2 16,1-4 1-16,-11 3 1 15,11-1 0-15,-3-1 0 0,-3 6-3 0,3-5 2 0,3 4 0 0,-8-3 0 0,5 9-2 0,2-6 4 0,-6 1-1 0,5 5 2 0,0-6 0 16,-6 6 1-16,6-2 2 0,1 2-3 0,-2 0-1 0,3 0 2 0,-8 4-2 0,13-4 2 15,-6 0-2-15,-1 4 1 0,-1-4 0 0,8 0 0 0,0 4 1 0,-5-5-1 16,5 7 1-16,0-6-1 0,0 4 0 0,0-4 0 0,5 4 2 0,-5-4 0 16,8 5 1-16,-8-5 1 15,7-2 0-15,-1 2 3 0,2 1 0 0,-3-2 0 16,0 0 2-16,3-4-1 0,5 6 1 0,0-7 2 0,-6 0 2 0,5-5 1 16,1 7 4-16,8-7 0 0,-8 8 2 0,-2-8 3 0,9-4 0 0,0 5 1 0,-7-5 2 15,7-5-2-15,-1 5 4 0,1-4-1 0,-1-2 1 0,-6 0-2 0,6-3 1 16,-3-1-3-16,0 1 1 0,0 0-2 0,-4-3 0 0,-1-2-2 0,5 4 1 15,-11-3 1-15,9 1-1 0,-9-2-3 0,3-1 3 0,-1 7-1 0,-2-7-3 0,-5 0 1 16,7 4-2-16,-7-7-3 0,0 2-6 0,0 1-8 0,0 2-14 0,0-2-14 16,0 0-17-16,-7-5-18 0,7 7-19 0,-5-3-20 0,-2-4-19 0,7 7-18 15,-8-2-19-15,-5-1-17 0,7-2-18 0,1 3-14 0,-11 0-16 0,11 0-18 0,-8 2-21 16,-1-2-27-16,7 3-24 0,-4-2-23 0,-2 4-21 0,5 1-25 16,-4 5-21-16,5-7 4 0,-6 7 18 0,6 4 26 0,2 0 28 0,-2 0 31 0,0 0 31 0,2 0 39 15,-3 4 39-15,8 2 44 0,-5-1 42 0,-3-5 42 0,8 4 59 0</inkml:trace>
  <inkml:trace contextRef="#ctx0" brushRef="#br0" timeOffset="49480.87">8771 12994 80 0,'0'0'153'0,"0"-4"46"0,-5 4 39 0,5-6 33 0,0 1 36 0,0 1 33 0,0-2 34 0,-6 1 32 0,6 1 30 0,0-1 30 16,0 1 25-16,0-2-58 0,0 2-112 0,0-1-61 0,0-1-34 0,0 6-22 0,0-4-12 0,0-2-15 15,0 1-14-15,0 1-14 0,0-1-16 0,0 5-12 0,0-4-11 0,0-2-11 16,0 6-8-16,0-3-7 0,0-3-7 0,0 6-6 0,6-6-6 0,-6 6-7 16,0-3-6-16,0 3-4 0,0-6-7 0,0 6-7 0,5 0-5 0,-5 0-4 0,0-6-8 15,0 6-2-15,0 0-2 0,8 0-2 0,-3 0-1 0,2 6 0 0,2-6 0 16,-4 6-1-16,1-3 1 0,1 3 2 0,6 0 0 0,-7 3 5 0,7 0 0 16,-5-5 0-16,5 7 2 0,-1 4-4 0,0-5-1 0,3 3-2 0,-10-2-4 0,9 4-1 15,-1 0-1-15,-5 4-3 0,3-4-3 0,-6 0-5 0,2 3-7 0,7-3-9 16,-7 5-9-16,-1-6-9 0,-1 5-11 0,3-4-12 0,-8 4-13 0,8-4-13 15,-3-1-16-15,-5 2-15 0,6-1-17 0,-6-6-22 0,8 0-23 0,-8 3-24 0,5-3-21 16,-5 0-27-16,8-5-28 0,-8 7-39 0,0-7-41 0,7-4-54 0,-7 6-53 16,0 0-13-16,0-6 15 0,5 0 20 0,-5 0 28 0,7 0 35 0,-7 0 38 15,7-6 42-15,-7 6 39 0,5-6 45 0,3 6 46 0,-3-9 52 0,-5 3 61 0</inkml:trace>
  <inkml:trace contextRef="#ctx0" brushRef="#br0" timeOffset="50497.21">8760 12941 0 0,'-8'4'7'0,"3"2"117"0,-2-6 64 0,-7 4 41 0,8-4 31 0,-1 0 27 0,2 0 27 0,-9 0 32 0,7-4 33 0,1 4 33 0,-1 0 39 0,1-6 32 0,-2 6 34 15,8 0-77-15,-5-4-140 0,5 4-63 0,0 0-27 0,0 0-11 0,-5-5-4 16,5 5-6-16,0 0-9 0,0 0-16 0,0 0-24 0,0 0-22 0,0 0-30 0,0 0-20 15,0 0-23-15,0 0-15 0,0 0-16 0,0 0-8 0,0 0-6 0,0 5-3 16,5-1 1-16,-5 2 1 0,0 3 4 0,0-5 5 0,5 1 3 0,-5 5 5 16,8 1 8-16,-8-7 4 0,6 7 6 0,1-3 4 0,-1 3 3 0,1-8 4 15,0 9 0-15,5-3 2 0,-5 1-2 0,7-5-1 0,-1 4-2 0,6-5-3 16,-6 2-1-16,8-1-4 0,-10-1-1 0,9-4-1 0,-1 6-3 0,2-6-3 0,-2 0-2 16,1-6-3-16,-1 6-4 0,7-4-4 0,-8-1 0 0,3-1-3 0,-2 2-3 15,8-1-1-15,-7-4 0 0,-1 5 0 0,-1-2 3 0,-4-3 4 0,7 3 1 0,-9-3 8 16,-1 3 6-16,-2-3 7 0,3 5 9 0,-6-7 4 0,1 7 5 15,-1-7 3-15,2 1 3 0,-8 5 4 0,0-4 1 0,5-1-1 0,-10-5-3 0,5 5-3 16,0-4-5-16,-8 4-40 0,2-5-12 0,6 0 0 0,-13 0 0 0,8-4 0 16,-11 4 0-16,11 1 0 0,-8 0 0 0,-1 0 0 0,-4-2 0 0,5 2 0 15,-7 0 0-15,8 3 0 0,-8 8 0 0,1-9 0 0,-2 8 0 0,3-1 0 16,-3-1 0-16,10 6 0 0,-10 0 0 0,7 6 0 0,-6-1 0 0,8-1 0 16,0 8 0-16,-1 2 0 0,-1-4 0 0,1 3 0 0,6 8-9 0,-6-3-6 0,7-3-3 15,-8 6 1-15,7 1-3 0,2-1 3 0,-3 0-1 0,3-3 3 0,-1 7 2 16,-2-6 0-16,8 5 0 0,-5-3 4 0,5 3-3 0,-7-6 3 0,7 7 1 15,0-5 3-15,0 5-1 0,0-6 2 0,7 5 1 0,-7-5 3 0,5 1 3 16,-5 1 1-16,8-2 1 0,-2-1 0 0,-1-2 3 0,3 2 2 0,-3-3 3 16,11 1 1-16,-5-7 6 0,-4 6-1 0,6-6 3 0,0 3 0 0,6-3 2 0,-6 0-1 15,6-3-1-15,1 3-12 0,-1-5-10 16,2-4 0-16,-3 5 0 0,3-5 0 0,6 0 0 0,-8 0 0 16,6 0 0-16,-6 0 0 0,8 0 0 0,-1-5 0 0,1 5 0 0,-9-4 0 0,8-2 0 0,-5 6 0 0,-3-3 0 0,1-3 0 15,2 1 0-15,-8 1 0 0,6 4 0 0,-6-6 0 0,-6 3 0 0,7-4 0 16,-9 7-25-16,3-5-40 0,-3 1-12 0,-5 4-11 0,5-5-16 0,-5-1-21 15,0 6-22-15,0 0-25 0,0-4-24 0,0-1-29 0,0 1-29 0,-5-1-41 16,5 1-44-16,-5-2-93 0,5 0-115 0,-8 2-40 0,8-1-4 0,-5-1 15 16,-3 2 27-16,2-1 38 0,-1 1 39 0,1-5 45 0,-1 3 49 0,1-4 49 15,-2 0 56-15,3 0 59 0,0-3 66 0</inkml:trace>
  <inkml:trace contextRef="#ctx0" brushRef="#br0" timeOffset="51115.82">8902 12848 1 0,'-7'0'77'0,"2"0"60"0,-2 0 44 0,7 0 36 0,-7 0 35 0,2 0 34 0,5 0 38 0,-8 0 36 0,8-4 37 0,-5 4 35 0,5 0 32 0,-8 0-10 15,8 0-40-15,0-6-53 0,-6 6-62 0,6 0-35 0,0 0-21 0,0 0-16 16,0 0-17-16,0 0-20 0,-7 0-24 0,7 0-26 0,0 0-25 0,0 0-21 16,-6 6-17-16,6-6-8 0,0 4-8 0,-7-1-5 0,7 3-9 0,0-1-6 15,-6-1-8-15,6 2-2 0,0 3-6 0,0-3 0 0,0 3 2 0,0-3 0 0,0 3 1 16,0-5 2-16,0 7 2 0,0-7-6 0,0 7-4 0,0-7-2 0,0 6-3 15,0-5 0-15,0 4 0 0,6-3-2 0,-6 3 2 0,7-3 2 0,-1 4 2 0,-6-5 2 16,7-1 2-16,-1 5 2 0,2-3 0 0,-3-3 3 0,8 3 1 0,-6-6 6 16,5 6 0-16,3-6 2 0,-10 3 0 0,9-3 2 0,-1 0 1 0,0 0-3 15,-2-3 1-15,5 3 0 0,2-6-3 0,-5 0-3 0,0 3 1 0,1-3 1 0,-1 1 1 16,-1 1 3 0,-5-5 1-16,5 3 3 0,-4 2 5 0,-3-7 0 0,3 7 6 0,-2-7-2 0,-1 7-3 0,-5-5-41 0,0-1-9 0,7-1 0 0,-7 7 0 15,-7-11 0-15,7 6 0 0,0 0 0 0,-5-6 0 0,5-1 0 0,-6 5 0 16,-2-2 0-16,3-2 0 0,-3 0 0 0,3 6 0 0,-2-6 0 0,-5 0 0 15,5 0 0-15,-1 6 0 0,-5-1 0 16,7 1 0-16,-7 0 0 0,5 2 0 0,-3-2 0 0,4 4 0 0,-7-1 0 0,2 6 0 0,1 0 0 0,3 0 0 0,-5 0 0 16,-1 6 0-16,1-1 0 0,6-1 0 15,-5 8 0-15,0-3 0 0,-1 6 0 0,5-2 0 0,-5 2 0 0,7 0 0 0,-7 0-3 0,6 3-14 0,-4-3 0 16,2 4 4-16,2 2-3 0,2-6 1 0,-3 4 0 16,8 1 1-16,-5-1 0 15,-1 0 4-15,6 1-2 0,0 1 0 0,0-2 2 0,0-1 2 0,0 3-1 0,0-2 0 0,0 2 0 0,6-3 1 0,-6 1 3 0,5 2-1 0,3-3 2 16,-3 3 1-16,11-2-1 0,-11 0 0 0,8-5 1 0,-7 2-3 0,7-2-3 15,0 1-10-15,8-5-9 0,-9 5-10 0,7-6-11 0,-6-2994-12 16,6 5989-19 0,2-2999-18-16,-3 5-32 0,3-4-32 0,-2-6-40 0,0 4-46 0,9-4-57 0,-9 0-62 15,-1 0-94-15,1 0-102 0,9-4-37 0,-8 4 1 0,5-6 16 0,-6-4 26 0,2 5 35 16,-3-4 41-16,1 3 46 0,2-7 51 0,-3 4 56 0,3-3 60 0,-8-3 66 16,1 2 69-16</inkml:trace>
  <inkml:trace contextRef="#ctx0" brushRef="#br0" timeOffset="51878.44">9645 12994 86 0,'0'-4'168'0,"0"-2"51"0,0-3 35 0,0 3 33 0,-7 1 27 0,1-4 28 0,1 5 27 0,5-6 26 0,-16 5 22 16,11-5 24-16,-9 4 21 0,9 1-63 0,-8-4-113 0,-1 5-73 0,9-2-50 16,-10 3-24-16,2-3-13 0,2 0-11 0,-5 3-8 0,5-3-7 0,4 0-9 15,-7 2-2-15,2 4-3 0,6-5 1 0,-8 5 2 0,7-6-2 0,2 6-2 0,-2-3-1 16,1 3-4-16,6 0 2 0,-6 0 0 0,6 0 3 0,0 0 0 0,0 0-5 15,0 0-4-15,0 0-9 0,0 0-9 0,0 0-13 0,0 0-10 0,0 0-11 16,0 0-11-16,0 0-8 0,0-4-6 0,6 4-3 0,0 4-4 0,-6-4-1 0,7 0 4 16,-2 3 4-16,9 3 6 0,-7-1 5 0,6-1 5 0,-8 8 6 0,9-9 5 15,-1 9 4-15,0-3 5 0,-5 0-1 0,3 6 3 0,2-5-1 0,-6 5 1 16,6-2-5-16,-6 2-1 0,0 0-6 0,-2 0-5 0,3 0-3 16,-8 0-7-16,5 4-1 0,-5-5-3 0,0 5-5 0,0 2-2 0,0-2-7 0,0-5-4 0,-5 7-8 15,5-2-4-15,0-4-7 0,-8 0-2 0,8-2-2 0,0 2-1 0,-5-6-2 16,5 7-1-16,-7-11 0 0,7 4 0 0,0-5 3 0,0 2 2 0,-7-1 7 15,7-1 4-15,0-4 8 0,0 0 6 0,0 0 7 0,0 6 4 0,0-6 6 16,0 0 2-16,-5 0 4 0,5 0-2 0,0 0 1 0,-8 0 0 0,8-6 1 0,-7 6-3 16,7-4 1-16,0-1-2 0,-5-1 0 0,5-3-4 0,0 5 1 0,-8-5 0 15,8 3-2-15,0-4 0 0,0 0 1 0,0-4 3 0,0 0 4 0,0 4 5 0,0-5 2 16,0 0 1-16,0-4 3 0,0 4 0 0,8-5 0 0,-8 7-1 0,0-8 0 16,5 6-2-16,2-4-2 0,1-2-1 0,-3 7-3 0,2 1-6 0,0-3-2 15,-2 7-4-15,3-2-1 0,5 2 1 0,-7-1 2 0,6 6 2 0,-3-1 2 0,2-1 4 16,1 6 2-16,-3-4-1 0,3 4 1 0,1 0 3 0,1 4-1 0,-7 2 2 15,4-1 0-15,2-1 0 0,0 6-1 0,-5-5-1 0,3 4-4 0,-3 6 0 16,-1-5-3-16,-1 5-2 0,7 0-4 0,-8 0-3 0,3 4-6 0,-8-5-9 0,8 5-7 16,-3 2-10-16,-5-2-6 0,0 1-8 0,6-1-3 0,-6 0-3 0,0-5-2 15,0 7 0-15,0-7-1 0,0-4 0 16,0 6 5-16,0-7 0 0,0 0 7 0,0-5 8 0,-6 7 9 0,6-7 11 0,0-4 9 0,0 6 9 0,-5-6 5 16,5 6 3-16,0-6 4 0,0 0 2 0,-8 0-1 0,0 0 3 0,3-6-1 0,5 6 2 15,-7-6-1-15,7 6 1 0,-6-4-4 0,0-1-1 0,6-5-2 0,-7 5-1 16,7 1-1-16,-8-5-3 0,8-3 3 0,-5 8 0 15,5-6-1-15,0 0 3 0,-6 1 1 0,6-7 1 0,0 7 3 0,-8-6 1 0,8 6 2 0,0-6 2 0,0 0 3 16,-5 0 1-16,5-3-1 0,0 2 0 0,0-3 1 0,0 5-2 0,0-5-3 16,0 4 0-16,0-4-6 15,5 4-1-15,-5 0-3 0,8 0-3 0,-8 0-3 0,6 0-4 0,-1 5-2 0,3-4 0 0,-1 4 1 0,-1 7 0 0,0-9 5 0,6 9 3 16,-4-3 3-16,5 0 5 0,0 6 3 0,1-4 5 0,-2 8 2 0,0-4 2 16,8 6 2-16,-6 0 1 0,-1-3 0 0,6 9 0 0,-6-3-1 0,0 0-1 15,0 0-3-15,8 7-6 0,-16-1-1 0,8-6-6 0,1 6-2 0,-9 4-3 0,2-4-3 16,-1 0-3-16,2 3 0 0,-2 3-2 0,-6-2-3 0,7 2-6 0,-7-3-5 15,0 1-14-15,0 2-9 0,0-3-9 0,0 3-10 0,0-2-13 0,0 0-10 16,-7-5-11-16,7 2-17 0,0-7-13 0,-6 6-18 0,6-6-18 0,-8 3-20 16,8-3-22-16,0-5-24 0,-6 5-28 0,6-3-40 0,0-1-49 0,0-1-73 0,0 1-82 15,0-5-37-15,0 0-12 0,0 0 10 0,0 7 25 0,0-7 31 0,6-7 34 16,2 7 42 0,-8-5 42-16,6 1 49 0,-6-7 49 0,7 2 58 0,-2 0 62 0</inkml:trace>
  <inkml:trace contextRef="#ctx0" brushRef="#br0" timeOffset="52355.56">10232 13027 0 0,'0'-3'33'0,"-8"-3"152"0,8-3 90 0,0 5 66 0,-7-1 53 0,7-1 48 0,-5-4 48 0,5 5 39 0,0 1 38 0,0-7 28 0,0 11 26 31,-7-4 22-31,7 4 19 0,0-5-123 0,0 5-208 0,0 0-111 0,0 0-66 0,0 0-36 16,0 0-24-16,0 0-21 0,0 0-18 0,7 0-11 0,-7 5-6 0,0-1 0 16,5 1 3-16,2 1 2 0,-7 3 3 0,8 1 0 0,-8 1 2 0,5 2-1 15,3 2 1-15,-2 6-2 0,-6-3 0 0,5 1-2 0,2 6-4 0,-7-1-10 16,9 2-14-16,-9 2-15 0,0 2-18 0,0-2-9 0,5-3-9 0,-5 5-5 15,0-2-5-15,0-1-6 0,0-3-6 0,0 0-2 0,0-5-7 0,0 0-5 16,6 1-5-16,-6-5 0 0,7-2 1 0,-7-2 5 0,5 5 7 0,-5-7 4 0,0 0 1 16,9-3 3-16,-9-2 2 0,0 5 7 0,0-4 5 0,7-5 8 0,-7 0 9 15,0 0 8-15,0 0 7 0,0 0 6 0,0 0 4 0,0 0 3 0,0-5 4 16,-7 1 6-16,7-1 2 0,0 1 7 0,-9-7 4 0,9 1 2 0,0 1 2 0,-5-6-2 16,5 0-4-16,-7 0 2 0,1 1-2 0,6 0 1 0,-5-7 3 0,-4 2 4 15,9-5 3-15,-7-1 2 0,7 1 0 0,-5 0 1 0,5-6 0 0,-6 1 0 16,6 0-3-16,0-1-1 0,0-4-1 0,0 4-1 0,0-4-2 0,0 1-2 15,0-1-3-15,6 4-5 0,-6 0-4 0,5 2-3 0,-5 3-4 0,7 1-3 0,-7-1-7 16,9 1-3-16,-4 3-1 0,1 7-1 0,-6 0-4 0,7 0 0 0,-2-2 0 16,4 7 0-16,-2 0-2 0,-2-1-1 0,1-1 2 0,-1 8 0 0,3-9 1 0,0 8 0 15,4-1 3-15,-6 5 1 0,8 0 1 0,-2-6 2 0,-6 6 1 0,7 6 2 16,2-6 2-16,-9 5 5 0,7-1-1 0,0 1 4 0,0 5-1 0,-2 1 0 16,-3-7 3-16,5 11-2 0,-5-6-2 0,-3 1 3 0,0 5-2 0,4 0 0 0,-2 0-2 15,-7 0 0-15,5 4-3 0,-5-5-2 0,-5 5-1 0,5-4-4 0,-7 4-3 16,-2-4-9-16,4 6-9 0,-8-8-13 0,8 7-10 0,-11-4-12 0,5 2-16 0,4-3-15 15,-7 0-18-15,9 0-18 0,-8-6-21 0,7 6-21 0,-9-5-23 0,10 0-27 16,-3-5-23-16,2 4-30 0,-6-5-28 0,4 2-47 0,2-1-54 0,0-5-52 16,-1 4-52-16,2-4-7 0,5-4 14 0,-8 4 25 0,0-5 32 0,8-1 36 0,0 2 39 15,0-5 43-15,0 0 42 0,0-3 47 0,8 3 50 0,0-6 58 0,-8-4 68 0</inkml:trace>
  <inkml:trace contextRef="#ctx0" brushRef="#br0" timeOffset="52593.31">10778 12570 0 0,'7'-5'31'0,"-2"5"152"0,-5-7 90 0,9 7 68 0,-9-3 54 0,0 3 47 0,0 0 36 0,0-6 35 0,0 1 31 0,5-5 27 0,-5 10 26 16,0-3 22-16,0 3 24 0,7-6-119 0,-7 6-196 0,0 0-108 0,6 0-61 0,-6 6-34 15,7-6-19-15,-7 3-11 0,6 3-8 0,-6-2-2 0,8 7-3 0,-8-1-2 16,5 4-4-16,2 0-1 0,-7 0-5 0,7 2-2 0,-7 2-7 0,5 9-6 16,-5-5-5-16,0 5-7 0,0-3-8 0,0 4-10 0,0 2-9 0,0 0-16 15,0 3-19-15,-5 1-15 0,5 0-16 0,-7 0-15 0,7 2-16 0,-7-3-20 16,7 1-20-16,-5-4-22 0,5 4-24 0,-8-4-32 0,8-2-30 0,0 2-40 0,-6-6-41 15,6 1-70-15,0-1-84 0,0-3-61 0,0-8-45 0,0 2-5 0,0-1 15 16,0-4 29-16,0 0 34 0,0-5 39 0,-7 1 41 0,7-6 48 0,0 0 51 0,-6 0 55 16,-1-6 57-16,2 1 76 0,5 1 86 0</inkml:trace>
  <inkml:trace contextRef="#ctx0" brushRef="#br0" timeOffset="52769.82">10656 13170 0 0,'-8'-15'15'0,"1"0"133"0,1 0 80 0,6 2 61 0,-8-2 48 15,3 0 46-15,5 0 41 0,0 2 38 0,0-2 34 0,0 0 31 0,0 0 25 16,0 6 26-16,0-7 24 0,5 7-97 0,3-2-167 15,-2 7-92-15,1-5-52 0,1-1-31 0,-3-1-25 0,9 7-18 0,-9-7-20 0,8 7-15 0,1-1-11 0,-7-5-9 16,11 7-8-16,-4-3-6 0,-2 0-5 0,8 3-8 0,-8 3-8 0,9 0-7 16,-2-6-9-16,1 6-18 0,-1 0-23 0,-6 6-33 0,6-6-39 0,2 3-49 15,-10-3-57-15,5 6-79 0,-4 0-89 0,-1-3-93 0,5 7-96 0,-11-5-33 0,8-1-7 16,-7 7 12-16,2-7 22 0,-8 2 31 0,0-1 43 0,0-5 50 0,0 0 56 0,0 0 63 16,0 0 66-16,0 0 77 0,0 0 78 0</inkml:trace>
  <inkml:trace contextRef="#ctx0" brushRef="#br0" timeOffset="53152.01">10980 12990 0 0,'0'4'48'0,"0"2"146"0,0-6 79 0,0 0 61 0,-8-6 50 0,8 6 45 16,0-10 45-16,0 5 35 0,0 1 33 0,0-7 28 0,0 7 26 0,0-5 20 16,0 3 15-16,8 2-118 0,-8-1-195 0,8-1-99 0,-8 2-49 0,5 4-30 0,1-6-21 31,-6 1-21-31,7 5-18 0,-1 0-14 0,2 0-7 0,-8 0-6 0,12 0 0 16,-6 0-6-16,2 5-6 0,-3 1-6 0,3-2-5 0,4 2-6 0,-5 3-2 0,6 1-4 15,0-5-2-15,-6 4 0 0,4 6-3 0,5-5-2 0,-5 1-3 0,1-3-5 16,-3 6-7-16,3-2-7 0,2-3-5 0,-8 1-6 0,6-1-4 0,-5-4-4 15,0 5-4-15,-2-5 0 0,10-1-2 0,-10 2-1 0,-5 0 0 0,9-6 0 16,-4 4 2-16,0-4 2 0,3 0 2 0,-8-4 8 0,5 4 3 0,3-6 6 0,-2 0 4 16,1 2 2-16,-1-1 5 0,2-5 1 0,-3 1 5 0,3 4 2 0,-3-11 1 15,-5 7 4-15,5 0 2 0,4-2 2 0,-4-2 5 0,2 3 2 0,-7-5 5 0,8 0 5 16,-8 0 4-16,5 0 4 0,-5 0 6 0,0-4 3 0,0 4 7 0,0 0 5 16,0 0 5-16,0-4 1 0,0 10 5 0,0-6-1 0,0 6-3 0,0-1-3 15,0 5-5-15,0 1-28 0,-5-1-31 0,5 5 0 0,0 0 0 0,0 0 0 16,0 0 0-16,0 0 0 0,0 5 0 0,0 4 0 0,-8 1 0 0,8 5 0 15,-7 0 0-15,7 0 0 0,-5 3 0 0,5-2 0 0,-9 8 0 0,9-6 0 0,-5 7 0 16,5-6 0-16,0 7 0 0,-5-7 0 0,5 5 0 0,0-3 0 0,0 1 0 16,0 5 0-16,0-9 0 0,0 1 0 0,0 7 0 0,0-7 0 0,0-1 0 15,0 3 0-15,0-2 0 0,0-4 0 0,0 0 0 0,0-2-12 0,0 2-81 16,0 1-22-16,0-7-27 0,-8 0-35 0,8 2-43 0,0-2-45 0,-5 1-43 0,5 0-67 16,0 1-73-16,-8-8-79 0,8 3-76 0,-6 3-15 0,6-9 9 0,-7 6 25 15,7-3 34-15,0-3 42 0,0 0 44 0,0 0 54 0,-6 0 55 0,6-3 59 0,0-3 58 16,0 1 69-16,0-5 72 0</inkml:trace>
  <inkml:trace contextRef="#ctx0" brushRef="#br0" timeOffset="53501.77">11997 12765 0 0,'5'0'31'0,"8"0"151"0,-6-6 87 0,0 6 59 0,0-5 43 0,-7 1 33 0,5-5 26 0,-5 3 23 0,8-3 21 0,-8 0 24 16,0-3 23-16,5 3 27 0,3-1 25 0,-8 7-108 0,0-9-186 0,6 9-95 15,-6-9-49-15,5 8-20 0,-5-7-5 0,7 8 2 0,-7-3 4 0,0 2 4 0,0-1 3 16,0 1 2-16,0-2-4 0,-7 0-6 0,7 2-6 0,0-1-9 0,0 0-13 16,-5 5-12-16,5-4-12 0,-6 4-8 0,6-6-10 0,-8 6-8 0,3 0-6 15,-3 0-8-15,3 0-8 0,-2 6-4 0,0-6-9 0,0 4-6 0,-6 1-3 0,8 4-5 16,-9 3-1-16,1-3-4 0,0 1-1 0,0 4 3 16,-1 2 0-16,2-1 2 0,-1 3 2 0,-1 1 2 0,1 2 3 0,2-3 2 0,-2 3 0 0,-3 2 1 15,5 3 0-15,-1-4 2 0,-2 5-3 0,7-3 1 16,-6 4-1-16,-1-3 2 0,9-1-2 0,-2 6-4 0,0-6-4 0,2 6-9 0,-2-6-10 0,7 5-7 0,0-5-8 15,0 6-7-15,0-6-7 0,7 6-7 0,-7-6-7 0,5 5-10 0,2-5-17 0,0 6-12 16,6-6-11-16,-7 1-14 0,7-1-14 0,0-5-29 16,0 2-30-16,0-3-33 0,8 3-37 0,-8-8-49 0,6-2-54 0,-7 5-61 0,8-7-59 15,0-5-12-15,-1 1 15 0,2 1 18 0,-11-6 27 0,11 0 34 0,-1 0 37 0,0-6 50 0,-1 1 50 16,-7-5 51-16,8 1 52 0,0-1 58 0,-1-4 66 0</inkml:trace>
  <inkml:trace contextRef="#ctx0" brushRef="#br0" timeOffset="53897.27">12492 13087 0 0,'5'-20'29'15,"2"7"143"-15,-1-2 74 0,-6-6 53 0,0 3 40 0,7-3 40 0,-7 2 39 0,0 0 38 16,6 4 36 0,-6-5 32-16,8 7 32 0,-8-2 29 0,5-1 30 0,-5 2-109 0,7-2-183 0,-7 7-84 0,6 0-32 0,-6-2-13 0,0 1-4 0,6 6-8 15,-6-5-11-15,0 4-11 0,0-1-12 0,0 2-10 0,0 4-10 0,0-6-14 16,0 6-12-16,0-5-13 0,0 5-17 0,-6 0-12 0,6 5-14 0,-6-5-34 16,-1 6-12-16,2-2 0 0,-9 2 0 0,7 3 0 0,-6 0 0 0,-1 6 0 0,4 0 0 15,-3 0-14-15,-8-2-5 0,7 2 3 0,1 6 4 0,-6-2 1 0,14 1 0 16,-15-1 4-16,12 5-2 0,-3 1-2 15,4-6-3-15,-7 7-3 0,8-2-9 0,-1 4-4 0,2-3-7 0,-4-1-4 0,9 2-7 0,-7-3 0 0,7 3-4 0,0-3-2 16,0 3 0-16,7-8-1 0,-7 1 0 0,9 2 2 0,-4-2 2 0,8-5 2 16,-8 2 7-16,11-1 7 0,-5-2 5 0,2-2 6 0,7-1 2 0,-6-1 6 15,4 0 2-15,1-3 4 0,2-2 2 0,-3-4 3 0,3 0 3 0,-2 0 2 16,1 0 2-16,0-4 4 0,6-2 6 0,-8-3 4 0,3 0 2 0,-2-1 5 16,1-1 2-16,-1 1 5 0,0-4 3 0,1 1 4 0,-6-3 2 0,-1-4 2 15,1 1 0-15,-2-2 0 0,-6 3-3 0,-1-7-2 0,3 6-3 0,-8-5-5 0,8-6-2 31,-8 5-3-31,-8-4-6 0,8 4-6 0,-8-3-7 0,8-2-10 0,-5 2-9 0,-8-2-3 16,8 6-6-16,-4-7-4 0,-3 7-5 0,0-6-6 0,4 8-5 0,-4-5-9 16,-2 9-4-16,1-1-10 0,1-2-9 0,5 7-9 0,-6 0-15 0,6 3-13 15,1 1-17-15,-1 1-19 0,1 4-22 0,-7 5-25 0,5 0-22 0,8 0-19 16,-5 5-16-16,-8-1-35 0,8 1-44 0,-4 5-63 0,4 5-73 0,-2 0-27 0,-1 0-5 16,-4 0 18-16,5 4 30 0,2-4 34 0,-9 3 38 0,1-2 39 0,6 2 41 0,-7-3 39 15,4 0 39-15,-3 0 50 0,5 0 56 0</inkml:trace>
  <inkml:trace contextRef="#ctx0" brushRef="#br0" timeOffset="54151.75">12354 13136 0 0,'0'4'59'0,"0"1"119"16,0-5 68-16,0 0 52 0,0 0 43 0,0 0 43 0,0 0 42 0,0-5 39 15,0 1 41-15,6-1 36 0,-6-1 35 0,8 2 12 0,-8-5-2 0,0 4-93 0,5-5-150 16,3 0-80-16,-1-1-42 0,-2 7-24 0,2-5-16 0,0 0-16 0,-2-3-20 16,8 9-17-16,-5-9-19 0,3 9-15 0,5-8-12 0,-11 7-10 0,8-5-9 15,1 3-8-15,-9 2-6 0,8-2-2 0,-6 6-4 0,7-5 0 0,-2 5-3 0,-6 0 0 16,8 0-6-16,-7 5-4 0,7 1-4 0,-4-2-21 0,-2 7-6 0,5-7 0 15,-5 11 0-15,3-6 0 0,-4 0 0 0,-1 7 0 0,1-2 0 0,-1 5 0 16,1 2 0-16,0-2 0 0,-7 1 0 0,7-1 0 16,-2 5 0-16,-5-3 0 0,0 2-6 0,8-3-47 0,-8 4-13 0,0-5-7 0,5 2-9 0,-5-2-10 15,6 2-12-15,-6-3-11 0,8-3-14 0,-3 0-8 0,2-2-7 0,1 2-11 0,-2-5-10 16,0 4-22-16,1-4-24 0,-2 1-26 0,9 2-24 0,-7-2-67 0,4-7-87 0,-3 8-64 16,5-3-50-16,0-9-10 0,0 4 15 0,0-4 17 0,1 0 28 0,-1 0 34 15,-1-4 38-15,0-5 46 0,3-3 50 0,4-3 52 0,-7 6 51 0,2-6 73 16,4-4 87-16</inkml:trace>
  <inkml:trace contextRef="#ctx0" brushRef="#br0" timeOffset="54501.7">13260 12896 0 0,'6'-9'3'0,"-6"-6"109"0,13 0 62 0,-13-4 43 16,13 4 32-16,-5 0 35 0,-3-4 38 0,0 5 38 0,9-7 37 0,-7 8 37 0,1-2 37 15,-3-1 33-15,1 7 38 0,2-2-65 0,-3 4-125 0,2-5-58 0,-1 9-17 16,-6-3-8-16,8-4 0 0,-8 5-11 0,6-1-17 0,-6 6-18 0,0-3-21 15,0 3-19-15,0 0-19 0,0-6-19 0,0 6-22 0,0 0-19 0,0 0-24 0,0 0-19 16,0 0-20-16,0 0-17 0,0 0-15 0,0 0-9 0,0 0-5 0,0 6-5 16,0 3-4-16,0 0 0 0,0 3-2 0,0-3 0 0,-6 4 0 0,6 2 1 15,0 6 4-15,0-2 6 0,0 5 5 0,0 0 5 0,-8 0 6 0,8 3-1 0,0 1 0 16,-6 2-2-16,6-2 0 0,0 2-3 0,-7 4-3 16,7-4 0-16,0 0-1 0,-5 3-1 0,5-4-3 0,0 0 0 0,0 0 0 0,0 0-1 0,0 2 0 15,5-7 0-15,-5 0-1 0,7 1-2 0,-7-6-1 0,6 1-2 0,2-1 1 0,-2 2 0 16,1-8 0-16,-2 1-2 0,3 2 2 0,5-1 3 0,-7-6-3 0,6 0 0 15,2-3-1-15,-8 4-2 0,6-5-1 0,4-1-4 0,-5-4-5 0,10 0-9 16,-9 0-10-16,0 0-15 16,8 0-15-16,-6-4-24 0,7-1-24 0,-10-1-29 0,10-4-31 0,-3 6-40 0,-5-6-39 0,0 0-62 0,1-5-74 0,-1 2-78 15,-1-2-80-15,2 0-23 0,-1-3 5 0,-8-3 23 0,3 2 30 0,-2-2 38 0,-6-7 41 0,7 3 48 16,-7-4 48-16,0-1 52 0,-7 2 56 0,7-8 67 0,-6 8 70 0</inkml:trace>
  <inkml:trace contextRef="#ctx0" brushRef="#br0" timeOffset="54675.75">13434 12735 0 0,'-18'0'23'15,"4"0"141"1,9 0 84-16,-8 0 60 0,5 0 45 0,2 0 38 0,-1-4 31 0,7 4 27 16,0 0 25-16,0-5 22 0,7-1 23 0,-7 3 24 0,6-4 23 0,2 2-103 0,-2 1-176 0,1 4-94 0,-2-5-54 0,9-1-26 0,-1 6-18 0,-8-4-9 15,11 1-8-15,-5 3-4 0,1-6-4 0,9 6-7 0,-7 0-3 0,-1 0-10 16,6 0-8-16,-7 0-20 0,9 0-23 0,-2 6-33 0,0-6-38 0,2 3-44 16,-3 1-55-16,-5 2-74 0,7-1-81 0,0-1-94 0,-8 1-96 0,7 2-38 15,-6 2-6-15,1-4 5 0,-7-1 17 0,6-4 28 0,-7 6 36 0,1-2 44 0,-1-4 49 16,-6 0 61-16,0 0 62 0,5 0 73 0,4-4 75 15</inkml:trace>
  <inkml:trace contextRef="#ctx0" brushRef="#br0" timeOffset="54929.11">13916 12964 0 0,'0'15'34'0,"0"0"156"0,0 0 98 16,0-6 71-16,0 0 56 0,0-3 48 0,0-6 44 0,0 0 41 0,8 0 41 31,-8-6 40-31,7 3 34 0,-7-3 31 0,0-3 32 0,6 5-118 0,-6-1-202 16,8-5-115-16,-8 4-74 0,5-3-36 0,0 3-22 0,-5 1-18 0,8 1-58 15,-8-5-83-15,6 3 0 0,-6 6 0 0,7-4 0 0,-7-1 0 0,0 5 0 16,0 0 0-16,0 0 0 0,0 0 0 0,0 0 0 0,0 0 0 0,0 0 0 0,0 0 0 16,0 5 0-16,0-1 0 0,0 2 0 0,0 3 0 0,0 0 0 15,0 1 0-15,0 1 0 0,0 4 0 0,0-2 0 0,0 8 0 0,0-6 0 0,0 3 0 16,0 1 0-16,0 2 0 0,0-2 0 0,0 1 0 0,0-1 0 0,0 0 0 16,0-5-63-16,0 7-63 0,0-7-18 0,6 0-34 0,-6 7-36 0,7-12-37 15,-7 6-42-15,0-5-46 0,6 0-51 0,-6-1-86 0,0 0-100 0,8-3-33 0,-8-1 0 16,0-5 21-16,0 0 28 0,0 0 35 0,0 0 40 0,0 0 51 0,0-5 54 0,0-1 57 15,-8-3 59-15,8 0 64 0,-6-7 69 0</inkml:trace>
  <inkml:trace contextRef="#ctx0" brushRef="#br0" timeOffset="55103.49">13924 12759 0 0,'0'-9'55'0,"7"0"117"15,-1-1 66-15,-6 5 52 0,8-4 40 0,-3-3 35 0,0 3 32 0,-5-1 28 16,8 7 23-16,-2-9 24 0,-6 9 22 0,7-3 2 0,-7-4-6 0,6 10-98 15,-6-5-147-15,7-1-81 0,-7 6-46 0,0 0-28 0,6-3-21 0,-6 3-24 16,0 0-29-16,0 0-32 0,0 0-37 0,0 0-30 0,0 0-31 0,0 0-33 16,0 3-32-16,0-3-49 0,0 6-59 0,8-1-71 0,-8-1-78 0,5 2-32 0,-5 0-8 15,8-3 15-15,-3 3 25 0,-5 0 37 0,8-3 40 0,-2 1 38 0,-1-4 39 0,-5 6 38 16,7-6 42-16,1 0 50 0,-2-6 57 0</inkml:trace>
  <inkml:trace contextRef="#ctx0" brushRef="#br0" timeOffset="55515.6">14210 12628 0 0,'-5'0'24'0,"-2"0"141"0,-1 0 82 0,8 0 60 0,-5 0 54 0,-2-5 49 16,7 1 49-16,0-2 42 0,-7 0 39 0,7 2 33 0,0-1 33 0,0 0 26 15,0 1 24-15,0-2-110 0,7 2-186 0,-7-1-99 0,0 1-52 0,7-1-36 0,-7 5-30 16,5-7-25-16,3 4-29 0,-8-3-21 0,7 6-14 0,-2-5-14 0,2 1-4 16,5 4-4-16,-4-6-4 0,0 6 2 0,3 0-1 0,1 0 1 0,2 0-2 15,-1 0 3-15,1 0 1 0,-2 0 0 0,1 0 1 0,8 6 2 0,-2-2 0 16,-6-4-1-16,6 5-1 0,-6 1-2 0,8-3-3 0,-11 4-4 0,4-2 0 15,-1 4-6-15,1-5 1 0,-2 2-2 0,-5-2-7 0,7 6-10 0,-8-6 0 0,1 8 0 16,-2-8 0-16,3 5 0 0,-8 0 0 0,6 2 0 0,-1-1 0 0,-5 5 0 16,0-6 0-16,0 6 0 0,8 1 0 0,-8-2 0 0,0 5 0 0,0 0 0 15,0-4 0-15,0 4 0 0,0 1 0 0,-8 5 0 0,8-7 0 0,0 3 0 16,0 3 0-16,-5-5 0 0,5 6 0 0,-6-1 0 0,6 2 0 16,-8-4 0-16,8 5 0 0,-5-5 0 0,-2 5 0 0,7-5 0 15,-6 4 0-15,-2-3 0 0,2 3 0 0,-1-2 0 0,2-5 0 0,-2 6 0 0,0-1 0 0,0-3 0 16,1 1 0-16,-1-2 0 0,1-4 0 0,-2 2 0 0,3-3 0 0,0 1 0 0,5-2 0 15,-8 0 0-15,2-4 0 0,-1 0 0 0,7 0 0 16,-8-5 0-16,3 5 0 0,5-7 0 0,-6 3 0 0,6-1 0 0,-8-5 0 0,8 4 0 0,-5-4 0 16,5 6-35-16,-8-6-20 0,8 0-11 0,-5 0-12 0,5 0-14 0,0 0-10 15,-8 0-20-15,8 0-17 0,-6 0-24 0,1 0-23 0,5-6-28 0,-7 6-36 0,-1 0-41 16,2-4-45-16,-1-1-88 0,1-1-102 0,1 3-44 0,-2-7-12 0,-2 5 14 16,4-5 24-16,-1 4 33 0,-1-3 36 0,2-6 44 0,-4 6 46 0,9 0 52 0,-7-7 54 15,7 1 61-15,0 6 63 0</inkml:trace>
  <inkml:trace contextRef="#ctx0" brushRef="#br0" timeOffset="56102.58">14816 12701 10 0,'-5'-5'69'0,"-3"-5"27"0,8 7 20 0,-8-3 26 0,3-3 31 0,-1 3 28 0,-1 0 27 0,7 2 22 0,-5-7 21 0,-4 8 18 0,9-3 15 0,-7 2-31 31,7-1-62-31,-5 1-25 0,5-2-6 0,-6 0 1 0,6 2 5 0,-7 4-10 16,7-5-12-16,0 0-7 0,-6 5-5 0,6-4 2 0,0-2 5 0,-8 2 4 15,8 4 8-15,0-5 7 0,-5 1 8 0,5 4 5 0,0-5 1 0,0 5 3 0,0-7 2 16,0 7-3-16,-7 0-5 0,7 0-6 0,0-3-8 0,0 3-8 0,0 0-6 15,0-6-9-15,0 6-8 0,0 0-10 0,0 0-13 0,0-5-12 0,0 5-14 16,0-4-11-16,0 4-12 0,7-6-11 0,-7 6-8 0,5 0-8 0,-5-3-6 16,8 3-5-16,-8-6-5 0,6 6 0 0,1 0-2 0,-1 0-2 0,-1 0-3 15,2 0 1-15,2 0-1 0,3 6-21 0,-6-6-1 0,7 3 0 0,-5 3 0 0,3 3 0 16,2 0 0-16,2 3 0 0,2-3 0 0,-2 5 0 0,4 6 0 0,-7-5 0 16,8 9 0-16,1-5 0 0,-3 6 0 0,-5 5 0 0,7-6 0 0,-8 6 0 15,3 4 0-15,-2-4 0 0,-7 4 0 0,-1-6 0 0,3 7 0 0,-1-7 0 16,-7 8 0-16,-7-8 0 0,7 2 0 0,-8-2 0 0,3 2 0 0,-9 0-66 15,9-7-43-15,-10 6-26 0,3-8-28 0,0 3-34 0,-9-4-36 0,10-2-40 16,-10-3-39-16,8 6-54 0,-8-8-65 0,10 2-74 0,-10 0-82 0,9-5-20 0,-7 1 10 16,6-2 25-16,-6 0 35 0,-2-3 42 0,8-3 45 0,-8 4 52 0,10-4 53 0,-2-3 55 15,-7 0 54-15,8 0 65 0,-3 0 68 0</inkml:trace>
  <inkml:trace contextRef="#ctx0" brushRef="#br0" timeOffset="57086.62">15735 12705 78 0,'-7'-4'151'0,"7"-1"43"16,0-1 38-16,-7 2 34 0,7 1 36 0,-7-3 36 0,7 0 34 0,-5-3 34 0,5 3 32 0,0 2 30 0,-8-1 30 0,8-1-56 0,0 3-106 15,0-3-55-15,-5 2-29 0,5-5-16 0,0 3-8 0,0 0-13 0,0 2-13 0,0-6-15 0,0 6-14 16,-8-2-15-16,8-3-11 0,0 5-12 16,0-1-9-16,-6-2-11 0,6-2-12 0,0 9-11 0,-5-5-11 0,5 1-12 0,0-2-9 0,-7 6-12 0,7-3-7 15,-8 3-11-15,8 0-11 0,-6 0-7 0,6 0-11 0,-6 0-6 0,-1 0-6 0,2 3-5 16,-4-3-4-16,2 6-2 0,2 3-1 0,-6-3 2 0,3 4-3 0,-5-5 2 16,6 8-1-16,-5-3 4 0,5 4 3 0,-1 2 3 0,-3-1 1 0,3-1 1 15,3 2 3 1,-3 2-1-16,1-3 1 0,7 4 2 0,-5 2-2 0,5-3 2 0,0 3 1 0,0 2 0 0,0-3-1 0,0 1 2 0,0-3 0 0,5 1 0 0,-5 2 3 15,7-3 0-15,1 3 1 0,-8-7 1 0,5 6 0 0,3-5 2 0,-2 0 0 0,-1 4 0 16,3-4 1-16,-1-6 1 0,-1 6 0 0,0-2 0 0,1-2 0 0,-2 5 0 31,3-7 0-31,0 0 0 0,-8-5-1 0,5 7 0 0,1-7-3 0,-6 7-1 16,5-7-1-16,-5 2-2 0,0-1 1 0,0-5-3 0,0 0 0 0,0 4 0 16,0-4 1-16,0 4 1 0,0 1 2 0,-5-5 3 0,5 6 2 0,-6-2 0 15,1-4 1-15,-3 5 0 0,0-5-1 0,3 6-2 0,-8-6 2 0,7 0-1 0,-9 3-1 16,10-3 1-16,-9 0-3 0,1 0 0 0,6 0-3 0,-5 0-2 0,5 0-2 15,-6-3-1-15,5 3 1 0,-3 0 0 0,6 0 3 0,-11-6 1 0,11 6 0 0,-2-5 1 16,1 5 2-16,1 0 0 0,-4-4 0 0,2 4 2 0,2 0 1 0,-1-6-1 16,6 6 2-16,-8 0 2 0,8 0 2 0,0-5 3 0,0 5 2 0,0 0 3 15,0 0 3-15,0 0-1 0,0 0 2 0,0 0-2 0,0 0 1 0,0 0-2 16,0 0-2-16,0 0-4 0,0 0-3 0,0 0-4 0,0 0-4 0,0 0-5 0,0 0-2 16,0 5 0-16,8-5-2 0,-8 6 2 0,6-2 2 0,-1 7 1 0,2-8 3 15,2 9 4-15,-4 1 1 0,1-3 2 0,1 4 4 0,7 7 4 0,-2-8 1 0,-6 2 2 16,7 6-1-16,0-2-2 0,1 2-5 0,-2-3-14 0,-4 1-16 0,5-5-24 15,-2 7-22-15,4-2-33 0,-3 0-38 0,-5-4-51 0,6 5-60 0,-5-4-128 16,-3-3-153-16,1 2-67 0,-1-6-22 0,2 3 3 0,-7-3 15 0,0-6 28 16,9 3 35-16,-9-6 42 0,0 0 47 0,0-6 52 0,0 3 57 0,5-3 69 0,-5-4 76 15</inkml:trace>
  <inkml:trace contextRef="#ctx0" brushRef="#br0" timeOffset="66808.48">8349 14451 96 0,'6'-6'177'0,"-1"0"54"0,-5 3 43 0,0-3 37 0,8 0 35 0,-8 2 33 0,0 4 31 0,0-5 29 0,0 0 33 0,0 1 28 0,0 0 28 0,0-2-64 0,0-3-120 16,0 3-75-16,0 0-51 0,0 3-27 0,0 3-18 0,8-6-12 0,-8 6-11 16,0 0-12-16,0 0-11 0,0 0-13 0,0 0-12 0,0 0-13 0,0 0-13 0,0 0-13 15,0 0-10-15,0 0-12 0,0 0-8 0,0 0-8 0,0 0-5 0,-8 0-7 16,8 9-4-16,0-3-2 0,0 4-2 0,0 1-3 0,-8 2-1 0,8 2-2 15,0 6 1-15,0-3 0 0,0 1 1 0,-5 6 3 0,5-1 1 0,0 6 1 0,0-6-1 16,0 10 3-16,0-4-3 0,-6-2-4 0,6 8-5 0,0-3-4 0,0-3-6 16,0 5-6-16,0-8-2 0,0 4-4 0,6-2-5 0,-6 1-4 0,0-7-5 0,5-2-6 15,-5 3-13-15,8-6-3 0,-8-2-5 0,8-1 0 0,-8-1 4 0,5 2 2 16,2-1 6-16,-7-8 4 0,7 4 1 0,-2-7 6 0,-5 8 2 0,8-9 9 16,-8 3 8-16,0-6 15 0,7 5 15 0,-7-5 15 0,0 0 16 0,0 0 8 15,5-5 5-15,-5-1 6 0,0 3 4 0,0-3 5 0,0-4 2 0,0-1 3 0,7 4 2 16,-7-8-1-16,0-1-6 0,-7 2-5 0,7-5-6 0,0 4-10 0,0-6-9 15,0-3-6-15,0 5-4 0,-5-5-7 0,5-1-2 0,0 1-3 0,-7-6-6 0,7 6-1 16,0-6-3-16,0 7 1 0,0-3 0 0,0-2-2 0,0 3-1 0,0-4-1 16,0 4-1-16,0 1 1 0,0-6 0 0,0 7-1 0,7-3 0 0,-7 2-1 15,0-1 1-15,5 1-1 0,-5-1 1 0,7 6-2 0,-7 1-2 0,7-3-2 16,-7 6-1-16,5-3-1 0,3 3-3 0,-8 5-2 0,8-1 2 0,-3-2-2 16,1 3 0-16,1 5 1 0,-2-4-2 0,4 3 1 0,-4 0 0 0,2 2-1 15,4-1 3-15,-2-1-1 0,-2 6 3 0,5-4 2 0,-6 4 3 0,8 0-1 0,-2 0 0 16,-6 0 2-16,7 4 2 0,-5-4-1 0,-3 6 1 0,9-1 1 15,-9-1 1-15,3 8 1 0,-1-9 0 0,-1 8 1 0,2-1 3 0,-8 3 1 0,5-2 2 0,-5 8 3 16,0-4 1-16,5 0 2 0,-5 4 1 0,-5 0-1 0,5 1 4 0,-5 5-1 16,-3-7 0-16,2 3 2 0,-1 3-3 0,-6-5 1 0,-1 2-1 0,9-3-4 15,-8 3-1-15,-1-6-3 0,2-2-4 0,-2 8-8 0,1-6-7 0,1-6-12 16,3 4-12-16,-2-2-16 0,-1-2-13 0,3 1-17 0,-3 0-19 0,6-5-17 0,-7-1-23 16,5 1-19-16,3 1-22 0,-2-2-17 0,0 1-20 0,-5-5-10 0,4 6-11 15,3-6-14-15,-2 0-18 0,0 0-22 0,7 0-19 0,-5 0-19 0,5 0-18 0,0 0-21 16,-8-6-18-16,8 6 6 0,0-5 21 0,0 5 27 0,0 0 28 0,0-4 27 15,0-2 30-15,8 1 35 0,-3 1 37 0,-5-1 38 0,7 1 38 0,0-5 39 0,6 2 57 16</inkml:trace>
  <inkml:trace contextRef="#ctx0" brushRef="#br0" timeOffset="67563.45">9065 14597 69 0,'7'-6'164'0,"0"6"62"0,-2-5 54 0,3-5 46 0,-8 5 44 0,5-3 42 0,-5 3 39 0,0-5 38 0,0-1 36 15,0 1 30-15,-5-4 31 0,5 4-54 0,-8 1-102 0,3-6-80 0,-2 5-73 0,0 1-43 16,2-6-33-16,-2 6-25 0,-1-3-22 0,-5-2-16 0,7 6-19 0,1 2-17 16,-11-3-13-16,11 3-14 0,-1 0-10 0,-6 3-12 15,3-3-10-15,2 6-9 0,-4 0-9 0,6 0-4 0,-11 0-7 0,11 6-6 0,-2-3-2 0,-5 3-8 16,-3 4-4-16,10 1-3 0,-9-3-4 0,9 6 0 0,-8 1-1 0,-1 1 2 0,7-2 0 16,-6 1 1-16,7 4 3 0,-7-4-2 0,8 0 1 0,-4 4-1 0,2-4 1 15,2 0-5-15,5 0-3 0,-8 0-2 0,8-2-5 0,0-4-2 0,0 6-5 16,0 1-2-16,0-7-3 0,0 6-1 0,0-6-2 0,8 3 0 0,-8-3 0 0,5 0 0 15,-5 0 1-15,7 1 2 0,2 1 4 0,-4-7 5 0,1 7 3 0,1-7 4 16,-1 1 5-16,1-1 3 0,-1 2 4 0,7-6 3 0,-5 0 3 0,5 0 3 16,-1 0 1-16,0-6 2 0,-5 2 2 0,13-1 1 0,-13 1-1 0,14-7-1 0,-10 7 1 15,1-7 2-15,2 1 0 0,-1 1 4 0,0 0 1 0,0-7 7 0,1 7 4 16,-1-6 5-16,-6 6 4 0,5-6 4 0,-5 0 3 0,6 0 6 0,-8 6 2 16,3-10 3-16,3 4 1 0,-4 0 3 0,2 0-2 0,-4-4-2 0,2 4-1 0,-7 0-3 15,6 0-4-15,-1 0-1 0,-5 2-1 0,9 4-1 0,-9-6 0 0,0 9 0 16,7-4 0-16,-7 5-2 15,0 0 0-15,0 5-5 0,0 0-4 0,0 0-7 0,0 0-11 0,0 0-6 0,0 0-5 0,-7 5-5 0,7 0-2 0,0-1-8 16,-9 2-3-16,9 9-4 0,-5-5-5 0,-1 4-2 0,6 1-2 0,-7 4 2 16,7-4 2-16,-5 4 3 0,5 2 3 0,0-3-1 0,-9 3-3 0,9-6-6 0,0 4-6 15,0-4-8-15,9 0-7 0,-9 3-11 0,0-8-11 0,5 4-13 0,-5 2-16 16,7-7-14-16,-1 6-13 0,-1-6-15 0,-5 1-12 0,9 1-11 0,-2-7-12 0,-2 5-13 16,1-3-14-16,1 3-10 0,7-3-12 0,-9-3-6 15,2-3-6-15,7 7-5 0,-8-7-3 0,6 0-8 0,-5 0-12 0,5 0-2 0,3-7-2 0,-1 4 10 16,-4-3 12-16,4 1 17 0,-1-5 23 0,0 1 22 0,0 0 24 0,0-1 28 0,1-1 34 15,-2-4 42-15,2 2 45 0,-1 4 47 0,-1-12 45 0,2 6 37 0,-8 2 35 16,6-2 33-16,-3-6 32 0,-4 8 27 0,2-8 26 0,-1 6 21 0,-1-3 22 0,3-3 10 16,0 2 3-16,-8 4-10 0,0-4-18 0,5 4-13 0,-5-3-11 0,0 3-11 15,0-1-6-15,0 2-12 0,0-1-12 0,0-1-14 0,0 7-14 0,0 0-15 16,0 0-18-16,-5-1-12 0,5-1-15 0,-8 7-14 0,8-2-13 0,-8-3-12 16,8 4-12-16,-5 1-14 0,5 4-12 0,-6-6-12 0,-1 2-15 0,7 4-36 15,-5 0-1-15,-4 0 0 0,4 0 0 0,-2 4 0 0,1 2 0 0,-1-2-7 16,0 1-14-16,-5 4-1 0,5 1-2 0,1 1 2 0,-8 2 0 0,7 2 2 15,-7 6 0-15,9-6 5 0,-8 3 2 0,8 1 1 0,-3 2 3 0,2-2 3 0,-7 2 0 16,6-3 0 0,7 1-3-16,-6 2-1 0,-2-3-1 0,8 3-5 0,0-6-5 15,0 4-6-15,0-4-5 0,0 0-8 0,0-2-5 0,8 2-4 0,-2-1-2 16,-6-4-5-16,13 5-3 0,-6-6-6 0,-1 1-4 0,7 5-7 0,0-9-7 0,1 3-11 16,-2 0-9-16,2-3-15 0,-1-2-14 0,6 1-22 0,-6-5-23 0,-1 6-26 15,9-6-28-15,-10 0-47 0,10 0-51 0,-7 0-84 0,6-6-91 0,-1 1-32 16,-6 5-2-16,6-4 19 0,-7-6 28 0,2 1 33 0,4-2 39 0,-2 1 42 0,-5-5 46 15,2 1 45-15,2-6 48 0,-4 0 58 0,2 2 64 0</inkml:trace>
  <inkml:trace contextRef="#ctx0" brushRef="#br0" timeOffset="67760.88">9880 14210 0 0,'0'-14'2'0,"-8"4"116"0,8-4 87 0,-6-2 68 0,0 7 54 0,-1 0 53 0,7-6 50 0,-5 5 46 0,-4-1 45 0,4 2 37 0,-2 3 36 0,7-2 28 0,-6 3 25 0,6 0-82 0,0 1-145 15,-5-3-100-15,5 7-73 0,0 0-50 0,0 0-39 0,0 0-32 0,0 0-31 16,0 7-22-16,0-3-17 0,0 1-13 0,0 4-8 0,0 1-5 15,0 4 1-15,0 2 2 0,0-1-1 0,0 3 0 0,-8 3 1 0,8 2 2 0,0-3 2 0,0 8 2 16,-8-1-2-16,8-3-5 0,0 4-11 0,-5-4-14 0,5 6-16 16,0-1-19-16,0 0-23 0,-7 1-25 0,7-5-31 0,0 3-32 0,0-2-33 0,0 2-52 15,0-4-52-15,0 1-77 0,0-4-87 0,7 3-82 0,-7-5-73 0,0 2-22 0,5-8 8 16,-5 7 26-16,8-5 30 0,-8 0 43 0,8-6 46 0,-8 1 50 0,5-6 53 16,-5 1 61-16,6 1 66 0,1-6 73 0,-7-6 75 0</inkml:trace>
  <inkml:trace contextRef="#ctx0" brushRef="#br0" timeOffset="68081.11">10048 14586 0 0,'8'-19'83'0,"-2"4"109"16,-6-4 72-16,7 4 60 0,-2-3 49 0,3-3 47 0,-8 2 47 0,0 4 40 16,6-6 40-16,-6 7 37 0,7 0 36 0,-7 5 6 0,6-6-12 0,-6 4-91 0,5 7-138 15,-5-5-80-15,0 3-51 0,0 6-32 0,0 0-27 0,0 0-22 0,0 0-25 16,0 0-22-16,0 0-19 0,0 0-21 0,0 0-40 0,0 0-46 0,0 0 0 16,0 0 0-16,-5 0 0 0,5 6 0 0,-6 3 0 0,-1-5 0 0,1 7 0 15,-2-2 0-15,3 6 0 0,-2-5 0 0,-7 4 0 0,8 2 0 0,-6-1 0 16,3-2 0-16,-1 2 0 0,2 0 0 0,-5 0 0 0,5-2 0 0,-3-2 0 15,4 4 0-15,1-5 0 0,-1-1 0 0,1 6-24 0,-1-6-9 0,0-3-3 0,0 3-3 16,2-3-2-16,5 3-5 0,-8-5-1 0,8 2-2 0,0-3-1 0,0 3 1 16,0-6 2-16,-5 0 5 0,5 0 2 0,0 9 3 0,5-3 4 15,-5 0 3-15,0-2 4 0,0 1 3 0,8-1 1 0,-8 1 3 0,5 5 2 0,2-5-1 0,0 4-5 16,0-2-2-16,-1 2-6 0,1 0-7 0,-1 0-1 0,7-3-9 0,-8 3-8 16,11 1-9-16,-11 1-16 0,8-7-15 0,1 5-16 0,-9 1-23 0,8-5-24 15,1 1-28-15,-7 4-26 0,6-5-34 0,-7-1-39 0,7 1-75 0,-1-5-91 16,-3 4-47-16,1 2-26 0,-2-6 3 0,5 0 19 0,-5 0 30 0,-3 0 31 0,1 0 39 15,2-6 43-15,5-3 46 0,-8 5 48 0,2-8 52 0,0-2 56 0,-2 4 72 0,2-3 82 16</inkml:trace>
  <inkml:trace contextRef="#ctx0" brushRef="#br0" timeOffset="68665.19">10382 14533 0 0,'0'-11'27'0,"5"2"143"0,-5-1 80 0,0 1 60 0,-5-1 46 0,5-1 46 16,0 2 46-16,-7 0 41 15,7-1 40-15,0-5 35 0,-8 9 30 0,8-3 28 0,0 4 28 0,-6 1-110 0,6 0-189 0,0 4-96 0,0-6-49 0,0 6-28 16,0 0-19-16,0 0-22 15,0 0-29-15,0 0-23 0,0 0-21 0,0 0-16 0,0 0-12 0,-6 6-9 0,6-2-7 0,0 0-5 0,-7 6-8 0,7-6-6 0,0 8-3 16,-5 3-6-16,5-6-2 0,0 4 1 0,-8 2 0 0,8 0 3 0,0 0 3 16,-8-6 1-16,8 6-2 0,0 1 0 0,0-3-1 0,8-2 1 0,-8 4-4 15,0-6 1-15,8 1-4 0,-8-1 1 0,5 0 0 0,2 3-4 0,-1-3-1 0,0-3-1 16,2 3 0-16,-1-5-1 0,4 1 1 0,-3-1-2 16,5 2 2-16,0-1-4 0,0-5 1 0,0 0 0 0,0 0 0 0,-2 0 0 15,5 0 3-15,2-5-2 0,-4 5 4 0,-2-6-1 0,-6 2 3 0,7-1 1 0,0-4 0 0,-6 5 2 16,0-8 3-16,-2 3 1 0,3 0 2 0,-1-1 3 0,-2 1 3 0,-5-6-1 0,0 0 2 15,9 4 0-15,-9-2 2 0,0-3 2 0,0 1 1 0,-9 1 2 0,9 4 5 16,0-5 2-16,-5 6 1 0,5-1 0 0,-7 1 1 0,-1 0-3 0,3 3-2 16,-2 0-1-16,0 3-5 0,-6-3 0 0,8 6-3 0,-9 0-2 0,2 0-4 0,3 0-4 15,-9 6-6-15,13 3-1 0,-16 1-5 0,8-1 0 0,7 0-2 0,-7 2 0 16,0 5 3-16,7-3 0 0,-9 1 4 0,10 1 2 0,-3 1-1 0,2-3 2 16,6 7 1-16,-5-5-1 0,5 0 3 0,-7-2-4 0,7 2 0 0,0 1-1 15,0-2 3-15,7 1-2 0,-7 1 0 0,5-3 1 0,1 1 1 0,2-4 0 0,-3 1 5 16,10 4-2-16,-9-6 0 0,7 1 1 0,6-6 1 0,-6 7 1 0,8-8 4 31,-3 9-1-31,3-8 1 0,-2-4 0 0,-1 5 1 0,9-5 0 0,-1 0 0 16,-7 0 1-16,7 0-3 0,-6-5 2 0,7 1 1 0,-3-8 0 0,-4 9 0 0,7-8 2 15,-8 1-2-15,7-3 1 0,-6 2 0 0,-1-8 2 0,8 4-1 0,-7-3 0 16,-3-3 2-16,4 2 1 0,-3-2-2 0,-2-3 1 0,2-1-2 0,-4 1 0 16,4-4 0-16,-5-2 0 0,-5 0-2 0,4 2 2 0,0-2-2 0,-4 2 2 0,-8-2 2 15,7 0 6-15,-1 0 7 0,-6 2 10 0,0 3 7 0,0 1 8 0,-6 3 5 16,6-3 4-16,-7 11 4 0,-1-8 1 0,3 6 4 0,-2 2-2 0,0 2-1 15,2 1-5-15,-3 5-7 0,3 1-9 0,-3 4-11 0,2 4-10 0,1 1-12 16,-2 5-7-16,-1 1-6 0,-5 2-2 0,7 8-5 0,1-2 0 0,-3 0-3 16,0 7 0-16,3-4-1 0,-1 5 5 0,-1-3 3 0,7 0 3 0,0 4 2 15,0-4 2-15,0 3-1 0,0-5-1 0,0 5-6 0,7-5-10 0,-7 5-9 0,6-9-15 16,-1 6-14-16,3-3-17 0,0-2-17 0,-3-1-21 0,1 3-26 0,1-8-29 16,7 8-30-16,-7-6-37 0,-2-2-40 0,1-2-72 0,2 5-85 0,-8-7-78 15,5 0-66-15,3 6-16 0,-8-6 13 0,0-3 24 0,5 4 31 0,-5-5 40 0,0-5 43 16,0 4 45-16,0-4 48 0,0 0 55 0,0 0 56 0,-5 0 74 0,-3-4 78 15</inkml:trace>
  <inkml:trace contextRef="#ctx0" brushRef="#br0" timeOffset="68839.85">10940 14600 28 0,'-12'-9'135'0,"6"0"72"0,-7-2 62 0,0 3 55 0,6-3 50 0,-5 1 48 0,-3-5 45 0,10 10 41 0,-2-4 38 0,0-1 35 16,2 7 30-16,-3-3-36 0,8-4-72 0,-6 5-89 0,6 5-94 0,0 0-66 16,0 0-48-16,0-6-39 0,0 2-35 0,0-1-29 0,6 5-31 0,-6-4-23 0,8 4-19 15,-3-5-15-15,2 5-10 0,0-4-7 0,5 4-3 0,-4-6-3 0,4 6-4 16,8 0-12-16,-7 0-22 0,5 0-27 0,3 0-34 0,-2 0-46 0,0 0-52 0,2 0-95 15,5 6-110-15,-8-6-86 0,9 0-71 0,-7 0-23 0,7 0-2 0,-9 0 13 16,1-6 21-16,8 0 34 0,-8 3 43 0,1-9 50 0,1 3 56 0,-3 0 64 0,-5-6 68 16,6 5 84-16,-6-5 93 0</inkml:trace>
  <inkml:trace contextRef="#ctx0" brushRef="#br0" timeOffset="69014.89">11554 14436 0 0,'-8'19'51'0,"-5"-1"166"0,7 3 97 0,1-12 69 16,-3 6 54-16,-5-6 47 0,6-3 41 0,7-2 35 0,-6-4 31 0,6 0 26 15,0 0 22-15,0 0 20 0,-5-4 19 0,5 4-144 0,0 0-232 0,0 0-126 0,5-6-64 16,-5 6-37-16,0 0-23 0,6-5-19 0,-6 5-15 0,7-4-10 0,-1 4-6 16,1-5-6-16,1 5-8 0,-3-4-11 0,1 4-13 0,7-6-18 15,-5 6-23-15,5 0-28 0,-2 0-25 0,-4 0-36 0,7 0-39 0,-8 6-43 16,6-6-44-16,-4 4-73 0,0 1-82 0,-3-1-64 0,1 1-49 0,1-5-8 0,-7 6 16 0,0-2 28 16,5 1 35-16,-5-5 42 0,0 10 44 0,-5-4 49 0,5-1 54 0,0-5 55 0,-7 4 56 15,7-4 68-15,-6 4 81 0</inkml:trace>
  <inkml:trace contextRef="#ctx0" brushRef="#br0" timeOffset="69173.53">11573 14670 0 0,'0'9'21'0,"-6"1"141"0,6 4 85 0,-8-4 63 0,3 0 48 16,5-5 42-16,-8-1 35 0,8-4 31 0,0 0 28 0,0 5 22 0,0-5 21 16,0 0 20-16,0 0 18 0,0 0-108 0,0 0-181 0,0 0-99 0,0 0-59 0,0 0-33 15,0 0-18-15,0 0-15 0,8 6-11 0,-8-6-6 0,5 0-7 0,3 4-4 16,-2-4-2-16,6 0-7 0,2 5-10 0,-8-5-27 0,14 0-33 0,-7 0-50 16,5 0-56-16,-2 0-90 0,1 0-104 0,10-5-92 0,-7 5-81 0,6 0-31 15,0-4-4-15,-7-2 6 0,7 6 19 16,0-9 25-16,1 4 30 0,-1-5 47 0,-8 0 49 0,9-4 62 0,-6-1 66 0,3-4 80 15,-4 4 84-15</inkml:trace>
  <inkml:trace contextRef="#ctx0" brushRef="#br0" timeOffset="70920.61">12725 14586 0 0,'8'0'7'0,"-2"-4"47"0,-6 4 23 0,6 0 23 15,-6 0 26-15,0 0 30 0,0 0 29 0,0 0 30 0,0 0 28 0,0-6 23 16,0 6 23-16,0 0-6 0,0-5-20 0,0 5-15 0,0-4-14 0,0 4-8 16,0-4 0-16,0 4-10 0,0-5-15 0,0 5-21 0,0-6-20 0,0 2-20 15,0 4-13-15,0-6-10 0,0 1-5 0,0 1-6 0,7-2-2 0,-7 6-5 0,0-5-3 16,0 1-6-16,5 4-1 0,-5-5-2 0,0 1 2 0,0 4 2 0,0-6 4 31,9 3 3-31,-9-3 4 0,0 6 3 0,0-6 2 0,0 2-1 0,5-1-2 0,-5-1-3 16,0 2-3-16,0-1-4 0,0 1-3 0,0-1-5 0,0 1-6 0,0-2-6 15,0 0-4-15,0 3-9 0,-5-3-5 0,5 0-9 0,0 2-4 0,0 4-6 16,0 0-3-16,0-5-5 0,0 5-3 0,0-5-3 0,0 5-5 0,0 0-3 0,-9 0-5 16,9 0-2-16,0 0-4 0,0-4-2 0,0 4-4 0,0 0 0 0,0 0-2 15,-5 0-2-15,5 0 2 0,0 0-2 0,-7 0-2 0,7-4 2 0,-6 4 1 16,6 0 0-16,-6 0 3 0,-2 0 5 0,8 0 3 0,-7-6 4 0,2 6 4 0,-3 0 0 16,8-5 4-16,-6 5 1 0,1 0 2 0,-3-4 2 0,8 4 1 0,-5-6 2 15,-2 6 1-15,7-6-2 0,-7 6 2 0,0-3-5 0,7 3-2 0,0-6-7 16,-6 6 0-16,6 0-1 0,0 0-5 0,0 0-3 0,0 0 0 0,0-5-3 0,0 5-1 15,0 0-2-15,0 0-1 0,0 0-2 0,0 0-1 0,0 0 1 0,-7 0-2 16,7 0 2-16,0 0 0 0,0 0-1 0,0 0 2 0,0 0-1 0,0 0 0 16,0 0 1-16,0 0 0 0,0 0 0 0,0 0 2 0,0 0 0 0,0 0 0 0,0 0-1 15,0 0 2-15,0 0 0 0,0 0-2 0,0 0 3 0,0 0-1 0,0 0 0 16,0 0 1-16,0 0 0 0,0 0 1 0,0 0 0 0,0 0 1 0,0 0 1 16,0 0 1-16,0 0 1 0,0 0 2 0,0 0-1 0,0 0 0 0,0-4 1 0,0 4-2 15,0 0 0-15,-6 0-1 0,6 0-2 0,-7-6-2 0,7 6-1 0,-6-3-2 16,6 3-2-16,-5 0-1 0,-3 0 0 0,0-6-2 0,3 6 0 0,-3 0-1 15,3 0 2-15,0 0-1 0,-4 0-1 0,4 0 2 0,-2 0-2 0,7 0 0 16,-8 0 1-16,2 0 0 0,0 6-1 0,6-6 0 0,-7 3 1 0,2-3-2 0,5 6 0 16,-8-6-1-16,2 4 2 0,6 1 0 0,-7 1 1 0,7-3 1 0,-6 3 2 15,6 0 0-15,-7-2 4 0,7 1-2 0,-5-5 2 0,5 10-1 0,-9-6 2 16,4 1 2-16,5-5-1 0,0 5 0 0,-5-1 1 0,-3 2-1 0,8 0 0 0,0-3 0 16,-5 3-2-16,5 0 1 0,-8-2 0 0,8 1 0 0,-8-1 0 0,8 1 0 15,-5-1 0-15,-1 2 0 0,6-1-1 0,-8 5 0 0,8-4-1 0,-5-3 1 0,5 7-2 16,-8-5 2-16,8 4 0 0,-5-3 0 0,5-2-2 0,-7 7 2 0,7-1-2 15,-7-5 2-15,7 3-1 0,-5-3 0 0,5 5 0 0,-7 1-1 0,7-8 0 16,-8 9-1-16,8-3-1 0,0-5 1 0,0 5-1 0,-5-3 0 0,5 3 0 16,0 3 1-16,0-8-1 0,5 5 1 0,-5 0-1 0,0 2 1 0,8-2 2 0,-8-2-1 15,7 2 1-15,-2 0 3 0,2 0 0 0,0 1 2 0,-2 1-1 0,3-1 0 16,-3-5 1-16,9 4 0 0,-1 1 1 16,-5-1 1-16,5-3 0 0,-3 4 0 0,4-5 1 0,-1 4 0 0,0-5 2 0,7 5 0 0,-8-3-1 0,3-1 2 0,-1-1-1 15,-4 2-2-15,3 0 1 0,3-2 1 0,-5 1 0 0,2-5-1 0,-6 0-1 16,6 4 2-16,-6-4 1 0,0 0 0 0,-2 0 0 0,3 0-1 0,-3 0 3 15,1 0 0-15,-6-4 3 0,8 4 5 0,-8-5 2 0,5 1 9 0,-5-2 1 16,7 0 7-16,-7-3 2 0,8 0 3 0,-8-1 1 0,6 1 0 0,-6-3 1 0,0-2 3 16,6 0-2-16,-6 0-1 0,7-7-3 0,-7 2-2 0,5 1-4 15,-5-3-6-15,0 2-3 0,9-5-8 0,-9-1-2 0,5 1-5 0,-5-6-2 0,7 5-2 16,-7-4-2-16,0 0-2 0,6 5-1 0,-6-6-2 0,5 2 0 0,-5-2-2 16,0 0 0-16,8 5 0 0,-8-3-2 0,0 2 0 0,0 4 2 0,0-5 0 15,0 9 1-15,0-1-2 0,0 4 2 0,0 0 2 0,0 0-1 0,0 0 0 16,0 5 2-16,0 5 1 0,0-4 0 0,0 3 2 0,0 2-1 0,-8 0-1 15,8 4 0-15,0 0-3 0,0 0-3 0,0 0-2 0,0 0-4 0,0 0-2 0,0 0-3 16,0 0-3-16,-5 0 1 0,5 0-3 0,-6 4 0 0,6 0 0 0,0 2-1 16,-7-1 5-16,7-1 0 0,-5 7 4 0,-4-7 6 0,9 7 3 0,0-1 5 15,-5-1 6-15,-2 0 4 0,7 0 4 0,-6 3 4 0,6-3 1 0,0 5 1 16,-6-4-1-16,6 6 0 16,-8-1-2-16,8-8 0 0,-7 14-1 0,7-6 0 0,-5 0-5 0,5 3 0 15,0 3-5-15,0-2-3 0,0-1-4 0,0 3-3 0,0 3 0 0,0 1 0 0,0-6 0 16,0 5 0-16,0 1-3 0,5-1-3 0,-5-3 0 0,7 3-4 0,-7-6-1 15,8 3-3-15,-2-2 1 0,0 2-4 0,1-8-1 0,-2 2-2 0,4 6 2 0,3-8-1 16,-6 1 1-16,7-4-2 0,-5 5 2 0,4-4 3 0,0 2 1 0,3-3 2 0,4-5 2 0,-6 4 2 0,-1-2 3 16,7-2 1-16,-5-5 3 0,4 0 1 15,-2 0 2-15,2 0 2 0,3 0 0 0,-10-5 2 0,10-2 1 0,-2-2-1 0,1 4 3 0,-7-5 2 0,6 1-1 16,-6 0 0-16,5-1 1 0,-4-5 0 0,-1 0 1 0,8 0-2 0,-8 0 1 0,-8 0-1 16,9-3 0-16,-2-1-1 0,2-2 0 0,-9 2-1 15,8-1-1-15,-5 1-2 0,-2-6-1 0,1 5 0 0,-1-2-3 0,1-5 2 16,-1 9-1-16,-6-7 2 0,8 5 1 0,-8 1 2 0,5 0-2 0,-5-2 0 0,0 8 3 0,-5-2 0 15,5 0 2-15,0 6-1 0,-8-1 0 0,8-1-2 0,-6 8-3 0,-1-9-3 16,1 8-5-16,-1 4-2 0,1-5-5 0,-2 5-3 0,3 5 0 0,-3-5-3 16,-2 4-3-16,1 8 1 0,-3-3-3 0,-2-4 0 0,9 5 1 0,-8 3 0 15,-1 2 3-15,7 0 3 0,-6 0 2 0,-1 0 2 0,9 0 5 0,-2 0 0 32,-4-2 2-32,3 2 0 0,0 0 1 0,3 0 1 0,-1-2-1 0,-2 8 2 0,3-6 0 0,5-2-1 0,0 2 1 0,-7 0 0 0,7-4 1 0,0 2 0 0,7 2 0 31,-7 0 0-31,5 0 0 0,3-2-2 0,-2 2 1 0,-1 1 0 0,3-7-2 15,5 6-1-15,0-1-1 0,-8-4-1 0,9 5-1 0,-1-6 0 0,8 1-1 16,-8 1 0-16,-2-1-1 0,4-1 0 0,4-4-2 0,-6-1 2 0,6 2-2 16,-6-2 2-16,8-4 0 0,-11 5 2 0,11-5-1 0,-2 0-2 0,-6-5 1 0,8 5-3 15,-3-4 0-15,-4-2 0 0,4 2-2 0,3-5-1 0,-8 4 1 0,8-5 0 16,-10-1-1-16,10 1-3 0,-9-4 1 0,7 1-2 0,-6-3 1 0,6 1 0 16,-3 1 3-16,-5-2 0 0,1-2 1 0,4-1 1 0,-5-2 2 0,-6 6 0 0,11-3 1 15,-11-7 1-15,9 5 0 0,-9 1 2 0,3-2 2 0,-1 3 1 0,-2-1 3 16,-5-2 2-16,7 2 3 0,-7 4 6 0,0 0 5 0,0 0 4 0,0 2 4 0,0-2 5 15,0 4 3-15,-7 2 1 0,7-1 1 0,-5 1 3 0,5 3 0 16,0 3-2-16,-7-3-3 0,7 0-4 0,-8 6-6 0,8-4-8 0,-5 4-7 0,5 0-6 16,-7 4-5-16,0-4-4 0,2 6-5 0,-3 0-3 0,0-3 2 0,3 3-5 15,-6-1 4-15,4 5-2 0,-7-1 2 0,7 0 5 0,1 7 2 0,-7-7 4 16,5 6 1-16,-3-6 1 0,3 6 1 0,3 0 0 0,-3-1 1 0,1-4 0 16,2 6 1-16,-2-1-1 0,0-2-1 0,7 2 0 0,-5-6-1 0,5 6 1 0,-8 0-2 15,8-6 0-15,0 1-2 0,0 5-1 0,0-4-2 0,0-3-1 0,0 3-2 16,8-2-2-16,-8-3 3 0,0 3-2 0,5-3 2 0,2-2 0 0,-7 1 0 0,7-1 1 15,-2 2 1-15,2-6 2 0,6 3 2 0,-5-3 3 0,-2 0 1 0,-1 0 3 16,11 0 2-16,-11 0 2 0,1 0 2 0,6 0 1 0,-3-3 1 0,-2 3 2 16,4-6 0-16,-6 2 4 0,3-1-2 0,0 1 5 0,-3-2 0 0,2 0 5 0,0 3 3 15,-2-8 1-15,3 7 6 0,-1-2-1 0,-7-3 2 0,5 5 0 0,-5-1 2 16,7-5 0-16,-7 4 3 0,7 1 0 0,-7-5 2 0,0 10-3 0,0-5-2 16,0 5-3-16,5-4-3 0,-5 4-21 0,0 0-10 0,0 0 0 0,0 0 0 15,0 0 0-15,0 0 0 0,-5 4 0 0,5 1 0 0,0 5 0 0,0 1 0 16,0-1-6-16,-7 3 2 0,7 2 2 0,0 5 0 0,0-1 6 0,0 2 3 15,-7 3-4-15,7 0-3 0,0 5 0 0,0 0 0 0,0 1 0 0,0-2 0 16,7 3 0-16,-7-1 0 0,0 3 0 0,0-3 0 0,0-2 0 0,7-3 0 0,-7 5 0 16,0-6 0-16,0 0 0 0,5-4 0 0,-5-2 0 0,0 3 0 0,8-1 0 15,-8-1 0-15,0-4 0 0,0 0 0 0,5-5-33 0,-5-1-39 0,0 0-9 16,0 0-12-16,0-3-11 0,0 0-16 0,0-6-23 16,0 0-29-16,0 0-35 0,0 0-35 0,0-6-46 0,0 0-49 0,-5-3-100 0,5 0-118 0,0 0-40 0,0-6-4 15,0-1 12-15,-8-2 25 0,8-3 28 0,8 2 35 0,-8-5 44 0,0-1 51 0,5 1 56 16,3-6 60-16,-2 2 62 0,1-2 68 0</inkml:trace>
  <inkml:trace contextRef="#ctx0" brushRef="#br0" timeOffset="71268.89">13945 14402 0 0,'5'-11'15'0,"0"1"135"0,-5 1 89 0,8-2 67 0,-8 1 57 0,0 7 51 0,6-3 48 0,-6-3 40 0,0 3 40 0,7 2 31 0,-7-2 33 0,0 6 29 0,0 0 28 0,0 0-96 0,0 0-168 0,0-5-100 16,0 5-62-16,0 0-44 0,0 0-33 0,0 0-28 0,0 0-26 0,0 0-18 15,0 0-11-15,0 0-10 0,0 0-6 0,0 5-6 0,0 1-4 16,0-2-7-16,0 7-6 0,0-1-6 0,0-1-5 0,-7 0-1 0,7 6-2 0,0-5 0 15,0 5-10-15,0 3-14 0,0-3 0 0,0 1 0 0,0-2 0 0,0 1 0 16,0 1 0-16,0-3 0 0,0 1 0 0,0 1 0 0,7 6 0 0,-7-13 0 16,6 7 0-16,-6-1 0 0,7-2 0 0,-1 1 0 0,2-4 0 0,5 3-6 15,-8-3-10-15,3 1 0 0,3-1 0 0,4-4-2 0,-9 5 0 0,7-5 2 16,-1-1-2-16,2 8 4 0,-8-12 1 0,6 3 1 0,2 3 4 0,-7-6 1 16,4 0 1-16,-3 0 6 0,0 0 6 0,-3 0 1 0,2-6 5 0,5 3 2 15,-4-4 0-15,-8 2 3 0,7-4 3 0,-2 3-2 0,2-7 3 0,0 4-3 16,-7-6 1-16,5 0-2 0,-5 0-16 0,8-1-1 15,-8-2 0-15,0-1 0 0,8-2 0 0,-8 1 0 0,0-2 0 0,0 1 0 0,0-3 0 0,-8 5 0 0,8-2 0 16,0 2-16-16,0-2-19 0,0 7-10 0,-8 1-5 0,8 3-12 0,0-1-10 16,0 1-16-16,0 5-16 0,0 1-25 0,0 4-27 0,0-5-35 0,0 5-40 15,0 0-31-15,0 0-31 0,0 0-41 0,8 0-48 0,-8 5-72 0,8-1-82 0,-3 7-31 16,-5-7-6-16,6 7 18 0,-1-1 28 0,2-1 41 16,2-5 42-16,-4 7 53 0,2-2 51 0,-1 1 53 0,8-5 48 0,-7 1 56 0,4-2 61 0</inkml:trace>
  <inkml:trace contextRef="#ctx0" brushRef="#br0" timeOffset="71993.02">14510 14494 0 0,'6'6'13'0,"-6"-3"133"0,0-3 82 0,0 0 62 0,0 0 50 16,0-3 48-16,0-3 45 0,0 0 43 0,0-3 38 0,8-1 36 0,-8 5 35 16,0 1 32-16,0-5 28 0,0 3-90 0,0 0-163 0,0 3-95 0,6-3-53 15,-6 0-37-15,0 6-24 0,0 0-24 0,0-4-25 0,0 4-22 0,0 0-19 16,0 0-17-16,0 0-17 16,0 0-17-16,0 0-16 0,0 0-11 0,0 0-12 0,-6 0-7 0,6 0-9 0,-8 0-5 0,8 4 0 0,-6 2-4 0,6 0 2 0,-7-3-2 31,2 3 1-31,5 4 1 0,-7-5 1 0,7 4 1 0,-7 1 2 0,7-5 1 15,0 5 2-15,-7-4 3 0,7-3-1 0,0 7-2 0,7-5 1 0,-7 4-2 0,7-3 2 16,-7-2-1-16,7 1 0 0,-2 1 0 0,-5-2 4 0,7 2 1 0,-1-1 1 16,8-1 2-16,-7-4 0 0,-2 4 1 0,9-4 2 0,-9 5-1 0,8-5 4 0,-6 0 1 15,7 0 0-15,-8 0 1 0,7-5 1 0,-6 5 1 0,6-4 1 0,-7 4 0 16,2-4 2-16,-3-1 2 0,3-1 3 0,-3-4 2 0,0 5 4 0,4 1 2 16,-9-7 4-16,5 2-1 0,-5-1 5 0,7 1-1 0,-7-1-1 0,0-1-2 0,-7-2 2 15,7 4-2-15,0-6-1 0,-5-1-2 0,-4 2-2 0,4-1 2 0,0-1-2 16,-3 2 0-16,3 1-2 0,-3-2-1 0,2 5 0 0,-1-1-2 0,1 2 2 15,-7-1-4-15,6 6-4 0,-4-1-1 0,2 5-2 0,-3-6-3 0,4 6-4 16,-3 6-2-16,3-6-4 0,-4 9-2 0,-2-3-1 0,1 3-4 0,8 0 0 16,-9 1-2-16,1 5-1 0,0-6 2 0,5 6-1 0,-2 0 5 0,2 0 1 0,2-1-1 15,-9 0 0-15,15 1-5 0,-5 1 0 0,-1-2-8 0,6 1 0 0,0 1-4 16,0-3-6-16,0 1-4 0,6-4-4 0,-1 5-5 0,3 0-6 0,-1-6-5 16,7 6-10-16,-9 0-4 0,8-5-9 0,0-1-6 0,0 6-6 0,1-6-9 15,-2 3-4-15,2-3-8 0,4 0-8 0,-4-5-5 0,4 7-7 0,-2-7-6 0,2 1-4 16,-5 2-4-16,6-4 1 0,-6 3 5 0,5-6 8 0,-4 0 8 0,1 0 15 15,4 0 10-15,-6 0 13 0,0-6 20 0,-2 3 23 0,5-4 21 0,-4 2 27 16,-6-4 25-16,7 3 23 0,-5-3 22 0,3 0 21 0,-3-7 15 0,-3 7 13 16,3-6 12-16,-1 2 8 0,-2-2 7 0,-5 0 8 0,7 0-1 0,-2 0-4 0,2-4-5 15,-7 4-6-15,8-3-7 0,-8 2-6 0,5-4-8 0,-5 1-6 0,8 4-7 16,-8 0-2-16,0-4-7 0,0 10-4 0,0-6-6 0,6 4-6 0,-6 1-5 16,0 7-7-16,0-7-9 0,0 5-11 0,0 5-12 0,0 0-11 0,0 0-8 15,0 0-9-15,0 5-7 0,-6-1-7 0,6 2-4 0,-8-3-5 0,8 7-3 0,-5 1-5 16,-3 4-1-16,8-6 0 0,-7 5 3 0,7 0 2 0,-5 7 5 0,5-6 6 15,0 4 2-15,0-4 3 0,0 4 0 0,0-5 1 0,0 7-2 0,0-6 1 0,5-2 1 16,-5 2 3-16,7 6-2 0,1-8-1 0,-3 2 0 0,3-6-1 0,-2 7-1 16,-1-2 1-16,11-4-2 0,-11-1 1 0,8 3-2 0,-8-3 1 0,11 0 0 15,-5 0 0-15,2-3 0 0,0-2 2 0,-6 1 0 0,5 1 2 0,3-2 3 16,-2-4 4-16,-7 0 5 0,7 0 3 0,-6 0 9 16,5 0 6-16,-5-4 5 0,-2-2 5 0,9 1 2 0,-14-5 4 0,7 5-1 0,-1-4-2 0,1-1-35 0,-1-5-9 15,-6 6 0-15,8-6 0 0,-3 2 0 0,-5-2 0 0,0-6 0 0,8 8 0 16,-8-8 0-16,0 1 0 0,0 1 0 0,0 0 0 0,0-1 0 0,5 7 0 15,-5-8 0-15,0 6 0 0,0 2-54 0,0-2-21 0,5-1-11 0,-5 6-17 0,0 2-20 16,0-3-25-16,9 7-30 0,-9-2-30 0,0 0-34 0,5 6-35 0,2 0-44 16,-7 0-49-16,8 0-87 0,-2 6-102 0,-1 0-34 0,3-2-2 0,-3 1 18 15,2 5 31-15,0-1 37 0,6-4 43 0,-6 5 51 0,-2-4 51 0,4 3 54 0,1-3 54 16,-2-2 60-16,5 1 65 0</inkml:trace>
  <inkml:trace contextRef="#ctx0" brushRef="#br0" timeOffset="72410.2">15440 14563 0 0,'-5'0'14'0,"5"0"134"0,-7 0 86 0,1 0 64 0,1 0 50 0,5-5 47 0,-9 5 43 0,9-6 41 0,-7 2 36 0,7-2 31 16,0 6 30-16,-5-5 25 0,5 1 25 0,0-2-100 0,0 1-168 0,0 1-99 16,0 4-63-16,-6-5-39 0,6 5-25 0,0-4-23 0,0 4-20 0,0 0-20 15,0 0-17-15,0 0-13 0,0 0-12 0,0-6-6 0,0 6-10 0,0 0-6 0,0 0-5 16,0 0-2-16,-8 0-7 0,8 6-3 0,0-6 0 0,0 4-2 0,-5 1-1 16,5-5 0-16,0 4 2 0,0-4 0 0,0 5 3 0,0 1 4 0,0-2 2 15,0 1 3-15,0-5 2 0,5 6 3 0,-5-2 0 0,0 2 3 0,8-6 3 0,-2 5 2 16,-6-1-2-16,5-4 4 0,2 4 0 0,2-4-2 15,2 5 3-15,-4-5 1 0,-2 0-4 0,11 0 1 0,-11 0-1 0,6 0-1 0,-3 0 0 0,5 0 0 16,-6 0 1-16,0-5-1 0,5 5 7 0,-4-4 2 16,-3 0 8-16,3 4 3 0,-2-5 6 0,-6-1 3 0,5 2 5 0,3-7 4 15,-8 7-1-15,7-2 2 0,-7-3-1 0,0 0 0 0,0-6-5 0,0 5-2 0,0-1-3 0,0-2-3 16,0-2-5-16,-7 0-4 0,7 0-4 0,-8 6-2 0,3-6-1 0,5-1-4 0,-6 7 5 16,-2-6-1-16,3 6 1 0,5 0-9 0,-8 3-12 0,1 2 0 15,2-2 0-15,-2 1 0 0,0 1 0 0,2 4 0 0,-3 0 0 0,-5 4 0 16,7 1 0-16,-6 1 0 0,-2 4-12 0,1-1-11 0,8 0 3 0,-11 6-2 0,5 0 2 15,-2 0 3-15,0-1 4 0,-1 6 3 0,1-5 1 0,6 4 1 0,-6 1-1 16,7-4 0-16,1 2-1 0,-3 1-3 0,0 2-1 0,3-8-2 0,5 2-6 16,-8 5-1-16,8-5-6 0,0-5-3 0,0 5-5 0,8 0-4 0,-8-6-7 0,5 4-8 15,3-2-9-15,0 5-16 0,-3-7-17 0,9 0-20 0,-9 0-25 0,8 1-31 16,1 5-32-16,-2-4-50 16,-4-2-53-16,11 1-67 0,-7-6-68 0,2 7-64 0,-1-8-55 0,1 4-9 0,-2-2 10 0,7-1 27 0,-6 1 34 0,1-5 41 0,6 0 45 15,-7-5 49-15,-2 5 53 0,10-9 61 0,-3 2 63 0,3-2 65 0,6 0 76 0</inkml:trace>
  <inkml:trace contextRef="#ctx0" brushRef="#br0" timeOffset="72710.38">16177 14293 0 0,'0'-9'104'0,"0"0"108"0,-5-7 74 0,5 5 59 0,-7-2 52 0,7-2 45 0,0 5 40 0,0 0 36 0,0-4 32 0,0 5 27 16,0-3 25-16,0 3-3 0,0 4-23 0,7-5-106 0,-7 1-154 0,0 5-84 31,0-1-46-31,0-1-31 0,0-4-18 0,5 5-17 0,-5 1-13 0,0-1-7 15,0 5-4-15,0-6-4 0,0 6-3 0,-5 0-8 0,5 0-12 0,0-4-9 16,0 4-13-16,-7-4-9 0,7 4-13 0,-8 4-10 0,8-4-8 0,-6 0-7 16,0 4-8-16,-6 2-4 0,4-1-3 0,0 4-6 0,-3-3-1 0,-1 4-3 15,3 5 3-15,-3-6 2 0,1 6 3 0,-5 0 1 0,11-2 6 0,-9 2 4 16,9 6-2-16,-10-6 1 0,10 3-2 0,-2 1-5 0,0 2-8 0,2-3-9 16,-8 3-8-16,5-2-12 0,8-1-5 0,-6 3-12 0,-1 3-9 0,7-5-9 0,-6 2-9 15,6-2-6-15,0 5 2 0,6-5-3 0,-6 1-1 0,7 1-6 0,-7 2-6 16,6-3-1-16,7 5-2 0,-5-7-9 0,4 3-14 0,0-2-26 0,3 5-29 15,-3-5-35-15,0 1-36 0,9 1-43 0,-3-8-47 0,-4 2-61 0,4 1-62 0,10-2-16 16,-8-4 14-16,-2-1 18 0,10-4 23 0,-4-1 34 0,-3 2 39 0,6-6 47 16,-4-6 51-16,-2 2 49 0,6-1 52 0,-8-4 49 0,6-1 61 0</inkml:trace>
  <inkml:trace contextRef="#ctx0" brushRef="#br0" timeOffset="73090.31">16633 14542 0 0,'5'-20'11'0,"4"7"132"0,-9-8 86 0,5 2 63 0,-5 5 50 15,0-5 48-15,0-2 47 0,0 2 44 0,0-2 45 0,0 3 41 0,-5-1 36 16,5-2 31-16,-9 7 31 0,9-5-91 0,0 4-158 0,-5 5-94 0,5-5-60 0,0 6-38 15,-5 0-21-15,5 3-22 0,0 0-26 0,0 2-22 0,0-1-24 0,0 5-19 16,-8-5-13-16,8 5-15 0,0-4-11 0,0 4-39 0,0 0-12 0,0 0 0 16,-6 4 0-16,6-4 0 0,-7 5 0 0,1 0 0 0,-1 5 0 0,2 0 0 15,-4 1 0-15,-3-4 0 0,6 8 0 0,1 0 0 0,-11 0 0 0,11 0-1 16,-9 4 0-16,9-4 1 0,-3 4-1 0,-4 1-5 0,5 1-1 0,0-3-9 16,1 1-5-16,-1 2-7 0,2-2-7 0,5 2-5 0,-8-3-4 0,8-3-4 15,0 4-3-15,0 0-1 0,0-4-5 0,0-1 2 0,0 2-1 0,8-1 2 0,-3 0 1 16,2 0 6-16,-1-2 6 0,1-4 10 0,7 2 6 0,-1-2 4 15,-8 7 4-15,14-12 3 0,-12 5 4 0,13 2 4 0,-8-7 2 0,2 1 3 0,-1 1 2 16,8-6 4-16,-11 0 0 0,4 0 3 0,1 0 2 0,-3-6 0 0,0 1 7 0,1 1 3 16,1-7 5-16,-2 7 3 0,-3-5 3 0,-4-7 3 0,8 2 0 0,-8 4-1 15,3-8 0-15,-8 3-1 0,8-6 0 0,-3 2-1 0,-5-5-3 0,0 5-6 16,0-11-5-16,0 6-7 0,0-1-7 0,-5-4-7 0,5-2-7 0,-8 3-3 16,0-2-1-16,3 2-8 0,-8-2-6 0,8 0-4 0,-11 0-5 0,5 8-6 15,3 1-2-15,-5-3-5 0,1 5-6 0,0 4-10 0,4 0-17 0,-4 0-18 0,3 11-21 16,-1-7-22-16,2 11-26 0,2-4-25 0,-1 8-25 0,1-4-21 0,-6 5-18 15,3 5-23-15,4-4-23 0,-2 9-36 0,-4-6-37 0,2 6-53 0,2 0-50 0,-6-2-8 16,7 2 19-16,1 0 31 0,-3 6 35 0,3-8 39 16,-2 8 40-16,0-7 37 0,0 5 37 0,7-4 38 0,-6 0 42 0,6-2 47 0,0 2 58 0</inkml:trace>
  <inkml:trace contextRef="#ctx0" brushRef="#br0" timeOffset="73327.25">16483 14430 23 0,'0'9'95'0,"0"-3"48"0,0 4 43 16,0-5 42-16,7-1 42 0,-7-4 44 0,0 0 44 0,0 0 40 0,0 0 38 0,0 0 38 16,0 0 32-16,0 0-22 0,0 0-61 0,0 0-39 0,0 0-30 0,0 0-26 15,0 0-25-15,0 0-19 0,0 0-23 0,0 0-21 0,7 0-25 0,-7 0-18 16,7 0-20-16,-7 0-13 0,5 0-17 0,-5-4-13 0,8 4-17 0,-3 0-12 15,1 0-12-15,2 0-11 0,-3-5-8 0,2 5-11 0,2 0-6 0,-4 5-10 0,1-5-20 16,1 0-27-16,7 4 0 0,-9 1 0 0,2-1 0 0,6 2 0 0,-7 3 0 16,2-3 0-16,-3 9 0 0,9-6 0 0,-9 0 0 0,2 6 0 0,1 1 0 15,-3-3 0-15,2 7 0 0,0-5 0 0,-7 4 0 0,5-4 0 0,-5 6 0 16,8-3 0-16,-8 1 0 0,0 6-10 0,5-5-57 0,-5-1-6 0,0 1-5 16,8-1-5-16,-8 2-7 0,0-2-9 0,6-1-13 0,-6-2-11 0,5 2-13 0,-5-3-9 15,7 0-14-15,-7-4-18 0,9-3-23 0,-9 3-23 0,5-7-19 0,-5 7-38 16,7-11-40-16,-7 4-81 0,0 2-92 0,0-6-38 0,6 0-10 0,-6 0 12 15,5 0 27-15,-5-6 32 0,8 2 39 0,-8-7 43 0,8 2 46 0,-8-1 45 0,5-5 44 16,-5 0 54-16,6 0 58 0</inkml:trace>
  <inkml:trace contextRef="#ctx0" brushRef="#br0" timeOffset="73628.62">16778 14552 0 0,'0'-19'2'0,"0"4"109"0,5-3 63 0,-5-3 41 16,6 2 29-16,-6-2 24 0,7 2 21 0,-1 1 22 0,9 3 24 0,-10-6 25 0,7 3 25 0,3 3 26 15,-2-6 24-15,-2 8-72 0,4-2-126 0,-3 6-59 0,0-7-24 0,4 5-5 16,-5 4 9-16,-4-4 6 0,7 7 13 0,-9-2 6 0,2 0 4 0,-1 2 1 15,-1 4-3-15,4-5-4 0,-9 5-1 0,0 0-7 0,0 0-6 0,0 0-8 16,0 0-10-16,0 0-11 0,0 0-12 0,0 0-13 0,0 0-14 0,0 0-10 0,0 0-10 16,0 0-9-16,0 5-4 0,0-5-5 0,0 4-1 0,0 2-5 0,0 4 0 15,0 1 0-15,0-4-6 0,-9 4 1 0,9 5 1 0,0-2-2 0,0 0-4 16,-5 6-36-16,5-5-9 0,0 4 0 0,-6-1 0 0,6 3 0 0,0 3 0 16,0 1 0-16,-7-6 0 0,7 5 0 0,0 1 0 0,7-1 0 0,-7 2 0 0,0-7 0 15,6 5 0-15,-6-5 0 0,5 2 0 0,4-2 0 0,-2-1 0 0,-2-3 0 16,2 6 0-16,0-8 0 0,-2 2 0 0,10 0 0 0,-10-4 0 0,2 2 0 15,5-3 0-15,-4-5-22 0,-3 4-30 0,3-2-8 0,-2-2-10 0,7-1-9 16,-5 1-9-16,-3-5-13 16,3 0-17-16,-3 0-21 0,0 0-27 0,4-5-33 0,-4 1-41 0,2-1-50 0,1-5-56 0,-3-1-97 0,2 7-110 0,0-11-42 0,-7 6-5 15,5-7 14-15,2 1 24 0,-7-3 33 0,6-3 38 0,-6 2 45 0,8 1 50 0,-8-9 56 32,0 5 60-32,6-4 65 0,-6 3 71 0</inkml:trace>
  <inkml:trace contextRef="#ctx0" brushRef="#br0" timeOffset="73788.09">17089 14196 87 0,'-14'-10'188'0,"1"5"70"15,1 1 59-15,5-1 51 0,-5-2 48 0,4 4 42 0,3-3 40 0,-2 6 35 0,0-5 30 0,7 1 23 0,0-2 25 16,0 6-66-16,0 0-122 0,0 0-95 0,0-3-88 0,7 3-54 0,-7-6-38 31,7 6-31-31,-7-4-26 0,5 4-22 0,3-5-23 0,-1-1-10 0,5 6-10 0,-5 0-7 16,6-4-4-16,0 4-9 0,0 0-9 0,1 0-19 0,-1 0-21 0,-3 4-26 16,11-4-31-16,-8 0-41 0,1 6-46 0,-2-1-52 0,2-1-59 0,-1 5-100 15,1-3-118-15,-4-2-51 0,3 1-16 0,-5 4 8 0,5-2 17 0,0 2 32 16,-7-4 38-16,7-1 45 0,-6 6 50 0,0-5 55 0,0 0 59 0,-2-1 64 0,3 2 66 0</inkml:trace>
  <inkml:trace contextRef="#ctx0" brushRef="#br0" timeOffset="74026.1">17441 14391 0 0,'-7'11'70'0,"7"-7"132"0,-6 5 81 0,6-4 68 0,-5-1 56 0,5 2 52 16,0-6 49-16,0 0 44 0,0 0 40 0,0 0 41 0,0 0 38 0,0 0 19 16,0 0 5-16,0 0-105 0,-8 0-174 0,8 0-97 0,0 0-59 0,0-6-41 15,0 6-31-15,0 0-102 0,0 0-86 0,0 0 0 0,0 0 0 0,-8 0 0 0,8 0 0 16,0 0 0-16,0 0 0 0,0 0 0 0,0 0 0 0,0 0 0 0,0 0 0 15,-5 6 0-15,5 0 0 0,0-3 0 0,-7 9 0 0,7-8 0 0,0 5 0 16,-6 6 0-16,6 0 0 0,0-6 0 0,-6 6 0 0,6 0 0 0,0 0 0 16,0 0 0-16,0-2 0 0,0 2 0 0,0 6 0 0,0-8 0 0,0 2-48 15,6 0-99-15,-6-5-30 0,6 4-37 0,-6 1-39 0,0-6-40 0,7 7-38 0,-7-7-65 16,5 0-75-16,-5 1-68 0,0-5-62 0,8 5-12 0,-8-4 14 0,0-6 27 16,0 5 35-16,0-5 43 0,0 0 49 0,0 0 51 0,0 0 57 0,-8 0 57 0,8-11 58 15,0 7 70-15,-5-7 77 0</inkml:trace>
  <inkml:trace contextRef="#ctx0" brushRef="#br0" timeOffset="74184.53">17310 14230 0 0,'0'-16'2'0,"0"2"108"15,0 0 66-15,0 5 44 0,0-3 36 0,0 3 34 0,0 0 32 0,0 0 28 0,0-1 27 16,0-1 24-16,7 7 21 0,-7-2 18 0,0 1 16 0,0 1-81 0,0 4-142 16,7 0-75-16,-7 0-40 0,0-5-26 0,0 5-19 0,0 0-21 0,7 0-26 0,-7 5-30 15,0-5-38-15,5 4-39 0,-5-4-43 0,8 5-63 0,-3 1-77 0,3-2-68 16,-8 2-63-16,6 3-21 0,-1-3-2 0,2-3 11 0,1 3 13 0,-2-2 20 15,0-4 27-15,1 5 33 0,-2 1 41 0,3-6 44 0,0 0 48 0,-3 3 60 0,8-3 75 16</inkml:trace>
  <inkml:trace contextRef="#ctx0" brushRef="#br0" timeOffset="74571.64">17518 14162 0 0,'0'0'4'0,"0"0"115"0,0 0 75 0,-5 0 55 0,5-6 47 0,0 1 46 16,0 1 45-16,0-2 41 0,0-3 43 0,0 0 37 0,0-1 35 0,0-1 33 15,0-4 29-15,0 7-79 0,0-2-141 16,5-1-77-16,-5 2-43 0,0-2-30 0,0 7-24 0,8-5-21 0,-8 4-23 0,0-5-23 0,0 4-19 0,7 2-18 15,-7-1-15-15,0 5-11 0,0 0-12 0,0-6-10 0,5 6-11 0,-5 0-8 0,0 0-9 16,7 0-7-16,0 0-3 0,-7 0-4 0,5 6-2 0,3-6-1 16,-2 5-3-16,1 5-2 0,-1-4 0 0,-1 3 0 0,11 0-3 0,-11 1 3 0,2-1 3 15,4 7-1-15,-2-2 1 0,-2-4 1 0,4 4 0 0,-3 2-3 0,5-1 2 16,-8-6 0-16,2 6-1 0,0 0-2 0,0-6 2 0,-1 5 0 16,1-4 2-16,-2 6-1 0,3-7 2 0,-2 4 1 0,-6-2-1 0,5 5 0 0,3-2-1 15,-8-4-3-15,7 3-10 0,-7 2 0 0,0 6 0 0,6-8 0 0,-6 1 0 0,8 7 0 16,-8-2 0-16,0 2 0 0,0-2 0 0,5-1 0 0,-5 9 0 15,0-5 0-15,0-2 0 0,5 5 0 0,-5-1 0 0,0 6 0 0,0-5 0 0,0-1 0 16,0 0 0-16,0 5 0 0,0-5 0 16,-5 2 0-16,5-3 0 0,-5 3 0 0,5-7 0 0,-8 5 0 0,8 0 0 0,-6-5 0 0,-1 2 0 0,-1-2 0 15,3 1 0-15,-1-5 0 0,-2-2 0 0,-4 2 0 0,6 1 0 0,-1-7 0 16,-7 0 0-16,9 1 0 0,-8 0 0 0,5-6-5 0,-3 2-56 0,-5 0-13 16,11-2-12-16,-8-4-16 0,8 5-16 0,-11-5-22 0,11 0-24 0,-8 0-30 15,7 0-32-15,-7 0-32 0,6-5-32 0,0 5-49 0,2-4-56 0,-2 4-75 0,7-6-82 16,-8 0-26-16,3 2 5 0,-2-1 21 0,7 0 30 0,0 1 37 0,-7-6 42 15,7 5 47-15,0 1 51 0,0-8 53 0,0 9 55 0,0-3 63 0,0-3 68 0</inkml:trace>
  <inkml:trace contextRef="#ctx0" brushRef="#br0" timeOffset="75072.36">17799 14069 64 0,'-7'0'144'0,"7"-4"48"0,0-3 37 0,0 2 35 0,0 1 35 0,0-1 33 0,0-1 31 0,-5 2 31 0,5-1 26 0,0 1 26 0,0-1 25 0,5 1-57 0,-5-2-98 0,0 0-63 15,0 6-41-15,0-4-22 0,0-1-15 0,7 5-14 0,-7-6-15 0,0 6-15 16,0-3-14-16,6 3-10 0,-6-6-9 0,0 6-5 0,7-4-6 0,-7 4-3 15,7 0-3-15,-7-5-4 0,7 5-5 0,-2 0-1 0,-5 0-4 0,8 0 2 16,-8 0-1-16,5 0 0 0,1 0 2 0,2 5 1 0,-3-1 4 0,2 2 0 0,2-3 2 16,1 8 0-16,-2-1 0 0,5 5 2 0,0-2 0 0,0 2 1 0,1 6-1 15,-2-2-2-15,0 1-3 0,3 5-3 0,4-7-7 0,-7 12-3 0,2-6-7 16,-1 1-9-16,0 3-4 0,0 2-8 0,-2 0-4 0,-4 4-8 0,7 0-14 16,-7-5-7-16,-1 6 0 0,-6-2-15 0,0 1-20 0,0 2-13 0,0-8-20 15,0 7-16-15,-6-1-17 0,-1-6-25 0,-7 2-24 0,7 0-29 0,2-5-34 0,-8 3-38 16,-1-2-39-16,2-7-56 0,0 5-58 0,-3-9-80 0,2 4-85 0,-6-10-24 15,6 6 8-15,0-4 22 0,0-3 33 0,-6-2 38 0,6-1 42 0,-8-1 48 0,11 1 47 16,-6-5 54-16,3 0 57 0,-6 0 63 0,7-5 68 0</inkml:trace>
  <inkml:trace contextRef="#ctx0" brushRef="#br0" timeOffset="75894.5">8565 15627 0 0,'0'-4'8'0,"0"-2"124"15,0 0 77-15,0 2 55 0,0-5 47 0,0 3 41 0,0-3 38 0,-7 0 36 0,7-3 35 0,-8 3 34 0,8 0 36 0,-6-1 29 0,6 1 33 0,-6 4-87 16,6-5-150-16,-7 0-84 0,7-1-51 0,-5 8-29 0,-2-7-18 0,7 5-17 16,-9-5-13-16,9 4-17 0,0-3-13 0,-5 4-14 0,5 1-14 0,-6-2-14 0,6-3-11 15,-7 4-7-15,7 1-8 16,0-2-5-16,0 6-7 0,-5-4-4 0,5-2-5 0,-9 6-5 0,9-5-6 0,-5 5-7 15,5-4-6-15,-7 4-4 0,7 0-3 0,-6 0-7 0,1 0-2 16,-3 0-3-16,0 0-5 0,3 4 0 0,-2-4-2 0,0 5-5 0,2 1 2 0,-2 4 1 0,-1-6-1 16,3 5 4-16,-2 2 2 0,0-2 0 0,2 0 4 0,5 7-1 0,-8-1 1 0,8-6 1 15,-8 6 2-15,8 0 3 0,0-2-1 0,0 7 3 0,0-4 2 0,0-3 1 0,0 7 1 0,0-4-1 0,8-2 4 16,-8 5-1-16,8-3 1 0,-3 2 3 0,2 2 1 0,0-7 3 0,-2 8 1 16,3-6 3-16,4-2 2 0,-5 8 3 0,0-6 3 0,-2-6 2 0,11 7 6 15,-11-1 0-15,1-6 2 16,6 0 3-16,-3 7 2 0,-4-13-1 0,2 8 0 0,-1-1 2 0,-1-6-3 0,-5 1-2 0,9-1 0 0,-2 1-4 0,-7 1-4 0,0-2 0 15,0-4-1-15,0 0-1 0,0 11 2 0,0-7-1 0,-7-4 1 16,7 5-5-16,-9-1-3 0,4 2-11 0,-1-2-11 0,-1 1-13 0,2 4-16 0,-9-3-16 16,1 0-21-16,8-3-23 0,-11 3-28 0,4-6-32 0,0 6-37 0,-3-2-37 15,10-4-38-15,-9 0-45 0,1 5-47 0,0-5-52 0,2 0-53 0,4 0-40 0,-7 0-32 16,7-5 4-16,-4 5 22 0,2 0 32 0,2-4 40 0,2-2 42 16,5 0 47-16,-6 3 48 15,6-9 48-15,0 9 54 0,0-8 54 0,0 1 56 0,0 1 74 0</inkml:trace>
  <inkml:trace contextRef="#ctx0" brushRef="#br0" timeOffset="77148.25">8740 15681 0 0,'12'5'31'0,"-4"-1"124"31,3 2 79-31,-3-3 63 0,-8-3 53 0,5 6 47 0,-5-6 42 0,0 0 37 0,0 0 34 0,0 0 29 0,0 0 26 0,0 0 15 0,0 0 3 0,0 0-90 32,0 0-150-32,0 0-92 0,0 0-63 0,0 5-42 0,0-5-30 0,0 4-24 15,0 2-21-15,0-3-12 0,0 4-13 0,-5 2-7 0,5 0-8 0,0-3-6 16,-8 8-7-16,8-4-3 0,-5 0-4 0,5 5-2 0,-6-6-4 0,6 0-1 15,-8 6-3-15,8-3-1 0,-5 1-2 0,5-4-2 0,-7 3-1 0,7-3-5 0,0 0-5 16,0 1-3-16,-6-1-7 0,6 2-3 0,6-7 0 0,-6 7-2 0,0-7-2 16,0 1 2-16,7-1 2 0,-2 2 1 0,-5-6 1 0,8 4 4 0,3-4 1 15,-3 0 4-15,-3 0 5 0,11 0 5 0,-5-4 5 0,2-2 6 0,0 2 2 0,0-1 2 16,8 1 2-16,-9-7-2 0,0 7 2 0,8-7-1 0,-6 2-1 0,-1-1-1 16,0 1 2-16,-2 0 1 0,-4-3 2 0,7-1 1 0,-7 4 5 0,-1-6 1 15,-1 3 5-15,3-1-2 0,-8-2 3 0,0 0-1 0,0 0 0 0,0 0 0 0,0-3-2 16,0 2 2-16,-8-2-4 0,8 3-1 0,-5-1-4 0,-1-2-2 0,-1 3-4 15,2 0-4-15,-11 5 1 0,11 1-1 0,-6-2-1 0,3 2-2 0,-5 5-3 16,-1-2-4-16,1 6-3 0,1 0 0 0,-2 0-4 0,1 0 0 0,0 6-1 16,0 3-1-16,0-5-1 0,0 7-1 0,7 2-4 0,-8-1-2 0,7 2 1 0,-6 5 0 15,8 0 1-15,-1 2-3 0,-2-3-3 0,3 3-6 0,5 3-7 0,-7-5-5 16,1 6-7-16,6-7-5 0,0 9-4 0,0-9-6 0,0 1-4 0,6 2-7 16,1-8-2-16,-7 7-2 0,5-5-1 0,3 4 3 0,3-4 3 0,-3 0 2 0,4 0 3 15,-3-2-2-15,2-1-5 0,2-3-7 0,0 6-7 0,0-6-13 0,8-5-16 16,-9 7-10-16,0-7-14 0,8 2-17 0,-6-6-17 0,7 5-20 0,-10-5-23 15,10 0-16-15,-9-5-16 0,7 5-4 0,-6-6-1 0,1 2 9 0,6-7 12 0,-8 2 23 16,0-1 24-16,1 1 38 0,1 0 40 0,-2-3 48 0,-3 3 49 0,3-4 48 16,-6 1 47-16,-1-3 47 0,4 6 47 0,-2 0 41 0,-7-6 38 0,5 0 30 0,-5 5 20 15,0-4 19-15,0 0 11 0,0 0-4 0,0-2-13 0,-5 1-23 0,5 0-26 16,0-4-23-16,0 5-22 0,-7-5-24 0,7 3-21 0,0-4-24 0,0 7-19 16,-9-2-14-16,9 0-10 0,0 0-10 0,0 0-9 0,0 5-10 0,0 1-11 15,0 0-11-15,9 3-9 0,-9-3-10 0,0 4-6 0,7 1-8 0,-7 4-4 0,5-6-6 16,1 6 1-16,1-6-4 0,-7 6-2 0,14 6 2 0,-9-6-2 0,8 6 1 15,1-2 2-15,-7 1 2 0,5 4 0 0,8 1 3 0,-7 4 0 0,0-4 2 16,0 5 1-16,0 5 0 0,-7-7 0 0,7 3-3 0,0 4-3 0,-5-1-5 16,-3 2-1-16,0-8-3 0,4 8-2 0,-9-3-6 0,5-3-9 0,-5 4-5 0,7 2-11 15,-7-8-7-15,0 7-8 0,0-5-5 0,-7-1-5 16,7 0-5-16,0 1-1 0,-5-3-4 0,5-3 0 0,0 0-2 0,0 1 0 0,-9-1 4 0,9-3 5 0,-5 0 8 16,5-3 11-16,0 3 7 0,0-2 9 0,0-4 10 0,-5 0 6 0,5 0 7 15,0 0 4-15,0 0 3 0,0 0 4 0,0 0 2 16,0 0 0-16,-8-4 3 0,8-2 0 0,0 3-1 0,0-3 1 0,-5 0 2 0,5-3-2 0,0 3 2 0,0-3-3 15,0 0 1-15,0-1-3 0,0 1 3 0,0-3 1 0,0-2 1 0,0 4 0 16,0-3 3-16,0-2 1 0,0 0-1 0,5 0 0 0,-5 0-4 0,8 0-2 16,-3-4-3-16,0 4-2 0,4-4-2 0,-4 1-2 0,2 3-1 0,1-6-2 0,-2 6-2 15,7-3-2-15,-8 2 1 0,9 7-3 0,-1-6 0 0,-6 6 1 0,7 0 0 16,-2 2 0-16,-1 2 1 0,5 5 0 0,-5 0 0 0,-3 0 0 0,4 0 1 16,1 5-2-16,1 2-1 0,-1 2-1 0,-8 0-3 0,9 0-4 0,-2 2-6 0,-3 2-8 15,2 3-10-15,-4 4-11 0,-2-7-8 0,11 8-11 0,-11-2-8 0,8-4-6 16,-7 6-7-16,9-3-3 0,-10 1-3 15,7-4-4-15,3 4 4 0,-2-4-2 0,-7 0 7 0,7 0 8 0,0 0 10 0,0 0 10 0,0-6 9 0,0 1 10 0,0 4 8 16,6-10 9-16,-6 8 7 0,8-9 4 0,-8 3 4 0,-2-6 4 0,9 6 3 16,0-6 3-16,-7-6 0 0,5 6 1 0,3-6 0 0,-8 3 3 0,6-9-2 0,-6 8 3 15,8-5-2-15,-8 0 3 0,0-3 3 0,-2 3 3 0,5 0 9 0,-11-2 8 16,8-3 8-16,-8 5 7 0,3-6 8 0,0 0 5 0,-8 6 5 0,5-6 4 16,-5-1 3-16,0 2 1 15,0 1 1-15,-5-8 1 0,5 6-1 0,-8-4-2 0,8-2-7 0,-8 3-5 0,3-1-7 16,-3-2-5-16,3 3-5 0,0 3-3 0,-4-1-3 0,2 2-1 0,2 0 0 0,-1 4-2 0,-1 0-5 0,1 0-4 15,-2 5-4-15,3 1-7 0,-2-2-4 0,1 6-6 0,-2 0-3 0,2 6-6 0,-1-2-2 16,2 1-3-16,-4 5-3 0,4 0-3 0,0 0-3 0,-8 4 0 0,5 0-1 0,-5 7 1 16,7-2 6-16,-7-1 2 0,6 3 4 0,1-2 3 0,-8 6 2 0,7-5 1 15,-6 5-2-15,8-7-2 0,-1 1 0 0,-2 2-2 0,3-2 2 0,-2 1 0 0,-1-1-2 16,8-4 0-16,-6 0-3 0,6 0-2 0,0 0-2 16,0-6-5-16,0 4-3 0,6-1 0 0,-6-9 0 0,8 9-2 0,-1-9 3 0,-2 3 0 0,3-2 0 15,-2 1 2-15,-1-5 0 0,8 0 5 0,1 0-1 0,-1 0 6 0,0 0 2 0,0-5 6 16,0-5 5-1,8 7 6-15,-11-9 3 0,11 3 9 0,-1-1 2 0,0-4 7 0,-7-2 3 0,5 1 6 0,1-3 5 0,-6 3 3 0,8-10 5 0,-7 7 6 16,-1-6 3-16,-1-1 3 0,0 1 0 0,3-1-2 0,-10-5-1 0,3 0-3 16,-2 2-5-16,-1-6-6 0,-5 4-3 0,7 1-6 0,-7-6-4 0,0 5-5 15,0-3-7 1,0 4-6-16,-7 0-1 0,7-1-1 0,-5 2-3 0,-1 3-14 0,-2 1 0 16,8-1 0-16,-5 5 0 0,-3 1 0 0,1 4 0 0,2 0 0 0,-2 6 0 15,7-1 0-15,-7 5 0 0,7 1 0 0,-5-2 0 0,5 6 0 0,-8 0 0 16,8 0 0-16,-5 6 0 0,-3 3 0 0,8 1 0 0,-6 4 0 0,1 5 0 15,5-3 0-15,-8 8 0 0,0 0-3 0,3 0-21 0,5 7 7 0,-8-7 10 16,8 4 7-16,-5 2 2 0,5-5 2 0,0 4 1 0,0 0-2 0,5-5-1 16,-5 6 1-16,0-6 0 0,8 6-1 0,-8-6 1 0,5 1-1 0,-5-1-4 0,8 1-7 15,-8-1-8-15,8 1-14 0,-3-7-11 0,-5 1-12 0,6 2-17 0,2-2-14 16,-3-5-22-16,3 7-22 0,-3-8-24 0,2 2-29 0,0 0-40 0,-2 0-46 16,2-5-65-16,1 4-71 0,-3-4-85 0,3-1-86 0,-2 3-28 0,-1-9 5 0,2 7 23 15,2-5 28-15,-4-5 38 0,1 0 40 0,1-5 45 0,-2 1 48 0,-5-2 58 16,9-3 60-16,-2-6 70 0,4 0 75 0</inkml:trace>
  <inkml:trace contextRef="#ctx0" brushRef="#br0" timeOffset="77497.16">10882 15513 0 0,'0'-3'57'0,"7"-3"82"0,-7 2 52 0,0-1 42 0,7-4 41 0,-7 3 40 0,-7 2 39 0,7-7 37 0,0 7 35 0,0-2 35 0,0-3 30 0,-7 4 4 16,7-5-19-16,-5 5-59 0,5-4-84 0,-8 5-46 0,8-6-27 0,-7-1-18 0,7 7-15 16,-5-7-18-16,5 7-19 0,-7-5-17 0,0 3-12 0,7-3-12 0,-5 3-9 15,5 2-13-15,-8-1-9 0,8-1-13 0,0 6-15 0,-6-4-13 0,6 4-13 0,0 0-13 16,0 0-13-16,0 0-10 0,0 0-9 0,0 0-9 0,-7 4-5 0,7 2-8 16,0-1-4-16,-6-1-6 0,-1 8-3 0,7-3 1 0,-5 4-2 0,5 2 5 15,-9 0 1-15,4 4 6 0,-2 1 2 0,1-1 4 0,1 5 1 0,-4-3 2 16,2 7-2-16,2-4 1 0,-3 1-1 0,2 5-2 0,6 0-1 0,-5-2-8 15,-3 2-10-15,8-5-14 0,-5 4-13 0,5 0-14 0,0 0-14 0,-7-4-14 0,7-1-15 16,0 1-14-16,0-1-16 0,7 0-19 0,-7-5-26 0,0 2-26 16,5-3-31-16,3 3-26 0,-3-8-26 0,1 8-42 0,2-6-46 0,4-2-61 0,2 2-60 15,-8 0-14-15,6-5 8 0,2-1 22 0,-1-4 28 0,0 5 37 16,7-10 36-16,-8 5 43 0,3-10 47 0,-3 5 45 0,8-4 49 0,-7-7 56 0,5 2 64 0</inkml:trace>
  <inkml:trace contextRef="#ctx0" brushRef="#br0" timeOffset="77956.95">11175 15754 69 0,'0'-10'175'0,"-5"-4"74"16,5 4 59-16,-9 0 56 0,9-4 47 0,-5 4 45 0,5-1 42 0,0 1 34 0,-7 1 29 0,7 4 27 16,0 1 20-16,0-2-62 0,0 6-110 0,0 0-103 0,0 0-100 0,0 0-62 15,0 0-38-15,0 0-35 0,0 0-26 0,0 6-19 0,0 3-22 0,7 0-10 0,-7 1-11 16,0 5-2-16,5 0-3 0,-5 3 1 0,0 3 0 0,9 3 3 0,-9-4 1 16,0 4 1-16,0-3-1 0,0 3-1 0,0 1-3 0,0-1-1 0,0-6-1 15,-9 7-5-15,9-1-4 0,-5-3-3 0,-2 3-6 0,7-5-4 0,-6 2-5 0,1-3-6 16,5 1-3-16,-8-4-8 0,0 0-5 0,8 0-6 0,-5-6-6 0,5 0-7 15,0 3 0-15,-6-4 0 0,6-3 3 0,0 1 8 0,0-6 9 0,0 0 9 16,0 0 8-16,0 0 8 0,0 0 7 0,0 0 7 0,0 0 10 0,0-6 10 16,0-3 9-16,0 5 11 0,-7-8 10 0,7 3 7 0,0 0 4 0,0-2 5 0,-6-2-2 15,-1-2 2-15,7-6 2 0,-8 8-1 0,8-8 3 0,-5 2 3 0,-2 1-1 16,0-3 1-16,7 1-1 0,-5-3-4 0,-3-3-5 0,8 3-2 0,-5-7-5 16,5 6-6-16,-8-6-3 0,8 2-6 0,0-2-7 0,0-4-5 0,0 4-2 0,0-4-8 15,0 5-2-15,8 0-5 0,-3-1-5 16,-5 0-5-16,8 2-3 0,-3 4-2 0,9-1-1 0,-9 5-4 0,3 1 0 0,5 0-1 0,-6 4-1 0,4 0-1 15,-3 6 0-15,5 0 0 0,-7-3 0 0,6 8 0 0,-3-1 2 0,3 5 2 16,2-6-1-16,-1 6 1 0,-1 0 1 0,0 6 3 0,3-6-1 0,-1 5 2 0,-4 5 0 16,-2-4 3-16,5 3 4 0,0 0 2 0,-7 0 0 0,2 1 2 0,-3 5-1 15,3-5 2-15,-3 4 1 0,-5-4 0 0,0 4 1 0,0 2-1 0,0-1 2 0,-5-1-2 16,5-1-1-16,-8 3-7 0,3-1-10 0,-3 3-9 0,-5-2-14 16,7-2-14-16,-7 5-14 15,5-3-22-15,-2 4-20 0,1-7-23 0,-3 8-26 0,4-6-27 0,3-1-27 16,-9-1-26-16,9 8-25 0,-2-11-26 0,7 4-28 0,-6-4-33 0,6 5-38 0,0-5-49 0,0-1-52 0,0-4-4 0,6 5 15 0,1-4 30 0,-2-3 34 15,2 3 38-15,0-6 40 0,6 0 38 0,-1 0 38 0,2-6 44 0,-1 3 45 0,6-3 48 16,-6 0 60-16</inkml:trace>
  <inkml:trace contextRef="#ctx0" brushRef="#br0" timeOffset="78646.7">11644 15675 0 0,'7'-3'48'0,"-2"-4"130"0,4 2 79 0,-9-4 61 0,0 5 54 0,7-6 48 0,-7 0 44 0,-7 0 41 0,7 0 41 0,0 1 33 0,-9-2 31 15,9-2 18-15,0 7 7 0,-5-4-97 0,5 1-163 0,0 4-90 0,-7-5-57 16,7 5-37-16,-6 1-25 0,6-1-24 0,-5-2-19 0,5 4-22 0,-8 3-17 31,8-6-15-31,0 6-17 0,-8 0-13 0,8 0-12 0,-5 0-13 0,-2 0-8 16,7 0-10-16,-6 6-5 0,0-3-3 0,-9 4-3 0,10-2-5 0,-1 4 0 0,-7 1-2 15,5-1 0-15,-5 6 2 0,7-5 2 0,-7 4 3 0,6 1 3 0,-6 5 0 16,7-6-1-16,-7 5-1 0,5 2-7 0,-3-3-3 0,4 3-6 0,-7-2-6 16,9 1-3-16,-2-1-7 0,1 2-7 0,-2-3-4 0,2-2-5 0,6-1-8 15,-7-2-9-15,2 1-6 0,5 2-9 0,-7-7-3 0,7 1-5 0,0-1-1 16,0 2-3-16,0-2 4 0,0 1 0 0,0-5 7 0,0-1 3 0,0 2 6 0,0-2 8 15,7 1 10-15,-7 1 12 0,5-6 10 0,-5 0 11 0,7 0 13 0,-1 0 12 16,2 0 18-16,-2 0 11 0,1-6 15 0,-2 1 13 0,4 1 10 0,3-2 11 16,-6 2 6-16,7-5 6 0,-5 3 5 0,3-3 3 0,-4-2 3 0,6 2 3 0,-5-5 2 15,3 3-6-15,-3-4-1 0,5 2-5 0,-8-2-8 0,3-6-5 0,3 8-7 16,-4-7-6-16,1 0-5 0,-2 0-6 0,7 2-4 0,-8-2-2 0,3 0-4 16,0 2-4-16,-3-3 0 0,1 7 0 0,1 0 2 0,-7-2-2 0,5 7 0 15,4-2-2-15,-9 7-3 0,0-1-2 0,7 1-6 0,-7 4-5 0,0-6-9 0,0 6-6 16,0 0-5-16,0 0-2 0,0 0-2 0,0 6-2 0,0 3-5 0,0 0 1 15,0 1-3-15,-7-1 0 0,7 7 0 0,0 4 2 0,0-7 3 0,0 8 3 0,-9-3 3 16,9 3 5-16,0-2-4 0,0 1-3 0,0-1-6 0,0 2-8 0,0-3-9 16,9 1-6-16,-9-4-8 0,0 0-11 0,7 1-8 0,-7-2-9 0,5 0-9 15,1-5-5-15,0 6-6 0,9-4-5 0,-10-2-8 0,9 1-9 0,-1-1-10 16,-1 0-11-16,2 3-16 0,5-9-21 0,-6 3-16 0,8 0-16 0,-3-6-18 0,3 0-14 16,-2 0-25-16,-1 0-32 0,3-6-19 0,-3 0-12 0,-4 3 5 0,6-9 9 15,-1 3 22-15,0 0 24 0,-6-1 46 0,8-5 54 0,-3 0 54 0,-4 6 52 0,-2-6 47 16,2 0 46-16,-1-4 56 0,0 4 60 0,-5-3 54 0,3 2 49 0,-4-2 40 15,7-3 34-15,-9 2 23 0,2-5 21 0,-7 3-5 0,6-3-15 0,-6 6-18 16,6-7-22-16,-6 5-22 0,0-5-18 0,0 6-23 0,0-6-26 0,0 5-21 16,-6-5-20-16,6 7-17 0,0-1-17 0,-6 4-15 0,6-5-15 0,0 5-11 0,-7 2-11 15,7 3-10-15,-5-1-13 0,5 7-13 0,0-2-14 0,-8 1-12 16,8 5-8-16,-6 0-10 0,6 5-6 0,-7 1-7 0,1-2-9 0,1 11-2 0,-3-5-6 16,-5 4-2-16,0 1-3 0,-1 4 1 0,7 2-1 0,-4 3 4 0,-2-5 4 15,0 5 7-15,-1 1 3 0,1 4 2 0,6-4 0 0,-7 3-1 0,9-2 0 16,-8-2-2-16,7 5 1 0,-1-5-1 0,-1 1 0 0,3-5-1 0,5 5-1 15,0-7-5-15,-6-3-3 0,12 4-6 0,-6-4-9 0,0 0-7 0,5-6-6 0,3 6-7 16,-1-5-7-16,-1 5-5 0,2-6-8 0,2 0-12 0,-1-3-9 0,3 3-14 16,1-3-16-16,1 0-18 0,-1-2-15 0,0 1-19 0,-2-5-24 0,5 4-23 15,2-4-22-15,-5 0-32 0,0 0-34 0,6 0-54 0,-6-4-61 0,0-1-50 0,8 5-41 16,-8-10-2-16,5 1 19 0,-4-3 27 0,-1 3 34 0,8-6 41 0,-10 2 41 0,10-8 45 16,-9 7 44-16,8-11 47 0,-8 6 51 0,7-5 59 0,-4-1 75 0</inkml:trace>
  <inkml:trace contextRef="#ctx0" brushRef="#br0" timeOffset="78859.42">12536 15538 0 0,'7'-13'9'0,"-7"-8"126"0,-7 6 78 0,7-3 61 0,-5 2 52 0,-3-2 49 0,2 3 49 0,6-4 45 0,-7-2 43 0,1 7 38 0,-1-5 39 0,7 4 34 0,-5 0 34 0,-4 0-84 16,9 5-152-16,-5 1-86 0,5 3-52 0,0 2-36 0,0-1-29 0,-5 0-31 15,5 5-30-15,0 0-28 0,0 0-24 0,0 0-24 0,0 0-19 0,0 0-18 16,0 0-14-16,0 0-12 0,0 0-9 0,0 5-5 0,0 0-4 0,0-1-1 16,0 8 1-16,5-3 1 0,-5 6 0 0,0-2 3 0,0 2 2 0,0 6 3 15,0-8 2-15,5 7 1 0,-5 5 5 0,0-6-3 0,0 5-2 16,-5-3-10-16,5 3-15 0,0 0-20 0,0 0-19 0,0 1-23 0,-5-1-27 0,5 6-28 0,0-7-29 15,-8 3-33-15,8 2-36 0,0-3-33 0,0-1-33 0,0-3-37 0,-5 3-36 16,5-5-45-16,5 2-50 0,-5-8-48 0,0 1-45 0,8 2 3 0,-8-1 20 16,5-6 37-16,-5 0 40 0,5-3 45 0,4-2 48 0,-4 1 44 0,2-5 47 0,-1 6 46 15,1-6 48-15,7-6 56 16,-9 6 68-16</inkml:trace>
  <inkml:trace contextRef="#ctx0" brushRef="#br0" timeOffset="79160.57">12634 15891 23 0,'7'-6'124'0,"-1"3"69"16,7-9 56-16,-6 3 50 0,-7-1 48 0,7 1 43 0,0 0 42 0,-2-7 40 15,-5 2 37-15,8-1 35 16,-8-5 33-16,5 6-27 0,-5-5-63 0,6-2-71 0,-6 3-81 0,8-3-48 0,-8 2-33 15,0 4-28-15,5-3-20 0,-5 2-17 0,0-4-19 0,0 11-15 0,0-7-13 0,0 7-17 0,0 5-11 0,0-7-12 16,0 7-12-16,0-1-13 0,0 5-15 0,0 0-17 0,0 0-45 0,0 0 0 16,0 0 0-16,-5 5 0 0,5-5 0 0,-8 4 0 0,2 2 0 0,1 3-10 0,-3 0-13 15,3 3-1-15,-2 1-2 16,-7 2 6-16,8 0 0 0,-7 0 7 0,6 0 7 0,1 3 2 0,-7-2 3 0,5-1 1 0,-5 3 1 0,8-2-1 0,0-2-1 16,-4-4 1-16,-3 4-2 0,12-4 2 0,-8 5-1 15,2-5 0-15,0-5 2 0,6 4-1 0,-7-5-1 0,2 2 1 0,5 0 0 0,0-3-2 0,0 3 1 16,-8-6-3-16,8 0-4 0,0 0 2 0,0 0-3 0,0 0 0 15,0 6 2-15,8-3 1 0,-8-3 0 0,0 6 2 0,5-6-2 0,2 4 1 0,-7 1 1 16,6-5 1-16,8 4 0 0,-7 1 3 0,-2 2 4 0,9-4-4 16,-9 3-5-16,8 3-11 0,3-3-10 0,-11-2-12 0,8 5-16 0,-7 2-14 0,7-7-16 0,1 7-14 15,-7-2-19-15,-2 1-21 0,3-6-17 0,-3 7-25 0,1-2-24 0,2 0-27 16,-8-3-27-16,5 0-27 0,-5-2-25 0,7 1-48 0,-7-1-54 0,8 1-53 16,-8-5-50-16,0 0-7 0,6 0 16 0,-6 0 25 0,6 0 32 0,1-5 38 0,-2-4 40 15,4 5 45-15,-9-2 45 0,12-3 48 0,-6-3 48 0,-1-2 61 0,3 4 69 0</inkml:trace>
  <inkml:trace contextRef="#ctx0" brushRef="#br0" timeOffset="79811.25">12999 15714 0 0,'-5'-9'19'0,"5"0"139"0,0-1 82 0,-7-1 63 0,7 1 52 0,-9-4 52 31,9 4 47-31,-5 1 45 0,5 4 38 0,-7 1 34 0,7-8 30 0,0 8 24 0,0-1 25 16,-6 1-105-16,6-2-178 0,0 6-100 0,0 0-56 0,0-5-36 0,0 5-31 15,0 0-29-15,0 0-32 0,0 0-24 0,0 0-21 0,0 0-18 0,-5 0-10 16,5 0-6-16,-9 0-6 0,9 5-6 0,-7 1-4 0,2-2-2 0,5 1-6 0,-6 5 0 15,-1 0-2-15,1 0 2 0,-2 0 1 0,8 3 4 0,-7-1 3 0,2 2 2 16,5-4 4-16,-7-1-2 0,7 6 1 0,0-5-2 0,0-1 0 0,0 0-1 16,0 2 2-16,7-2 0 0,-7-5-1 0,5 2 1 0,-5 4 1 0,7-5 0 15,1 1 0-15,-2-6-1 0,1 4 1 0,-1-4 2 0,-1 0-1 0,11 0 4 0,-11 0 1 16,8 0-1-16,-8 0 2 0,11-4 0 0,-11 4 0 0,9-6 3 0,-9 1-1 16,3 1 1-16,4-2 2 0,-5-4 3 0,-2 5-1 0,3-4 3 0,-1 3-1 15,-2-3 1-15,-5-7 2 0,8 7-1 0,-8 0 2 0,6-6-1 0,-6 0 1 16,0 0-1-16,0 2 2 0,0-2 0 0,0 0 3 0,-6 0 3 0,6 0 2 0,-8 2 3 15,8 1 3-15,-5-1 2 0,-2-2 4 0,7 6 1 0,-8-3 1 0,3 9-2 16,-2-7 0-16,7-1-6 0,-7 11-4 0,2-3-5 0,-3-3-7 0,8 6-6 16,-5 0-3-16,-3 0-6 0,2 6-3 0,1-3-3 0,-2 3-4 0,-7 3-4 0,7-3-2 15,1 4-1-15,1-1 1 0,-11 6 1 0,11-1 5 0,-8-4 1 0,7 5 2 16,-2 0 3-16,1 4 1 0,2-4 0 0,-2 4 0 0,2 2-1 0,-2-7 1 0,-1 5-2 16,8-1 2-16,-5 3 0 0,5-6-1 0,0 4 0 0,0-4-2 0,0 4-2 15,0-4 3-15,0 0-4 0,5-6-2 0,3 6 3 0,-1-6-3 0,-2 7 1 16,2-7 3-16,-2 1-2 0,10-5 5 0,-2 4-1 0,-2-3 2 0,5-2 3 0,-5 1 0 15,10 1 3-15,-3-2 1 0,3-4 1 0,-2 0 5 0,6 0 2 0,-6 0 3 16,8 0 6-16,-6 0 10 0,4-4 8 0,-6-2 7 0,8 1 7 0,-6 1 7 16,-3-7 4-16,1 2 7 0,1-1 0 0,-6-5 2 0,4 5 1 0,3-8 1 15,-10 3-2-15,2-10-2 0,0 7-30 0,1-9-38 0,-2 3 0 0,-4-4 0 0,5 4 0 16,-7-7 0-16,-1 3 0 0,2-2 0 0,-7-3 0 0,9 3 0 0,-9-1 0 16,5 7 0-16,-5-4 0 0,0 4 0 0,0 0 0 0,0-1 0 0,0 5 0 15,0 1 0-15,0 4 0 0,0 0 0 0,0 6 0 0,0 3 0 0,0-4 0 16,0 7 0-16,0 3 0 0,0 0 0 0,0 0 0 0,-5 3 0 0,-4-3 0 15,2 10 0-15,7 1 0 0,-11-2 0 0,4 6 0 16,1 1 0-16,-7-3 0 0,6 7 0 0,-7-1 0 0,8 5 0 0,-6-3 0 0,4 3 0 0,2 0 0 16,1 1 0-16,-3-1 0 0,1 1 0 0,1 3 0 0,6-3 0 0,-8 4 0 15,8-4 0-15,0-1 0 0,0 1 0 0,0-1 0 0,8 0 0 0,-8 1 0 16,6-7 0-16,1 3-3 0,1-2-36 0,-3-5-9 0,1 7-13 0,2-7-12 0,4 0-12 16,-6 1-15-16,8-5-16 0,-7 5-22 0,6-6-26 0,-7 0-32 0,7 3-31 0,-8-9-35 15,2 9-35-15,7-8-52 0,-8 1-62 0,1-5-72 0,-2 4-74 0,4-4-17 16,-9 0 5-16,7-4 23 0,-2-1 31 0,-5 5 40 0,0-10 43 0,0 4 50 0,0-3 51 15,0 0 54-15,0-2 53 0,0 1 65 0,-5-3 67 0</inkml:trace>
  <inkml:trace contextRef="#ctx0" brushRef="#br0" timeOffset="80000.53">13350 15723 104 0,'-11'-9'191'0,"-4"5"64"0,1-1 54 0,9-4 47 0,-8 3 43 0,0 2 38 0,7-1 36 0,-1 5 26 0,1-6 24 0,-2 3 18 16,3 3 18-16,5 0-83 0,0 0-135 0,0 0-96 0,0 0-71 0,0 0-48 15,0 0-33-15,0 0-26 0,0 0-22 0,0 0-14 0,0 0-14 0,0 0-6 16,5 3-3-16,3-3 2 0,-2 0 0 0,1 6 0 0,-1-6 2 0,1 5-1 15,7-1-4-15,-9-4-10 0,8 6-21 0,0-6-22 0,0 3-30 0,1-3-36 16,-2 6-42-16,8-6-71 0,-8 0-84 0,2 0-88 0,4 0-86 0,-2 0-36 0,-5-6-5 16,1 6 7-16,9-3 18 0,-7-3 30 0,-1 2 35 0,-1-1 41 0,0-4 45 15,3-3 53-15,-2 3 55 0,-2-5 71 0,10 0 73 0</inkml:trace>
  <inkml:trace contextRef="#ctx0" brushRef="#br0" timeOffset="80302.5">13871 15407 0 0,'-6'-4'2'0,"-1"-2"115"0,2 1 77 0,5 1 61 0,-8-2 51 0,2 1 48 16,6 1 46-16,0-1 42 0,-5 1 40 0,5-2 36 0,0 3 35 0,0 3 30 0,0 0 29 15,0 0-78-15,0-6-138 0,0 6-82 0,0 0-55 0,0 0-40 0,0 0-31 16,0 0-26-16,0 0-26 0,5-6-21 0,-5 6-19 0,0 0-12 0,6 6-8 0,2-6-7 15,-3 6-3 1,2-6-5-16,-1 3 0 0,2 3-5 0,5 3 0 0,-8-5-2 0,9 7 0 0,-1-2 1 0,0 1-1 0,0 0-2 0,0 4-3 0,0-4-5 16,0 4-6-16,1 2-13 0,-9-1-25 0,8-1 0 0,1-1 0 0,-9 3 0 15,2-1 0-15,1 3 0 0,-2-2 0 0,-6-2 0 0,6 5 0 0,-6-3 0 16,-6 4-24-16,6-7-35 0,-6 8-16 0,-2-6-18 0,1 3-21 0,-4-2-24 16,-2-2-24-16,5 1-31 0,-5-2-32 0,0 3-39 0,-6-1-39 0,6-6-65 0,0 6-75 31,0-6-72-31,0 3-66 0,-6-9-11 0,6 7 11 0,-1-5 28 0,2-1 35 15,-2 1 39-15,1 2 44 0,1-7 48 0,3 0 50 0,-2 0 53 0,-2 0 58 0,0 0 69 16,0 0 74-16</inkml:trace>
  <inkml:trace contextRef="#ctx0" brushRef="#br0" timeOffset="80937.64">14400 15672 13 0,'6'0'102'0,"-6"0"54"0,0 0 43 0,0 0 35 0,5-7 31 0,-5 7 29 0,0 0 28 15,0-5 27-15,8 5 29 0,-8-4 24 0,0 4 30 0,7 0-27 0,-7-5-57 0,0 5-57 0,6-4-61 16,-6 4-34-16,0 0-18 0,8 0-16 0,-8 0-7 0,0-6-8 0,0 6-7 16,0 0-7-16,5 0-7 0,-5 6-6 0,0-6-3 0,0 4-2 0,5 1-1 0,-5-1-3 15,0 8-2-15,0-3-4 0,0 0-5 0,0 6-5 0,0 0-8 0,-5 0-6 16,5-2-7-16,0 7-8 0,-5-4-8 0,5 3-11 0,-8-5-9 0,8 5-19 16,-6-4-19-16,-1 0-25 0,-1 1-25 0,8-7-29 0,-5 6-30 0,-1-6-34 15,-2 0-37-15,8 1-40 0,-5 1-39 0,-3-2-69 0,3-5-80 0,-3 2-73 0,2-2-62 16,6-4-17-16,-5 5 11 0,-2-5 25 15,7 0 35-15,-8-5 40 0,2 5 44 0,6-4 48 0,-7-6 51 0,7 5 52 0,0-5 52 0,0 1 67 0,0-6 77 0</inkml:trace>
  <inkml:trace contextRef="#ctx0" brushRef="#br0" timeOffset="81112.39">14289 15495 0 0,'0'0'2'0,"0"0"111"0,0 0 69 0,0 0 46 0,0 0 32 0,0-6 29 15,6 6 26-15,-6 0 26 0,5 0 20 0,-5 0 17 0,9 6 16 0,-2-6 14 16,-2 5 12-16,1-1-86 0,1 2-143 0,-1-3-86 0,2 4-58 0,-1-2-39 15,-2 4-26-15,-5-5-41 0,6 7-46 0,2-2-58 0,-8 1-59 0,5-4-65 0,-5 3-61 16,0 0-24-16,0 6-5 0,0-5 6 0,0-4 12 0,-5 3 22 0,-3-4 25 16,2-1 33-16,1 6 33 0,-2-10 40 0,-1 5 45 0,-5-5 52 0,7 0 64 0</inkml:trace>
  <inkml:trace contextRef="#ctx0" brushRef="#br0" timeOffset="82254.72">8734 16603 47 0,'-8'-4'122'0,"2"-1"44"0,-1-4 35 0,7 3 30 0,-5 2 27 0,-2-7 28 0,0 1 25 0,0 1 29 0,1 0 30 0,-1 3 28 0,1-4 27 0,6 5-42 0,-8-4-81 16,3-1-48-16,5 6-32 0,-5-6-15 0,-3 6-6 0,8-2-4 0,0-4-1 16,-6 5-8-16,6-1-7 0,-7-3-10 0,7 5-14 0,0-5-11 0,0 3-13 15,-8 0-13-15,8 2-11 0,0-6-11 0,0 6-9 0,0-2-13 16,0 2-11-16,8-1-12 0,-8-4-10 0,0 9-6 0,7-7-9 0,-7 4-4 0,6-3-5 0,-6 1-3 16,8 5-4-16,-3 0 1 0,0-4-1 0,3 4 0 0,-2 4 0 0,1-4 1 15,-1 0-1-15,8 5 1 0,-7 4 0 0,5-2-1 0,2 2 1 0,-8 0 1 0,6 6-1 16,2 0-1-16,-9 0 0 0,8 4-4 0,3-4-3 0,-11 5-5 0,1 3-5 15,1-2-5-15,-1-3-5 0,1 7-7 0,-1-1-8 0,-6-4-9 0,7 5-9 16,-7-6-7-16,0 5-6 0,0-3-6 0,0-3-6 0,0 7-3 0,-7-10-1 16,7 4 0-16,0 2 1 0,-6-8 4 0,6 7 5 0,0-5 9 0,-7-5 5 0,7 4 10 15,0-4 6-15,-6-1 11 0,6 3 5 0,0-3 9 0,0-5 6 0,0 1 10 16,0-1 9-16,0-4 11 0,0 6 14 0,0-6 14 0,0 0 11 0,0 0 11 16,0 0 12-16,0 0 6 0,0 0 6 0,0 0 3 0,0 0 5 0,-7 0 3 0,1-6 3 15,6 2 2-15,0-1-3 0,-5 1-6 0,5-2-10 0,0 3-12 0,-9-9-9 16,9 3-11-16,-7-1-9 0,7 1-9 0,0 0-5 0,0-6-5 0,-5 0-8 0,5 4-6 15,0-2-4-15,0-3-7 16,0-4-6-16,0 7-8 0,5-8-6 0,-5 6-10 0,7-4-11 0,-7 1-15 0,9 2-15 0,-4-2-22 0,1 3-21 0,1-1-31 16,-1 2-29-16,1-1-37 0,-1 6-35 0,7-1-40 0,-5-1-39 0,5 7-63 15,-1-2-71-15,0 3-61 0,3 3-54 0,-3-6-7 16,0 6 16-16,4 0 30 0,0 0 38 0,0 0 45 0,-4-4 46 0,-1 4 50 0,5-5 52 0,-5 5 51 0,2-6 53 0,2 3 62 16,-3-4 77-16</inkml:trace>
  <inkml:trace contextRef="#ctx0" brushRef="#br0" timeOffset="82714.27">9358 16623 87 0,'8'0'180'0,"-8"0"65"0,0 0 56 0,0 0 47 0,0 0 43 15,0 0 43-15,0-5 40 0,-8 0 38 0,8 1 36 0,0-2 30 0,0 2 28 16,0-5-66-16,-5 4-119 0,5-1-93 0,0 2-76 0,-8-7-50 0,8 7-36 0,-6-2-26 16,6 3-24-16,-7-3-24 0,7 2-22 0,-6-1-20 0,6-1-18 0,0 6-13 15,-7-3-13-15,7 3-10 0,0 0-7 0,0 0-4 0,-6 0-4 0,6 3-2 16,-8 3-3-16,8-1 0 0,0-1-2 0,-5 2-3 0,5 3 0 0,0 0-1 15,0 1-2-15,0 1-3 0,0 2-2 0,0-3 4 0,0 0-1 0,5 6 2 16,3-7 0-16,-8 1 2 0,6 4-1 0,7-4 1 0,-6-1 2 0,7 3 1 0,-9-3 1 16,8-5 4-16,1 5 3 0,6-4 6 0,-8 1 4 0,0-2 3 0,9 2 5 15,-8-6 1-15,6 5 2 0,-6-5 1 0,8 0 0 0,-10 0 1 0,9 0 1 0,-7 0-1 16,6 0-1-16,-6-5 0 0,1 5 2 0,-2-6-2 0,2 2 2 0,-1-2 0 16,-8 1 4-16,11 1 1 0,-11-5 2 0,1 3 7 0,1-3 4 0,-1 3 5 15,-6-3 6-15,8-1 3 0,-8-1 1 0,0 4 2 0,0-4 0 0,-8-5 0 0,8 2 0 16,-6 0-4-16,-1 0-2 0,1-2-3 0,1 1-4 0,-11-3-2 0,11 2-1 15,-8 2-4-15,-1 0 0 0,2 4-2 0,6-6 3 0,-15 7 3 0,16 0 3 0,-9 3 3 16,1 2-1-16,1-1 0 0,-2 1 1 0,1-2 1 0,0 6-2 0,0 0-3 16,-1 6-3-16,9-6-5 0,-8 4-1 0,6 1-6 0,-7 5-3 0,9-7-6 15,-2 8-6-15,-5-1 1 0,4 5-3 0,1-2 1 0,2 2-1 0,-4 0 0 16,4 6-1-16,0-8 1 0,-3 8 0 0,3-3-1 0,-3 2 1 0,8-4-2 16,-6 3 1-16,6-1-3 0,0-3-1 0,0 6-4 0,0-8-5 0,0 2-5 15,0 6-4-15,0-12-4 0,6 6-4 0,2 0-2 0,-3 0-5 0,3-7-4 0,-3 3-4 16,9-2-10-16,-2 0-4 0,2 3-9 0,-1-3-7 0,-1-5-11 0,8 5-9 15,-8-3-20-15,9 0-24 0,-2-6-27 0,0 3-30 0,1-3-35 0,0 6-38 16,-8-6-54-16,9 0-57 0,6-6-54 0,-9 6-45 0,3-3-11 0,-10-3 12 0,10 0 23 16,-3-3 30-16,-5 5 37 0,8-5 43 0,-10-3 45 0,4-3 44 0,4 6 49 15,-6-4 51-15,0-2 56 0,0-6 72 0</inkml:trace>
  <inkml:trace contextRef="#ctx0" brushRef="#br0" timeOffset="82935.98">9998 16487 0 0,'0'-9'83'0,"-8"-7"116"0,8 5 78 0,0-2 65 0,-8-2 57 0,8 0 52 0,-5 6 49 0,-1-1 40 0,6-4 40 0,0 4 35 0,-7-1 29 0,7 7 4 15,0-7-14-15,0 7-104 0,0 4-157 0,0-4-93 0,0 4-61 0,0 0-44 16,0 0-36-16,0 0-28 0,0 0-30 0,0 0-15 0,0 0-17 0,0 0-10 16,0 0-8-16,0 0-5 0,0 8-6 0,0-3-1 0,0 5-3 0,0 1 0 15,0-1 1-15,0 4 0 0,0 5-3 0,-6-4 4 0,6 10 0 0,-7-1-13 16,7-4-5-16,-6 8 0 0,6-3 0 0,-7 5 0 0,0-6-37 0,7 4-23 16,-7-1-21-16,7 1-24 0,-5-4-21 0,-3 0-25 15,8 1-27-15,0-1-38 0,-5-3-41 0,5 2-41 0,0-3-40 0,0 1-46 0,0-8-54 0,0 8-37 0,0-6-33 16,0-2-24-16,5 2-15 0,-5-6 15 0,0 2 28 0,8-1 37 0,-8-1 41 0,0-5 50 15,5 1 52-15,-5-5 52 0,0 0 50 0,0 0 56 0,0 0 55 0,0 0 52 16,0 0 58-16</inkml:trace>
  <inkml:trace contextRef="#ctx0" brushRef="#br0" timeOffset="83126.45">9880 16892 5 0,'0'-6'101'0,"-8"2"70"16,2-5 57-16,0 4 48 0,6-5 45 0,-7 4 41 0,7-3 40 0,-5 0 37 0,-4-2 33 16,9 3 31-16,0-7 28 0,0 4-19 0,-5 1-46 0,5-4-75 0,5 4-90 15,-5 1-56-15,0-7-42 0,9 7-31 0,-9-6-28 0,5 0-23 0,2 6-23 16,-1-6-16-16,0 2-19 0,9-2-12 0,-10-1-13 0,3 6-9 0,3-4-8 0,-3 0-8 15,4 4-4-15,-5-1-4 0,6 1-4 0,0 1-2 0,-6 0-3 0,4 3-8 16,5 3-14-16,-3-4-16 0,-8 2-19 0,9 1-23 0,-9 4-26 0,8 0-28 16,-5-5-33-16,-2 5-34 0,6 5-37 0,-4-5-62 0,5 0-69 0,-7 0-73 0,6 4-63 15,2-4-16-15,-1 5 11 0,0-5 24 0,0 7 31 0,1-7 38 0,-1 0 39 0,-1 3 45 16,0-3 47-16,3 0 46 0,-2-3 51 0,-2-4 60 0,5 2 73 0</inkml:trace>
  <inkml:trace contextRef="#ctx0" brushRef="#br0" timeOffset="83571.14">10382 16648 0 0,'-15'13'17'0,"3"2"137"16,0-3 80-16,-4-3 61 0,11-3 45 0,-6-3 41 0,4-3 36 0,-7-3 31 0,7-3 32 0,7 0 28 15,-6 3 28-15,6-3 27 0,0 0 26 0,-5 2-101 0,5-1-169 0,0 5-95 16,0-6-54-16,0 3-29 0,0 3-20 0,0-4-13 0,0-2-11 0,5 1-10 16,-5 1-9-16,0-2-8 0,0-4-6 0,0 5-6 0,6 0-5 0,-6-5-4 0,7 6-4 15,-7-1-2-15,5-4-4 0,4 3 0 0,-9 2-2 16,7-2 0-16,-2-3-2 0,1 3 0 0,7 6-4 0,-5-3 0 0,4-3-4 0,-6 2-4 0,8 4-4 0,-2-5-4 15,2 5-1-15,-1 0-2 0,6 5-5 0,1-5 0 0,-7 4-2 0,6 5-2 16,2-3-1 0,-11-2-2-16,11 7-3 0,-2-1 1 0,-6-1-2 0,6 0-1 15,-4 6-4-15,-10-6-8 0,9 7-4 0,-1-5-10 0,-7 2-9 0,-6 2-5 16,7-6-14-16,-7 6-7 0,8 0-9 0,-16 0-11 0,8-5-8 0,0 5-9 16,-7-2-10-16,1-2-5 0,6 4-4 0,-8-5 0 0,3-1 2 0,-9 0 7 0,9 0 3 15,-2 3 8-15,-1-3 10 0,-4-3 9 0,5 3 11 0,2-5 11 0,-8 1 11 16,5 5 11-16,2-4 12 0,-6-3 13 0,3 3 15 0,4-6 15 0,0 6 16 0,-8-6 12 15,5 3 15-15,0-3 13 0,3 0 13 0,-1 0 9 0,-1 0 11 0,7-3 10 16,-6 3 6-16,-2-6 6 0,3 6 4 0,5-6 3 0,-7 3-2 0,7-3-2 16,-6-4-3-16,6 5-8 0,0-4-10 0,-6 5-11 0,6-8-12 0,0 3-10 15,0 0-12-15,0-6-12 0,6 6-6 0,-6-7-8 0,0 1-8 0,6 1-8 0,-6 0-8 16,7-1-10-16,-2 0-6 0,3-3-11 0,-2 3-8 0,1-1-8 0,-1 2-11 16,-1-1-14-16,11-1-15 0,-11 2-18 0,3 4-19 0,-3 1-23 0,0 0-25 0,11-1-27 15,-11 4-29-15,1 1-28 0,2 1-29 0,5-2-42 0,-8 6-41 0,2 0-60 16,0 0-63-16,6 0-40 0,-6 0-23 0,-2 6 9 0,9-6 23 0,-9 4 33 0,9-4 39 15,-7 5 43-15,1-5 43 0,-3 0 46 0,1 0 44 0,2 0 54 0,-3-5 54 16,2 5 63-16,-1-4 76 0</inkml:trace>
  <inkml:trace contextRef="#ctx0" brushRef="#br0" timeOffset="83998.07">10824 16613 0 0,'6'5'7'0,"-6"-5"126"0,0 0 84 0,0 0 64 0,0 0 54 0,0 0 50 0,0 0 47 0,0 0 44 0,0-5 44 0,0 1 41 0,0-2 36 0,0 2 37 0,-6-1 36 0,6 1-79 0,0-1-146 16,0-1-87-16,0 2-59 0,-7-2-39 0,7 1-26 0,0 1-23 0,0-2-26 15,0 3-23-15,0 3-19 0,0-6-88 0,0 6-55 0,0 0 0 16,0 0 0-16,0 0 0 0,0 0 0 0,0 0 0 0,0 0 0 0,0 0 0 16,0 0 0-16,0 0 0 0,0 0 0 0,0 0 0 0,7 6 0 0,-7-3 0 0,6 3 0 15,2 3 0-15,-8-3 0 0,5 9 0 0,2-6 0 0,0 1 0 0,-2 4 0 16,2 2 0-16,1-1 0 0,-3-8 0 0,2 8-24 0,0 0-24 0,-2-3-4 16,3 1 0-16,-1-4-3 0,-1 2-2 0,0 4 0 0,-1-5 1 0,11-6 4 0,-11 5 5 15,2 2 3-15,-1-2 7 0,-1-3 6 0,3-2 3 16,0 2 8-16,-3-1 2 0,1-5 5 0,1 4 3 0,-1-4 3 0,2 0 1 0,-1 0 6 0,-2 0 4 15,1-4 4-15,2 4 1 0,-8-5 1 0,5-1 3 0,3 2 1 0,-8-2 0 0,5-3 2 16,-5-2 1-16,0 2-2 0,7-1 2 0,-7 1-2 0,0-1 1 0,0-5-2 16,0 6-1-16,0-6-1 0,0 0 2 0,0 0 3 0,0 2 5 0,-7-2 2 15,7-1 6-15,0 2 6 0,0-1 5 0,-5 6 8 0,5-7 4 0,0 1 2 16,-8 6 5-16,8 0 0 0,0 3-14 0,0-4-46 0,-5 10 0 0,5-5 0 16,0 5 0-16,0 0 0 0,0 0 0 0,0 0 0 15,0 5 0-15,0 2 0 0,-8-4 0 0,8 8 0 0,0 2 0 0,-6 2 0 16,6 1 0-16,-5 2 0 0,5 2 0 0,-7 0 0 0,7 4 0 0,-8-3 0 0,8 3 0 15,-6 0 0-15,-1 1 0 0,7-1 0 0,-6 1 0 0,1-1 0 0,-3 0 0 0,8 0 0 0,-8 7 0 16,3-9 0-16,-1 4 0 0,-1-3-16 0,7 3-22 0,-5-7-13 0,-4-1-16 16,2 3-17-16,2-2-22 0,-1 1-21 0,6-4-26 0,-6-3-32 0,-1 2-35 15,-1-1-40-15,-4-4-44 0,5 1-46 0,2 2-87 0,-3-3-104 0,1 1-45 0,2-8-12 16,-2 9 16-16,0-8 24 0,2-4 35 0,-3 5 39 0,2-5 45 0,6 0 46 16,0-5 53-16,0 1 55 0,-7-8 60 0,14 9 61 0</inkml:trace>
  <inkml:trace contextRef="#ctx0" brushRef="#br0" timeOffset="84283.43">11299 16916 0 0,'-6'0'66'0,"6"0"103"0,-8-3 69 0,3 3 54 0,5-6 48 0,0 0 44 0,-8 3 44 0,8-3 41 0,0 0 40 0,-5 2 36 16,5-1 35-16,0-4 5 0,0 5-12 0,0 4-81 0,0 0-121 0,0-6-72 15,0 6-46-15,0-6-34 0,0 6-24 0,0-3-24 16,0 3-24-16,0-6-24 0,0 6-21 0,0-6-18 0,5 3-17 0,-5 3-16 0,0 0-12 0,8-6-12 0,-8 6-13 16,5 0-9-16,-5 0-6 0,14-5-6 0,-7 5 0 0,-1 0-1 0,7 0-1 0,-5 0-5 15,2 0-5-15,11 0-12 0,-8 0-10 0,1 0-19 0,4 5-21 0,-4-5-26 16,7 0-30-16,-9 6-39 0,-1-6-44 0,5 3-47 16,-5-3-46-16,2 6-80 0,2-6-89 0,-4 6-61 0,-3-6-44 0,-3 3-5 0,8-3 18 0,-5 0 30 15,-8 6 38-15,6-6 44 0,-6 0 50 0,0 0 52 0,0 0 57 0,0 0 59 16,0 0 56-16,0 0 71 0,0 0 85 0</inkml:trace>
  <inkml:trace contextRef="#ctx0" brushRef="#br0" timeOffset="84457.93">11475 16926 0 0,'-13'9'16'0,"0"2"137"0,-1-2 85 0,9-3 64 0,-8 4 53 16,-1-1 49-16,7-5 42 0,-5 1 40 0,5 1 36 0,2-6 30 0,-3 0 30 15,1 4 27-15,7-4 26 0,-5 0-98 0,5 0-174 0,0 5-101 0,0-5-64 0,0 0-41 16,0 0-25-16,0 0-25 0,0 0-17 0,0 0-15 0,0 0-8 0,5 6-5 16,-5-6-4-16,7 0-8 15,1 0-6-15,-3 0-6 0,9 0-5 0,-2 0-10 0,2 0-14 0,-1 0-27 0,6 0-30 0,-1 0-54 0,9 0-58 0,-7 0-93 0,-1-6-111 16,7 6-113-16,-7 0-109 0,2-5-41 0,-3 5-11 0,3-4 8 0,-3-2 18 0,-2 1 30 15,-5 1 37-15,2-5 50 0,-5-1 56 0,4-5 67 0,-5 0 72 0,-2 0 89 16,3-3 87-16</inkml:trace>
  <inkml:trace contextRef="#ctx0" brushRef="#br0" timeOffset="85553.21">12036 16761 0 0,'0'0'20'0,"5"-6"15"0,-5 6 9 0,0 0 8 0,0-4 8 0,0 4 6 0,0 0 7 0,0 0 1 0,0 0-1 0,0 0-7 0,0 0-10 0,0-5-10 0,0 5-11 0,0 0-12 15,0 0-14-15,0 0-10 0,0 0-10 0,0 0-12 0,0 0-10 0,0 0-14 16,0 0-11-16,0 0-10 0,0 0-5 0,-5 5-1 0,5-5 2 0,0 4 4 0,0-4 8 15,0 0 6-15,0 0 11 0,0 0 11 0,-7 6 17 0</inkml:trace>
  <inkml:trace contextRef="#ctx0" brushRef="#br0" timeOffset="85917.71">12172 16492 99 0,'0'0'173'0,"6"-5"52"0,-6 0 42 16,0 1 40-16,0-2 38 0,0 0 37 0,0 2 36 0,-6-1 33 0,6-4 34 0,0 3 32 16,0 2 32-16,0-5-63 0,0 3-120 0,0 0-67 0,0-3-42 0,6 4-24 15,-6 1-14-15,0-2-15 0,0 2-15 0,0-1-17 0,6 1-14 0,-6-1-13 16,0 5-16-16,0 0-14 0,0-7-15 0,0 7-18 0,0 0-16 0,0-3-14 15,0 3-15-15,0 0-11 0,0 0-12 0,0 0-9 0,0 0-5 0,7 3-5 0,-7 4-3 16,0-2-1-16,0 4 0 0,8 1 0 0,-8-1 3 0,5 6 1 0,-5 4 2 16,8 1 4-16,-8 5 5 0,6-1 3 0,-6 1 3 0,0 3 2 0,5 2 0 0,-5-1-6 15,0 2-3-15,0-3-9 0,0 2-7 0,0-6-12 0,0 5-8 0,0 0-12 16,0-4-11-16,0 5-14 0,0-6-16 0,0 1-19 0,0-7-22 0,0 7-25 16,0-5-28-16,0-6-30 0,0 6-29 0,0-5-27 0,0 0-22 0,0-2-40 15,0-4-44-15,7 6-49 0,-7-3-52 0,0-8-22 0,0 5-9 0,8-4 17 0,-8-5 27 16,0 0 36-16,0 0 42 0,0 0 42 0,0 0 44 0,0 0 43 0,0-5 43 0,0-4 51 15,0 5 51-15</inkml:trace>
  <inkml:trace contextRef="#ctx0" brushRef="#br0" timeOffset="86107.97">12080 16873 0 0,'-7'-5'8'0,"7"1"122"0,-5-2 77 0,5-3 56 0,-6 3 42 0,6 0 35 0,0 3 31 16,0-3 30-16,0-3 25 0,0 5 25 0,0-7 21 0,0 7 20 0,0-7 22 15,6 1-91-15,-1 1-153 0,2 4-86 0,2-5-57 0,-4 1-29 0,8-1-18 16,-8-1-15-16,11 2-14 0,-5 5-8 0,2-5-9 0,7-3-10 0,-8 3-6 0,8 3-18 15,-1-3-25-15,-4 3-33 0,4 3-34 0,2-1-41 0,-5-2-43 0,0 6-68 16,-4-5-82-16,8 5-68 0,-8 0-61 0,2 0-18 0,-1 0-3 0,-6 0 12 0,5 0 16 16,-5 0 29-16,-2 0 37 0,3 0 42 15,-3-4 48-15,-5 4 50 0,8-6 53 0,-8 6 65 0,0-6 79 0</inkml:trace>
  <inkml:trace contextRef="#ctx0" brushRef="#br0" timeOffset="86473.48">12393 16661 0 0,'0'0'67'0,"0"0"112"0,0 0 69 0,0 0 54 0,0 0 44 0,0-3 42 15,0-1 39-15,0-7 38 0,7 1 35 0,-7 0 33 0,0 5 34 0,7-10 6 16,-7 11-9-16,0-5-92 0,5-2-140 0,-5 7-79 0,8-2-46 0,-3-3-27 0,-5 3-22 16,8 6-19-16,-2-3-20 0,-1-3-19 0,3 2-17 15,-8-1-17-15,8 5-13 0,-3-6-12 0,8 6-9 0,-8 0-7 0,4 0-7 0,-4 6-6 0,8-1-3 0,-6-1-2 16,7 2-1-16,-2 3-1 0,-6 0 2 0,8 1 0 0,-2 5 1 0,-3 0-1 16,1-1 2-16,3 2-5 0,-5-1-5 0,5-2-8 0,-7 2-8 15,1 6-9-15,-1-8-11 0,1 7-9 0,-1-5-13 0,-6-1-9 0,0 0-6 0,7 7-10 16,-7-6-8-16,0-7-4 0,0 6-9 0,0-2-2 0,-7 3-3 0,7-11-1 0,0 5-1 0,-6 0-1 15,6 3 2-15,-7-9 2 0,7 9 3 0,-6-9 1 0,-1 3 6 0,1-2 6 16,6 1 5-16,-5-5 6 0,-3 4 8 0,0 2 7 0,3-6 8 0,-3 0 9 16,8 5 10-16,-5-5 14 0,0 0 13 0,5 0 17 0,-9 0 16 0,4-5 12 15,5 5 15-15,-7 0 15 0,7-6 14 0,0 6 9 0,-8-4 13 0,8-1 8 16,0 1 9-16,-6-2 5 0,6 3 7 0,0-9 2 0,0 9-2 0,-6-3-2 0,6-4-7 16,0 1-9-16,0 0-9 0,6-3-12 15,-6 3-10-15,0-6-13 0,0 6-11 0,6-6-10 0,2 5-10 0,-8-5-12 0,7 1-7 0,-2 0-10 0,4-7-10 16,-4 7-12-16,0 1-16 0,8-2-17 0,-5-1-23 0,0 5-23 0,3-2-27 0,-4 4-29 15,-1-3-31-15,7 3-34 0,1 4-33 0,-7 1-57 0,6-2-71 0,-8 2-75 16,9 4-72-16,-9 0-19 0,10 0 8 0,-9 0 26 0,7 0 32 0,-8 0 37 0,4 0 43 16,3 0 45-16,-6 0 44 0,-1-5 49 0,3 5 48 0,0 0 63 0,-3-4 69 0</inkml:trace>
  <inkml:trace contextRef="#ctx0" brushRef="#br0" timeOffset="86853.57">12987 16716 7 0,'0'0'127'0,"0"0"89"0,7 0 66 0,-7 0 52 0,0 0 46 16,5-4 39-16,-5-5 42 0,0 3 37 0,0-3 37 0,6-3 34 0,-6-3 32 16,0 8-16-16,8-8-41 0,-8 3-98 0,0-2-126 0,5 4-72 0,-5-3-40 0,0 2-26 15,0 1-15-15,8 5-18 0,-8-5-17 0,0 7-16 0,5-3-18 0,-5 2-13 16,0-1-13-16,0 5-17 0,0 0-13 0,0 0-13 0,0 0-13 0,0 0-10 16,0 0-14-16,0 0-6 0,0 0-4 0,0 0-3 0,0 5 0 0,0 5-2 15,0-1 1-15,0 0 1 0,-5 7 1 0,5-2 2 0,0 0 7 0,0 0 0 16,0 7 1-16,0-2 4 0,0-4 3 0,0 6 2 0,0-3 1 0,0-3-3 0,0 4 0 15,5-4-4-15,-5 0-2 0,0 0-1 0,7 0 0 0,0-2-4 0,-7 2-2 16,5-6 2-16,3 3-1 0,-1-3 1 0,-2 0 2 0,3 1 0 0,-2-1-1 16,-1-3 1-16,11 3 2 0,-11-3 0 0,1-2 2 0,6-4 3 0,-3 5 4 0,-4-5 1 15,8 0 4-15,-6 0 3 0,7 0 5 0,-9 0 4 0,3-5 5 0,-3 1 6 16,1-2 5-16,9 3 6 0,-10-3 3 0,4 0 0 0,-4-3 4 0,0-1 0 16,-5 5-1-16,8-4 0 0,-3-1-2 0,-5-5-3 0,8 6-3 0,-8-6-5 15,6 0-5-15,-6 5-8 0,0-5-6 0,0 1-12 0,7-5-12 0,-7 3-10 16,0 2-13-16,0 1-11 0,0-2-16 0,0-1-12 0,0 2-15 0,0 4-13 0,-7-5-20 15,7 9-19-15,0-3-25 0,0 4-31 0,-6 1-37 0,6-2-51 0,0 6-59 16,0 0-82-16,0 0-91 0,0 0-46 0,0 0-19 0,6 10 9 0,-6-5 20 0,0 0 31 16,7-1 35-16,-1 2 41 0,-6 0 43 0,7-2 53 0,-1-4 55 0,2 5 65 15,-8 1 68-15,5-6 79 0,0 4 82 0</inkml:trace>
  <inkml:trace contextRef="#ctx0" brushRef="#br0" timeOffset="87328.68">13513 16740 0 0,'0'6'25'0,"0"-6"147"0,0 0 85 0,0 0 63 15,0 0 52-15,8-6 46 0,-8 2 40 0,0-2 39 0,0-3 33 0,0 0 32 16,5 0 29-16,-5 3 27 0,0-3 25 0,0-3-109 0,7 8-189 0,-7-7-100 0,0 8-62 0,0-1-33 16,7-2-24-16,-7 6-21 0,0 0-21 0,0-5-15 0,0 5-20 0,0 0-14 15,0 0-12-15,0 0-11 0,0 0-12 0,0 0-8 0,0 0-6 0,0 5-4 16,0 1-3-16,0 1-1 0,0-1-2 0,0 3 1 0,0 3 1 0,-7-3 4 16,7 6 2-16,0-6 4 0,0 0 6 0,0 7 2 0,0-7 4 0,0 6 0 0,7-6 0 15,-7 1-1-15,0 1-2 0,0-1 1 0,5-1-2 0,-5 0 1 0,7-3 0 16,1 3 0-16,-3-3 1 0,3-3 0 0,-2 3 1 0,-1 0 1 0,11-2-1 15,-11-4 2-15,8 5 0 0,1-5 2 0,4 0 2 0,-5 0 0 0,0 0 0 0,6 0 3 16,1-5-1-16,-1 5 3 0,-6-4 4 0,8-2 4 0,-8 0 6 0,0 3 4 16,-2 3 6-16,5-6 7 0,-3 0 3 0,-8-3 6 0,1 4 3 15,2 1 2-15,-3 0 4 0,2-7-1 0,-7 7 1 0,6-7-5 0,-6 1-2 0,0 1-5 16,0 0-7-16,-6-6-8 0,6-1-6 0,0 7-8 0,-7-6-8 0,2 0-6 0,-3 0-9 16,8 0-5-16,-6 2-5 0,-7 4-1 0,8-7-5 0,-2 6-1 0,-2 0-3 15,-2 1 0-15,4 5-6 0,1-7-1 16,-7 11-2-16,6-4-2 0,1 4 3 0,-7 0-1 0,5 4 2 0,3 2 2 0,-9-1-1 15,9-1 4-15,-2 5 2 0,-1 6 0 0,-4-6 5 0,5 3 2 0,2 3 5 0,-3-2 2 0,0 2 3 0,3 0 3 16,-1 0 1-16,1-2 3 0,-2 2 0 0,-2 0-1 0,9 0 2 0,-5 0 0 16,-2 0 0-16,7 0 0 0,-6-7 0 0,6 6 0 0,0 1-1 15,-5-3 1-15,5 1 1 0,0-4-1 0,0 6 0 0,5-3-1 0,-5-3 1 0,0 0-4 0,6 6-2 16,-6-6-5-16,7 1-7 0,-2 0-11 0,4-1-11 0,3 2-17 0,-6-7-20 16,-1 7-29-16,11-1-28 0,-4-5-42 0,-5-1-43 0,6 1-45 0,-1 5-45 0,2-7-65 15,-1-3-68-15,-8 6-60 0,9 0-49 0,-1-6-10 0,0 0 14 0,-6 0 29 16,4 0 34-16,-2 0 44 15,3-6 45-15,-4 0 53 0,-3 3 55 0,1-3 54 0,2-3 55 0,4 0 61 0,-6-1 76 0</inkml:trace>
  <inkml:trace contextRef="#ctx0" brushRef="#br0" timeOffset="87517.63">14067 16823 0 0,'0'5'17'0,"0"1"139"0,7-6 89 0,-7 3 65 0,5-3 57 0,-5 6 48 0,0-6 42 0,0 0 39 0,0 0 37 0,0 0 31 0,7 0 30 0,-7-6 28 0,9 6 27 0,-9 0-98 0,5-3-169 0,-5 3-101 16,6 0-65-16,-6 0-37 0,7 0-23 0,-2 0-17 0,-5 0-15 0,9 3-10 15,-4-3-12-15,-5 6-6 0,7 0-8 0,-7-3-9 0,6 3-6 0,-6 0-10 16,5-2-8-16,-5 5-9 0,0-4-24 0,8 5-22 0,-8-4 0 0,0 3 0 0,0 0 0 16,-8-3-24-16,8-2-44 0,0 5-27 0,-5 2-28 0,-1-7-40 0,-1 1-44 15,7 1-60-15,-14 4-63 0,9-6-123 0,-2 1-141 0,1-5-54 0,-8 4-10 16,7-4 15-16,2 0 25 0,-8 0 34 0,7-4 41 0,-2-1 44 16,1 1 49-16,2-6 60 0,-1-1 61 0,6 2 73 0,-8-6 76 0</inkml:trace>
  <inkml:trace contextRef="#ctx0" brushRef="#br0" timeOffset="87676.45">14178 16520 84 0,'0'0'221'16,"0"0"99"-16,0 0 76 0,0 7 58 15,0-7 47-15,0 0 38 0,0 0 34 0,0 0 26 0,0 0 23 0,0 0 21 0,0 0 17 0,0 0-67 0,0 0-117 0,0 0-142 16,0 0-154-16,0 0-94 0,0 0-65 0,0 0-49 0,0 0-36 0,7 3-34 16,-7-3-30-16,0 6-39 0,0-1-41 0,5-1-52 0,-10 5-59 0,5-3-101 0,0 3-113 15,0 1-46-15,-7 1-10 0,0-2 14 0,7 1 27 0,-5-1 37 0,-11 0 40 16,11 3 43-16,-1-3 45 0,-6-3 52 0,-2 1 58 0,1-1 63 0,-1-1 70 0</inkml:trace>
  <inkml:trace contextRef="#ctx0" brushRef="#br0" timeOffset="88738.89">6472 16691 89 0,'-5'0'157'0,"5"-3"44"0,-7 3 32 0,7-6 30 0,-6 0 29 0,6-3 29 0,0 3 27 0,0-1 28 0,-6-4 25 0,6 7 24 0,0-8 26 0,0 8-64 0,0-6-117 16,0 6-60-16,0-2-31 0,0 2-17 0,0-1-3 0,0 5-8 0,0-4-9 0,0-1-10 15,0 5-11-15,0-6-12 0,0 6-11 0,0-4-10 0,0 4-14 16,0 0-9-16,0-6-11 0,0 6-6 0,6 0-5 0,-6 0-5 0,0 0-4 0,6 0-4 16,1 6-2-16,-7-6-3 0,5 4-2 0,3 2 1 0,0-1-2 0,-8-1 3 15,11 5 0-15,-4 1 1 0,-2 0 2 0,4 0-2 0,-4 5-3 0,2-2-1 16,-1 8-2-16,-1-6-3 0,4 4-3 0,-2 1-2 0,-7 5-2 0,5-7-2 0,-5 3-2 15,7 2 0-15,-7-3-1 0,0 1-3 0,7 1 1 0,-7-1-3 0,0-2 0 16,0 1-1-16,5-1-2 0,-5 0-1 0,8 1 1 0,-8 1-1 0,7-8 0 0,-2 2 2 16,2 0-3-16,0 0 1 0,6-2-1 0,0-2 1 15,-2-1 1-15,-3 0 0 0,13-1 1 0,-11-4-1 0,4 5 2 0,6-5 2 0,-6-1 1 0,4-4 1 16,-4 5 2-16,-2-5 1 0,7 0 3 0,-6 0 2 0,3-5 5 0,-5 5 5 0,2-4 9 16,-6-1 6-16,-1-1 7 0,8 2 7 0,-7-1 8 0,-7 1 6 0,5-1 6 15,3 1 4-15,-8-2 3 0,0-4 1 0,0 5 1 0,0-5-3 0,0 1 0 16,0 4-8-16,-8-11-4 0,8 7-7 0,-5 0-7 0,-2-1-4 0,0 1-6 15,0-3-3-15,1-2-3 0,-1 10-2 0,1-7-3 0,-1 2-2 0,1 5 0 0,1-6-5 16,-3 10-2-16,-5-6-6 0,5 1-3 0,3 5-4 0,0 0-6 0,-4 0-6 16,4 5-4-16,-2-5-5 0,1 6-4 15,-2 4-4-15,2-6-1 0,-1 5-2 0,2 2-2 0,-3-2 4 0,2 7-1 0,-1-2 2 0,7-4 1 0,-6 5-1 16,-1 4-1-16,7-5-1 0,-5 1 0 0,5 1-2 0,-9-3-2 0,9 2 1 16,0-1-1-16,-5 2 1 0,5-7 2 0,0 6-1 0,0-6 2 0,-5 7 3 0,5-7-1 15,0 0 6-15,0 1 2 0,0 0 2 0,0 0 5 0,-8 0 0 0,8-5 1 16,0 5-3-16,0-7-4 0,-5 3-4 0,5 3-7 0,-8-3-11 0,8 0-7 0,-8-2-11 15,3 1-13-15,-1-1-14 0,-2 1-15 0,3-1-17 0,-3 2-19 16,-4-1-20-16,5-1-23 0,-5 1-27 0,4-5-26 0,-4 7-42 0,0-7-52 0,5 3-63 16,-7 3-67-16,1-6-35 0,-1 3-19 0,2-3 6 0,1 0 22 0,-5 0 30 0,4 0 32 15,0 0 38-15,-8 0 40 0,6-3 44 0,1 3 47 0,-6-6 54 0,7 6 59 16</inkml:trace>
  <inkml:trace contextRef="#ctx0" brushRef="#br0" timeOffset="89517.73">4917 17503 85 0,'0'-15'146'0,"-7"0"38"0,7-4 26 0,0 5 25 0,-7-7 29 0,7 2 27 0,-6-6 31 0,6 5 28 0,-7 2 30 0,7-2 27 16,-5 6 25-16,5-1-60 0,-8-1-113 0,8 7-51 0,0 0-21 0,-6-1-5 0,6 5 1 16,0-4-1-16,0 2-9 0,-5 4-6 0,5-3-11 0,0 1-11 0,0 1-8 15,0-2-10-15,0 1-7 0,0 1-5 0,0 4-6 0,-8-4-5 0,8 4-7 0,0 0-5 16,0 0-5-16,0 0-10 0,0-5-9 0,0 5-7 0,0 0-12 0,0 0-10 15,0 0-6-15,0 0-12 0,0 0-8 0,0 0-8 0,0 0-7 0,8-6-5 16,-8 6-3-16,0 6-3 0,5-6 0 0,1 5-2 0,2-1 1 0,-3-4 2 16,2 9 2-16,-1-3 1 0,8-2 1 0,-7 7 7 0,6-1 2 0,-8-1 3 0,9 0 5 15,-9 1 0-15,11 0 2 0,-5 6-1 0,-4-7 0 0,-2 4 0 0,11 2 0 16,-11 1-2-16,1-2 0 0,1 5 1 0,-1-4-2 0,2 0 1 0,-3 4-2 16,2-4-1-16,0 0-3 0,-2 0 0 0,-5-1-2 15,7 0 0-15,1-3-2 0,-8 2 2 0,5-2-1 0,-5-1 1 0,7-1 0 0,0-3 0 16,-7 3-1-16,5-3 0 0,3 3-1 0,-8-5 1 0,7 1 1 0,-7-5 1 0,6 6 1 0,0-2-1 15,-6-4 1-15,7 6 1 0,-2-6-2 0,3 0 2 0,-8 0 0 0,6 3 1 16,1-3 1-16,-7 0 0 0,6 0 0 0,-1 0 1 0,-5 0 2 0,0 0-2 16,0 0 2-16,8 0 0 0,-8 0 1 0,0 0 4 0,0 0 0 0,0 0 4 0,0 0 4 15,0 0 2-15,0 0 4 0,0 0 5 0,0 0 2 0,0 0 3 0,0 0 6 16,0 0 3-16,0 0 4 0,0 0 4 0,0 0 0 0,0 0 0 0,0 0-2 0,0 0-6 16,-8-3-7-16,8-3-5 0,0 6-7 0,-5 0-6 0,-1 0-6 0,6-4-8 15,-7 4-7-15,1 4-6 0,-2-4-7 0,-4 0-4 0,6 6-6 0,0-3 0 16,-9 3-1-16,10 0 0 0,-9 3 2 0,9-5 0 0,-3 7 3 15,1-2 1-15,-5 7 3 0,5-7 0 0,2 6 2 0,-3-6 2 0,2 6 0 0,6 0 1 0,-7 4 3 16,1-4 0-16,1 4 1 0,5-4 1 0,-7 3 1 0,7 3 0 0,-9-2-1 16,9-5 1-16,-5 7-1 0,5-7 3 0,-7 6-2 0,7-5 0 0,0-2 0 0,0 2 0 15,-6 1 1-15,6-2 0 0,0-4-1 0,6 4 2 0,-6-4-1 0,0 0 1 16,0 4 0-16,7-4 2 0,-7-1 3 0,0-4 2 0,5 5 1 0,-5 1 3 16,9-7 1-16,-9 6 2 0,7-5 3 0,-7-1 2 0,0-4 3 0,5 5 2 0,-5 2 4 15,0-7 6-15,0 0 9 0,0 0 5 0,0 0 3 0,0 0 1 0,0 0-2 16,0 0 0-16,0 0-3 0,-5 0-3 0,-2 0-2 0,7 0-2 0,-9-7-5 15,4 7-3-15,-2-5-4 0,-4 5-7 0,2 0-9 0,2-4-10 0,-4 4-10 0,-2 0-6 16,5-5-8-16,-4 1-8 0,-2 4-6 0,8-6-9 0,-6 6-11 0,4-4-12 16,2 4-14-16,-7-5-20 0,5-1-25 0,3 6-27 0,-3-3-29 0,3 3-34 15,0-7-38-15,5 7-45 0,-9 0-49 0,4 0-85 0,5 0-103 0,0 0-40 0,0 0-7 16,-7 7 15-16,7-7 27 16,0 3 35-16,0-3 42 0,0 0 45 0,0 6 49 0,0-6 51 0,7 0 56 0,-7 0 60 0,0 0 63 0</inkml:trace>
  <inkml:trace contextRef="#ctx0" brushRef="#br0" timeOffset="97982.21">3405 9990 0 0,'8'0'36'0,"-8"0"82"0,0 0 50 0,0 0 39 0,0 0 34 0,0 0 33 0,0 0 32 0,0 0 32 0,0-6 34 0,0 2 31 0,0-1 32 0,-8-1 3 0,8 3-13 15,-6-3-51-15,6 2-74 0,-5 4-45 0,5-5-25 0,-8 1-16 0,3-1-14 16,-2-2-8-16,-2 4-12 0,4-3-12 0,-1 1-16 0,-1 1-13 0,2-6-14 16,-3 10-10-16,0-9-9 0,-3 4-9 0,3 5-8 0,3-6-8 0,-8 2-9 0,6 4-7 15,-5-6-10-15,5 6-6 0,-1 0-10 0,-4 0-7 0,5 0-8 0,2 0-6 16,-11 0-8-16,11 6-6 0,-8-2-8 0,8 2-6 0,-4-1-5 0,-3 4-4 16,6 1-4-16,-7-6-1 0,5 10-1 0,-4-2-4 0,5 1 1 0,-6-4-4 0,6 6 1 15,2 1-1-15,-2-2-1 0,0 1 3 0,2 4 0 0,-3-4-1 0,8 0-2 16,-5 0-5-16,5 4-4 0,-8-4-3 0,8-1-7 0,0 2-1 0,0-3-5 15,0 2 0-15,8 0 0 0,-8 0 2 16,0-2-1-16,5-2 1 0,3 5 0 0,-3-7 5 0,2 0 4 0,-7 1 8 0,12-5 8 0,-5 4 8 0,1 1 8 16,4-4 6-16,-5-1 6 0,6-1 6 0,-5-4 5 0,3 6 3 0,1-6 6 0,2-6 5 15,-1 2 7-15,0-1 6 0,0-1 7 0,1-4 4 0,-1 1 6 0,-1 0 6 16,2-6 4-16,-1-1 5 0,0 2 4 0,6-5 2 0,-6-2 2 0,0 3 1 0,1-1 4 16,-2-7-2-16,1 7-1 0,1-6-3 0,-2 1-4 0,2-6-3 0,-1 6-7 15,-1-5-2 1,-5 0-5-16,6-1-1 0,-6 2-3 0,-1-3-2 0,-6-2-4 0,8 3-1 0,-8 2-4 0,0-2-2 0,0 0-5 0,-8-4-4 0,8 9-3 0,-6-3-1 15,6 4-4-15,-7 0 0 0,-1 0-2 0,3 3 1 0,5 2-3 0,-7-2-2 32,0 6-1-32,2 2 1 0,5-2-3 0,-7 5 3 0,1 5-2 0,6-4 1 0,-8 3-4 15,8 2-3-15,-6-1-5 0,6-1-8 0,0 6-7 0,0 0-9 0,0 0-5 16,0 0-5-16,0 0-1 0,-7 0-4 0,7 6 1 0,-5-1-2 0,5 5 1 0,-8-1 0 16,2 6 1-16,6 0 4 0,-5 4 3 0,-3-1 7 0,3 7 5 0,-2-5 7 15,-2 11 4-15,9-7 4 0,-5 0 3 0,-1 4 0 0,6 3 1 0,0-3 0 16,0 2-2-16,-7 0 0 0,7-2-1 0,0 2 2 0,0-2-1 0,0 2-1 15,7 0 3-15,-7 0-4 0,0-8 0 0,6 5-1 0,-6-9 0 0,5 6-1 16,-5-8-2-16,9 3 1 0,-2-5-3 0,-7 2 0 0,5-2-3 0,3 0 2 0,-3-4-3 16,1 1 0-16,7-2 0 0,-6 0 1 0,-1-3 1 0,8-3 2 0,-7 3 0 15,5-6 2-15,0 0 2 0,-4 0-1 0,5 0 4 0,0-6 0 0,0 3 1 0,0-7 0 16,0 5 2-16,6-4 0 0,-6-2 2 0,1-3-1 0,-2 4 0 0,2-4 0 16,-1-2-1-16,-1 7 3 0,2-6-2 0,-8 0 3 0,6 0 2 0,-3 0 3 15,3 2 2-15,-6-2 3 0,-1 0 5 0,11 0 1 0,-16 2 4 0,5-2 3 16,1 0 2-16,2 0 3 0,-8-4 1 0,5-2-2 0,-5 7 4 0,0-5 1 0,0-2 4 15,0 3 3-15,7-1 6 0,-7-2 0 0,-7 8 6 0,7-8 4 16,0 6 2-16,0 0-1 0,0 6 0 0,-5 0 0 0,5-1-2 0,0 0 3 0,0 0-1 16,-8 6-28-16,8-2-32 0,-6 2 0 0,6-1 0 0,0-1 0 0,0 6 0 15,0 0 0-15,0 0 0 0,0 0 0 0,0 0 0 0,0 0 0 0,-5 0 0 16,5 6 0-16,-8-1 0 0,8-1-10 0,-8 6-37 0,8 0-2 0,-5 0 0 0,-1 5 2 16,-1 4 3-16,2 0 4 0,-4 1 4 0,9-1 7 0,-5 5 6 0,-2 1 2 15,7-1 6-15,-6 1 0 0,6-1 3 0,0 2-1 0,0-3 0 0,0 3-2 16,0-4 0-16,0-1-3 0,0-2-1 0,0 1 0 0,6-1 0 0,1-4 0 0,-7 0-2 15,5-6 2-15,-5 7-1 0,9-7 1 0,-4 0-1 0,2 1 5 16,-7-5-1-16,6 0 3 0,-1-1 1 0,3 3 6 0,0-7 4 0,-3 5 5 0,1-5 6 16,2-5 3-16,-3 5 6 0,10-7 2 0,-10 3 7 0,9-6 2 0,-9 6 5 0,8-6 5 15,1-4 3-15,-9 4 4 0,11-5 3 0,-4 0 2 0,-6 0 7 0,-1 0 2 16,11-4 0-16,-11 5 2 0,1-2 3 0,1-2-4 0,-1-1-56 0,-6-2-5 16,8 2 0-16,-8-1 0 0,0 1 0 0,0-1 0 0,0-5 0 0,0 6 0 15,-8 1 0-15,8-9 0 0,-6 14 0 0,-1-7 0 0,1 1 0 0,-6 4 0 16,3 0 0-16,-2 6 0 0,-1-1 0 0,-4 0 0 15,5 5 0-15,-2-4-66 0,0 9-39 0,-1-6-13 0,-6 6-18 0,7 0-20 0,2 6-21 0,-5-2-22 0,11 1-24 16,-8 0-27-16,-1 5-26 0,9 0-37 0,-2-1-42 0,1 6-80 0,1 0-99 16,-4 0-36-16,9 4-3 0,-7-1 18 0,7 3 30 0,0-6 37 0,0 4 41 0,0 2 45 15,0-8 48-15,7 1 49 0,-7-4 51 0,9 1 57 0,-4-7 61 0</inkml:trace>
  <inkml:trace contextRef="#ctx0" brushRef="#br0" timeOffset="98554.81">4545 9662 0 0,'13'-4'11'0,"0"-2"124"0,-7 2 67 0,9-1 46 0,-10 0 34 0,3-5 28 0,-2 1 23 0,-1 0 28 15,3-1 28-15,-1-1 27 0,-1 1 31 0,-6 1 30 0,6 0 30 0,1-7-79 16,-7 7-141-16,5-2-65 0,-5 2-22 0,0 0-6 0,8-1 10 0,-8 0 5 0,0 5 7 0,0-4 1 16,0-1-2-16,0 5-6 15,0-5-9-15,-8 4-14 0,8 2-18 0,-5-6-17 0,-2 6-21 0,1-2-18 0,6 2-18 0,-13-1-14 0,5-1-12 0,-3 3-10 16,3 3-14-16,-4-7-13 0,-2 7-14 0,1 0-13 0,8 0-8 0,-9 7-8 15,1-7-3-15,1 0-3 0,-2 3-3 0,1 3-1 0,8-1-4 0,-11-1-5 16,11 2-8-16,-1-2-2 0,-7 6-1 0,5-6 1 0,1 6 1 0,2 1 3 0,5-1 0 16,-7 4 2-16,7-4 3 0,-5 0 2 0,5 4 0 0,0-4 4 0,0 4 0 15,0-4 3-15,0-1 3 0,0 6 0 0,5-5 2 0,-5 1 0 0,7 2 3 0,-2-2 2 16,-5-1 2-16,7-1 3 0,1 0 3 0,-3 1 0 0,9 5 4 0,-9-6-1 16,2 2 2-16,2-1 2 0,-4-1-2 0,8 1 1 0,-8-5 0 0,4 5 1 15,-2-1 0-15,-2 0-1 0,1-3 2 0,1 3-2 0,-1-3 2 0,-6 0-1 0,8 3 1 16,-8-5-1-16,5 1 1 0,-5 5 2 0,7-5 0 0,-7-1 1 0,0 2 1 15,0 0 3-15,0-3 0 16,0 3 3-16,0 3-1 0,0-5 5 0,0 1-1 0,-7 1 3 0,2 3 0 0,5-3 1 0,-8-2-1 0,2 7-4 0,-7-7-2 0,8 5-4 31,-11-3-6-31,11 3-5 0,-8-3-4 0,-1 4-7 0,2-5-4 0,-2 4-2 0,9-5-5 0,-10 2-5 0,3-3-1 0,7 3 0 0,-10-1-2 0,10-5 3 16,-3 4 4-16,2-4 5 0,1 6 3 0,5-6 7 0,-8 0 4 0,0 0 4 31,8 0 4-31,0 0 0 0,-5 0 2 0,5 0 0 0,-8-6 1 0,8 6 0 0,0 0-1 16,0-4 0-16,-5 4-3 0,5 0-4 0,0 0-6 0,0-5-4 0,0 5-6 15,0 0-8-15,0 0-4 0,0 0-3 0,0 0-3 0,0 0-1 0,0 0 1 0,0 0 3 16,5 0 5-16,3 0 7 0,-8 0 8 0,5 5 9 0,3-5 10 0,5 4 7 16,-7 2 11-16,2 0 4 0,5-2 8 0,-1 1 6 0,-5 4 1 0,5-5 4 15,1 2-1-15,1 3-2 0,-9 3-5 0,11-3-5 0,-5-4-9 0,-4 3-6 0,7 3-7 16,-7-2-9-16,4 1-8 0,-4 1-14 0,7-2-18 0,-9 5-19 0,2-4-20 16,-1 1-24-16,0 3-25 0,2-4-29 0,-1 4-25 0,-2-4-30 0,3 5-30 15,-8-6-41-15,6 1-44 0,-1 4-67 0,-5-4-74 0,8 1-41 0,-1-1-22 0,-7-1 7 16,6 0 24-16,0 1 35 0,1 1 37 0,-2-7 41 0,-5 5 42 0,8-3 42 15,-2-6 46-15,1 4 51 0,-1-4 52 0,7 0 65 0,-5-4 78 0</inkml:trace>
  <inkml:trace contextRef="#ctx0" brushRef="#br0" timeOffset="99125.99">5866 10157 0 0,'-12'-12'19'0,"1"3"53"0,-10 0 30 0,8-1 30 0,-1-4 32 0,2 8 29 0,-2-4 28 0,1 1 26 0,0-2 27 0,2 3 25 0,4-3 25 0,-7 8-1 0,7-9-18 0,-4 3-15 15,3-1-18-15,0 5-6 0,-3-4-6 0,4-1-10 0,7 0-15 16,-5 5-7-16,-4-4-8 0,4 3-3 0,5-3-4 0,-7 5-3 0,7-1-5 0,0-5-8 16,0 4-12-16,-6 1-14 0,6 1-15 0,0-2-13 0,0 2-12 0,6-5-13 15,-6 4-11-15,0-1-11 0,7 2-12 0,-7-2-12 0,0 1-12 0,5 1-11 16,4-7-10-16,-4 7-8 0,2-1-7 0,-1 1-4 0,-1-2-5 0,11-3-1 0,-5 3-3 16,-4 6-2-16,7-4-1 0,4 4-2 0,-5 0 0 0,0 0-2 0,6 4 0 15,-4 2-1-15,4 0-2 0,2 3 0 0,-10 0-1 0,10 0 0 0,-9 6 0 16,7 1-2-16,-6-2-1 0,1 0-2 0,-1 0 0 15,-6 7-1-15,-2-8 0 0,4 8 1 0,-4-2-2 0,0 1-6 0,3-1-8 0,-8 0-3 0,0 1-3 0,0 1-4 16,0-8-1-16,-8 7 0 0,8 0-1 0,-5-2 1 0,0-3 4 0,5 1 0 16,-9-5 3-16,4 2 1 0,-2-4 8 0,-1 3 7 0,3-9 12 0,-2 3 4 0,0 3 7 15,7-9 4-15,-5 6 4 0,-3-2 6 0,3-4 0 0,-3 0 3 0,2 0 2 16,1 0 1-16,-2 0 3 0,-2 0-1 0,4-4 0 0,-2-2-1 0,-4 2 3 16,3-1 0-16,0-1 1 0,3 3 1 0,-1-4-3 15,6-2 1-15,-7 4-1 0,1-5 1 0,-2 1 2 0,1 0-6 0,7 3-6 0,0-9-9 0,-5 6-7 0,5-1-8 16,0-4-9-16,0-2-6 0,5 1-4 0,-5-3-7 0,7 2-7 0,1-4-11 15,-2 1-11-15,1 0-11 0,-1 4-17 0,7-3-11 0,0-3-11 0,5 2-12 16,-2-2-15-16,3 7-22 0,-1 0-21 0,9 0-29 0,-6-2-32 0,3 1-39 16,2 6-45-16,0 4-85 0,8-5-106 0,-10 7-37 0,10 3-3 0,-8-6 17 0,6 0 24 0,-6 6 35 15,1 0 36-15,-9-4 41 0,1 4 43 0,2-5 48 0,-8-1 49 16,0 2 58-16,0-1 60 0</inkml:trace>
  <inkml:trace contextRef="#ctx0" brushRef="#br0" timeOffset="99555.49">6511 9907 0 0,'-5'10'39'0,"5"-6"153"0,-7 7 82 15,1-8 61-15,6 4 43 0,-5-7 47 0,-3 0 41 0,0 0 42 0,3-7 37 0,5 7 34 16,-7-3 27-16,1-8 27 0,6 7 25 0,-6-2-127 0,6 2-207 0,0-1-105 16,-8 1-47-16,8-1-25 0,0-1-16 0,-7 2-19 0,7 4-22 0,0-6-20 15,-5 1-18-15,5 5-13 0,0 0-13 0,0 0-9 0,-6-4-9 0,6 4-11 0,0 0-7 16,0 4-8-16,-8-4-5 0,8 5-4 16,-5-5-3-16,5 6-2 0,-8 4 1 0,8-5 0 0,0 4 0 0,0-5 0 0,-7 6 1 0,7 1 5 0,0-1 1 15,0-5 3-15,0 4 1 0,0 1 3 0,0-1 1 16,7-4 1-16,-7 5-2 0,8-4 2 0,-3 3 0 0,3-5 0 0,-2 1 2 0,-1-1 2 0,2-4 1 0,7 6 3 15,-1-6 0-15,0 5 2 0,-5-5 3 16,10 0-1-16,-4-5 2 0,-2 5 0 0,8-6 2 0,-8 2 3 0,7-1-1 0,-4 1 3 0,4-5-4 0,-6 3 4 0,0 0 2 31,-2-3 3-31,-3 3 4 0,5 3 7 0,-5-7 3 0,-3 5 2 0,0 1 6 16,-5-1 0-16,0-5 1 0,0 4-1 0,0-3-3 0,0 3 3 0,-5-3-2 16,0 0-3-16,5-1-4 0,-13 4-5 0,5-3-6 0,0-2-7 0,-3 2-6 15,-2-1-3-15,0 1-3 0,-1 3-4 0,-6-3-2 0,8 3 1 0,-7 6 0 0,-1-4-3 16,8 4 0-16,-9 0 0 0,2 4-3 0,6 2 1 0,-6-1-5 0,4 5 0 15,-4-4-4-15,6 7-1 0,0-4-1 0,2 2-2 0,4 4-6 0,-7 0 4 0,7-6-2 16,1 5 2-16,1 0 2 0,5 2 0 0,-8-1 4 0,8-1 3 0,0 2 0 16,0-3 4-16,0-4 1 0,0 6 2 0,0 0 3 0,8 0-1 0,-8 0 5 15,5-6 0-15,1 7 1 0,1-7-3 0,-1 0-2 0,9 1-1 0,-10 0-6 0,7 1-2 16,3-6-5-16,-2 4-3 0,-2-5-4 0,4 5-7 0,4-3-9 0,-6-1-13 16,6-1-18-16,2-4-18 0,-3 6-20 0,3-6-27 0,-2 6-23 0,1-6-23 15,-1 0-18-15,7 0-39 0,-7 0-45 0,2 0-60 0,3-6-58 0,-4 6-39 0,-1-6-24 16,8 2 4-16,-6-1 19 0,-11-1 30 0,11 3 34 0,-2-7 37 0,-6 1 41 15,0-3 37-15,1 3 39 0,-2 0 50 0,1-1 53 0,-5-4 57 0,-2 4 70 0</inkml:trace>
  <inkml:trace contextRef="#ctx0" brushRef="#br0" timeOffset="100126.89">6955 9956 0 0,'-6'-9'1'0,"6"-3"106"0,-6-2 78 0,-2 0 54 0,1 5 47 0,2-6 43 0,-9-6 44 0,9 7 43 0,-3-5 45 16,-4 4 40-16,5-4 41 0,0 4 37 0,1 0 33 0,-1 0-67 0,1 6-130 0,-1-1-74 16,1 1-51-16,6 3-36 0,0 1-25 0,-5 1-28 0,5-2-32 0,0 6-30 15,0 0-34-15,0 0-28 0,0 0-25 0,0 0-19 0,0 0-16 0,5 0-12 16,-5 6-10-16,0-2-5 0,6 1-3 0,1 5-1 0,-7 1 1 0,6-2 3 0,1 4 4 15,-1 2 7-15,1 1 5 0,0 2 4 0,0-3 2 0,-7 10-1 0,5-5 0 16,3 5-8-16,-8-1-13 0,5 1-13 0,-5-1-17 0,8 0-21 0,-8 0-20 16,6 0-22-16,-6-3-22 0,0 2-22 0,0 3-24 0,5-7-14 15,-5 6-17-15,7-7-14 0,-7 2-12 0,0 0-7 0,8-6-7 0,-8 5 0 0,0-7 0 0,0 2 4 16,6-4 6-16,-6-1 15 0,0-5 19 0,0 1 24 0,0-5 26 0,0 7 21 16,0-7 17-16,-6 3 18 0,6-3 21 0,0-3 26 0,-8 3 26 0,8-7 32 15,-7 2 33-15,2 1 31 0,-1-1 34 0,-2 1 25 0,3-6 20 0,-3 5 12 0,3-4 10 16,-2-3 11-16,0 3 15 0,0-1 9 0,1 1 9 0,-1-6 6 0,1 0 0 15,-1 6-6-15,1-6-11 0,1-1-11 0,-11 2-14 0,16 0-13 0,-5 0-14 16,-3-2-13-16,3-4-10 0,5 7-15 0,0-8-14 0,-5 6-16 0,5 2-15 0,0-2-14 16,0 0-14-16,5 0-9 0,-5 2-9 0,5-2-5 0,-5 4-5 0,8-3-5 15,-8 5-4-15,5-2-1 0,3 1-2 0,0 5 0 0,3-5-1 0,-4 1 1 16,6 4 1-16,0 1 0 0,1-2 1 0,-1 3-3 0,6 3-1 0,1 0-2 16,-8 0 0-16,8 3-2 0,-1 3-1 0,2-2-1 0,-3 1-1 0,3 4 1 0,-2 1-1 15,1 1 1-15,-1-1-1 0,0 4 1 0,-1-4-2 0,-2 5 0 0,-4 0-1 16,-1-6 1-16,5 4-2 0,-5-2 0 0,-3 5 1 0,5-7 0 0,-8 4-1 0,-5 2-1 15,7-3-3-15,-7 2-5 0,0-6-2 16,0 7-7-16,0 0-1 0,0-4-1 0,0-2-4 0,0 1 2 0,0 4-1 0,-7-3-1 0,7-6 0 0,-5 4 3 16,5-5-1-16,-8 5 5 0,8-3 5 0,0-1 7 0,-5-1 6 0,5-4 8 0,0 6 9 15,-8-6 6-15,8 0 6 0,0 0 3 0,0 0 5 0,-6 0 5 0,6 0 4 16,0-6 5-16,-5 6 1 0,5-4 1 0,-7-1 2 0,7-1 2 16,-9 3-1-16,9-3-3 0,0 2-1 0,-5-5-4 0,5-3-3 15,0 8-4-15,-6-6-5 0,6-4-6 0,0 5-3 0,0-2-10 0,-7-4-6 0,7 0-7 0,0 2-5 16,0-3-5-16,7 2-8 0,-7-1-5 0,0-4-6 0,6-2-7 0,-6 3-8 15,5-1-9-15,4 4-8 0,-9-4-9 0,7-2-10 0,-2 6-16 0,1 1-15 0,2 1-20 16,-3 1-22-16,3 3-21 0,4-1-24 0,-5 5-22 0,0 5-21 0,6-4-25 16,0 8-21-16,-7-4-46 0,7 5-55 0,0-1-65 0,0 2-67 0,1 3-10 0,-2 3 14 15,1-3 26-15,-6 0 36 0,5 0 38 0,-4 1 37 0,-3 1 42 0,1-1 41 16,-6-5 45-16,8 4 44 0,-8-5 59 0,0 6 65 0</inkml:trace>
  <inkml:trace contextRef="#ctx0" brushRef="#br0" timeOffset="100539.36">7391 10009 69 0,'-5'5'164'0,"-2"-1"63"0,7 2 50 0,-7-6 45 0,0 5 42 0,7-10 41 0,-6 5 43 0,6-6 39 0,0 2 41 0,0-1 37 15,-7 1 35-15,7-5-48 0,0 3-99 0,0-4-79 0,-5-1-68 0,5 2-38 16,0 0-25-16,0 0-19 0,0-1-20 0,0-1-20 0,0 1-21 0,0 6-21 16,0-5-22-16,0 4-18 15,0-1-17-15,0 6-16 0,0-4-14 0,0 4-18 0,0 0-15 0,0 0-14 0,0 0-12 16,0 0-8-16,0 0-4 0,0 0-4 0,5 0-3 0,-5 4-3 0,0 7-4 0,7-7-1 0,-7 5 2 0,6 1 2 0,1 4 2 16,-7-2 7-16,7 1 5 0,0-4 6 0,-2 6 4 0,3 1 2 0,-3-7 1 0,1 6 1 15,2-6 0-15,4 3 1 0,-3-3 0 0,-4 0 1 0,0 1-1 0,8-5 2 16,-5-1-1-16,5 1 1 0,-7 1 0 0,1-2 2 0,7-4 0 0,-9 0 1 15,2 0 1-15,5 0 1 0,-5 0 0 16,6 0 0-16,-7-4 0 0,2-2 0 0,4 1 1 0,-4 1-1 0,4-1 1 0,-5-5 2 0,-2 6 1 16,9-7 0-1,-7 1 2-15,-1 1 2 0,-1-2 0 0,2 7 2 0,2-5 2 0,-4-6 3 16,-5 5 5-16,6-1 2 0,-6 2 2 0,7-4 2 0,-7 1-32 0,0-2-3 16,5 0 0-16,-5 0 0 0,0-2 0 0,0 1 0 0,0 1 0 0,0 1 0 15,0 1 0-15,0 3 0 0,0-1 0 0,-5 5 0 0,5 1 0 0,0-1 0 16,0 5 0-16,0 0 0 0,0 0 0 0,0 0 0 0,0 0 0 0,0 5 0 0,0-1 0 15,-7 5 0-15,7 2 0 0,0 5 0 0,0-3 0 0,0 7 0 0,0-1 0 16,0 1 0-16,0 5 0 0,0-6 0 0,0 5 0 0,0 1 0 0,0-7 0 16,0 9 0-16,7-9 0 0,-7 6 0 0,0-3 0 0,0-8-41 0,5 7-16 0,-5 0-12 15,0-2-11-15,0-3-15 0,9 1-18 0,-9-2-21 0,0-4-17 0,7 4-23 16,-7-4-19-16,0 1-21 0,0-1-25 0,0-1-22 0,0-5-25 0,0 8-35 16,0-9-43-16,0 3-63 0,0-1-68 0,0-5-28 0,0 0-8 0,0 0 17 0,0 0 30 15,0 0 34-15,0-5 39 0,-7-1 40 0,7 3 46 0,0-9 46 0,-9 3 44 0,18-1 53 16,-9 1 58-16</inkml:trace>
  <inkml:trace contextRef="#ctx0" brushRef="#br0" timeOffset="100760.73">8010 9883 0 0,'5'4'44'0,"4"2"166"0,-9-1 104 0,0-5 76 0,0 0 60 0,0 0 51 0,0 0 45 0,-9 0 38 0,9-5 33 0,-5-1 28 0,5 2 21 0,0-2 22 0,0 1 19 0,5 1-133 15,4 4-223-15,-2-6-127 0,-2 1-76 0,3 1-46 0,-3-1-26 0,9 1-19 16,-9-2-17-16,8 3-11 0,1-3-7 0,-2 0-1 0,2 6-2 0,-1-4 1 15,8-1-3-15,-11 5-7 0,4-6-12 0,6 2-17 0,-6 4-17 0,4-5-19 16,-4 5-20-16,-2 0-22 0,2 0-25 0,-1 0-26 0,-1 0-31 0,2 5-34 16,-8-1-36-16,1-4-33 0,7 11-33 0,-7-7-55 0,-7 2-65 15,5 3-68-15,1 1-61 0,-6-1-13 0,0 2 16 0,0-2 28 0,0 1 36 0,0 1 44 0,-6-2 45 16,1 1 49-16,-2-1 47 0,-2 0 51 0,4 3 48 0,-8-3 63 0,8-5 68 0</inkml:trace>
  <inkml:trace contextRef="#ctx0" brushRef="#br0" timeOffset="100910.08">8205 10121 0 0,'-6'20'25'16,"-7"-9"143"-16,6 3 84 0,-7-4 64 0,9-1 49 0,0-4 46 0,-3-1 40 0,2 2 36 15,-1-6 36-15,7 0 29 0,0 0 30 0,0 0 29 0,0 0 28 0,0 0-107 16,0 0-183-16,0 0-101 0,0 0-54 0,0 0-34 0,0-6-25 0,7 2-21 16,-7 4-18-16,6-5-16 0,2-1-15 0,-3 3-10 0,0-7-12 0,9 5-13 0,1-4-14 15,-4 2-20-15,2-2-22 0,0 0-23 0,6 3-28 0,2-3-32 0,-3 0-28 16,3 3-43-16,-3-4-40 0,3 5-65 0,-2-4-77 0,1 3-92 0,0-2-100 16,-1 3-40-16,9-4-3 0,-10 2 16 0,1-2 26 0,-1-2 40 0,3 7 40 0,-8-5 47 15,8-6 51-15,-2 5 55 0,-6-1 59 0,6-2 71 0,-6-1 72 0</inkml:trace>
  <inkml:trace contextRef="#ctx0" brushRef="#br0" timeOffset="101252.68">8747 9795 0 0,'0'4'53'16,"-7"5"167"-16,1-3 98 0,-2-6 72 0,2 5 57 0,-1-5 50 0,2-5 44 15,-2 5 34-15,0-6 30 0,0-3 19 0,7 5 17 0,-6 4 17 0,6 0 17 16,0 0-146-16,0 0-237 0,6 0-124 0,1 4-65 0,-7 1-37 0,7-1-22 0,0 2-20 16,-2 3-15-16,2 3-7 0,7 1-2 0,-8-4 4 15,1 6 5-15,6 0 2 0,-7 0 5 0,-1 4-1 0,8-5-2 0,-6 7 0 0,2-8-3 0,-4 8-8 16,1-2-9-16,1-4-7 0,-1 6-7 0,1-3-6 0,-7 1-1 0,6-4-1 15,-6 5-3-15,0-6-1 0,0-4-2 0,7 6-1 0,-7-7-2 0,0 1-1 0,0-1-2 16,0-4 4-16,0 5 7 0,0-4 7 0,0-2 8 0,0-4 6 0,0 0 10 16,0 0 11-16,0 0 7 0,0 0 7 0,0 0 4 0,0 0 2 0,0 0 3 15,0 0 2-15,0-10 3 0,0 4 6 0,-7-3 2 0,7 3 7 0,0-7 5 0,-6 4 1 16,6-7-1-16,-7 2-5 0,1-1-6 0,6 0 0 0,-7-4 1 0,1 0-1 16,1-2-3-16,-4-3-1 0,2 0-1 0,2 0-2 0,-3-7-7 0,3 3-5 15,5-2-11-15,-6-3-6 0,-2 3-8 0,8-4-6 0,0 0-5 0,0-1-13 16,0 1-9-16,0 0-9 0,0 4-5 0,8-4-5 0,-8 7-3 0,6 0-7 15,-1-1-9-15,-5 4-7 0,8 3-9 0,-3 2-7 0,2 4-11 0,2 0-7 0,-4 5-9 16,1 1-8-16,1 4-6 0,-1 1-8 0,1 4-13 0,-1 0-16 0,7 4-16 16,-5 7-19-16,-3-8-18 15,8 13-19-15,-6-7-22 0,0 11-48 0,-2-6-59 0,2 7-57 0,1 3-56 0,-8-5-13 0,0 5 12 0,0 0 22 0,0 1 30 0,-8-1 33 16,1 1 34-16,2-5 40 0,-9 5 42 0,9-7 43 0,-8-3 45 0,-1 6 60 0,1-8 72 16</inkml:trace>
  <inkml:trace contextRef="#ctx0" brushRef="#br0" timeOffset="101441.71">8726 9960 0 0,'-6'9'31'0,"-1"6"148"0,2-9 78 0,-2 4 57 15,0-5 42 1,0-1 42-16,1 1 42 0,-1-5 39 0,7 0 38 0,0 0 32 0,0 0 28 0,-6-5 24 0,6 5 19 0,0-4-121 0,6-1-198 0,-6 1-97 0,0-2-48 16,7-4-23-16,-7 5-11 0,6-1-18 0,-6-3-24 0,7 5-18 0,-7-5-20 15,7 4-13-15,0-5-11 0,-2-1-10 0,2 7-1 0,-1-6-6 0,2 1-5 0,5-2-5 16,0 7-7-16,-2-7-12 0,2 1-14 0,8 1-21 0,-8 4-18 0,6-5-26 16,2 7-26-16,-3-3-36 0,1 0-36 0,8 2-49 0,-7-1-54 0,-1 5-91 15,2-6-107-15,-3 6-39 0,3 0-10 0,-2 0 13 0,1 0 24 0,-1 0 35 0,-1 0 36 16,1 0 44-16,2 0 46 0,-8-4 51 0,8 4 53 0,-3 0 60 0,-4-5 65 15</inkml:trace>
  <inkml:trace contextRef="#ctx0" brushRef="#br0" timeOffset="102563.51">9295 9795 0 0,'0'0'21'0,"0"0"141"0,0 0 80 0,0 0 61 16,0 0 49-16,-8 0 45 0,2-5 44 0,-1 5 42 0,-1 0 44 0,8-4 36 15,-5-2 39-15,-2 0 30 0,0-3 29 0,2 3-101 0,-2 2-178 0,7-5-94 0,-6 4-52 16,-2 1-29-16,2-7-22 0,-1 7-20 0,2-2-26 0,-3 1-24 0,2 1-28 16,-1-2-22-16,1 2-21 15,1-1-16-15,-2 5-15 0,-2-6-10 0,4 6-11 0,-1 0-11 0,-1 0-7 0,2 0-6 0,-4 6-5 0,-3-1-3 0,6-1 1 0,-2 2 2 16,3 3 4-16,-8 1 3 0,6 1 4 0,0 2 1 0,2-4 5 0,-2 6 0 31,-1 1 0-31,3-2 1 0,-3-4 3 0,2 5-3 0,6 0 0 0,-5-2-4 16,5 2-3-16,0-4-1 0,0-1-6 0,0 4 0 0,0-4-3 0,0-1 1 15,0 0 1-15,5 3 0 0,1-3 2 0,-6-5 1 0,8 5 2 0,-3-3 4 0,3 3 0 16,-1-3 6-16,-2 0 4 0,2-2 6 0,5 1 2 0,-4-1 2 0,-3-4 4 16,9 0 2-16,-2 5 1 0,-3-5 3 0,3-5 0 0,-6 5 3 0,-1 0 3 15,11-4 4-15,-11-1 4 0,8 5 7 0,-7-4 6 0,2-2 5 0,-3-4 7 0,2 5 6 16,-1-1 4-16,2-3 3 0,-2 0 1 0,1 0 2 0,-2-1 0 0,-5-1-2 15,7 1-3-15,-7-3-3 0,7-2-5 0,-7 4-8 0,5-4-8 0,-5 2-6 16,8-2-9-16,-8 5-5 0,0-5-8 0,0 6-8 0,0 0-8 0,7 3-7 0,-7 0-5 16,0 3-7-16,0 3-6 0,0 0-11 0,0 0-11 0,0 0-5 0,0 0-1 15,0 0 0-15,0 3 1 0,0 9 3 0,0-8 0 0,6 10 7 0,-6-4 3 16,8 5 5-16,-8 0 4 0,5 3 7 0,0-3 4 0,3 6 10 0,-2-2 11 16,1-4 4-16,6 4 4 0,-7-4-1 0,7-1 1 0,-5 2 0 0,2-7 0 0,4 4 3 15,1-2 1-15,-3-2 4 0,0 1 3 0,2-4 7 0,6-1 5 0,-6-1 7 16,-2 0 6-16,-1-4 6 0,5 0 5 0,3 0 5 0,-7 0 9 0,1-4 5 15,6 0 8-15,-6-1 5 0,1-1 6 0,-2-4 2 0,-3 5 6 0,2-10 1 16,1 6-1-16,4 0-2 0,-5-7 3 0,-4 1-2 0,7 2-1 0,-7-8-70 16,-2 3-18-16,1-1 0 0,0-2 0 0,1-3 0 0,-7 6 0 0,8-9 0 0,-8-1 0 15,0 3 0-15,0 1 0 0,0 0 0 0,-8-6 0 0,8 1 0 0,0 5 0 16,0-6 0-16,-7 6 0 0,7-1 0 0,-6-4 0 0,6 4 0 0,-6 7 0 16,6-7 0-16,-5 10 0 0,5-4 0 0,-7 5 0 0,7 4 0 0,0-1 0 15,0 7 0-15,-8-2 0 0,8 1 0 0,0 5 0 0,0 5 0 0,-6-5 0 16,6 6 0-16,-7 3 0 0,1 0 0 0,6 7 0 0,-5-1-40 0,-2-1-10 0,7 6 0 15,-9 4 4-15,4-6 6 0,5 7 10 0,0 2 4 0,0-3 8 0,0-6 1 16,0 7 3-16,0-1 3 0,0 1 0 0,5-1 2 0,-5 0 3 16,9 1 3-16,-2-7 0 0,-2 9 1 0,1-5 4 0,1 5-1 0,-1-9 1 0,9 1 0 15,-10 7 0-15,7-7 2 0,-5-4-1 0,6 4 1 0,1-4-2 0,-1-1 1 16,0-4-1-16,0 5 3 0,0-6 3 0,6-5-1 0,-7 7 2 0,2-7 1 16,5 1 1-16,-4-5 1 0,4 0 2 0,-1 0 6 0,-4-5 0 0,6 1 6 15,-7-1 5-15,6-1 1 0,2 2 6 0,-11-5 1 0,4 0 1 0,7-3-13 0,-8-3-27 16,0 2 0-16,6-1 0 0,-7-7 0 0,2 7 0 0,-1-6 0 0,0-5 0 15,0 7 0-15,1-7 0 0,-1 1 0 0,-1 3 0 0,-5-3 0 0,5 0 0 16,-4-1 0-16,5 7 0 0,-7-3 0 0,-1 2 0 0,-5 0 0 0,7 5 0 16,-7-2 0-16,0 1 0 0,0 6 0 0,0 0 0 0,0 3 0 0,0-4 0 15,0 10 0-15,0-5 0 0,0 5 0 0,0-4 0 0,0 4 0 0,-7 4 0 0,7 1 0 16,-5 2 0-16,-1-4 0 0,6 6 0 0,-8 3-31 0,3-3-23 0,-3 6 5 16,1-2 3-16,7-2 7 0,-5 3 7 0,-2-4 5 0,7 4 8 0,-7 1 3 15,7 0 3-15,0-6 4 0,0 6 0 0,0 0 3 0,0-5 1 0,0 4 0 16,0 2 0-16,0-7-1 0,7 6 5 0,-7-2 1 0,0 2 1 0,7 0 1 0,-7-5 0 15,5 4 1-15,2 1 1 0,1-5-2 0,-8 5 2 0,5 0-1 0,3-6-1 16,-8 0 0-16,6 7-1 0,-6-7-2 0,0 0-5 0,5 2-1 0,-5-1-5 16,0-4-3-16,0 3-5 0,0-5 0 0,0 5-3 0,-5-3-2 15,5-1 1-15,0 4-3 0,0-2 2 0,-6-4 1 0,6-3 1 0,-8 6 3 0,8-6 1 0,-5 5 5 16,5-5 2-16,0 0 6 0,0 0 5 0,0 4 1 0,0-4 0 0,0 0-2 16,0 0 0-16,0 0-6 0,0 0-1 0,0 0-3 0,0-4-6 0,0-1 0 15,0-1-1-15,0 3-1 0,5-4-5 0,-5 2 0 0,0 1-2 0,8-1-2 0,-8-5 1 16,6 5 1-16,-6-4 3 0,5-1 0 0,2 4 5 0,2-3 0 0,-4 0 4 15,1-1 1-15,6-4 1 0,-3-2-1 0,3 7 2 0,-1-10-2 0,5 4 3 0,2 0 2 16,-4-5 0-16,4 7 2 0,3-8 2 0,-2 6 0 0,1-4 1 0,-1 4 3 16,2-4-1-16,-3 4 4 0,3 0 4 0,-2 6 5 0,-1-6 8 0,1 6 5 15,-4-6 5-15,4 5 9 0,-6 0 7 0,0 0 9 0,0 0 7 0,1 1 9 16,-9 0 7-16,2 3 6 0,-1-4 5 0,1 1 1 0,0 0-2 0,-7 3-5 16,7-3-6-16,-7 0-7 0,0-3-8 0,-7 3-8 0,7 3-17 0,-7-3-36 15,0 0 0-15,7-1 0 0,-6 4 0 0,-6 2 0 0,4-1 0 0,2-1 0 16,-7 3 0-16,6 3-22 0,-7 0-7 0,4 3-4 0,1 3 3 0,-3-1 0 0,-1-1 2 15,6 5 0-15,-5 7 3 0,-1-7 0 0,-1 6 4 0,9 0 0 0,-11 0 2 16,11 0 2-16,-8 4 5 0,8-4 1 0,-3 0 3 0,0-1 2 0,3 6 0 16,-1-5 3-16,6-1-1 0,-7 0 0 0,7-3 0 0,0 4 3 0,0-2 2 0,0-4 0 15,0 6 3-15,0-3 0 0,7-3 1 0,-7 0 0 0,6 1 3 0,-1-1 1 16,3 6 0-16,0-5 1 0,-3-1 2 0,8-4-3 0,1 5-5 0,-2 1-13 16,2-1-13-16,-1-5-17 0,6 4-20 0,-6-5-24 15,8 6-28-15,-11-5-33 0,11 1-36 0,-8-3-41 0,1 4-40 0,-2-2-67 0,1-5-75 0,1 4-89 0,-1-4-89 16,-2 0-27-16,2 0 5 0,3 0 23 0,-5 0 33 0,-4-4 40 0,7-1 44 15,-9 5 49-15,8-7 52 0,-6 4 55 0,7-8 55 0,-9 7 69 0,2-2 73 0</inkml:trace>
  <inkml:trace contextRef="#ctx0" brushRef="#br0" timeOffset="102737.56">10954 9848 0 0,'7'-4'3'0,"-7"-2"120"0,6 6 93 0,-1 0 68 0,-5-3 56 0,8 3 46 0,-8 0 42 0,0-6 33 0,0 6 32 16,0 0 25-16,8 0 21 0,-8 0 23 0,0 0 17 0,0 0-80 0,0 0-138 0,0 6-93 16,0-6-74-16,5 3-44 0,-5 7-27 0,0-5-18 0,6 4-14 0,-6 1-9 15,7 1-8-15,-7-1-3 0,6 4-4 0,-6 0 0 0,8 0-2 0,-8 2-8 16,0-1-13-16,0-6-12 15,0 6-14-15,0 0-13 0,0-2-13 0,0-2-15 0,0-2-13 0,-8 1-19 0,8 1-19 0,0-7-21 0,-6 6-23 0,6-5-19 0,0-1-23 16,-7 1-21-16,7-5-16 16,0 6-33-16,-6-6-36 0,6 0-99 0,0 0-128 0,0 0-46 0,-5-6-9 0,5 1 16 15,-8 1 26-15,8-7 31 0,0 3 36 0,-8-3 39 0,8-4 37 0,0 0 40 0,0-3 42 0,0-2 51 0,8-4 61 0</inkml:trace>
  <inkml:trace contextRef="#ctx0" brushRef="#br0" timeOffset="102864.07">11020 9512 0 0,'0'0'2'0,"0"0"124"15,-8 0 110-15,8 0 76 0,-6 0 56 0,6 0 46 0,0-5 41 0,0-2 34 0,6 4 33 0,-6-3 26 16,8 2 21-16,-1-1 18 0,-2-1 15 0,1 6-101 0,2-3-168 0,-3 3-151 0,3 0-141 0,-3 0-100 16,2 0-71-16,0 0-102 0,-2 3-113 0,-5 3-91 0,8-1-81 15,-8-5-29-15,0 0-5 0,0 10 13 0,0-10 20 0,0 3 33 0,-8 4 38 0,8-7 50 0,0 0 50 16,-5 0 57-16,-2 0 62 0,0 0 76 0,2 0 83 0</inkml:trace>
  <inkml:trace contextRef="#ctx0" brushRef="#br0" timeOffset="106929.26">5622 17409 0 0,'0'-3'8'0,"5"3"53"0,-5-6 29 0,6 6 27 0,-6-6 31 0,0 3 27 0,0 3 27 0,0-6 24 0,0 6 24 0,7-3 22 15,-7 3 20-15,0-7-7 0,0 7-22 0,0-5-24 0,0 5-24 0,0 0-16 0,0 0-13 16,0-4-17-16,0 4-15 0,0 0-14 16,0 0-9-16,0-5-7 0,0 5-8 0,0 0-4 0,0 0-3 0,0 0-1 0,0-6-3 0,0 6-2 0,0 0-4 0,0 0-2 15,0 0-2-15,0 0-3 0,0-4-3 0,0 4-4 0,0 0-4 0,0 0-6 16,0 0-4-16,0 0-5 0,0 0-4 0,0 0-5 0,0 0-3 0,0 0-4 16,0 0-3-16,0 0-4 0,0 0-6 0,0 0-4 0,0 0-7 0,0 0-3 0,0 0-5 15,0 0-3-15,0 0-6 0,0 0-4 0,0 0-2 0,0 0-5 0,0 0-2 16,0 0-6-16,0 0-2 0,0 0-3 0,0 0-3 0,0 0 1 15,0 0 2-15,0 4-1 0,0 2 3 0,5-1 0 0,-5-1 2 0,0 1 3 0,0 5 3 0,0-1 5 16,9 3 5-16,-9-3 4 0,0 6 9 0,5-5 4 0,-5 4 5 0,0 0 5 16,0 0-1-16,7 2 2 0,-7-1 1 0,0 3-1 0,0-3 1 0,6 6 1 15,-6-8-2-15,0 8-1 0,0-6-5 0,0 3-3 0,0-3-4 0,0 4-5 16,0-4-2-16,0 0-5 0,0 0-2 0,0 0-3 0,0-2-1 0,0-3-3 16,0 1-1-16,0-2-3 0,0 1-3 0,0-1-3 0,0-3-1 0,0-3 0 0,0 3-5 15,0-1 0-15,0-5-3 0,0 4 1 0,0-4-3 0,0 0 0 0,0 6-2 16,0-6 0-16,0 0 1 0,0 0 2 0,0 0 4 0,0 0 5 0,5 0 3 15,-5 0 7-15,0-6 4 0,8 6 6 0,-8-4 1 0,8 4 5 0,-8-5 1 0,5-1 4 16,1 3 0-16,-6-3 3 0,7 2 1 0,-1-1-2 0,2 1-1 0,-8-8-3 16,7 9-1-16,-2-8-4 0,1 1-4 0,2 1-1 0,-3 0-2 0,3-1 1 15,-3-1-1-15,-5-2 0 0,14 2 1 0,-9-2-3 0,2-3 2 0,1 1 1 16,-2 1-1-16,1-2 1 0,-1 3 0 16,-6 2 1-16,5-2 1 0,3-2 2 0,0 6 1 0,-8-7 2 0,5 5 6 0,-5 2 2 0,0 5 4 0,6-7 1 0,-6 7 2 15,0-2 2-15,0 6 1 0,0 0-4 0,0 0-1 0,0 0-4 0,0 0-9 0,0-2994-1 16,0 5988-4-16,0-2994-7 0,0 0-5 0,0 0-6 0,0 0-3 0,0 6 0 15,0-2-2-15,0 7 1 0,0-7-1 0,0 5 3 0,-6 6 2 0,6-3 3 16,0 1 3-16,0 2 4 0,0-6 1 0,0 12 2 0,0-12 1 0,-5 6-1 16,5 0 0-16,0-2-4 0,0-1-4 0,0 1-2 0,5-2-2 15,-5-2-2-15,0 6-2 0,0-11 0 0,6 7-2 0,-6-2 0 0,0 1-2 0,7-6-1 0,-7 1-2 32,5 1 0-32,-5 3-2 0,9-3 2 0,-9-6 0 0,7 4 3 0,-2 1 2 0,-5-5 5 15,6 0 1-15,2 4 3 0,-3-4 3 0,3-4 4 0,-3 4 4 0,2 0 5 16,5-5 2-16,-4 1 5 0,-1-2 3 0,7 0 4 0,-9 3 2 0,8-8 0 15,-7 7 3-15,1-6-2 0,6 1 1 0,-7-2 1 0,2 1 2 0,-3-5-3 0,8 1 0 16,-8 4-1-16,4-5 1 0,-2 2-2 0,-2-2-3 0,3-6 2 0,-8 8-3 16,6-2 2-16,-6-5-3 0,0 1-1 0,0-2 1 0,0 3-2 0,0-2 1 15,0 6-3-15,-6-7 1 0,6 2-1 0,-8 1-1 0,8-3 1 0,-5 6-4 0,-2 0 1 16,-2 6 0-16,4-4-5 0,-1 1-1 0,-1 8-3 0,7-7-3 0,-5 8-6 16,-3 3-9-16,2-6-12 0,6 6-21 0,-7 0-18 0,7 6-20 0,-6-6-18 15,6 9-17-15,-7-4-20 0,1 5-17 0,6 0-28 0,-8-1-25 0,3 0-43 16,5 6-50-16,-5 0-61 0,-4-6-62 0,9 6-39 0,-5-5-27 0,5 5 5 0,0-6 20 15,0 2 26-15,0-1 31 0,0-6 32 0,5 6 37 0,-5-6 40 0,9-4 43 0,-9 6 52 16,0-6 57-16,5 0 58 0,0-6 76 0</inkml:trace>
  <inkml:trace contextRef="#ctx0" brushRef="#br0" timeOffset="107626.54">6278 17317 0 0,'5'-5'19'0,"2"5"140"0,2-6 80 0,-9 6 58 0,0-3 45 0,0-3 39 0,0-3 35 0,0 5 35 0,0-8 32 0,0 3 34 0,0 0 34 16,-9-1 31-16,9 1 28 0,0-3-97 0,0 3-170 0,0 4-92 0,0-5-50 15,0 5-24-15,0 1-8 0,0 0-8 0,0 4-4 0,0-5-8 0,0 5-10 16,0 0-9-16,-7-6-14 0,7 6-12 0,0 0-14 0,0 0-13 0,0 0-10 16,0 0-15-16,0 0-11 0,0 0-11 0,0 0-15 0,0 0-8 0,0 0-10 15,0 6-6-15,0-1-2 0,0 3-5 0,0 3-1 0,0-2 0 0,0 0-1 0,0 12 4 16,0-2 3-16,0 2 2 0,0 1 2 0,0 5 6 0,0-5 5 0,0 8 0 16,-5 0-3-16,5-5-4 0,0 3-6 0,-6 2-2 0,6-1-5 0,0-4-1 15,0 3-4-15,0-4-4 0,0 1-4 0,0-1-6 0,0-3-5 0,0 3-3 16,0-9-6-16,0 4-5 0,0 0-2 0,6-5-1 0,-6 2 0 0,5-1-2 0,-5-6-3 15,7 0-2-15,-7 3-3 0,0-3-2 0,9-5-1 0,-9 1 6 0,0-1 8 16,0-4 11-16,0 0 10 0,0 0 11 0,0 0 12 0,0 0 10 16,0 0 5-16,0 0 7 0,0 0 4 0,0 0 4 0,0 0 7 0,0-4 3 15,0-1 2-15,-9 1 0 0,9-1-2 0,0-5-6 0,-7 4-6 0,7 2-9 0,0-7-7 0,0 2-6 16,-5 5-4-16,5-5-2 0,0-3 0 0,0 3 0 0,0 0 1 0,0-6-2 16,0 0 3-16,5 5-1 0,-5-5 0 0,7 1 1 0,-7 1-3 0,9-3 1 15,-4-4-2-15,2 7-1 0,-1-2-3 0,-1-6 0 0,11 8-3 0,-11-2 1 0,1 6-1 16,1-3-2-16,7-3 2 0,-7 12 0 0,-2-7 3 0,7 5 0 0,-5-1 3 15,1 6 4-15,5 0 3 0,-7 0 4 0,-1 0 5 0,2 6 7 0,1-6 1 16,-2 5 4-16,7 5 4 0,-8-7 0 0,3 8 5 0,0-1 0 16,-3-1 1-16,1 1 0 0,1 1-1 0,-7-2-1 0,5 0-1 0,4 1 0 0,-9 5-2 0,5-9-6 15,2 7 1-15,-7-8-5 0,6 5-3 0,-6-1-1 0,5 3-3 0,4-3-3 16,-9-5-3-16,7 7-4 0,-7-8-2 0,5 3-2 0,2 3-2 0,0-3-1 0,-7-2 0 16,5 2-1-16,3-6 0 0,-1 5 4 0,-2-5 2 0,2 4 1 0,0-4 5 15,6 0 1-15,-8 0 3 0,3 0 3 16,3-4 3-16,-3 4 4 0,5-5 3 0,-5-1 4 0,2 6 3 0,-1-4 3 0,-4-2 3 0,2 1 3 0,-1 1 2 0,1-2 5 15,-1-3 5-15,2 4 5 0,-8 1 5 0,5-2 5 0,-5-3 8 0,0 3 3 16,7-3 2-16,-7-1 5 0,0 1-2 0,6 0 0 0,-6-3-1 0,8 3-2 16,-8-6-5-16,0 6-5 0,6-6-10 0,-6 5-5 0,7-5-6 0,-7 6-5 15,5-6-3-15,-5 6-6 0,0 3-1 0,9-4-4 0,-9 6-2 0,0-1-6 0,0 5-5 16,0 0-3-16,0 0-6 0,0 0 0 0,0 0 0 0,0 0 0 16,0 5 3-16,5-1-1 0,-5 2-1 0,0-2-1 0,5 7-3 0,-5-1 2 15,0-1-1-15,8 6 4 0,-8-6 1 16,0 6 2-16,0 0 6 0,5-6-2 0,-5 7-1 0,0-7-5 0,0 1-10 0,8 4-8 0,-8-4-12 0,0-5-14 0,0 5-16 15,8-4-17-15,-8 3-19 0,0-5-20 0,0 1-26 0,0 1-22 0,0-6-25 16,0 0-26-16,0 3-25 0,0-3-20 0,0 0-18 0,0 0-22 0,0 0-21 16,0 0-42-16,0 0-50 0,0 0-47 0,0-3-42 0,0-8-3 0,0 7 20 0,0-5 33 15,0-3 34-15,0-1 40 0,0 2 39 0,0-2 37 0,0-2 40 0,0-6 41 0,0 8 47 16,5-2 55-16,-5-6 70 0</inkml:trace>
  <inkml:trace contextRef="#ctx0" brushRef="#br0" timeOffset="107768.56">6857 17382 0 0,'0'-16'2'0,"0"1"113"0,0 1 79 0,0-6 62 0,0 6 52 0,-6 4 48 0,6-5 43 0,0 5 40 0,-7-4 36 0,7 4 31 0,0 5 28 0,0-4 22 0,-6 2 24 0,6 4-86 0,0 3-145 15,0-11-90-15,0 11-60 0,0 0-46 0,0 0-37 0,0 0-34 0,0 0-29 16,0 0-23-16,0 0-23 0,0 0-14 0,0 0-14 0,0 0-14 0,0 0-14 0,6 0-17 16,-6 5-21-16,0 1-22 0,0-3-28 0,7 4-28 0,-7 2-28 0,0-4-51 15,0 5-63-15,6-1-79 16,-6 0-80-16,0 3-29 0,7 1-4 0,-7-4 15 0,0 2 23 0,6-1 29 0,-6 0 37 0,0-1 38 0,7-4 43 0,-7 5 45 16,0-5 48-16,7-5 60 0,0 0 67 0</inkml:trace>
  <inkml:trace contextRef="#ctx0" brushRef="#br0" timeOffset="108006.56">7144 17272 0 0,'5'0'39'0,"2"0"149"0,2-4 92 16,-4 4 69-16,2-5 53 16,-7 0 46-16,0-5 43 0,0 6 40 0,0-5 38 0,0-3 38 0,0 9 38 0,0-8 34 0,0 1 32 0,0 5-110 0,0-3-191 0,0 3-108 15,0-1-65-15,0 3-37 0,0 3-24 0,0 0-19 0,0 0-19 0,0 0-107 16,0 0-31-16,0 0 0 0,0 0 0 0,0 0 0 0,0 0 0 0,0 0 0 16,6 3 0-16,-6 3 0 0,0 3 0 0,0 0 0 0,0 6 0 0,0 1 0 15,0 2 0-15,0 6 0 0,0 1 0 0,0 5 0 0,-6-2 0 0,6 2 0 16,-7 4 0-16,7-4 0 0,-5 3 0 0,5 1 0 15,0-4 0-15,-9 0 0 0,9-2 0 16,0 2 0-16,0-5 0 0,0-6 0 0,0 5 0 0,0-3 0 0,0-3 0 16,9 3-123-16,-9-6-37 0,5-2-28 0,2 2-30 0,-7 0-47 0,6-5-53 15,-6 4-58-15,5-10-58 0,4 7-80 0,-9-7-78 0,7 1-25 0,-7-5 9 0,0 7 22 16,0-7 31-16,0-7 39 0,5 2 43 0,-5-4 50 0,0 3 52 0,0-7 61 16,6 4 65-16,-6-7 68 0,8-4 70 0</inkml:trace>
  <inkml:trace contextRef="#ctx0" brushRef="#br0" timeOffset="108402.4">7425 17468 0 0,'0'0'23'0,"0"0"150"0,0 0 100 0,0 0 74 0,5 0 55 0,-5 0 36 16,0 5 23-16,0-5 18 0,0 0 18 0,0 0 17 0,9 0 18 0,-9 0 22 15,5 0 24-15,-5 0-108 0,5 5-181 0,-5-5-118 0,8 0-78 0,-3 0-44 16,-5 4-20-16,8-4 1 0,-8 6 9 0,0-2 9 0,0 2 6 0,6-1 7 16,-6-1-3-16,0 2-3 0,0 3-11 0,0-4-5 0,0 5-8 0,7-1-7 0,-7 1-5 15,0 1-8-15,0-2-4 0,0 0-5 0,6 1-6 0,-6-1-5 16,0-3-3-16,0 0-6 0,7 3-2 0,-7-5-2 0,6-4 2 0,2 5 0 0,-3-5 2 15,2 6 2-15,-1-6 3 0,0-6 1 0,9 6 4 0,-4 0 4 0,2-5 3 16,-6 1 6-16,7-1 2 0,-1 1 6 0,0-2 2 0,0-3 3 0,-2 3 2 0,-4-4 1 16,7 1 0-16,-8 4 2 0,1-5 3 0,-2 1 2 0,4 0 0 0,-9-3 2 15,7 3-1-15,-7 0-1 0,0-1-1 0,0-5 2 0,0 5-2 0,-7 0-2 16,7-4 1-16,-9 3 1 0,4-2 3 0,5 2 1 0,-7 1 5 0,1 1-1 0,1 3 2 16,-4-3 0-16,2 6-2 0,2-4 1 0,-1 7 0 0,-7-5-3 0,5 5-4 15,3 5-1-15,-2-5-5 0,-5 7-6 0,4-4-8 0,1 6-9 0,2-3-9 0,-3 9-5 16,2-6-4-16,1 1-4 0,-3 5-1 0,1 0-2 0,1-1 0 0,6 0 1 15,-6 1 0-15,6 0 2 0,-7 0 0 0,7 0 3 0,0 0 1 0,0-2 4 16,0-2 0-16,0 2 0 0,0 3 3 0,0-2-1 0,0 1-1 0,7-5 2 16,-1 5 2-16,-6 0-1 0,6-6 0 0,1 6 1 0,1-5 2 0,-3 4-3 15,1-4-2-15,7-1-9 0,-6 6-13 0,7-5-23 0,-1-1-27 0,-8-3-39 0,9 3-41 16,-1-4-51-16,-1 5-53 0,2-4-110 0,-1-2-135 0,1 1-57 0,-2-1-17 0,2 1 4 16,-1-5 15-16,-1 0 29 0,0-5 33 0,3 1 45 0,-2-1 47 0,-2 1 56 15,5-8 61-15,-11 3 63 0,8-6 66 0</inkml:trace>
  <inkml:trace contextRef="#ctx0" brushRef="#br0" timeOffset="108656.5">8257 17370 0 0,'8'0'56'0,"-2"0"171"0,-6 0 99 0,0 0 71 0,7 0 54 0,-7-4 43 0,0 4 32 0,0-5 30 0,0-5 24 0,0-4 21 0,0 10 20 0,0 4 23 16,0-6 21-16,0 6-141 0,0 0-230 0,0 0-118 0,0 0-61 0,0 0-30 0,0 0-18 15,0 0-7-15,0 0-6 0,0 6-1 16,0-2-2-16,0-4 3 0,-7 5 2 0,7 4-3 0,0 1-2 0,-6-1-6 0,-2 3-7 0,8 6-10 0,-7-3-6 15,2 4-7-15,-1 1 0 0,-2 4-1 0,3 1-3 0,5-1 1 0,-8 1-2 16,3-6 0-16,-3 5-5 0,8 1-3 0,0-1-3 0,-6 0-4 0,6 0-9 16,0 1-7-16,0-1-9 0,6-3-10 0,-6 3-11 0,0-5-13 0,8 6-10 0,-3-7-17 15,3 2-18-15,-3 1-23 0,3-7-24 0,-2 6-27 0,-1-5-33 0,2-2-32 16,1 2-38-16,-2-6-76 0,7 3-91 0,-8-3-67 0,2 1-49 0,7-1-11 16,-8-4 16-16,1-1 27 0,-2-4 35 0,4 0 38 0,-2 0 45 0,-2-4 46 0,1-7 50 15,-6 8 52-15,5-12 57 0,-5-1 74 0,0 2 88 0</inkml:trace>
  <inkml:trace contextRef="#ctx0" brushRef="#br0" timeOffset="109052.79">8434 17567 0 0,'0'0'44'0,"0"-6"161"0,0 6 93 0,0 0 64 0,0-5 46 0,0 5 37 16,0-4 27-16,0 4 28 0,0-6 22 0,0 3 24 0,0-3 23 0,5 0 28 16,-5 2 25-16,8-1-125 0,-8-1-210 0,0 6-111 0,8-3-55 0,-3-3-23 15,1 2-7-15,-6-1 0 0,7-1 3 0,-2 2 4 0,4 4 3 0,-4-6 0 16,2 6-3-16,4-4-2 0,-2 4-10 0,3 0-4 0,-5 0-8 0,5 0-6 0,3 4-8 15,-4-4-3-15,2 6-5 0,8-2-7 0,-10 2-3 16,10 3-5-16,-3 0-2 0,-4 2-21 0,6-1-14 0,-1-1 0 16,-6 6 0-16,8-5 0 0,-8 4 0 0,-2 2 0 0,2-1 0 0,3 3 0 0,-11-3 0 0,8 1 0 15,-7 2 0-15,1-3 0 0,-1 0 0 0,-6 4 0 0,7-4-12 0,-7 0-46 0,6 4-8 16,-6-4-9-16,0-1-7 0,0-4-6 0,-6 5-2 0,6-6-3 0,-7 1 0 0,7-1-2 16,-6 3 4-16,-1-9 5 0,1 3 5 0,-1-1 5 0,-4-1 5 0,2 2 7 15,2-2 9-15,-6-4 6 0,2 5 8 0,3-5 9 0,-4 0 7 0,6 0 10 16,-8 0 11-16,2 0 10 0,5-5 9 0,0 5 11 0,0-4 9 0,-6 4 11 15,7-6 12-15,6 2 9 0,-8-1 10 0,3-1 6 0,0 6 5 0,5-3 2 0,-8-4 0 16,8 2-3-16,-6 1-5 0,6-1-8 0,0-5-6 0,0 5-9 0,0-4-8 16,0 5-8-16,0-8-8 0,6-3-11 0,-6 6-6 0,8-4-9 0,-3-2-7 15,8 0-6-15,-7-4-7 0,7 4-7 0,1-6-2 0,-2 3-9 0,1 3-8 16,1-4-6-16,6 4-11 0,-1 0-12 0,2 0-15 0,-3 5-22 0,1 1-23 0,2 0-34 16,-3-2-37-16,1 7-45 0,1-2-50 0,-1 3-100 0,2 3-122 0,-10 0-60 15,10-6-29-15,-8 6 3 16,0 0 17-16,0 0 31 0,1 0 34 0,-9 0 43 0,10-6 46 15,-10 6 53-15,2 0 56 0,0-4 61 0,-7 4 67 0,5-5 87 0,3-1 98 0</inkml:trace>
  <inkml:trace contextRef="#ctx0" brushRef="#br0" timeOffset="109479.73">9155 17620 0 0,'-5'9'60'0,"-1"6"174"0,6-10 100 16,-7 5 72-16,7-1 56 0,-5-3 41 0,5-2 35 0,-9-4 27 0,9 0 24 15,0 0 21-15,0 0 17 0,0 0 19 0,0 0 18 0,0 0-149 0,0 0-244 16,9 0-123-16,-9 0-62 0,0 0-32 0,0 0-17 0,0 0-6 15,0 0-5-15,0 0 0 0,0 0 2 0,0 0-2 0,0 0 1 0,0 0-3 0,0 0-5 16,0 0-3-16,0 0-9 0,0 0-5 0,0 5-10 0,0 1-3 0,0-3-5 0,0 3 0 16,0-2-3-16,0 7-3 0,0-1-1 0,5-5 0 0,-5 4 1 0,7 1 1 15,-7-6 4-15,6 7 0 0,-1-8 0 0,4 3 1 0,3 0-1 0,-6-2 2 16,7-4 0-16,-5 0 2 0,4 0 4 0,2 0 3 0,-1 0 3 0,-1-4 5 0,8 4 0 16,-7-6 3-16,5 0 2 0,-4 3 1 0,-1-8 3 0,8 7 0 0,-8-2 0 15,-3-3 2-15,4 0 2 0,1-1 0 0,-3 4 3 0,-5-3 1 0,5 0 7 0,-5-2 0 16,0 1 6-16,-1-5 4 0,1 6 3 0,-2-1 2 0,4 1 3 15,-9-6 0-15,0 6 3 0,0-7 0 0,0 2-1 0,0-1 1 0,0 2-1 0,0 1-1 16,-9-6-1-16,4 3-1 0,5-1-2 0,-7 7-2 0,1-6-2 0,-1 6-8 16,0-6-29-16,7 11 0 0,-7-7 0 0,2 7 0 0,-2-2 0 0,1 3 0 15,0 3 0-15,6 0 0 0,-15 3 0 0,10 3 0 0,5-2 0 0,-14 7 0 16,9-1-15-16,-3 4-19 0,3 0-2 0,-9 0-2 0,7 2 1 0,1-1 3 16,-1 3 4-16,1 3 3 0,-2-6 5 0,3 3 3 0,0 1-2 0,-3 2 2 0,8-6-3 15,0 4 2-15,0 0-5 0,0-5 3 0,0 7-2 0,0-6 1 0,8-2-2 16,-8 2-3-16,5 0 0 0,0-5-4 0,3 5-4 0,-2-6-4 0,7 0-8 15,-6 3-8-15,7-3-11 0,-9 0-13 0,8-5-13 0,-8 7-17 0,9-7-15 16,1 1-20-16,-3 2-17 0,-5-7-25 0,5 3-30 0,2-3-26 0,-8 0-22 0,6 0-36 16,2 0-43-16,-7-3-52 0,4 3-57 0,-3 0-30 0,0-7-11 0,3-2 12 15,-3 4 23-15,-3-5 32 0,2 5 33 0,1-8 40 0,-3 1 47 0,-5 3 41 0,7-6 42 16,0 2 50-16,-7-2 53 0</inkml:trace>
  <inkml:trace contextRef="#ctx0" brushRef="#br0" timeOffset="110130.09">9600 17665 0 0,'0'-16'9'0,"6"7"128"0,-6-6 81 0,0 6 62 15,0-6 51-15,5 5 44 0,-5-5 41 0,0 6 38 16,0-6 34-16,0 0 32 0,0-6 30 0,0 8 26 0,0-8 27 0,7 7-87 0,-7-5-156 0,0 0-91 0,9-2-61 15,-9 3-35-15,5-3-24 0,-5 6-18 0,6 2-17 0,-6-2-10 0,7 0-11 0,-7 6-5 16,5-1-1-16,4 5-3 0,-9 1-2 0,7-2-2 0,-7 0-2 16,0 6-3-16,0 0-3 0,0 0-2 0,0 0-4 0,5 0-2 0,-5 0-2 0,0 0 0 15,0 6-4-15,6 0-2 0,-6-2-23 0,0 1-33 0,7-1 0 0,-7 5 0 16,6 2 0-16,-6-1 0 0,8 5 0 0,-8-2 0 0,7 7 0 0,-7-1 0 16,5 2 0-16,-5-2 0 0,6 1 0 0,-6 4 0 0,0-4 0 0,6-2 0 15,-6 9 0-15,7-9 0 0,-7 1 0 0,0 5 0 0,8-3 0 0,-8-2 0 16,0 2 0-16,5-3 0 0,-5 1 0 15,0 2 0-15,0-3 0 0,8-3 0 0,-8 0 0 0,0 0 0 0,0-2 0 0,0-2-84 0,0 5-7 0,6-7-7 0,-6 0-5 16,0 1-6-16,0-5-1 0,0 4-2 0,0-2 0 0,5-4 3 0,-5 3 6 16,0-1 7-16,0-5 7 0,0 0 10 0,0 0 9 0,0 0 10 0,0 0 14 0,0 0 7 15,0 0 4-15,0 0 5 16,0 0 7-16,0 0 4 0,0-5 7 0,0-1 2 0,-5 3 6 0,5-9-1 0,-6 8 0 0,6-7-2 0,-8 7-4 0,3-5-4 16,-3 0-1-16,1-3 1 0,1 8 7 0,0-10 9 0,1 4 9 0,-10 1 8 0,9-3 12 15,-1 3 6-15,1 0 6 0,1-1 7 0,-2 1 8 0,-2-6 8 0,4 4 7 16,-2 1 4-16,1 1 7 0,1 0 1 0,5 0 2 0,-9 3-2 0,9-4 0 15,-7 1-6-15,7 3-2 0,0-3-9 0,0 4-4 0,0 1-7 0,0-2-5 16,0 0-7-16,0 3-7 0,7-7-6 0,-7 4-8 0,0 1-5 16,9 1-7-16,-9-1-7 0,5 1-2 0,1-2-2 0,1 1 1 0,-2 1-1 0,11 4 2 0,-11 0 0 15,8 0 3-15,-7 0 2 0,9 0 4 0,-4 4 1 0,10-4 5 0,-8 11 2 16,6-7 1-16,0 1 0 0,1 4-2 0,-1 1 1 0,7-1-4 0,-7 3 1 16,1 1-1-16,-1-2-1 0,1 2 1 0,0 2-6 0,0-5-3 0,-1 4-2 15,-6-4-1-15,0 5-2 0,1-4 0 0,-9 2 1 0,8-3-1 0,-5 1 2 16,-2-2-2-16,1-3 0 0,-2 3 1 0,3 1-2 0,-8-7-2 0,0 8 2 15,6-7 2-15,-6 2-1 0,0 0 0 0,0-2-1 0,0 1 0 0,0-1-2 16,-6 1-2-16,6-5-3 16,0 4-3-16,-8-4-3 0,3 0-5 0,5 0-3 0,-7 0-6 0,1 0-3 0,-2 0-4 15,2 0-1-15,-6 0-2 0,3 0-1 0,4-4 1 0,0 4 1 0,-3 0 0 0,-5 0 5 0,5 0 2 0,3-5 6 0,-1 5 2 0,6 0 7 16,-7 0 9-16,7-4 5 0,0 4 3 0,-6 0 7 0,6 0 4 0,0 0 4 16,0 0 4-16,0 0-1 0,0 0 5 0,0 0 0 0,0-5 1 0,0 1 2 15,6-2 0-15,-6 0-1 16,0 2-1-16,7-7-1 0,-7 8-3 0,6-12-1 0,-1 5-6 0,3 1-3 0,0-6-3 0,-3 0-5 0,3 0-1 0,-3 0-5 15,9 2-6-15,-9-2-3 0,8 0-7 0,1 0-2 0,-7 0-6 0,6 6-6 16,0-1-6-16,-7 4-12 0,6-3-12 0,2 5-18 0,-1 4-24 0,0 0-26 0,0 0-29 16,-7 0-34-16,7 4-37 0,0 2-35 0,-6-3-30 0,5 3-53 0,-5 0-58 15,1-2-76-15,-3 5-78 0,3-4-24 0,-2 5 9 0,-1-5 25 0,-5 5 38 0,0-1 41 16,0-3 48-16,0 3 49 0,0 0 52 0,0-3 50 16,-5 3 50-16,5-3 60 15,-6-2 64-15</inkml:trace>
  <inkml:trace contextRef="#ctx0" brushRef="#br0" timeOffset="110556.64">10232 17741 0 0,'-8'6'3'0,"8"-6"110"0,0 4 80 0,0-4 56 0,-7 0 45 0,7 0 40 0,-5-4 37 0,5 4 37 0,0 0 35 0,0-6 36 0,0 2 34 0,-7-1 32 0,7 1 32 0,0 4-72 16,0 0-130-16,0-5-82 0,0 5-53 0,0-10-28 0,0 10-19 0,0 0-13 16,0-6-16-16,0 6-16 0,0 0-14 0,0-5-13 0,0 5-17 0,0 0-12 15,0 0-14-15,0-4-15 0,0 4-10 0,0 0-9 0,0 0-10 0,0 0-6 16,0 0-3-16,0 0-6 0,0 0-3 0,0 0-3 0,0 4-5 0,7 1-2 0,-7 1-3 16,0-2-2-16,0 2-1 0,0 3 0 0,5-4 3 0,-5 5 0 0,0-6 5 15,7 7 2-15,-7-2 2 0,8-3 2 0,-3 3 1 0,3-5 2 0,-2 5 1 16,-1 2 0-16,2-7 1 0,2 8 1 0,-4-8-1 0,8 1 0 0,1 4 2 0,-2-5-6 15,-1 2 1-15,5-1-5 0,-4-5-3 0,0 4 1 0,8 1-2 0,-6-5-2 16,-1 0-4-16,0 7 0 0,5-7 1 0,-4 0 0 0,-1 0 3 0,0-7 2 16,0 7-1-16,-5 0 9 0,2-5 5 0,-1 5 6 0,-2-4 5 0,-2-1 4 15,1-1 6-15,2 2-3 0,-3-1-38 0,-5 1 0 0,8-5 0 0,-8-3 0 16,0 8 0-16,0-7 0 0,0 2 0 0,0-4 0 0,0 1 0 0,0-2 0 16,-8 0 0-16,8 0 0 0,0 4 0 0,-5-5 0 0,5-5 0 0,-8 10 0 15,8-5 0-15,0 6 0 0,-6-6 0 0,6 6 0 0,0-1 0 0,0 4 0 16,-5 3 0-16,5-3 0 0,0 2 0 0,0 4 0 0,0 0 0 0,0 0 0 15,0 4 0-15,-7-4 0 0,7 9 0 0,-9-3 0 0,9 4 0 0,-5 4 0 0,0 1 0 16,-3 1 0-16,8 2 0 0,-5 1 0 0,-3 2 0 0,8-3 0 0,-8 3 0 16,8-2 0-16,-5-1 0 0,5 3 0 0,0-2 0 0,0-4 0 0,0 6 0 15,0-7 0-15,0 0 0 0,0 0 0 0,0 2 0 0,5-2 0 0,-5 0 0 16,0-4 0-16,8 6 0 0,-8-7 0 0,8 1 0 0,-8-1 0 0,5-4-88 0,-5 5-61 16,0-4-24-16,8-2-31 0,-8 1-29 0,0-5-32 0,0 0-31 0,0 0-59 15,0 0-72-15,0 0-79 0,-8 0-80 0,8 0-23 0,-5 0 6 0,5-5 27 0,-8 5 32 16,0-4 43-16,3-2 44 0,5-4 48 0,-6 5 51 0,-1-4 54 0,7-1 55 15,0 1 69-15,0-3 75 0</inkml:trace>
  <inkml:trace contextRef="#ctx0" brushRef="#br0" timeOffset="110825.57">10751 17717 0 0,'7'-10'19'0,"2"1"135"0,-9 0 79 0,5-2 56 0,1 1 45 0,-6 1 38 0,0-1 36 0,7 1 34 0,-7-2 34 0,0 2 33 0,5-1 34 0,-5 1 31 0,0-1 30 15,0-1-94-15,9 7-169 0,-9-5-87 0,0 3-40 0,0-3-21 0,0 3-6 16,0 3-6-16,0-3-6 0,0 6-5 0,0 0-9 0,-9-6-13 0,9 6-12 15,0 0-11-15,0 0-13 0,0 0-10 0,0 0-13 0,0 0-11 0,0 0-20 0,0 0-58 16,0 0 0-16,0 0 0 0,0 0 0 0,0 0 0 0,9 6 0 0,-9 0 0 16,0-6 0-16,5 3 0 0,-5 7 0 0,7-5 0 0,-1 1 0 0,1 3 0 15,-1 0 0-15,2 1 0 0,-3-4 0 0,2 3 0 16,5 1 0-16,-5 4 0 0,6-4 0 0,-6-1 0 0,0 3 0 0,-2-3 0 0,3 0 0 16,5 6 0-16,-13-6 0 0,6 1 0 0,-6 1 0 0,5 2 0 0,-5-3 0 0,-5 1 0 15,5 4 0-15,-6-6 0 0,0 1 0 0,-1 4 0 0,-1 2-131 0,-4-3-78 0,5 2-54 16,-6-6-82-16,1 6-98 0,-2 0-103 0,9 0-100 0,-9-6-28 0,1 7 4 0,1-7 24 15,3 0 30-15,-3 1 42 0,6-5 43 0,1 0 51 0,-4-1 57 0,2 3 65 16,2-7 69-16,-3 0 83 0,8 0 86 0</inkml:trace>
  <inkml:trace contextRef="#ctx0" brushRef="#br0" timeOffset="111047.92">11272 17893 0 0,'8'6'49'0,"5"-2"170"16,-7 1 103-16,1-5 71 0,-1 4 52 0,2-4 40 0,-3 0 33 0,-5 0 30 0,8 0 28 15,-3 0 27-15,-5 0 26 0,5 0 22 0,4-4 24 0,-9 4-133 0,5 0-226 0,2 0-124 16,-7 0-73-16,8 4-34 0,-8-4-15 0,5 0-5 0,-5 0-3 0,0 5-1 16,0 1 0-16,7-6-4 0,-7 4-1 0,0 7-6 0,-7-7-4 0,7 5-11 15,0-3-16-15,-5 3-19 0,5 0-20 0,-8 3-28 0,1-3-28 0,2 4-33 16,-4-2-37-16,-1-1-54 0,2 0-61 0,-5-1-132 0,0 0-164 0,-1 2-74 0,1-2-26 16,3-2 2-16,-4 2 15 0,-1-4 34 0,3-5 38 0,0 0 46 0,5 0 49 0,-7-5 54 15,8-4 58-15,-6 2 71 0,3-7 76 0,4 4 112 16,-2-4 101-16</inkml:trace>
  <inkml:trace contextRef="#ctx0" brushRef="#br0" timeOffset="111206.71">11325 17707 82 0,'8'-5'214'0,"-8"-5"90"0,5 1 71 0,-5 4 56 16,0 1 45-16,0-2 37 0,0 3 28 0,0-3 26 0,0 6 17 0,0-6 16 16,0 6 11-16,0 0-69 0,0 0-122 0,0 0-134 0,0 0-144 0,0 0-85 0,0 0-62 15,0 0-47-15,0 6-40 0,0 0-46 0,0-3-42 0,5 3-63 0,-5-2-71 16,9 1-90-16,-4 4-99 0,-5-3-38 0,7-2-6 0,1 7 9 0,-3-7 17 0,-5 2 28 15,7-6 34-15,-7 0 41 0,0 0 45 0,7-6 53 0,-7 2 57 0,0-7 68 16,5-2 73-16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41:38.599"/>
    </inkml:context>
    <inkml:brush xml:id="br0">
      <inkml:brushProperty name="width" value="0.05292" units="cm"/>
      <inkml:brushProperty name="height" value="0.05292" units="cm"/>
      <inkml:brushProperty name="color" value="#FF0000"/>
    </inkml:brush>
  </inkml:definitions>
  <inkml:trace contextRef="#ctx0" brushRef="#br0">22833 11862 40 0,'0'-7'131'0,"7"2"58"0,-7-4 46 0,0-1 44 0,0 6 41 0,0-7 38 0,0 2 37 0,0 3 35 0,0-3 36 0,0 0 35 0,0-1 34 0,0-4-33 0,0 3-75 15,0 2-58-15,7-2-54 0,-7 2-32 0,0 5-20 0,0-8-12 0,0 3-13 0,0 0-12 32,0 3-12-32,0-3-11 0,0 5-14 0,0-7-13 0,0 8-14 0,0-4-15 0,5 2-13 0,-5 5-15 0,0-4-25 0,0 4-94 0,0 0 0 0,0 0 0 15,0 0 0-15,0 0 0 0,0 0 0 0,0 0 0 0,0 0 0 0,0 0 0 16,0 0 0-16,0 0 0 0,-5 0 0 0,5 4 0 0,0 1 0 0,0 5 0 16,0 1 0-16,0-1 0 0,0 3 0 0,0 8 0 0,0-3 0 0,0 2 0 15,0 5 0-15,0 3 0 0,0 2 0 0,0 1 0 0,0-3 0 0,-7 7 0 16,7-7 0-16,0 8 0 0,0-2 0 0,0-6 0 15,0 7 0-15,0-7 0 0,0 8 0 0,0-8 0 0,0 2 0 0,0-6 0 0,0 5 0 0,0 0 0 16,0-4 0-16,0-1 0 0,7-3 0 0,-7 2 0 0,0-3 0 0,0-1 0 0,5-4 0 16,-5 0 0-16,0 0-35 0,0-6-117 0,8 1-48 0,-8-1-54 0,0 3-54 15,0-9-94-15,0 8-105 0,0-7-83 0,0 2-62 0,0-6-15 0,0 0 10 0,0 0 30 32,0 0 40-32,0 0 49 0,0 0 52 0,0 0 60 0,0-6 61 0,0-3 67 15,0 0 67-15,0-7 81 0,0 1 91 0</inkml:trace>
  <inkml:trace contextRef="#ctx0" brushRef="#br0" timeOffset="318.2">23961 11925 9 0,'-8'0'121'0,"3"-5"79"0,-9 5 65 0,9 0 54 0,-2 0 44 0,-2 0 41 0,4-6 39 0,-2 6 34 0,7 0 33 0,-6-4 30 16,6 4 26-16,0 0-20 0,0-6-51 0,0 6-89 0,0 0-115 0,0 0-69 0,0-5-48 16,0 5-30-16,6 0-20 0,-6-4-20 0,7 4-13 0,-7-5-15 0,5 1-11 15,4 4-11-15,3-6-9 0,-6 6-10 0,7-4-7 0,0-1-6 0,6 5-4 16,-4-6 0-16,4 6-4 0,2-3-12 0,-3 3-15 0,3-7-27 0,-5 7-34 0,5 0-36 15,6 0-42-15,-8 0-44 0,1 0-49 0,-1 7-77 0,-6-7-87 0,7 3-78 16,0-3-68-16,-8 6-24 0,1-1 0 0,-7-1 21 16,7 2 30-16,-13-2 41 0,7 1 48 0,-7-5 52 0,-7 4 54 0,7 7 58 0,-5-7 60 0,-3-4 71 0,2 6 80 15</inkml:trace>
  <inkml:trace contextRef="#ctx0" brushRef="#br0" timeOffset="497.15">24051 12184 0 0,'-11'19'24'0,"-5"-1"145"0,5-3 87 0,-2 1 66 0,-2-2 53 0,10-4 44 16,-9-5 34-16,9-1 32 0,-3 1 31 0,3 1 31 0,5-6 32 0,0 0 31 15,0 0 28-15,0 0-99 0,0 0-173 0,0 0-95 0,5 0-46 0,-5 0-30 0,8-6-21 16,4 6-8-16,-5 0-7 0,5-5-9 0,1 1-7 0,1-1-12 0,-1-1-12 16,6 2-13-16,2-1-52 0,-3 1-54 0,8-1 0 0,-7-5 0 0,8 4 0 15,-2 2 0-15,2-1 0 0,-1-1-141 0,0 2-78 0,1-1-77 0,-1 1-85 0,1 4-115 16,-2-5-126-16,-1 5-55 0,5 0-11 0,-10-4 8 0,7 4 22 0,0-6 37 16,-2 6 46-16,3-6 54 0,6-3 61 0,-6 0 68 0,-3-2 71 0,-4-2 82 0,7-3 83 15</inkml:trace>
  <inkml:trace contextRef="#ctx0" brushRef="#br0" timeOffset="1432.29">26272 11689 0 0,'6'-4'12'0,"-6"-2"21"0,0 6 13 0,0 0 13 0,0 0 13 0,0-3 15 0,0 3 15 0,0 0 20 0,0-6 21 16,0 6 14-16,0 0 7 0,0 0 7 0,0 0 8 0,0 0 8 0,0 0 10 0,0 0 7 15,8-4 3-15,-8 4 0 0,0 0-3 0,0-5-2 0,0 5-3 0,0-6-6 16,0 6-6-16,0 0-9 0,0-3-7 0,0-4-7 0,0 2-2 0,0 1-1 0,6-1 3 16,-6 1 2-16,0-2 6 0,0 1 6 0,0 1 6 0,0-1 6 0,0 1 3 15,0-3 2-15,-6 2-2 0,6 5-5 0,0-4-4 0,0 4-5 0,0-5-4 16,0 1-3-16,0 4-1 0,6-6-6 0,-6 6-5 0,0 0-9 0,0-5-7 15,0 5-11-15,0 0-13 0,0-4-8 0,0 4-11 0,0 0-11 0,0 0-11 16,0 0-17-16,0 0-62 0,0 0 0 0,0 0 0 16,0 0 0-16,0 0 0 0,0 0 0 0,0 4 0 0,0 1 0 0,7 1 0 0,-7-2 0 0,0 5 0 0,0 3 0 15,5 1 0-15,-5 2 0 0,0-1 0 0,8 7 0 0,-8-2 0 0,0-1 0 16,6 7 0-16,-6-1 0 0,7 1 0 0,-7-1 0 0,6 2 0 0,-6-3 0 16,0 7 0-16,5-6 0 0,2 1 0 0,-7-1 0 0,9 6 0 0,-9-6 0 0,5 1 0 15,0-1 0-15,3 1 0 0,-8-6 0 0,5 1 0 0,3 5 0 0,0-7-116 16,-3 3-172-16,-5 3-97 0,6 0-122 0,2-4-128 0,-8-2-54 15,0 2-14-15,0-4 8 0,-8-3 18 0,8-2 33 0,-6-7 40 0,1 1 55 0,-11-10 62 0,3-5 72 16,3 1 77-16,-6-6 87 0,5 0 92 0</inkml:trace>
  <inkml:trace contextRef="#ctx0" brushRef="#br0" timeOffset="2447.05">23121 13575 0 0,'5'-3'3'0,"3"-4"117"0,-3 7 81 0,1-5 60 0,2 1 48 0,-3-1 43 0,2 1 41 0,1-2 38 0,-2 1 35 0,0-5 36 0,6 7 32 0,-4-3 31 0,-2 0 28 0,7-3-77 0,-8 3-142 15,11 3-88-15,-4-3-57 0,0 2-36 0,3-1-26 0,-4 5-20 0,2-6-23 16,2 6-15-16,-3-4-20 0,-5 4-15 0,6 0-17 0,-7-6-11 0,7 6-15 16,-8 0-9-16,2 0-7 0,2 0-6 0,-9 0-6 0,5 6-3 0,-5-6-1 0,0 0 1 15,0 4 1-15,0-4 2 0,0 6 2 0,0-1 3 0,0 5 0 0,-5-7 5 16,-4 8 0-16,2-1 2 0,-4 5 1 0,4 0-1 0,-7-6 1 0,-5 7-6 16,-1-4-5-16,7 0-6 0,-13 1-10 0,7 2-8 0,-7-6-7 0,-1 2-7 0,3-1-6 15,-4-1-5-15,4 0-4 0,-3-3-4 0,1 3 1 0,0-3-3 0,8-2 3 16,-9 2 4-16,6-6 6 0,2 4 7 0,6-4 10 0,-8 5 7 0,16-5 7 15,-8 0 6-15,8 0 2 0,-3 0 6 0,0 0 1 0,8 0 2 0,0-5 2 16,0 5 5-16,0-4 4 0,0-2 5 0,8 2 4 0,-8-7 3 0,8 7 0 0,-3-11 0 16,3 6 2-16,-3-1 1 0,0-5 3 0,9 0 1 0,-1 6 3 0,1-6 5 15,-2 0 2-15,1 5 1 0,8-4-2 0,-2 4-2 0,-6 1-2 0,8 3 1 0,-3-3 2 16,8 3 1-16,-7 2 0 0,0 4 1 0,9 0 0 0,-9 0-3 0,0 0-2 16,6 4-2-16,-4 2-4 0,-2 0-1 0,0-3-6 0,-6 7-2 0,2 1-1 15,-3 2-3-15,0-1-2 0,-4 6 0 0,-2-3-4 0,1 4-2 0,-7 5 1 16,-7 0-5-16,7 1-3 0,-6 5-3 0,-7 0-3 0,6 4-4 0,-5-6 1 15,-8 2-2-15,6 3-2 0,1-2-3 0,-6-3 1 0,7 2-4 0,-9-6-2 16,8 1 2-16,-6-1-3 0,6 1 1 0,-1-7 4 16,2-3 5-16,4 0 2 0,-3 6 2 0,3-12 3 0,3 6-2 0,-9-5 1 0,7-1 0 0,7-4-1 0,-6-1 2 15,-1 2 0-15,7-2 0 0,0 1 3 0,0-5 1 0,0 0 4 0,-6 0 0 16,6 0 4-16,0 0-2 0,0 0-4 0,0 0 1 0,0 0 0 0,6 0 2 16,1 0 1-16,-7 0 4 0,6-5 2 0,8 5 2 0,-7-4 0 0,6-2-19 15,6 2-2-15,1 4 0 0,-1-9 0 0,7 4 0 0,1-5 0 0,4 4 0 16,-4-3 0-16,5 0 0 0,1 3 0 0,6-3-51 0,-7-1-78 0,0-1-51 15,2 2-58-15,-2-1-94 0,8 1-113 0,-8-7-102 0,-1 7-91 0,3-2-33 0,-2 2-6 16,2 0 18-16,-3-7 31 0,1 7 38 0,2-6 50 0,-8 2 55 0,6-2 60 16,2 0 69-16,-10-4 71 0,8-2 89 0,-4-3 89 0</inkml:trace>
  <inkml:trace contextRef="#ctx0" brushRef="#br0" timeOffset="2653.49">24385 13843 0 0,'-8'12'41'0,"2"-3"162"0,6 0 95 0,-7-5 70 0,7-4 54 0,-6 0 41 0,6 0 35 0,-7-4 34 0,7 4 32 0,0 0 33 16,0-5 29-16,7 1 27 0,-7-2 28 0,0 3-128 0,6-3-213 0,-6 0-119 16,7 6-70-16,-7-4-37 0,6-1-23 0,2-1-12 0,-3 2-6 0,8-1-12 15,-7 1-10-15,9-1-10 0,-4 1-10 0,2-2-9 0,0 6-9 0,6-6-17 16,2 3-18-16,-3-3-23 0,3 6-25 0,-3-6-32 0,9 6-33 16,-6-4-43-16,3 4-43 0,-4 0-67 0,-1 0-75 0,2 0-103 0,-3 4-108 0,3 2-43 0,-1-6-9 0,-8 6 14 15,7-3 30-15,-4 9 37 0,-10-8 44 0,1-4 49 0,2 5 54 0,-8-1 58 16,0-4 62-16,0 0 72 0,0 0 74 0</inkml:trace>
  <inkml:trace contextRef="#ctx0" brushRef="#br0" timeOffset="2800.56">24558 14020 0 0,'-18'14'85'0,"-3"1"138"0,3 1 90 15,4-7 71-15,2 0 58 0,-2-5 49 0,1-4 46 0,0 6 38 0,7-6 34 16,6 0 27-16,-5-6 23 0,5 6 3 0,0 0-7 0,5-4-130 0,1 0-195 16,2-6-112-16,5 6-68 0,-8-8-44 0,14 3-31 0,-4-1-21 0,4-4-19 15,7 4-18-15,-8-5-19 0,9 6-23 0,-1-6-28 0,8-1-34 0,-10 7-41 0,10-6-47 31,-8 6-49-31,1-7-63 0,5 7-71 0,-6 0-101 0,0-2-118 0,0 7-45 0,6-5-10 0,-6 0 11 0,0-3 25 0,1 8 39 0,5-7 48 0,0 2 51 0,-6 0 57 16,8-7 60-16,-3 1 61 16,9 2 68-16,-9-2 72 0</inkml:trace>
  <inkml:trace contextRef="#ctx0" brushRef="#br0" timeOffset="3318.96">26357 13496 0 0,'13'15'63'0,"8"-3"181"0,-16 1 115 15,9-2 82-15,-9-2 60 0,8-5 46 0,-6 1 33 0,0 2 29 0,-2-7 25 16,2 0 24-16,1 0 19 0,-8 0 29 0,5-7 31 0,2 7-149 0,0 0-249 16,-2 0-141-16,2 0-88 0,2 0-43 0,-9 0-24 0,5 0-6 0,1 0-2 0,1 7-17 15,-7-7-18-15,0 0 0 0,0 0 0 0,0 0 0 0,0 0 0 0,0 3 0 16,0 3 0-16,0-3 0 0,-7 3 0 0,1 0 0 0,1-2 0 0,-11 1 0 16,4 4 0-16,0-3 0 0,-8 3-9 0,1-5-63 0,-2 7-13 0,2-7-8 15,-7 6-10-15,0-5-5 0,7 4-5 0,-7-3-6 0,0-6-3 0,-1 4 3 16,1-4 5-16,0 5 10 0,6-5 9 0,-5-5 14 0,6 5 15 0,-2 0 13 0,8-4 15 15,-8 4 11-15,16-6 10 0,-8 3 9 0,7-3 4 0,-2 1 9 0,3 1 5 16,5-2 11-16,0 2 6 0,-7-1 11 0,7-1 9 0,7-3 8 0,-7-1 10 0,0 5 6 16,5-4 8-16,-5-1 6 0,8-5 4 0,-8 5 3 0,6-4 2 0,1-1-1 15,4 5-1-15,-4-5-5 0,2 0-5 0,3 2-8 0,0-2-9 0,3 0-7 16,-2 0-10-16,-2 6-11 0,2 0-6 0,8-1-7 0,-8-1-6 0,6 1-3 16,2 7 2-16,-3-3-1 0,1 1-1 0,-6 5-15 0,8 0 0 0,-2 0 0 15,-1 0 0-15,-2 5 0 0,-6-5 0 0,3 6 0 0,3-3 0 0,-5 7 0 16,-3-5 0-16,-3 4 0 0,-5 1 0 0,8 5 0 0,-8 0 0 0,-8 0 0 15,3 4 0-15,-3 1 0 0,-3 5 0 0,-5-6-31 0,3 5-15 0,-6 1-5 0,1-1 2 16,-3 0-4-16,-5 0-1 0,8-3 1 0,-1-2-5 0,-10 0 3 0,11 1 2 16,-1-5 6-16,-2-2 7 0,3 2 11 0,-1 1 8 0,4-7 10 0,-4-4 5 15,14 5 0-15,-11-1 1 0,11-3-2 0,-1 0-2 0,-1-3 0 0,1 3-4 16,6-2 0-16,0-4 2 0,0 0 6 0,0 5 9 0,0-1 10 0,6 1 14 0,1 1 9 16,-1-6 9-16,-1 4 7 0,16 1 6 0,-8-5 3 0,8 6 1 0,3-6 5 15,3 0 2-15,6 3-1 0,-1-3 1 0,7 0-6 0,1 0-36 0,5 0-28 16,0 7 0-16,0-7 0 0,1 0 0 0,0 5-67 0,0-5-77 0,0 4-67 15,-7 1-77-15,-2-1-139 0,2 2-165 0,-4-2-69 0,-10 1-26 0,2 1 2 16,-8-6 14-16,-6 3 28 0,0-3 32 0,-7 0 46 0,-6 0 52 0,-6-3 64 16,-2-3 70-16,3-3 83 0,-8-1 86 0</inkml:trace>
  <inkml:trace contextRef="#ctx0" brushRef="#br0" timeOffset="6082.06">23121 15627 99 0,'-7'-4'173'0,"7"4"51"0,-7 0 40 0,7-6 35 0,0 0 31 0,-7 2 30 0,7-5 29 0,0-2 31 0,0 7 27 16,0-1 31-16,0 1 27 0,-6-2-65 0,6 0-119 0,0 2-66 0,0-1-40 15,0-4-22-15,0 3-9 0,0 2-6 0,0-1-8 0,0 1-7 0,6-8-7 16,-6 9-10-16,0-7-10 0,0 5-11 0,7-4-12 0,-7 3-11 0,7-3-8 0,-7-1-12 16,7 4-7-16,-2-3-10 0,3 0-7 0,-3-2-8 0,1 2-5 0,2-1-4 15,4-5-4 1,-4 5-3-16,4 1-1 0,0 0-2 0,2 0-1 0,4-3 1 0,3 3 0 0,-8-1-3 0,13 1 0 0,-7-2 0 0,1 7 4 0,7-2-2 0,-8 3-1 16,7-3-2-16,-8 6 0 0,9 0-5 0,-1 0-1 0,-7 0-6 0,1 6-1 15,7-3-2-15,-14 7-4 0,5-4-3 0,-4 3-1 0,6 0-4 0,-13 2-3 31,5 5-1-31,-4-3 0 0,-3-4 3 0,1 6 0 0,-6 6 0 0,0-8-5 16,0 7-5-16,-6-1-10 0,1 2-11 0,-3-3-9 0,3 3-11 0,-9-2-9 0,1 5-7 16,1-5-10-16,-2 5-5 0,1-3-7 0,-8-2-4 0,10 2-7 0,-9-3 1 15,0 2 0-15,0-7 7 0,1 8 10 0,-2-6 10 0,3-6 9 0,-3 7 12 16,3-7 10-16,4 1 8 0,-5-1 7 0,7 0 9 0,-1-3 3 0,-1 0 6 0,1-3 4 16,0 3 4-16,7 0 5 0,-1-3 2 0,2-3 3 0,-4 0 4 0,2 0 2 15,7 0 7-15,0 0 4 0,0 0 4 0,0 0 3 0,0 0 4 0,0 0 3 16,0 0 4-16,0-3 4 0,7-3 5 0,2 0-1 0,-9 3 4 0,12-3 3 15,-6 0 0-15,0 2 4 0,9-1 3 0,-4 1 1 0,2-1 1 0,2 1 3 0,-3 4 2 16,8-6-2-16,-1 6 1 0,2 6-2 0,-3-6 1 0,8 4 0 0,-7 1-3 16,8-1-4-16,-7 5-2 0,4 3-8 0,-3-3-6 0,-3 0-8 0,3 6-38 15,-1 1-2-15,-8-2 0 0,7 5 0 0,-6-4 0 0,3 0 0 0,-11 4 0 16,0-1 0-16,3 3 0 0,-3-6 0 0,3 4 0 0,-8 2 0 0,0-3 0 16,0 1 0-16,0 2 0 0,0-3 0 0,-8-3 0 0,3 6 0 0,-3-8 0 15,3 8 0-15,-9-6 0 0,2-2 0 0,-2 2 0 0,1 0 0 0,-6-5 0 0,6 4 0 16,-8-4 0-16,3-1 0 0,-3-4-32 0,2 5-42 0,-6-4-11 0,6-1-11 15,-2-1-11-15,-6 0-12 0,9-4-15 0,-8 5-13 0,7-5-16 0,-1 0-15 16,-7 0-16-16,8 0-17 0,-1 0-19 0,1 0-17 0,5 0-24 0,-4-5-25 16,5 5-44-16,0-4-49 0,0 0-59 0,7-1-57 0,-2-1-8 0,-4-4 12 0,12 5 28 15,-8-4 32-15,8-6 37 0,0 2 39 0,8-3 42 0,-3 1 43 0,2-3 44 0,1-9 47 16,4 9 57-16,8-12 64 0</inkml:trace>
  <inkml:trace contextRef="#ctx0" brushRef="#br0" timeOffset="6405.46">25093 15476 76 0,'-13'0'157'0,"0"0"55"0,-1-5 46 0,2 5 38 0,1 0 35 0,-5 0 32 0,3 0 31 0,2 0 28 0,3 0 27 0,-4 0 23 0,6 0 25 0,-2 0-59 0,2 0-111 15,-1 0-70-15,2 0-52 0,5 0-32 0,0 0-26 0,0 0-18 0,0 0-15 16,0 0-12-16,0 0-12 0,0 0-9 0,0 0-10 0,0 0-3 0,0-6 0 0,0 6 3 16,5 0 3-16,2-4 0 0,-1 4 2 0,8-6-4 0,-2 6-1 0,2 0-2 15,4-3-2-15,9 3-1 0,-6-6-3 0,5 1-3 0,6 5-1 0,0 0-18 16,1-4-23-16,-1 4-31 0,2-6-38 0,-2 6-42 0,-1 0-40 0,1 0-56 0,-4 0-59 16,-1 0-110-16,-3 6-135 0,-4-6-65 0,0 4-26 0,-8-4-3 0,2 5 10 15,-9 1 27-15,3-6 32 0,-8 0 43 0,0 0 47 0,-8 0 52 0,3 0 57 0,-9-6 64 16,2 6 70-16</inkml:trace>
  <inkml:trace contextRef="#ctx0" brushRef="#br0" timeOffset="6542.9">24982 15720 0 0,'-12'28'47'0,"-2"2"161"0,1-9 89 0,1-3 64 15,5-2 47-15,0-1 35 0,1-6 30 0,6 0 23 0,0-9 19 0,0 0 17 0,0 0 18 16,0 0 23-16,0-5 26 0,6 5-128 0,1 0-215 0,0-4-105 0,5 4-53 16,-5-6-26-16,13 6-16 0,-8-3-6 0,2-3-1 0,4 0 2 0,9 3 2 15,-6-9-11-15,5 8-17 0,-3-5-34 0,6 4-37 16,-5-5-47-16,8 1-48 0,-4-3-58 0,4 8-56 0,-5-5-101 0,4-2-119 0,-4 2-61 0,-1 0-32 0,1-1-5 15,-2 0 11-15,1 5 28 0,-6-4 36 0,6-6 45 0,-6 6 45 0,-1-7 53 16,0 1 54-16,-6-3 60 0,8 2 63 0,2-8 86 0,-2-1 89 0</inkml:trace>
  <inkml:trace contextRef="#ctx0" brushRef="#br0" timeOffset="7080.78">26585 15172 0 0,'-7'10'32'0,"-6"-4"150"0,-6-1 85 0,-2-1 59 0,3 2 45 15,-3-6 39-15,2-6 40 0,-1 6 35 0,8-4 32 0,0-1 29 0,-1-1 26 16,5 2 20-16,-3-2 20 0,3 6-122 0,8-5-197 0,-8 5-100 0,8-4-52 0,0 4-22 16,0 0-9-16,-5-5-9 0,5 5-9 0,0-4-11 0,0-2-10 0,0 2-6 15,0-1-1-15,0-1-2 16,0-3 0-16,0-1-4 0,0-1-4 0,0 7-7 0,5-10-5 0,3 4-7 0,-8 0-3 0,8-4-6 0,-3 4-4 0,1 1-1 16,7-6 0-16,-5 4 3 0,4 1 3 0,0 1 0 0,3 5 4 0,4-7-2 0,-7 7 1 15,8-2 1-15,1 1 1 0,-3 5 3 0,8 5 5 0,-7-5-1 0,7 6-1 16,-5 4-1-16,5-5-5 0,-7 8-5 0,-1-3-3 0,3 4-6 0,-3-2-12 15,-2 1-6-15,-5 2 0 0,-3 0 0 0,-3 0 0 0,3-2 0 0,-8-2 0 16,0 8-10-16,-8-8-33 0,3 3-11 0,-9 0-12 16,9 2-12-16,-16-1-7 0,8-2-10 0,-8 1-5 0,3 2-5 0,-8-1 1 0,7-1 2 0,-8 2 5 0,1-3 6 31,0 2 6-31,0-6 11 0,7 6 8 0,-8 0 10 0,8-5 10 0,-1-1 7 16,1 2 8-16,-1-2 7 0,7 1 7 0,2 0 1 0,-5-5 2 0,11-1 3 15,-3 7-1-15,-2-7-1 0,10 1 2 0,-9 1 1 0,9-6 3 0,-7 3 2 0,7 3 6 16,0-6 8-16,0 0 9 0,0 0 12 0,0 0 7 0,0 0 10 0,0 0 11 15,0 0 10-15,0-6 15 0,7 6 8 0,2 0 10 0,-9-3 5 0,10 3 7 16,-2-6 3-16,5 1-4 0,-5 5-3 0,11-4-6 0,-1-2-4 0,1 6-6 16,1-5-9-16,6 5-5 0,1 0-69 0,-1 0-10 0,6 0 0 0,2 5 0 15,-2 1 0-15,-1-2 0 0,1 7 0 0,2-2 0 0,-2 1 0 0,-6-1 0 16,8 6 0-16,-10 0 0 0,-3 0 0 0,-2-2 0 0,1 7 0 0,0-4 0 0,-13 2 0 16,6-3 0-16,-8 5 0 0,1 0 0 0,-6-7 0 0,0 8 0 0,0-6 0 15,0 3 0-15,-6-2 0 0,1-2 0 0,-3 1 0 0,3-2 0 0,-9-1 0 16,1 3 0-16,1-6 0 0,-2 0 0 0,-7 1 0 0,8-1 0 0,-6-3 0 15,-1 0 0-15,1-3 0 0,1 3 0 0,-1-2 0 0,-2-4 0 0,8 5-5 16,-8-5-221-16,3 0-56 0,4 0-58 0,-4 0-127 0,5 0-153 0,0 0-61 0,-1 0-13 16,9 0 15-16,-10 0 25 0,3 0 37 0,5-5 38 0,-6 5 49 0,5 0 53 0,3-4 59 15,-1-2 66-15,-1 3 72 0,7-9 77 0</inkml:trace>
  <inkml:trace contextRef="#ctx0" brushRef="#br0" timeOffset="14939.76">26228 11582 0 0,'5'-4'47'0,"-5"-7"71"0,8 7 45 0,-8-1 35 0,0 1 31 0,0-8 28 0,5 9 26 0,-5-3 27 0,0-3 27 0,0 3 30 0,0 2 27 0,0-1-2 0,5 5-26 15,-5-4-43-15,0 4-60 0,0-5-35 0,0-2-20 0,0 7-9 0,0-3-5 16,0-3-1-16,0 6-3 0,0-3-4 0,9-3-1 0,-9 6-6 0,0 0-9 15,0 0-5-15,0-6-5 0,0 6-3 0,0 0-2 0,0-4-1 0,0 4-2 16,0 0 0-16,0 0-2 0,0 0-6 0,0 0-4 0,0 0-5 0,0 0-8 16,0 0-7-16,0 0-5 0,0 0-8 0,0 0-28 0,0 0-79 0,0 4 0 0,0-4 0 15,-9 0 0-15,9 6 0 0,-5-6 0 0,5 0 0 0,-5 6 0 0,-3-3 0 16,8 3 0-16,-5-3 0 0,-11 9 0 0,11-8 0 0,-8 5 0 0,0 6 0 16,0 0 0-16,-1 4 0 0,1-4 0 0,-6 10 0 15,7-5 0-15,-8 5 0 0,8-7 0 0,-4 6 0 0,-2 1 0 0,4-1 0 0,2 1 0 0,0-5 0 16,-3 5 0-16,10-1 0 0,-9-6 0 0,1 3 0 0,6-2 0 0,1 0 0 15,-7 1 0-15,8-6 0 0,-3 6 0 0,2-5 0 0,-1-2 0 0,1 2 0 0,1 0 0 16,-2-3 0-16,-2-3 0 0,9 0 0 0,-5 0 0 0,-2-3 0 0,7 4 0 16,0-10 0-16,0 5 0 0,0-5 0 0,0 0 0 0,0 0 0 0,0 0 0 15,0 0 0-15,0 0 0 0,0 0 0 0,0 0 0 0,0 0 0 0,7 0 0 0,-2-5 0 16,4 5 0-16,-2 0 0 0,-2-6 0 0,8 2 0 0,6-2 0 16,0 1 0-1,1 1 0-15,7-5 0 0,-1 3 0 0,6-3 0 0,1 0 0 0,-1-3 0 0,7-3 0 0,1 8 0 0,0-4 0 0,5 1 0 0,-6-5 0 0,6 6 0 16,0-1 0-16,-6 5 0 0,9-4 0 0,-4-1-142 0,-5 4-484 0,-1 1-93 15,2-4-31-15,-7 5-6 0,-1-6 14 0,-5-1 24 0,-9 1 28 0,3 1 45 0,-9-6 51 16,-5-3 61-16,-2-7 68 0,-5-11 88 0,-5 3 96 0,-2-10 137 0,-5-6 135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43:40.410"/>
    </inkml:context>
    <inkml:brush xml:id="br0">
      <inkml:brushProperty name="width" value="0.05292" units="cm"/>
      <inkml:brushProperty name="height" value="0.05292" units="cm"/>
      <inkml:brushProperty name="color" value="#FF0000"/>
    </inkml:brush>
  </inkml:definitions>
  <inkml:trace contextRef="#ctx0" brushRef="#br0">16223 6433 57 0,'0'-4'138'0,"5"-1"47"0,-5-5 34 0,0 7 32 0,7-3 30 0,-7-3 29 0,0 3 31 0,-7 0 28 0,7 6 30 0,0 0 27 0,0-4 27 0,0 4-47 15,0-5-91-15,0 5-58 0,0-5-42 0,0 5-18 16,0 0-9-16,0 0-6 0,0 0-7 0,0 0-8 0,0 0-10 0,0 0-10 0,-5-4-9 0,5 4-10 16,0 0-8-16,0 0-9 0,0 0-8 0,0 0-7 0,0 0-6 0,0 0-7 15,0 0-6-15,0 0-4 0,0 0-7 0,0 0-4 0,0 0-4 0,0 0-3 0,0 0-6 16,0 0-4-16,0 0-6 0,-6 0-8 0,6 0-7 0,-6 0-3 0,-1 4-10 15,7-4-5-15,-8 5-3 0,3 0-6 0,-3-5-3 0,2 10-4 0,1-4-5 0,-10-2-3 16,9 7-1-16,0-4-3 0,-6 4 2 0,4 5 0 0,-5-2 2 0,7 0-1 16,-1 0 3-16,-7 2 0 0,9-1-1 0,-2 3 1 0,1-3-2 0,1 6 2 15,-4-8-4-15,9 2 1 0,-7 6-3 0,7-8 0 0,-5 2 1 0,5 0-3 16,0 0 3-16,0-2-1 0,0 2 2 0,0 0-3 0,0 0 2 0,5 0 0 0,-5-6 0 16,0 0 1-16,7 7 1 0,2-7 2 0,-9 0-1 0,5 2 2 0,1-1 1 15,1 0 0-15,-2-5 2 0,4 4-1 0,3-5 3 0,-6 2 8 0,7-1 11 16,0-1 10-16,0-4 10 0,1 0 9 0,-2 0 11 0,7 0 10 0,2 0 8 15,-3-4 9-15,-4-1 5 0,12-5 11 16,-7 5 8-16,2-4 7 0,-3-1 7 0,3 0 2 0,-2-4-1 0,-6 4-3 0,8-5 0 0,-11 0-4 0,4 0-4 0,-1 2-17 16,0-2-86-16,0 0 0 0,-6 0 0 0,-1 0 0 0,1 0 0 0,0-4 0 15,0 5 0-15,-2-5 0 0,-5-2 0 0,0-3 0 0,0 5 0 0,0-2 0 16,-5-3 0-16,5 0 0 0,-14 5 0 0,7-6 0 0,-6 1 0 0,0 3 0 16,0-3 0-16,-6 6 0 0,1 2 0 0,-11-2 0 0,5 3 0 0,-3 5 0 0,1-1 0 15,-8 7 0-15,10-1 0 16,-8 5-57-16,-2 5-160 0,8-1-32 0,0 1-33 0,0 5-33 0,0 1-34 0,-1 2-89 0,15 2-107 0,-8 6-54 0,8-8-29 0,-2 7 7 15,1 0 25-15,8-2 35 0,-3 3 38 0,-5-1 48 0,7-1 48 0,6 6 52 16,-8-7 53-16,3 3 57 0,-3-2 60 0,8 5 84 0,-5-3 100 0</inkml:trace>
  <inkml:trace contextRef="#ctx0" brushRef="#br0" timeOffset="37875.83">16451 7498 20 0,'6'-4'101'0,"2"4"47"0,-8 0 38 0,5-5 32 0,-5 5 30 0,7-4 30 0,-7 4 31 0,0-5 30 0,0 5 31 0,0-6 28 0,0 6 27 15,0-4-28-15,0 4-63 0,0-6-48 0,0 6-43 0,0 0-26 0,0-3-10 0,0 3-10 16,0-6-6-16,0 6-13 0,0 0-15 0,0 0-17 0,0-6-19 0,-7 6-15 15,7 0-18-15,-5-4-13 0,5 4-16 0,-8-5-10 0,8 5-11 0,-6 0-13 16,-1-5-9-16,7 5-9 0,-6 0-12 0,-1-4-6 0,-7 4-4 0,9 0 0 16,0 4-2-16,-9-4 1 0,7 5 0 0,-6-5 2 0,-1 5-1 0,1 5 1 15,0-4 0-15,7 3 1 0,-15 1 0 0,9-1 1 0,1 0-2 0,-5 2 0 0,5 2 0 16,-2 3 1-16,-2-7 0 0,10 6 0 0,-7 6-1 0,-3-8 1 0,2 2 1 16,7-1-1-16,-6 2 1 0,4 2-2 0,2-3 0 0,0 6 2 0,-1-8-4 0,2 2 0 15,-3 6 0 1,8-8-1-16,-8 2-5 0,8 0 0 0,0 0-1 0,0 0 0 0,0-2-1 0,8 2-1 0,-8-4 0 0,8 2-2 0,-8 2 2 0,5 1 0 15,8-7-2 1,-7 6 3-16,2-6 3 0,4 0 2 0,-6 3 5 0,7-3 4 0,2 1 2 0,-3-1 8 0,0 0 14 0,2-3 11 0,-1 3 14 0,8-3 12 0,-10-6 12 16,1 6 8-16,4-6 8 0,-5 3 11 0,2-6 9 0,0 3 11 0,1 0 8 15,-9-6 9-15,3 6 9 0,-1-6 3 0,-2 3-3 0,4-3-6 0,-4 0-7 16,0-3-7-16,-5 3-4 0,0 3-7 0,8-7-6 0,-8 1-11 0,0 3-11 0,0-4-12 16,0 0-11-16,-8 0-24 0,8 1-36 0,-10 0 0 0,1-7 0 15,4 7 0-15,-10 0 0 0,3-1-41 16,0-1-25-16,-9 1-18 0,3 5-16 0,-3-4-19 0,2 5-24 0,-7 4-28 0,5-6-29 0,-3 6-40 0,-3 0-39 0,7 6-81 15,1-6-93-15,-2 9-74 0,3-5-66 0,-1 8-11 0,6-3 11 0,-8 0 21 0,9 0 33 16,0 1 38-16,-3 5 43 0,3 0 49 0,0-6 49 0,-1 6 59 0,-1 0 60 0,-7-5 80 16,8 5 86-16</inkml:trace>
  <inkml:trace contextRef="#ctx0" brushRef="#br0" timeOffset="49340.8">16112 8608 4 0,'0'0'70'0,"0"0"36"0,-6 0 24 0,-1 0 22 0,7 0 22 0,0-5 26 0,-5 5 27 0,5-4 22 0,0 4 25 0,-9 0 19 0,9-6 21 0,-5 6-28 0,5-6-51 0,0 6-37 16,-7-4-27-16,7 4-12 0,-6-5 3 0,6 5-3 0,0-5-3 0,-5 5-9 16,5-4-6-16,-9 4-9 0,9-6-4 0,-7 6-2 0,7-4-4 0,0 4 0 0,-5-5-1 15,5 5-1-15,0-4-2 0,0 4-3 0,-7-5-2 0,7-2-3 0,0 7-2 16,0 0-5-16,0-3-5 0,-7-3-3 0,7 6-5 0,0 0-2 0,0 0-5 15,0-5-4-15,0 5-6 0,0-4-2 0,0-2-8 0,0 1-4 0,7 1-4 0,-7 0-6 16,0-1-4-16,7-4-6 0,-2 2-2 0,2 2-1 0,2-4-5 0,-4 3-1 16,1-3-4-16,1 5 1 0,7-5-2 0,-2 3-1 0,-6 0-1 0,7-3 1 15,0 3 0-15,6 2-3 0,-4-1 0 0,-4 1-1 0,10-1-4 0,-8 5-2 0,5-4-3 16,-4 4-2-16,4 0-4 0,3 4 0 0,-8-4-2 0,1 5-2 0,-2-1-1 16,2 1-1-16,-1-1-2 0,-8 7-1 0,9-7-1 0,-14 8 0 0,5 1-1 15,3-4 1-15,-1 2 1 0,-7 5 1 0,0-2 1 0,0-1 2 0,0 2 2 0,-7 1-1 16,-1-2 3-16,3 0-1 0,5 0 0 0,-14 2-1 15,9-1 1-15,-3-1-1 0,-5-4 0 0,7 5-2 0,-6-6 1 0,-2 1-2 0,7-1 1 0,-4 3-2 16,-5-3 4-16,11 0-2 0,-8-3 0 0,7-3 0 0,-9 3 2 0,10-2 1 16,-1 1-1-16,0 1 4 0,-9-2 2 0,15 2 1 0,-5-6 2 0,-3 5 0 0,2-5 2 15,6 0 2-15,0 0-3 0,0 4 3 0,0-4 0 0,0 0 3 0,0 0 0 16,0 0-1-16,0 0 3 0,0 0-1 0,0 0 1 0,0 0-2 0,0 0-1 16,0 0-4-16,0-4-1 0,0 4-1 0,6 0-1 0,-6 0 0 0,8 0 3 0,-3 0 1 15,3 0 2-15,5 0 3 0,-7 0 0 0,14 4 6 0,-7-4-1 0,-2 5 2 16,10-1 6-16,-3 2 1 15,3-2 0-15,-2 1 2 0,-6 0-2 0,6 5-2 0,1 0-1 0,-6 1-5 0,5-4-3 0,-6 4-5 0,0-1-1 0,0 5-7 0,-6-6-3 16,6 6-2-16,-6-6-1 0,0 7 1 0,-7-7-1 0,5 6 5 0,-5-6 2 16,0 1 5-16,-5 5 1 0,5-4 2 0,-7-3 4 0,-7 3-3 0,8 4 3 15,-6-6-1-15,-9 1 0 0,8-1-3 0,-6 0 1 16,-7 3-7-16,6-9-10 0,-5 9-12 0,-1-9-20 16,-1 3-21-16,1-2-28 0,7 1-36 0,-7-1-40 0,5-4-49 0,-3 0-54 0,3 0-106 0,3 0-126 0,2 0-81 0,-2 0-62 0,-1 0-11 15,6-4 13-15,-1-1 23 0,2 5 33 0,-2-4 42 0,1-5 45 0,1-3 54 16,5 9 61-16,0-9 64 0,2-1 69 0,-3-2 93 0,3-6 100 0</inkml:trace>
  <inkml:trace contextRef="#ctx0" brushRef="#br0" timeOffset="58050.3">16346 9487 8 0,'0'0'75'0,"0"0"36"0,0 0 31 0,0 0 28 0,0-5 30 0,0 5 26 0,0 0 25 0,0 0 24 0,0 0 23 0,0-6 21 0,0 3 21 16,0-3-26-16,-5 6-57 0,5 0-32 0,0-4-24 0,0 4-15 0,-8-5-8 0,8-1-12 16,0 6-12-16,-6-4-9 15,6 4-9-15,0 0-5 0,0-6-7 0,0 6-6 0,-5 0-8 0,5-4-7 0,0 4-8 0,0 0-5 0,0 0-8 0,-7-5-6 16,7 5-5-16,0 0-5 16,0 0-9-16,0 0-6 0,-9-5-7 0,9 5-4 0,0 0-3 0,-5 0-4 0,-2 0-2 0,7 0-5 0,-6 0-4 0,1 0-2 15,-3 0-4-15,0 0-4 0,3 0-3 0,-8 0-4 0,7 0-1 0,-2 5-3 0,-4-5-2 16,0 5-2-16,-3-5 0 0,10 4-3 15,-9 2 0-15,2-2-1 0,-2 2-1 16,1-1 0-16,8-1-2 0,-11 2 0 0,5-3-1 0,4 3 0 0,-7 3-1 0,9-3 0 16,-2 4 1-16,1-5-1 0,1 4-1 0,-4-5 0 0,2 7 0 0,2-2-1 15,-2-2-1-15,0 2 1 0,7-6 1 0,-5 9-2 0,5-9 1 0,-8 3 0 16,8 3-2-16,0-3 1 0,-7-2-3 0,7 5 3 0,0-3-3 0,0-1-1 16,0-1 1-16,0 2-1 0,0-2 3 0,0 1-2 0,0 0 3 0,0-1-1 0,7 2 3 15,-7-2 3-15,0 2 1 0,8-1 4 0,-3-1 3 0,-5 2 5 0,7-3 3 16,-7-3 5-16,7 6 4 0,-2-6 6 0,11 5 2 0,-11-5 6 0,1 0 4 15,6 0 3-15,-3 0 0 0,3-5 1 0,-1 5 1 0,5-6-2 0,-4 6-1 16,0-3-3-16,3-3-3 0,-4 2-3 0,2-1-1 0,2-1-8 0,-3 2-8 0,0-2-17 16,2 2-17-16,-7-1-25 0,-1 0-24 0,7 1-27 0,-5-2-24 0,-8 6-30 15,5-4-25-15,1 4-46 0,-6 0-53 0,0 0-66 0,7 0-69 0,-7 0-33 0,0 0-13 16,0 0 13-16,0 0 24 0,0 0 29 0,0 0 37 0,0 0 36 0,0 0 38 0,-7-5 39 16,7-1 41-16,0 3 50 0,0-3 54 0</inkml:trace>
  <inkml:trace contextRef="#ctx0" brushRef="#br0" timeOffset="58544.06">16393 9512 0 0,'0'-5'5'0,"0"-2"73"0,0 4 45 0,0-3 34 0,0 2 32 0,0 4 30 0,0-5 25 0,0-1 24 0,0 3 22 0,0-3 21 0,0 2 18 0,-7 4 3 16,7-5-5-16,0-1-43 0,-8 2-61 0,8-2-35 0,-5 6-22 0,5-4-13 15,-7-1-15-15,0 0-7 0,7 1-10 0,-5-2-2 0,-3 2-3 0,8-1 0 16,-5 5 0-16,-3-6 1 0,8 3-2 0,-6 3-1 16,6-7-1-16,0 7-1 0,-5-3-1 0,5 3 1 0,0-6 1 0,0 6 0 0,-7 0 3 0,7 0 1 15,0 0 0-15,0 0-1 0,0 0-1 0,-9-5-2 0,9 5-2 0,0 0-6 0,0 0-3 0,0 0-6 16,0 0-7-16,0 0-8 0,0 0-9 0,0 0-9 0,0 0-11 0,0 0-11 16,0 0-6-16,0 0-10 0,0 0-7 0,0 0-8 0,0 0-5 0,0 0-8 15,0 0-4-15,0 0-5 0,0 0-5 0,0 0-1 0,0 0-1 0,0 0 1 16,0 0 5-16,0 5 1 0,0 4 2 0,0-2 3 0,9-4 1 0,-9 8 2 0,0-1 4 15,0-1 3-15,0 0 3 0,7 7 2 0,-7-7 4 0,0 6 0 0,0 0-1 16,0-5-1-16,5 4-1 0,-5 1 0 0,0 1-3 0,0-4-1 0,0 3 2 16,6 0-4-16,-6 1 0 0,0-2-2 0,0 0 1 0,0 0-1 0,0 7 0 0,8-8 0 15,-8 8 2-15,0-2-2 0,0-4 2 0,0 3 0 0,0 3 0 0,0-2 1 16,0-4-2-16,0 6 2 0,0-8 1 0,0 7 0 0,-8-5 3 0,8 0 0 16,0-6 0-16,0 5 1 0,0-3 4 0,-6-1 0 0,6 4 1 0,0-10 2 0,-5 5 2 15,-2 2 1-15,7-7 1 0,-9 8 2 0,4-8-1 0,-2 1-1 0,1 4-1 16,1-5-1-16,-11 2-1 0,11-1-1 15,-8-1-3-15,7 1-4 0,-9 2-9 0,10-4-9 0,-7-3-10 0,-3 6-11 0,10-6-10 0,-3 5-14 0,-3-5-11 0,4 4-17 16,-1-4-18-16,2 4-22 0,-7-4-22 0,8 0-29 0,-3 0-35 0,0 0-40 16,3 6-42-16,-1-6-90 0,-1 0-107 0,7 0-54 0,-5 0-25 0,-4 0 4 0,4 0 21 15,5 5 27-15,-7-5 35 0,1 0 39 0,1 0 42 0,-4 0 49 0,2-5 51 0,7 5 56 16,-5 0 62-16,-2 0 85 0,0-6 91 0</inkml:trace>
  <inkml:trace contextRef="#ctx0" brushRef="#br0" timeOffset="69483.28">11228 9898 52 0,'0'0'120'0,"0"4"37"0,0-4 32 0,0 0 27 0,-7 0 30 0,7-4 24 0,-7-1 23 0,7-1 24 0,0 6 20 0,0 0 23 0,0-4 20 0,0 4-50 15,0-6-91-15,0 6-45 0,0 0-22 0,0 0-15 0,-5 0-10 0,5 0-12 16,0 0-10-16,0 0-11 0,0 0-9 0,0 0-7 0,0 0-9 0,0 0-6 16,0 0-9-16,0 0-8 0,0 0-9 0,0 0-3 0,5-5-5 0,-5 5-3 15,0 0-3-15,0 0-4 0,0-4-2 0,7 4-4 0,-7-6-2 0,7 6-4 0,-7 0-1 16,5 0-5-16,3 0 1 0,-1 0-3 0,-2 0-3 0,4 0-4 16,-4 0-3-16,0 0-20 0,3 6-22 0,5-6-35 0,0 4-38 0,-7 1-70 0,7 1-80 15,0-2-84-15,1 2-86 0,-2 3-33 0,1 0-8 0,1 1 4 0,-2-5 12 0,2 4 17 16,-8-9 22-16,1 0 32 0,7 0 41 0,-9-9 51 0,-5-6 53 0,7-3 70 0,-7-13 74 15</inkml:trace>
  <inkml:trace contextRef="#ctx0" brushRef="#br0" timeOffset="72380.57">15935 10669 7 0,'0'0'83'0,"0"0"49"0,0 0 40 0,0 0 36 0,0 0 34 0,0-6 34 0,0 6 32 0,0-4 35 0,-5-1 35 0,5 1 34 0,0-1 34 0,0 1-14 0,0-2-45 0,0-3-36 15,0 3-35-15,0 0-23 0,0 2-20 0,5-1-12 0,-5-4-13 0,0 5-13 16,0-2-16-16,0 0-14 0,0 3-22 0,0-3-15 0,0 1-18 0,0 1-16 0,0 4-19 16,8 0-17-16,-8-6-17 0,0 6-14 0,0 0-16 0,0-5-9 0,0 5-11 15,0 0-9-15,0 0-9 0,0 0-8 0,0 0-5 0,0 0-2 0,0 5-1 16,6-5-1-16,-6 6 1 0,7 3-1 0,-7-3 2 0,6 9 2 0,-6-7 2 0,8 6 2 16,-8 1 1-16,5 6 0 0,-5-8 5 0,0 8 0 0,8-2 0 0,-8 1-4 15,0-1-4-15,0 0-7 0,0 1-8 0,0-4-7 0,0-2-10 0,0 5-13 16,0-10-11-16,0 7-18 0,-8-2-16 0,8-4-24 0,0-1-25 0,0 3-36 15,0-3-41-15,0 0-43 0,0 1-45 0,0-1-64 0,-5-4-73 0,5 5-56 0,0-4-46 16,0-1-3-16,0-5 11 0,0 4 29 0,0-4 31 0,0 0 39 0,0 0 44 0,0 0 49 16,0 0 55-16,-8 0 53 0,8-4 56 0,0-1 64 0,0-1 79 0</inkml:trace>
  <inkml:trace contextRef="#ctx0" brushRef="#br0" timeOffset="72900.92">16373 10610 0 0,'20'0'25'0,"-1"0"143"0,-6 0 80 0,6-5 59 0,-6 5 47 0,-5-5 42 16,4-3 40-16,-6 2 36 0,-6-3 36 0,7-2 32 0,0 1 29 0,-7 1 28 0,7 3 29 16,-7 3-104-16,5-3-179 0,-5 2-92 0,0 4-43 0,0 0-19 0,0 0-16 15,0 0-12-15,0 0-14 0,0 0-11 0,0 0-14 0,0 0-11 16,0 0-9-16,0 0-9 0,0 0-12 0,0 0-13 0,0 4-12 0,0-4-15 0,0 0-14 16,-5 6-10-16,5-6-10 0,-7 3-9 0,0 3-7 0,0-2-8 15,1 1-7-15,-1 1-10 0,-6-2-9 0,7 7-4 0,-7-8-6 0,6 9-2 0,-7-8-6 16,4 5-3-16,1 0-6 0,-3-3-3 0,4 3-5 0,-4-3-1 0,5 4-1 15,2-5 5-15,-3-1 4 0,3 1 7 0,-3-1 5 0,2 2 6 0,1-6 2 0,-2 5 6 16,-2-5 3-16,9 0 9 0,-5 0 4 0,-2 0 7 0,7 0 7 0,-6 0 2 16,6-5 5-16,-5 5 1 0,5-6 4 0,-8 2-1 0,8 4 1 0,0-9 2 0,0 4 1 15,0 1 4-15,0-8 2 0,0 9 7 0,0-9 1 0,0 3 5 16,8 0 5-16,-3-1-1 0,-5 1 5 0,6-2 1 0,1 1-1 0,-2 1 2 0,4 0 0 16,3-1 2-16,-6-1 1 0,7 7 1 0,-5-7 2 0,4 7-2 0,0-5 1 15,3 3-1-15,-1 2 0 0,-4-1 0 0,4 5-1 0,-1-6-1 0,-6 6-1 0,7 0 0 16,-9 0-2-16,8 0 2 0,-6 6-5 0,0-1-3 0,0-1-2 0,-2 2-5 15,3 3-1-15,-8 0-2 0,0 7-1 0,0-7-1 16,0 10 2-16,0-4 1 0,-8 5-1 0,8-1 2 0,-5 2-1 16,-2-2 2-16,-7-1 0 0,8 9 1 0,-6-9 0 0,-2 1-2 0,1 2 0 0,-8-3-2 15,11 3-2-15,-4-2-5 0,-6-1-1 0,6-3-2 0,1 6-5 0,-6-8-1 16,7 2-3-16,-2 0-1 0,7 0-2 0,-4 0-3 0,3-6-1 0,0 1 0 0,3 5-1 16,5-10-1-16,-6 5 0 0,6-6-2 0,0 7 2 0,0-8-2 15,0 4 2-15,0-2 2 0,6-1 5 0,-6-4 4 0,5 5 7 0,3-5 2 0,0 0 5 16,3 0 0-16,-4 0 6 0,7 0 0 0,-2 0 1 0,7-5 2 15,1 1 1-15,0-1-9 0,6-2-11 0,-7 7-27 0,7-3-36 0,0-8-67 16,-5 11-82-16,3-10-150 0,-4 6-180 0,7-1-77 0,-1-4-30 0,-7-1-2 0,8-1 10 0,-7 2 20 16,-1-5 24-16,-1-7 35 0,1-3 42 0,-3 0 55 0,-4-6 60 0,-1-4 84 15,5-5 92-15,-11-4 122 0,8 3 106 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45:07.024"/>
    </inkml:context>
    <inkml:brush xml:id="br0">
      <inkml:brushProperty name="width" value="0.05292" units="cm"/>
      <inkml:brushProperty name="height" value="0.05292" units="cm"/>
      <inkml:brushProperty name="color" value="#FF0000"/>
    </inkml:brush>
  </inkml:definitions>
  <inkml:trace contextRef="#ctx0" brushRef="#br0">8942 5257 27 0,'0'-5'108'0,"-8"-1"47"0,8 2 39 0,0-1 36 0,0 5 30 0,0-4 33 0,0-1 34 0,0 1 33 0,-5-2 32 0,5 0 31 16,0 3 31-16,0-3-30 0,0 6-66 0,0-6-45 0,0 3-38 0,0 3-22 15,0-6-15-15,0 6-13 0,0-5-12 0,0 1-15 0,0 0-19 0,0 4-17 16,0-5-18-16,0 5-17 0,0-6-15 0,5 2-18 0,-5 4-12 0,0 0-15 0,0-6-11 15,8 6-13-15,-8 0-9 0,0 0-8 0,8-5-3 0,-8 5-7 0,0 0-1 16,0 0-3-16,5 0 1 0,-5 5-1 0,6-5 0 0,-6 6-4 0,5-2 0 16,-5 2-1-16,7-1 0 0,2 3-1 0,-9-3 0 0,5 10-1 0,-5-6 0 0,7 7 0 15,-7-2 0-15,0 1 0 0,6 5-1 0,-6-2 0 0,0 2-2 0,0 0 2 16,0 0-3-16,0-2 1 0,-6 3-1 0,6-2 1 0,0 0-2 0,0 1-2 16,0-1-5-16,-7-3-8 0,7-2-8 0,0 1-15 0,0-2-17 0,0 3-17 0,0-5-20 15,0-2-21-15,0 0-23 0,0-3-29 0,0 4-30 0,0-7-29 0,0-3-28 16,0 6-45-16,0-6-52 0,0 0-70 0,7 0-72 0,-1-6-22 0,-1 3 8 15,3-7 23-15,-8 4 30 0,8-9 35 0,-3 1 39 0,1-6 40 0,7-4 43 0,-5 0 45 16,-1-1 42-16,-2-5 55 0,2-3 61 0</inkml:trace>
  <inkml:trace contextRef="#ctx0" brushRef="#br0" timeOffset="173.95">9111 4665 0 0,'-6'-15'3'0,"6"7"113"0,-8-2 71 0,8 0 55 0,0 0 40 0,0-1 38 15,0 7 34-15,0-5 30 0,0 9 32 0,0-5 28 0,0 5 26 0,0 0 25 16,0-4 24-16,0 4-82 0,0 0-137 0,0 0-80 0,0 0-49 0,0-6-31 15,0 6-24-15,0 0-20 0,0 0-18 0,0 0-18 0,0 0-19 0,0 0-11 0,0 0-13 16,0 0-12-16,0 6-15 0,0-6-19 0,0 4-24 0,0 1-29 0,0 4-28 16,0-5-31-16,0 7-31 0,0-1-56 0,8 0-69 0,-8 4-74 0,6 1-74 15,-6-6-26-15,5 12-5 0,2-8 8 0,-7 2 20 0,9 1 30 0,-9 2 34 0,5-3 38 16,-5 0 44-16,7 0 46 0,-7-2 46 0,6 2 63 0,-6-3 69 0</inkml:trace>
  <inkml:trace contextRef="#ctx0" brushRef="#br0" timeOffset="420.72">9560 5203 0 0,'0'0'1'0,"7"0"111"0,-7-6 75 0,0 3 56 0,0-3 47 16,0 6 43-16,0-5 43 0,0 1 42 0,0 0 39 0,0-1 37 0,0-1 36 0,0-4 29 16,0 5 30-16,0 1-74 0,0-2-138 0,0 1-81 0,0 1-51 0,0-1-35 15,0 1-27-15,0-6-29 0,0 5-25 0,0-1-27 0,7 2-25 0,-7-2-20 16,0 6-20-16,5-5-13 0,-5 1-13 0,8 4-8 0,-3-5-8 0,-5 1-9 15,8 4-12-15,3 0-19 0,-4-6-20 0,2 6-26 0,2 0-26 0,1-3-35 0,4 3-32 16,-5 0-48-16,2 3-50 0,2-3-102 0,-4 0-115 0,2 6-48 0,0-2-14 16,1 1 9-16,-9-1 19 0,10 1 36 0,-9 1 36 0,0 4 46 0,1-5 45 0,-2-1 50 15,-5 2 53-15,0 3 59 0,0-5 66 0</inkml:trace>
  <inkml:trace contextRef="#ctx0" brushRef="#br0" timeOffset="585.97">9592 5456 0 0,'-5'21'2'0,"-8"-6"120"15,6-2 99-15,-5 2 73 0,4-6 55 0,1 3 41 0,2-8 36 0,-3 1 26 0,8-5 22 0,0 0 25 0,0 0 27 0,0 0 29 16,0-5 30-16,8 5-78 0,-8-4-138 0,5 4-104 0,2-6-85 0,1 6-48 16,-3-6-27-16,9 2-15 0,-9-1-8 0,8 1-4 0,1 4-2 0,-2-5-9 15,2-1-9-15,4 2-27 0,-2-1-32 0,2 5-34 0,3-4-35 0,-4 4-39 16,3-5-41-16,-1 5-42 0,2 0-41 0,-3 0-98 0,3 0-117 0,-3 0-70 0,3 5-41 16,-1-5-10-16,6 4 10 0,-8-4 25 0,3 0 37 0,-2 5 41 15,-1-10 45-15,3 5 48 0,-3 0 52 0,3-4 53 0,-1-1 59 0,-8-2 84 0,9-2 98 0</inkml:trace>
  <inkml:trace contextRef="#ctx0" brushRef="#br0" timeOffset="1316.27">11059 5154 0 0,'5'-5'49'0,"2"1"70"0,-7 4 40 0,7-6 37 0,-7 1 28 0,5 1 30 0,-5 4 27 0,0-5 29 0,0 1 27 0,0-2 29 0,0 2 28 0,0 4-5 0,0-5-23 16,0-1-51-16,0 2-61 0,-5-2-35 0,5 1-24 0,0 1-14 0,-7-1-9 15,7 5-13-15,-7-4-11 0,7-2-12 0,-5 3-17 0,-3-3-13 0,3 6-13 16,-3-6-12-16,2 3-9 0,1 3-9 0,-2-6-6 0,-1 6-7 0,-5-6-5 0,7 6-5 16,1-4-5-16,-11 4-5 0,11 0-2 0,-8 0-3 0,8 0-2 0,-11 0-2 15,5 0-5-15,-2 0-4 0,5 4-2 0,-4-4-5 0,0 6-2 0,-3-6-2 16,3 6-2-16,0-3-2 0,-2 3 0 0,7 3-2 16,-6-3-2-16,-1 3 0 0,2 0-1 0,1 1 1 0,-5 1 2 0,3-1-1 0,7-1 0 0,-7 6 0 15,8-6 0-15,-9 7 0 0,7-7-1 0,1 0-2 0,-1 6-3 0,2-6-1 0,-3 3 1 16,8-3-2-16,0 0 2 0,0 6 0 0,0-5-1 0,0 0-1 0,8 4 2 15,-8-4-1-15,5 4 0 0,2-4 3 0,-1 5 0 0,8-6 2 0,-7 6 2 16,6-6 2-16,-2 2 1 0,9-1-7 0,-6 0-10 0,4-1-16 0,-4 0-18 0,6 1-24 16,-1-4-22-16,0 3-26 0,1-4-24 0,7-1-41 0,-8 7-49 0,2-7-68 15,2 2-74-15,-2-3-48 0,6-3-31 0,-1 7-1 0,-1-7 13 0,2 0 27 16,-3-7 32-16,3 7 37 0,6-3 37 0,-6-7 39 0,-3-1 40 0,5 2 50 0,-11 0 53 16,8-7 63-16,-7 2 70 0</inkml:trace>
  <inkml:trace contextRef="#ctx0" brushRef="#br0" timeOffset="2508.48">11417 4793 96 0,'0'-16'169'0,"0"7"52"0,0-6 45 0,0 2 42 0,0 1 35 0,0-2 37 0,0 4 33 0,0 1 31 0,0 0 28 15,0 0 27-15,0-3 26 0,0 8-70 0,0-7-122 0,0 3-69 0,6 3-42 16,-6-4-28 0,0 3-21-16,0 0-18 0,0-3-15 0,0 3-15 0,0 2-13 0,7 4-14 0,-7 0-12 0,0-5-13 0,0 5-14 0,0 0-10 0,0-4-10 0,0 4-9 15,0 0-5-15,0 0-5 0,0 0-8 0,5 0-7 0,-5 4-4 0,9 1-5 16,-9-1-2-16,5 2-2 16,-5 3-1-16,7 3 3 0,-1-3 2 0,-6 4 5 0,5 2 3 0,-5 6 0 0,8-3-2 0,-8 6 1 0,0 1-1 0,0-1 1 0,8 7 0 15,-8-1 1-15,0 3 1 0,0-3-1 0,0 4 1 0,0-6 0 0,0 2-2 0,0-2 1 16,0 2-1-16,0-5-2 0,0 5 0 0,5-6 0 0,-5-5-1 0,6 7-7 15,-6-7-12-15,7-1-11 0,-7 3-13 0,6-2-13 0,1-4-10 0,1 4-13 16,-8-4-16-16,5-1-16 0,1 2-21 0,2-3-24 0,-8-2-27 0,5 4-23 16,3-1-19-16,-8-4-14 0,5 0-16 0,3-1-22 15,-8 0-28-15,6 1-20 0,-1 1-16 16,2-2-14-16,1-5-10 0,-2 2-7 0,0-1 0 0,6-1 17 0,-4-4 24 0,5 0 28 16,-7 0 29-16,6 0 30 0,4 0 35 0,-5-4 44 0,2 4 46 0,0-5 41 15,1-5 33-15,-1 5 28 0,6-4 24 0,-7-1 28 0,2 0 29 0,6-4 36 0,-6 4 41 16,4-4 37-16,-4-7 34 0,-2 6 28 0,7 2 29 0,-6-8 18 0,1 2 16 15,-1 1 10-15,-1-3 6 0,-4 6 4 0,-2-4 0 0,7 4-2 0,-6 0 3 16,-7-3-14-16,6 8-23 0,2-5-16 0,-8 4-16 0,0-2-11 0,0 3-7 0,0-1-12 16,0 1-10-16,0 5-14 0,0-4-16 0,-8 5-15 0,8-5-14 0,0 3-19 15,-6-3-18-15,6 3-18 0,-7 6-19 0,7-6-11 0,-8 2-13 0,8 4-9 16,-5-5-9-16,-1 5-9 0,-2 5-10 0,3-5-11 0,-2 4-7 0,1 2-7 0,-1-6-5 16,-7 9-6-16,9 3 0 0,-8-3-3 0,7 0 0 0,-7 0 3 0,-3 1 0 15,11 5 3-15,-8 0-1 0,8-6 2 0,-3 6 0 0,2 1 4 0,-1-3-2 0,-6 1-1 16,13 1-3-16,-6 1 0 0,-2-7-9 0,8 6 0 0,-5-6-6 0,5 7-3 15,0-7-2-15,-7 0-4 0,7 2-6 0,0-2-2 0,7 1-2 0,-7 0-3 16,0-5-1-16,5 4 4 0,-5 1 0 0,8-5 4 0,-2 1 2 0,1 4 4 16,-1-6 3-16,1 1 3 0,-1 0 4 0,7-1 6 0,-6-4 4 0,-1 6 4 0,8-6 4 15,-7 4 0-15,6-4 3 0,-7 0 4 0,7-4 3 0,-1 4 5 0,2-6 5 16,-8 6 4-16,6-9 4 0,2 4 1 0,-9 1 4 0,10-6 5 0,-1-1 3 0,-9 1 8 16,9 1 8-16,-9 0 4 0,2-7-2 0,-1 2-2 0,1-1-3 0,-7 2-3 15,7-3-3-15,-7 1 0 0,7-3-3 0,-7 3-1 0,0-6-5 0,0 8-4 16,0-8-2-16,0 6-10 0,0 6-8 0,0 0-2 0,0-6-2 0,-7 9 2 15,7-4-1-15,0 5-2 0,-7 1-2 0,7-1-6 0,0 5-6 0,0 0-4 0,0 0-3 16,-7 0 0-16,7 0-1 0,-6 5-3 0,6 4 2 0,-7-3-3 0,2 4 2 16,5-1-3-16,-9 1-7 0,4 4-3 0,5-4-1 0,-5 5 0 0,5 0 5 0,-8-6 2 15,8 6 1-15,0 0 2 0,0-5 1 0,0-1 0 0,0 0-1 0,8 2 3 16,-8-1-2-16,5-4 4 0,0 3 6 0,-5-5 2 16,9 5 4-16,3-3 4 0,-6-1 1 0,1-1 3 0,7 1 1 0,-1-5-1 0,0 6 1 0,-2-6 1 15,5 0 3-15,2 0 4 0,-5 0 5 0,6 0 9 0,-6-6 9 0,7 6 7 16,-1-5 8-16,2 1 3 0,-3-7 7 0,-4 7 3 0,4-5 4 0,3 0 5 0,-3-3 7 15,3 3 5-15,-10-1 2 0,10-4-2 0,-2-2-2 0,-4 1-6 0,4 1-7 16,-6-5-6-16,0 4-6 0,-2-4-3 0,5 0-3 0,-11-2-4 0,3 3-2 16,-3 3-4-16,0-6-4 0,4 3-7 0,-9 2-2 0,0-2-5 0,0 3-2 0,0-4-7 15,-9 4-3-15,9 0-4 0,-5 6-6 0,0-6-4 0,-3 6-7 0,3-3-7 16,-11 3-6-16,11-1-8 0,-1 7-9 0,-7-3-6 0,5 0-12 0,-4 6-4 16,5 0-6-16,-5 6 0 0,4-6-1 0,-5 9 4 0,7 1 2 0,-6-1 4 0,-2 3 2 15,8-3 7-15,-1 6 3 0,-7-2 4 0,7-2 6 0,2 4 9 0,5-6 5 16,-6 5 7-16,6-3 6 0,-5-2 3 0,5 0-1 0,0-3 4 0,0 4-1 0,0-1-2 15,5 0 3-15,-5 3 1 0,6-3 1 0,-6 0 1 0,5-3 1 0,2 3 1 16,2 6 3-16,3-5 2 0,-6-1 0 0,8 1 3 0,-2 4 2 0,2-4 3 16,-1 5 1-16,-1 0 1 0,7 0 2 0,2 0 1 0,-10 0-3 0,10-2 3 0,-3 2-1 15,-4 6 0-15,6-8-1 0,-6 2-1 0,-2-1-2 0,0 2 0 16,3-3-3-16,-10 2-1 0,9-4-1 0,-9-1-3 0,3-1-1 0,-8 0-1 0,5 1-2 16,-5 0 1-16,0-6-3 0,0 2 1 0,0-2-1 0,0 7-6 0,-5-7-11 15,-3-4-13-15,3 5-16 16,0-1-18-16,-4-4-21 0,4 6-24 0,-10-6-26 0,3 0-24 0,5 0-22 0,-6 0-27 0,0-6-29 15,0 6-40-15,8-4-43 0,-9-1-30 0,1 1-24 0,8-1-20 0,-11-5-14 0,11 0-7 0,-1 5-1 0,-2-4 21 0,3-1 31 16,5-4 32-16,-8 4 34 0,8-5 38 0,0 0 39 0,0 0 44 0,0 0 41 16,8 0 40-16,-3-3 36 0</inkml:trace>
  <inkml:trace contextRef="#ctx0" brushRef="#br0" timeOffset="3112.67">12517 5090 9 0,'14'-14'90'0,"-2"1"53"0,0-2 47 0,3-1 41 0,-1 5 42 0,-9 4 40 0,8-5 41 0,-8 3 38 0,11 0 37 0,-11-2 35 0,8 1 35 0,-7 1-17 0,7 0-45 0,-6 3-47 0,0-4-44 15,5 1-33-15,-4 0-27 0,-3 3-19 0,1-3-18 0,2 3-19 0,-3-4-21 0,2 5-15 16,1-4-14-16,-8 5-13 0,6-5-17 0,-6 3-14 0,0 0-17 0,6 3-10 15,-6-9-13-15,0 12-8 0,0 0-10 0,0-4-11 0,0-1-10 0,0 5-13 16,-6-6-13-16,6 6-13 0,0 0-15 0,-6 0-12 0,-2 0-10 0,1 0-7 16,2 0-7-16,-3 0-8 0,2 6-7 0,-7-1-9 0,1-1-5 0,-2 8-4 15,1-3-5-15,-6-3 2 0,6 7 1 0,0-4 3 0,0 3 3 0,-1 2 3 0,2-4 5 16,4-1 2 0,-4 6 6-16,5-5 3 0,2-1 4 0,-3 0 4 0,2 1 2 15,-1-5 5-15,7 4 1 0,0 3 2 0,0-9 4 0,0 9 1 0,0-8 5 0,0-1-1 16,0 8 3-16,7-7 1 0,-1 2 3 0,2 3 1 0,-3-3 5 0,2 3 3 15,5-3 2-15,3 3 7 0,-1-5 5 0,4 7 3 0,3-1 8 0,-3-5 3 16,1 5 5-16,7-1 6 0,-7 0 5 0,9 1 2 0,-4 1-1 0,-3-1 0 16,6-1 1-16,-9 0-1 0,3 0 2 0,-2 3-3 0,1-3-3 0,-3-3-4 0,-2 3-2 15,-2 0-5-15,-2-5-2 0,5 2-5 0,-11 3-2 0,1-3-3 0,1 0 0 16,-2-2-3-16,4 1 2 0,-9-1-3 0,7 1 1 0,-7-1 2 0,0-4-2 0,0 0 5 16,0 6-1-16,0-1 4 0,0-1-1 0,-7 1 2 0,7-5 2 0,-9 6-1 15,4-2 0-15,-2 2-1 0,1-2-2 0,1-4 0 0,-4 5-4 0,-3-1-2 16,-1-4-5-16,-1 5-6 0,2-5-6 0,5 0-7 0,-13 0-6 0,7 0-6 15,2 0-4-15,3 0-2 0,-5 0-3 0,0 0-3 0,8-5-3 0,-3 5-2 16,0-4-1-16,3 4-1 0,-1-5 2 0,-1 5 0 0,7-4 1 16,-5-2 3-16,5 2 1 0,-9-2 0 0,9 1 2 0,0 1 2 0,-5-1 2 0,5-1-1 15,0-3 3-15,5 5 0 0,-5-1-2 0,0-5 2 0,9 4 0 0,-9-3 1 0,5-1 1 16,2 1-1-16,4-6 3 0,-3 6-2 0,5-6 3 0,-6 0-2 0,5 0 2 16,8 0-1-16,-6 0 2 0,6 2 3 0,-3-2 1 0,4-6 4 0,-3 8 1 0,3 4 4 15,6-6 5-15,-1 3 5 0,-8 3 7 0,9 0 4 0,-7-1 5 0,-1 1 7 16,0 3 5-16,2 0 5 0,-3 3 5 0,-4 3 3 0,-2 0 3 0,1 0-3 15,1 0 3-15,-7 0-2 0,7 3-4 0,-9-3-2 0,0 6-3 0,3 3-3 0,-3-3-4 16,3 4-3-16,-2-7-5 0,-6 12-4 0,7-3-2 0,-1-3-2 0,-6 6-1 16,0-2 2-16,0 8-2 0,7-6-3 0,-7 3 0 0,-7 3-1 0,7-2-1 15,0-1-3-15,0 3 3 0,-6-2 0 0,6 1 2 0,-7 0-3 0,7-6-2 16,-6 1-2-16,6 0-5 0,-8-1-7 0,3 0-8 0,5-4-9 0,-8 1-11 0,8-1-12 16,0-6-16-16,-5 1-17 0,5 4-18 0,-5-3-22 0,5-2-24 0,0-4-24 15,0 5-28-15,0-5-47 0,-9 0-55 0,9 0-110 0,0 0-133 0,0 0-51 16,0-5-8-16,0 1 13 0,-5-6 26 0,5 0 31 0,0-4 38 0,0-1 38 0,0-5 43 15,0-5 47-15,0 6 51 0,0-5 64 0,-7-1 73 0</inkml:trace>
  <inkml:trace contextRef="#ctx0" brushRef="#br0" timeOffset="3255.66">13176 4838 0 0,'0'-21'23'0,"-7"2"141"0,0-2 82 0,7 7 63 0,-7 0 56 0,1 0 50 0,6-2 49 0,0 1 38 0,-7 6 35 0,7-6 24 0,0 5 22 0,0 5 22 16,0 1 17-16,0-1-116 0,0 5-189 0,0 0-104 0,0 0-60 0,0 0-46 0,0 0-38 0,0 0-30 15,0 0-25-15,0 0-14 0,0 0-13 0,0 5 0 0,7-1-5 0,-7 1-3 16,0 2-10-16,6 2-16 0,-6 0-21 0,7 0-24 0,0 1-22 0,0 4-29 0,-7-2-34 15,5 1-50-15,3 2-65 0,-3 0-92 0,1 4-106 0,2-4-42 0,-1 0-12 16,-2-6 11-16,4 6 21 0,-4 0 34 0,0-6 38 0,3 1 41 0,-3-4 46 0,3 3 50 16,-2-3 52-16,7-6 61 0,-6 4 67 0</inkml:trace>
  <inkml:trace contextRef="#ctx0" brushRef="#br0" timeOffset="3669.18">13584 4963 0 0,'8'0'14'0,"5"0"131"16,-13 0 76-16,6-4 61 0,1-1 55 0,-2 1 54 0,-5-1 55 0,9-1 47 0,-9-4 48 0,7 5 40 0,-7 1 37 0,5-1 35 15,-5 1 33-15,0 4-96 0,0-6-169 0,0 6-94 0,0 0-57 0,0 0-48 16,0 0-41-16,0 0-45 16,0 0-43-16,0 0-31 0,0 0-25 0,0 6-19 0,-5-2-17 0,5 1-12 0,0 4-8 0,5 1-8 0,-5 1-3 0,0-2 2 15,0 5 4-15,6 0 7 0,-6 7 7 0,0-8 9 0,0 8 8 0,0 3 3 0,0-5-1 16,0 7 0-16,0-7-1 0,0 5-2 0,0 1 0 0,0-7-3 0,0 9 0 16,0-9-2-16,0 1 2 0,0 2-2 0,5-2-1 0,-5 1-4 0,0-6-3 0,8 0-6 15,-8 1-5-15,8 1 0 0,-8-7-2 0,0-4-1 0,5 5 1 0,-5-6 3 16,0 1 3-16,0 0 8 0,0-5 7 15,7 4 9-15,-7-4 12 0,0 0 3 0,0 0 6 0,0 0 4 0,-7-4 4 0,7-1 4 0,0 0 3 0,0-5 1 16,0 1 3-16,-5 0 1 0,5-7 0 0,-8 1-5 0,8-3-8 0,-8-3-8 16,3 2-9-16,-1 1-6 0,1-9 2 0,-2-1-1 0,-2 4-1 0,4-6 0 15,-2 0-4-15,1-4-2 0,-7 0-9 0,5-5 0 0,3 5 0 0,-9-9 0 16,9 4 0-16,-3-1 0 0,1-5 0 0,2 8-3 0,5-3-4 0,-7 5-3 16,7 7-2-16,0-2-5 0,0 6-4 0,0-1-5 0,0 6-7 0,0 4-5 15,7 0-3-15,-7 6-2 0,5-1-3 0,2 5-6 0,1-4-4 0,-3 2-7 0,9 4-9 16,-1 3-11-16,0 0-13 0,0 0-13 0,1 0-16 0,4 3-23 0,-5 9-23 15,7-8-29-15,-8 5-29 0,8 6-32 0,-6 0-34 0,-1 0-67 0,0-2-82 0,0 14-59 16,0-9-43-16,-7 1-5 0,1 7 18 0,-7-3 26 0,0-2 37 0,0 3 41 31,0-6 45-31,-7 7 47 0,1-10 50 0,-7 6 48 0,6-6 51 0,-7-2 69 0,-4-4 84 16</inkml:trace>
  <inkml:trace contextRef="#ctx0" brushRef="#br0" timeOffset="3843.58">13565 5008 90 0,'-5'10'170'0,"-3"-7"56"0,1 3 47 0,-5-1 45 0,5-1 48 0,2-4 46 0,-3 0 48 16,3 0 38-16,-3 0 40 0,2 0 33 0,1 0 32 0,5-4-59 0,-7 4-117 15,7-5-68-15,-9 5-49 0,9-6-27 0,0 6-17 0,0 0-23 0,0 0-22 0,0-3-24 16,0 3-30-16,0 0-16 0,0 0-21 0,0 0-17 0,0 0-21 0,0 0-19 16,0 0-21-16,0 0-23 0,0-4-20 0,0 4-15 0,9 0-11 0,-9-6-10 15,7 6-12-15,-2 0-5 0,9 6-9 0,-9-6-11 0,8 0-9 0,1 4-18 16,6-4-21-16,-7 3-17 0,6 3-21 0,0-1-23 0,2 5-30 0,-3-4-36 16,3 3-38-16,-9-3-71 0,8 3-87 0,-1-5-78 0,-7 5-69 0,9-4-16 0,-8 1 8 15,6 4 31-15,-6-5 37 0,1-1 45 0,-2-4 43 0,1 6 52 0,1-6 51 0,-9 0 55 16,8 0 54-16,-5 0 71 0,-2 0 78 0</inkml:trace>
  <inkml:trace contextRef="#ctx0" brushRef="#br0" timeOffset="4224.68">13931 5066 0 0,'-7'0'23'0,"7"-3"140"0,0 3 80 0,0-6 61 0,-8 6 50 0,8-6 48 0,0 3 48 15,0 3 48-15,0 0 39 0,0 0 37 0,0-6 30 0,0 6 26 0,0 0 24 0,0 0-109 16,0 0-186-16,0-6-99 0,0 6-58 0,0 0-34 0,0 0-28 0,0 0-34 0,0 0-35 16,0 0-29-16,0 0-26 0,0 0-16 0,0 0-10 0,0 0-6 0,0 6-3 15,0-6-5-15,0 9 2 0,8-3-1 0,-8 0 2 0,7 3 2 0,-1-5 5 16,-6 5 5-16,8 2 7 0,-3-1 6 0,0-1 4 0,9-3 3 0,-7 3-1 15,-1 0 0-15,7 1 0 0,-5-5-3 0,-3 5 0 0,8-4-1 0,-5 3-1 0,3-5 0 16,-4 1 0-16,7 1-1 0,-8-6 1 0,6 3 0 0,-5-3 4 0,2 6 2 16,2-6 2-16,-4 0 5 0,-2-6 7 0,9 6 6 0,-14-3 5 0,13-3 6 15,-8 1 4-15,-5-3 3 0,8 3 5 0,0-5 4 0,-3-1 1 0,-5 1 3 0,0-4 1 16,7 0 1-16,-7-1 2 0,7 0-3 0,-7 0-5 0,0-3-3 16,0 2-14-16,0-2-41 0,0 3 0 0,0 0 0 0,0 0 0 0,0 0 0 0,0 0 0 15,0 5 0-15,0 1 0 0,0 0 0 0,0 3 0 0,-7 2 0 0,7 4 0 16,0 0 0-16,0 0 0 0,0 0 0 0,0 0 0 0,0 4 0 0,0 2 0 0,0-2 0 15,0 5 0-15,-7 6 0 0,7 0 0 0,0 0 0 0,0 3 0 0,-5 9 0 16,5-5-3-16,-8 5-10 0,8-5 9 0,0 4 6 0,-8 2 4 0,8-3-1 16,0-1-1-16,-5 6-2 0,5-6-1 0,0 1-1 0,-6-6 0 0,6 5 0 15,0-3 0-15,0-3 0 0,0 6 0 0,0-3-14 0,0-2-12 0,0 0-15 16,0-4-16-16,-7 5-25 0,7 0-26 0,0-2-32 16,0-3-35-16,-5 6-39 0,5-6-42 0,-9-6-49 0,4 6-55 0,5-2-104 0,-7-2-121 0,1-1-43 0,1-6-1 15,5 6 19-15,-9-6 31 0,2-4 38 0,2 0 46 0,5 0 50 0,-7-4 51 0,7-6 55 16,-6-4 57-16,6 0 62 0,0-2 66 0</inkml:trace>
  <inkml:trace contextRef="#ctx0" brushRef="#br0" timeOffset="4605.06">14777 4915 57 0,'7'0'102'0,"-1"-4"39"0,-1 4 41 0,3-6 36 0,0 2 35 0,-3-1 36 0,1-1 34 0,2 3 34 0,-8-4 33 0,5-2 14 0,3 4 7 0,-8-5-15 0,7 1-30 0,-7 0-18 16,0-3-14-16,0-3-20 0,0 6-24 0,0-4-18 0,0 1-14 0,0-2-9 16,-7 0-12-16,7 5-4 0,0-6-4 0,-8 0-5 0,8 0-9 0,-5 6-10 0,-3-7-12 15,8 7-14-15,-6-2-15 0,6 3-13 0,-5 3-7 0,5 0-81 16,-8 1-63-16,8-2 0 0,0 0 0 0,0 6 0 15,0 0 0-15,0 0 0 0,0 0 0 0,0 0 0 0,-8 0 0 0,8 6 0 0,-5 0 0 0,-1-2 0 0,6 6 0 16,-7 4 0-16,2 0 0 0,-4 7 0 0,2-2 0 0,-4 6 0 0,4 3 0 16,-7 2 0-16,9-1 0 0,-9 5 0 0,9 0 0 0,-10 0 0 0,10 1 0 15,-4-1 0-15,-1 5 0 0,2-5 0 0,3 6 0 0,5-7 0 0,-8 3 0 16,2 1 0-16,6-3 0 0,0 2 0 0,0-3-16 0,0-4-38 0,6 7-12 0,2-8-20 16,-3 2-21-16,3 3-32 0,2-8-38 0,-1 4-49 0,3 2-55 15,1-4-111-15,1-2-134 0,-1-1-71 0,0 1-39 0,5-1-2 0,-4-9 15 0,-1 6 28 0,0-12 33 16,0 4 40-16,1-7 44 0,-9-6 54 0,10-6 58 0,-10 2 68 0,7-10 71 15,-5-1 96-15,6-10 107 0</inkml:trace>
  <inkml:trace contextRef="#ctx0" brushRef="#br0" timeOffset="7100.29">15298 4973 0 0,'-8'0'25'0,"8"0"121"0,-5-4 70 0,5 4 51 0,0 0 39 0,-8-6 33 0,8 2 29 0,0 4 29 0,-5-5 28 0,5 1 29 0,0-1 31 0,-5-1 20 0,5 2 10 0,0 4-84 15,0-6-144-15,0 6-82 0,0 0-51 0,0 0-27 0,0 0-18 0,0 0-13 16,0 0-10-16,0 0-14 0,0 0-12 0,0 0-12 0,0 0-4 16,0 0-3-16,0 0-2 0,5 6 1 0,-5 4 1 0,0-5 3 0,5 4 0 0,-5 1 7 15,0 5 3-15,0 0 3 0,8 0 6 0,-8-2 1 0,0 8 4 0,0-3-5 0,0 1-10 16,0 2-8-16,0-2-12 0,0 5-6 0,0-3-9 0,0 3-3 0,5-6-4 16,-5 7-4-16,0-5-3 0,0 5-2 0,0-6-3 0,0 1-1 0,0-1-1 0,0 0-1 15,8 2-1-15,-8-7 2 0,0 0-3 0,0-4 1 0,0 4-1 0,0-3 1 16,0-7 0-16,8 5 0 0,-8-3 1 0,0-1 2 0,0-1 3 0,0-4 4 15,0 0 5-15,0 6 6 0,0-6 7 0,0 0 10 0,0 0 12 0,0 0 4 0,0 0 2 16,0 0-1-16,-8-6 2 0,8 2 0 0,0-7 1 0,-8 7 2 0,3-5-4 16,5-6-2-16,-8 5-2 0,3-4-4 0,0-6-5 0,5 6-11 0,-9-7-13 15,-3 3-3-15,6-3 0 0,6-3 3 0,-7-1 4 16,0 6-4-16,0-11-4 0,2 6-5 0,5 0-2 0,-8-6-3 0,8 2-4 0,0-2-2 0,0 2-5 0,0 1 2 16,0-1-2-16,0-2-1 0,0 6 1 0,8-4-4 15,-8 7-3-15,5-3 4 0,2-1 3 0,-7 6 1 0,7-1 3 0,0 7 2 0,-1-3 1 0,6 2 0 16,-3-1 2-16,-4 6 0 0,8-1 0 0,0-1-1 0,-5 7-3 0,3-2 0 15,9 3-3-15,-7 3 0 0,1 0-3 0,4 0 1 0,-4 3 0 0,7 7-1 0,-3-5-1 16,-4 4 0-16,-2 7 0 0,7-1-1 0,-11-1-1 0,4 6-4 0,-5-5-2 16,-2 3-7-16,2 9-3 0,-7-9-11 0,-7 7-10 0,7-6-13 0,-5 5-13 0,-2 0-12 15,-5-3-9-15,-4 3-11 0,5-5-12 0,-1 2-13 0,-9-3-12 0,10 1-14 16,-10-4-16-16,2 0-14 0,6 0-16 0,-8-6-14 0,8 6-12 16,-6-5-34-16,6 1-43 0,0-3-67 0,0-3-75 0,-1 1-22 0,9-3 6 0,-8 3 17 0,6-6 24 15,0 0 32-15,7 0 33 0,-7 0 38 0,7 0 36 0,0-6 38 0,-5 3 40 16,5 3 55-16,5-6 62 0</inkml:trace>
  <inkml:trace contextRef="#ctx0" brushRef="#br0" timeOffset="7560.94">15864 4954 0 0,'14'0'14'0,"-1"0"132"0,-1 0 75 0,2-4 57 0,-9 4 51 0,3-5 41 0,-3-1 44 0,3 2 40 0,-2-2 43 0,-6 1 41 0,7 1 38 0,-7-1 34 15,0 1 33-15,6-2-92 0,-6 2-161 0,0-1-86 0,0-4-45 0,-6 2-32 16,6 2-21-16,0-4-20 0,-7 5-21 0,7-5-20 0,-6 3-22 0,6-3-21 15,-8 3-15-15,3 0-18 0,5 2-12 0,-8-1-13 16,3-1-14-16,0 3-10 0,-4 3-12 0,4-6-7 16,-2 6-5-16,-6 6-6 0,7-6-3 0,-7 3-4 0,0 3-2 0,-1 3-6 0,-7 3-3 0,11-3-3 0,-11 0-1 0,8 6-4 0,-6 1-3 15,-1-2-2-15,6 0-3 0,-4 6-3 0,4-5-3 0,-6 4-2 0,8-1-6 16,-9-3-3-16,9 4-5 0,6 2-2 0,-7-6-2 0,0 0-1 0,6-2-1 16,1 2 3-16,0 0 3 0,6-5 2 0,0 4 2 0,-7-4 4 0,14 1 5 15,-7-1 3-15,0-5 8 0,6 3 4 0,-6 3 7 0,6-8 6 0,1 3 5 0,6 0 9 16,-5-6 7-16,3 3 9 0,1-3 10 0,2 0 9 0,-1 0 8 15,8-3 6-15,-2-3 5 0,-6 0 6 0,6 3 4 0,1-3 6 0,-1-3 3 0,7 0 3 0,-8-7 4 16,3 7-1-16,-1-6-1 0,0 0-2 0,-1 6 1 0,-7-12-1 0,7 8 0 16,-6-2 1-16,1 0-3 0,-1-6 0 0,0 8-4 0,0-8-3 0,-6 3-4 15,5-1-2-15,-5-2-5 0,1 7-3 0,-3-5-2 0,-5 3-3 0,7 2-8 16,-7 1 0-16,7-2-5 0,-7 3-1 0,0 8-3 0,0-7-4 0,0 11-7 16,0 0-6-16,0-3-10 0,0 3-5 0,0 0-7 0,0 0-4 0,-7 0-7 0,7 3-1 31,-7 8-3-31,7-7-3 0,-5 8-6 0,-3-3 0 0,1 6 0 0,7-2 2 15,-5 2 1-15,-2 6 4 0,0-8 5 0,2 8 2 0,-3-7-2 0,8 5 1 16,-5-4-1-16,-3 6-8 0,8-8-4 0,0 2-8 0,0 0-6 0,0 0-13 16,0-6-12-16,0 6-15 0,0-5-16 0,8-1-18 0,-8 6-20 0,5-6-23 0,3-3-26 15,-3 3-25-15,2 1-22 0,0-4-34 0,-2-1-34 0,10-1-52 0,-10 0-56 0,9 1-44 16,-2-5-31-16,2 0 2 0,-1 0 19 0,1 0 28 0,-2 0 36 0,7-5 39 16,-6 1 44-16,6-5 41 0,1 3 43 0,-1-4 47 0,2 1 50 0,-3-2 58 0,9 2 73 15</inkml:trace>
  <inkml:trace contextRef="#ctx0" brushRef="#br0" timeOffset="7799.14">16457 4984 0 0,'8'-15'7'0,"4"0"120"15,-6 0 75-15,-6 0 56 0,7 2 48 0,-7-2 47 0,7-1 44 16,-7 2 45-16,0 1 41 0,0-2 39 0,-7-1 37 0,7 2 31 0,-7-1 30 0,7 5-82 16,-6-5-150-16,-1 6-79 0,2-1-45 0,-3 1-33 0,2-3-26 0,-1 9-24 0,1-8-27 15,-7 7-27-15,5-2-27 0,-2 3-21 0,1 3-19 0,4 0-18 0,-10 0-10 16,10 0-13-16,-2 3-9 0,-5 3-9 0,4-2-6 0,-5 7-4 0,7-8-1 16,-6 13-5-16,3-7-2 0,-3 6 2 0,6 0-2 0,-7 0 2 0,5-2 1 15,3 2 1-15,-1 6 2 0,-7-6 1 0,5 3-2 0,1-2 2 0,7-1 0 0,-5 3-3 16,5-2-2-16,-6-2 2 0,6 0-1 0,-6 0 3 0,6 1-1 0,0 1 2 15,0-2 0-15,6 2-1 0,-6-1-1 0,6-6-7 0,-6 9-7 0,5-8-15 0,2 5-13 16,1 0-15-16,-2 0-15 0,7-6-20 0,-8 7-23 0,11-7-25 0,-5 0-27 16,1 0-29-16,4 3-28 0,-5-3-28 0,10 1-32 0,-9-5-56 0,8-1-65 0,-8 1-49 15,7-5-37-15,-5 4-3 0,6-4 19 0,-6-4 29 0,4 4 32 0,-4-5 39 16,6 1 42-16,-9-5 42 0,2-3 40 0,3 3 46 0,-5-6 46 0,1 2 61 0,2-2 78 16</inkml:trace>
  <inkml:trace contextRef="#ctx0" brushRef="#br0" timeOffset="8006.2">16778 4744 0 0,'5'-30'12'0,"-5"2"129"15,0-2 79-15,0 6 62 0,0-1 52 0,0 1 53 0,0-1 49 0,-5 6 44 0,5 5 45 0,0-7 36 16,0 11 35-16,-8-3 27 0,8 2 24 0,0 1-96 0,0 5-163 0,0 1-94 16,0-1-56-16,0 5-42 0,0-6-38 0,0 6-36 0,0 0-35 0,0 0-26 15,0 0-24-15,0 0-13 0,0 6-5 0,0-1-1 0,0 4 3 0,8 7 0 16,-8-3-2-16,0 2-3 0,0 6 2 0,0-3 1 0,0 6 6 0,0 1 1 0,-8 5 6 16,8-2 2-16,0 2-1 0,-8 0-5 0,8 0-9 0,0-2-11 0,-5 6-16 15,5-4-16-15,0 0-17 0,0-5-23 16,0 3-25-16,-6-4-28 0,6 6-29 0,0-12-32 0,6 9-37 0,-6-5-42 0,0-1-34 0,0-2-56 0,0 1-58 0,5-5-72 15,-5-1-74-15,0 0-21 0,8 1 4 0,-8-5 25 0,8 1 37 0,-8-3 41 16,5-3 43-16,1-5 49 0,-6 0 49 0,7 0 52 0,-1-5 52 0,2 1 57 0,4 0 62 16</inkml:trace>
  <inkml:trace contextRef="#ctx0" brushRef="#br0" timeOffset="8768.16">16999 4987 94 0,'12'-14'174'0,"-5"-5"57"16,-2 0 46-16,10-1 46 0,-10 1 45 0,2-2 45 0,0 2 47 0,-2 1 42 0,3 2 44 0,-3-4 37 0,-5 7 35 15,8-3-59-15,-2 2-116 0,-6 4-71 0,0 1-50 0,7-3-28 0,-7 9-18 16,0-8-22-16,0 7-27 0,0-2-26 0,0 6-29 0,0-3-27 0,0 3-25 0,0 0-22 15,0 0-17-15,-7 0-43 0,7 0-38 0,-6 3 0 0,-2-3 0 0,3 6 0 16,-3-2 0-16,-4 1 0 0,5 4 0 0,-5-2 0 0,-1 2 0 0,-1 6 0 16,-7-6-24-16,10 6-2 0,-10-5-1 0,9 5-1 0,-7-1 1 0,-1 2-4 15,8-1-4-15,-3-2-4 0,-4-4-6 0,14 6-4 0,-10 0-6 0,3-5-4 16,0-1-3-16,4 6-3 0,2-4-3 0,-1-2 2 0,1 1-1 0,6-6-1 0,-5 7 5 16,5-8 2-16,-8 9 3 0,8-9 4 0,0 3 6 0,0 4 4 0,0-7 6 15,0 3 3-15,0-1 5 0,0 5 3 0,8-4 6 0,-8-3 2 0,5 3 6 0,-5 3 1 16,6-3 6-16,-6-2 2 15,7 5 4-15,-1-4 2 0,-6 1 1 0,8 4 2 0,-1-5 2 0,-2-1 0 0,1 6 3 0,7-5 4 0,-5 4 2 0,5-3 4 16,-2-2 3-16,-3 7 3 16,11-7 3-16,-7 2 1 0,4 3 1 0,2-5 3 0,-4 1 1 0,4 1 2 0,3-3 0 0,-9 3 1 0,8-6 0 0,-1 6-1 0,-7-6-2 15,9 0-3-15,-8-6-3 0,6 6-1 0,-6-6-4 0,1 3-1 0,-2-3 0 16,8 1-1-16,-8 1 2 0,1-5-2 0,-5-1-1 0,5 4 0 0,1-3-1 0,-9-2 1 16,8-2-1-16,-8 3-2 0,3-1 0 0,5-4-1 0,-7 2 1 0,1-2-2 15,-1 0 1-15,7-6-1 0,-6 8-4 0,0-8 1 0,0 3-2 0,-2-1-2 16,3-2 2-16,-3 3 1 0,3-3 2 0,-8 2 3 15,6 1 2-15,-6-3 2 0,5 0-1 0,-5 8 2 0,0-2 0 0,0 5 0 0,0 0-4 0,0 0-1 16,-5 1-4-16,5 5-7 0,-6-1-6 0,6 5-9 0,-8 0-7 0,3 0-5 16,-3 0-6-16,3 5-3 0,-9 4-4 0,7 1 0 0,-6-1-4 0,0 6 1 15,2 0 1-15,-5 4 0 0,3 2 3 0,3-3 3 0,-4 1 6 0,1 2 2 0,-1-2 4 16,2 5-1-16,5-9 2 0,-5 4 1 0,4 1-1 0,1-5 3 0,2 4-1 31,5-4 1-31,-9 0-1 0,9 0 1 0,0-2 3 0,0 2 3 0,9-4 2 0,-9-1 4 16,5 3 3-16,2-2 3 0,1-2 4 0,4 1-1 0,-5 1 3 0,5-3 1 15,2-3 1-15,-1 4 1 0,1-3 5 0,-4 0 1 0,11-6 3 0,-8 3 1 16,6-3 1-16,1 0 0 0,-6 0 6 0,4 0 1 0,1-3 1 0,2 3 1 16,-8-6 2-16,8 0 2 0,-3-3 2 0,-4 4 3 0,4-3 2 0,-5-3 0 0,7 1 0 15,-8 1 0-15,8-6-1 0,-6 0-3 0,-1 0-30 0,0 0-10 0,-2-4 0 16,5 1 0-16,-4-3 0 0,-1-4 0 0,5-4 0 0,-11 6 0 0,9-7 0 16,-1 0 0-16,-8 2 0 0,2-8 0 0,7 8 0 0,-14-7 0 0,6 7 0 15,1-3 0-15,-2 7 0 0,-5 0 0 0,0 0 0 0,0 4 0 16,0 0 0-16,0 1 0 0,0 4 0 0,0 0 0 0,0 2 0 0,0 1 0 0,0 3 0 0,-5 4 0 15,5-5 0-15,0 5 0 0,-7 5 0 0,7-4 0 0,0 4 0 0,0 0 0 16,-6 0 0-16,6 0 0 0,-7 4 0 0,0 1 0 0,0 1 0 0,2 3-12 16,-3 0-22-16,3 7 1 0,-3-7 3 0,-3 11 6 0,4-4 6 0,-2 2 6 15,4 1 9-15,-1 2 7 0,-1 3 4 0,2 1 2 0,5 3 2 0,-9-2-3 16,9 2 2-16,0 2-1 0,0-2-1 0,0 2 0 0,9 1 0 0,-9-7 0 16,5 4-4-16,2 2-1 0,-1-6-1 0,-1 1-3 0,4-1-5 0,-2-3-10 15,4 1-9-15,-3-1-14 0,5-2-13 0,-8 1-14 0,2-1-18 0,0-4-21 0,0 0-24 16,6 0-30-16,-8-6-30 0,-5 1-36 0,8-1-40 0,-2-4-33 0,-1 5-35 15,-5-10-60-15,8 5-72 0,-8-5-55 0,7 0-50 0,-7-5-2 0,6-1 16 0,-6 2 31 16,0-1 39-16,0-4 45 0,0-1 45 0,0-5 50 0,0 0 53 0,-6 2 48 16,-1-8 51-16,-1 6 67 0,3-3 79 0</inkml:trace>
  <inkml:trace contextRef="#ctx0" brushRef="#br0" timeOffset="8910.2">17552 4915 0 0,'-14'0'17'0,"2"-4"134"0,4 4 81 0,3 0 59 0,-2-6 49 0,0 6 43 0,7-4 41 0,0 4 33 15,0-11 33-15,0 8 31 0,0-4 31 0,0 7 31 0,0 0 30 0,0-5-96 0,7 5-166 16,-7 0-94-16,7-4-54 0,-7 4-34 0,5-5-27 0,3 1-20 0,4-2-21 15,2 3-15-15,-1-3-14 0,0 0-20 0,5 3-26 0,3-3-37 0,-1 0-43 16,-2 2-49-16,8-1-52 0,-5-1-61 0,-3 3-65 0,1-3-113 0,2 6-132 0,-3-4-53 16,3-1-18-16,-1 1 7 0,-8-2 13 0,7-4 30 0,-6-4 33 0,3-1 44 15,-6-4 51-15,3-2 56 0,-5-3 60 0,0-6 67 0,-3 2 74 0</inkml:trace>
  <inkml:trace contextRef="#ctx0" brushRef="#br0" timeOffset="9115.54">17858 4451 0 0,'0'9'43'0,"0"1"163"15,5-4 97-15,-5-1 75 0,0-1 60 16,7-4 50-16,2-4 45 0,-4-1 39 0,-5-5 36 0,5 4 32 0,8-3 30 0,-5 4 28 0,5-5 27 0,-7 5-130 16,7 1-221-16,0-1-122 0,0 1-71 0,0-2-47 0,-5 0-29 0,3 6-23 15,2 0-14-15,2 6-18 0,-9-6-11 0,7 6-30 0,0 3-9 0,0-5 0 16,-7 11 0-16,-1-1 0 0,2 2 0 0,2 2 0 0,-4 3-20 0,-5 3-52 16,-5 4-31-16,5 2-33 0,-9 5-31 0,-3-2-41 0,-1 6-42 0,-6 1-50 15,0 5-53-15,-9-8-83 0,2 8-94 0,-6-5-59 0,0-1-43 0,1-2 4 0,-9-3 26 16,-7 2 40-16,9-3 46 0,-8-2 50 0,1-3 52 0,-1-2 54 0,0 2 58 0,-7-7 61 15,8 1 62-15,-5-1 73 0,2-6 87 0</inkml:trace>
  <inkml:trace contextRef="#ctx0" brushRef="#br0" timeOffset="9878.04">8784 6342 0 0,'-5'0'7'0,"5"0"115"0,-8 0 66 0,8-7 43 0,-5 7 31 0,5 0 25 0,0-3 19 0,0 3 14 0,0 0 9 0,0 0 9 0,0 0 4 0,0 0 15 0,0 0 19 16,0 0-81-16,0 0-136 0,0 0-69 0,0 3-27 0,0 4-11 0,0-2-3 15,0-1 5-15,5 5 9 0,-5-3 10 0,0 3 14 0,8-4 14 0,-8 5 14 16,5 0 2-16,-5 1-7 0,7-4-9 0,2 4-5 0,-4-7-6 0,1 8-5 0,1-3 0 15,-1 0-4-15,7 1-1 0,-6-1-4 0,7 2-4 0,-9-7-1 0,8 2-3 16,1 3-2-16,-2-3-1 0,1-6 3 0,6 3 0 0,-3 3 0 0,0-6 1 16,0 0 1-16,2-6-2 0,3 3-3 0,-2-3-3 0,1 2-2 0,-1-1-2 0,-1-5-1 15,8 4-5-15,-5-3-2 0,-1-6-3 0,5 6-3 0,-6 0-3 16,2-7-1-16,-3 5-1 0,1-2 1 0,-4 4 3 0,4-7 2 0,-14 6 1 0,9 0 1 16,-7 1-3-16,-1-7-1 0,1 7-1 0,-7 0-2 0,0 0 1 0,0-6-2 0,0 5-2 15,-7-1-5-15,1-4-3 0,-1 7-6 0,-7-6-5 0,9 2-5 0,-14-3-7 16,4 6-2-16,3 0-4 0,-7-1-1 0,-1 0-2 0,0 5-2 0,1-4-2 15,-2 3-2-15,3 6 0 0,-3 0-2 0,-3 0 0 0,4 0-1 0,1 6 0 16,-2-3 0-16,-6 8-3 0,9-1-2 0,-3 0-2 0,5 4 0 0,-5 1 0 16,2 4-2-16,-1 0 0 0,1 1 0 0,6 1-5 0,-8 2 1 0,8-2-4 0,0 3-5 15,2 0-5-15,-5 0-4 0,11 1-5 0,-3-1-3 0,3 0-3 0,5 1-6 16,-6-6-3-16,6 1-4 0,6 1-3 0,-6-3-2 0,5 1-2 0,-5-3-3 0,13-2 0 16,-6 1 2-16,7 1 0 0,-1-3-1 0,0-4-3 0,0 2-5 0,6-2-9 15,1 1-13-15,-1 1-13 0,8-3-12 0,-6-3-14 0,2 5-12 0,9-5-20 0,-5 4-24 16,1-3-44-16,4 0-55 0,-8-6-62 0,10 0-66 0,-2 0-17 0,1 0 3 15,-1-6 22-15,2 0 27 0,-2 3 29 0,0-8 31 0,-6 1 33 0,0 1 32 0,1 0 40 16,-1-1 42-16,-8-5 54 0,9 0 62 0</inkml:trace>
  <inkml:trace contextRef="#ctx0" brushRef="#br0" timeOffset="10353.29">9567 6396 73 0,'-7'-16'177'0,"-6"2"66"0,6 4 47 0,2-4 44 16,-3 4 41-16,-3-1 39 0,3 1 42 0,0 1 39 0,3 5 37 0,-1-1 34 0,-1-5 27 15,2 4-52-15,5 1-105 0,-9 1-89 0,9 4-86 16,0 0-41-16,0 0-20 0,0 0-16 0,0-5-15 0,0 5-19 0,0 0-19 0,0 0-18 0,0-6-18 15,0 6-11-15,9 0-13 0,-9-4-7 0,0 4-8 0,5-4-6 0,2 4-7 16,-7 0-9-16,6-5-5 0,-1 5-5 0,3 0-6 0,5 0-4 0,-7 0-2 16,7 0-6-16,2 5-1 0,-3-1-2 0,0 0-3 0,1 7-1 0,1-7-2 0,-2 11 1 15,8-4 0-15,-8 2-2 0,4 2 0 0,-5 1-1 0,2 2-1 0,2 2-6 16,-10 0-2-16,1 4-9 0,0-3-7 0,1 3-8 0,-7 0-6 0,0 4-10 16,0-4-8-16,0 3-7 0,0-5-9 0,-7 5-7 0,1-5-10 0,0-1-4 15,6-2-1-15,-5 1 1 0,-2-5 1 0,-1 0 8 0,2-2 4 0,-7 2 8 0,8-6 7 16,-2 3 9-16,-2-8 12 0,4 5 10 0,-2-3 11 0,1-3 12 0,1-3 12 15,-4 0 10-15,2 0 6 0,2 0 6 0,-1 0 10 0,6-3 8 0,-8-3 10 16,3 2 7-16,-3-1 7 0,8-5 3 0,-5 4 5 0,-2-3 4 0,7 0 2 0,-7-6 5 16,7 6-2-16,-5-7 2 0,5 1 2 0,-8 1-2 0,8-5-1 0,-7-2-6 15,7 3-5-15,0-1-5 16,0-2-1-16,0-3-6 0,0-1-6 0,0 1-7 0,7-1-5 0,-7 1-4 0,8 0-3 0,-8-1-3 0,5 1-2 0,2 4-7 16,0 1-3-16,-2 0-3 0,3 4-5 0,5 0-5 0,-7 6-1 0,6-7-1 15,2 7 1-15,-1 4-2 0,1-5-1 0,-2 6-2 0,1-1-3 0,8 5 0 16,-10 0-2-16,10 0 1 0,-2 5 0 0,1-1 1 0,4 0 1 0,-3 7 0 0,-3-2 2 15,9 7-1-15,-6-7-1 0,-2 6 1 0,-1 0 1 0,3 0-1 0,-8 4 3 16,6-5-3-16,-6 6 4 0,-5-2-5 0,5-3 1 0,-8 6 0 16,0-2-3-16,4 1-2 0,-4-1-4 0,-5-4-4 0,7 3-6 0,-7 3-4 0,0-7-7 0,0 0-6 15,0 1-7-15,-7 1-8 0,7-2-11 0,-5 1-12 0,5-5-13 0,-9 5-21 16,4-6-14-16,5 0-21 0,-5 1-18 0,5 1-21 0,-8-7-22 0,8 7-22 16,-5-7-19-16,5 5-31 0,0-3-33 0,0 3-47 0,5-3-47 0,-5-3-45 0,8-3-34 15,-3 6 0-15,0 0 18 0,4-6 31 0,-4 0 33 0,8 0 40 0,-5-6 39 16,5 0 39-16,0 6 40 0,-7-9 47 0,7 4 46 0,-1-5 55 0,2 1 71 0</inkml:trace>
  <inkml:trace contextRef="#ctx0" brushRef="#br0" timeOffset="10922.27">10466 6512 0 0,'0'-4'14'0,"6"-1"66"0,-6-1 33 0,0 2 29 0,0-7 27 0,0 7 26 0,-6-1 26 0,6 1 23 0,0-2 20 0,0 2 19 0,-7-1 15 0,7-1-8 16,0 3-24-16,-6 3-43 0,6-6-57 0,0 6-32 0,-8-6-18 0,8 6-15 0,0-4-13 16,-5 4-10-16,5 0-11 0,-7-5 1 15,7 5 1-15,-6-6 9 0,6 2 8 0,0 4 9 0,-6-3 10 0,6 3 11 0,-7-6 16 0,7 1 12 0,-8 5 15 16,8-4 9-16,0-2 9 0,-5 0 6 0,5 2 2 16,-8-1-2-16,8 0-3 15,-6 1-5-15,6-2-4 0,0 2-6 0,-5-5-5 0,5 4-8 0,-7-2-10 16,7 4-13-16,-8-3-12 0,8-3-13 0,-6 3-10 0,6 3-12 0,-6-3-10 0,6 2-10 15,-7-7-13-15,7 7-7 0,-5-2-10 0,-3 1-9 0,8 1-11 0,-8-1-5 16,3-1-7-16,-1 6-5 0,1-4-3 0,-2 0-3 0,-2 4-3 0,-3-5-2 16,6 5-1-16,1 0-1 0,-11 0-4 0,11 5-1 0,-1-5-3 0,-7 4 1 15,5 0 1-15,-4 2-2 0,5-1 4 0,0-1-2 0,2 7 0 0,-3-1-2 0,3 5 1 16,-3-6 0-16,2 6-1 0,1 0-2 0,-3-2 2 0,0 7-1 0,8-4 0 0,-5 2-3 16,5-3 0-16,-8 4-3 0,8 2 0 0,0-8-3 0,0 8-1 0,0-6-1 15,0-2-3-15,0 1 0 0,0 2-1 0,0-5 1 0,8 2 2 0,-3-4 2 16,-5 3 5-16,8-3 3 0,0-3 4 0,-3-2 6 0,1 5 6 0,2-4 4 15,5-5 7-15,-8 4 8 0,9-4 7 0,-9 0 7 0,10 0 8 0,-2-4 8 16,-2 4 6-16,5-5 5 0,2 1 7 0,-4-5 4 0,-2-3 5 0,-1 9 5 0,10-9 3 16,-8 3 5-16,8-4 3 0,-10 2 5 0,2-5 3 0,2 7 0 0,-3-6 3 15,0 6-1-15,2-6-4 0,-7 0-2 0,-1 2-2 0,7 3-3 0,-5-4-2 16,-3 2-5-16,3-3-4 0,-3 8-5 0,-5-4-8 0,5 7-7 0,-5-8-9 16,9 8-35-16,-9-1-3 0,0 5 0 0,0 0 0 0,0 0 0 0,0 0-10 0,0 0-24 15,0 0-2-15,0 5 0 0,0 5-3 0,0 0 0 0,0 1-1 0,0 2 1 16,0 8 3-16,7-7 4 0,-7 9 2 0,0 3 5 0,0-3 3 0,0 7-1 15,0-6-3-15,0 6-9 0,0-2-11 0,0 2-12 0,-7 4-14 0,7-4-13 16,0 0-15-16,0-2-18 0,0-4-17 0,0 6-18 0,0-6-15 0,0 1-18 16,7-6-13-16,-7 2-18 0,0-3-16 0,5-3-34 0,-5 1-38 0,0-2-70 15,0-4-80-15,6 4-37 0,-6-10-14 0,0 8 11 0,8-8 20 0,-8 1 32 0,0-5 31 16,0 0 35-16,5-5 35 0,3 1 42 0,-3-8 44 0,2 3 53 0,0 0 57 0</inkml:trace>
  <inkml:trace contextRef="#ctx0" brushRef="#br0" timeOffset="11255.82">10707 6478 0 0,'0'-24'14'0,"7"-1"130"0,-7 1 80 0,5-1 56 0,-5 5 47 0,8 2 42 0,-8-3 36 0,5 2 38 0,-5 4 37 16,0 0 33-16,6 6 32 0,2-1 28 0,-8 1 28 0,5 0-92 0,-5 2-163 0,7 2-90 15,-7 1-53-15,0 4-32 0,9-5-21 0,-9 5-19 0,0 0-19 0,0 0-18 16,0 0-14-16,0 0-12 0,0 5-9 0,0-1-9 0,0 1-8 0,0 2-6 16,0 2-8-16,0 0-4 0,5 1-1 0,-5 4-4 0,0 2 1 0,0 2 0 15,0-3 2-15,0 10-3 0,0-6-3 0,0 7-4 0,0-4-6 0,0 5-5 0,0 1-4 16,0-4-9-16,6 6-8 0,-6 0-7 0,7-7-3 0,-7 3-6 0,5-2 1 15,4-5 0-15,-4 5-1 0,2-9 2 0,-1 4 1 0,7-4 1 0,-5-4 1 0,4-3 1 16,-5 3 5-16,5-7 6 0,1 1 12 0,1-5 7 0,-1 0 6 0,0 0 9 16,-2-5 7-16,10 1 6 0,-8-2 8 0,0 1 5 0,0-3 8 0,0-3 4 15,1 1 8-15,-7 1 4 0,4-6 4 0,2 0 3 16,-5 0-1-16,4 0-3 0,-5 2-4 0,-2-8-2 0,3 2-7 0,-1 1-8 0,-1-3-9 0,-6-3-12 16,7 5-17-16,-7-7-13 0,0 3-10 0,6-3-15 0,-6 4-8 0,0 1-9 15,0 1-14-15,0 1-8 0,0 0-10 0,-6 8-15 0,6-2-15 0,0 3-19 0,-7 5-18 16,7-5-19-16,0 4-17 0,-6 6-30 0,-1 0-36 0,-1 0-53 0,3 6-67 15,-2-2-80-15,0 2-87 0,2 3-28 0,-3 0 1 0,3 1 21 0,-3 1 27 0,-3 4 35 16,4-6 39-16,-1 5 43 0,-5-4 45 0,7 6 52 0,1-7 54 0,-3 0 67 16,0 1 69-16</inkml:trace>
  <inkml:trace contextRef="#ctx0" brushRef="#br0" timeOffset="11730.71">11149 6424 106 0,'7'0'228'0,"-2"-6"82"0,-5 2 60 0,0 1 45 0,9-3 31 16,-9-3 34-16,0-3 31 0,0 3 29 0,0-6 25 0,5 11 25 0,-5-5 19 0,7-3-74 15,-1 3-128-15,-6 0-126 0,8 3-120 0,-2 3-60 0,-6-3-28 0,7 2-11 16,-2-1-6-16,2 5-7 0,-7-6-13 0,7 6-10 0,-7-4-7 0,5 4-8 16,-5 0-3-16,0 0-3 0,8 4-1 0,-8-4-6 0,0 6-1 0,7-1-4 0,-7-1 0 15,0 5-1-15,0-3 1 0,5 3 1 0,-5 0 3 0,0 3 2 0,0 1 1 16,0-3 1-16,0 4 0 0,0-2 1 0,0 3-1 0,0-2 0 0,0 2-2 0,0 0-2 16,0-6-2-16,0 6-2 0,0 0-4 0,9 0-3 0,-9-5 1 0,5 3 1 15,0-2-1-15,3-2 3 0,-3 1 4 0,3 1 0 16,-2-3 0-16,7 2 1 0,0-6 2 0,-5 2 2 0,2 0 3 0,4-3 5 15,1 3 1-15,-3-6 5 0,0 0 4 0,1 0 5 0,1 0 5 0,-2-6 3 0,2 3 5 0,-1-3 3 0,0 0 5 16,0 2 3-16,0-1 2 0,0-4 4 0,-5-1 5 0,3 5 3 0,-3-5 9 16,5 1 2-16,-8-2 3 0,3 1-1 0,-2 1-1 0,-1-6-3 0,2 5-1 15,-7-4-6-15,8 0-3 0,-8 3-4 0,0-4-2 0,0 0-3 0,0-3-3 16,0 2-33-16,-8 2-14 0,8 0 0 0,-7 5 0 0,2-6 0 16,-1 0 0-16,-2 6 0 0,8-1 0 0,-13-1 0 0,8 7 0 0,-3-7 0 0,2 7 0 0,1-1 0 15,-10 5-24-15,9-6-20 0,-1 6-9 0,1 6-4 0,-7-1-8 0,5-1-1 16,-3 1 1-16,4 5-4 0,2 1 5 0,-9 2 2 0,7-3 2 0,1 4 2 15,-8 2 5-15,7-1 2 0,2 3 1 0,-2-2 6 0,0 2 6 0,2-3 5 16,-3 0 5-16,8 6 3 0,-7-8 0 0,7 2 1 0,-5 6-2 0,5-8-6 0,0 1-3 16,0 2-4-16,0-1-5 0,0-1-1 0,0-4-5 0,5 5-5 0,-5 0-2 15,7-6-9 1,1 1-5-16,-3 5-11 0,2-6-7 0,0 1-9 0,5-1-11 0,2-4-8 0,-1 5-9 0,1 1-14 0,-2-7-12 0,-1 2-17 0,10-1-13 0,-2-1-19 16,-4-4-20-16,4 4-32 0,-1-4-40 0,8 0-59 0,-6 0-65 0,0 0-21 15,-1-4 4-15,9 0 14 0,-11-1 26 0,3-5 28 0,7 4 32 0,-8-3 34 0,7-2 33 16,-6-2 37-16,-1-2 39 0,8 5 49 0,-7-5 55 0</inkml:trace>
  <inkml:trace contextRef="#ctx0" brushRef="#br0" timeOffset="12063.18">12029 6400 0 0,'0'-16'20'0,"-7"7"139"0,7-6 80 0,-7 6 61 0,1-7 54 0,-1 7 51 0,2 0 48 0,-4-6 46 0,4 6 42 0,5-7 40 0,-5 7 32 0,-3-2 34 0,8 7 27 16,-6 0-103-16,6-1-179 0,-7-1-95 0,7 6-51 0,0 0-41 0,0 0-30 0,0 0-33 15,0 0-30-15,0 0-28 0,0 0-28 0,0 0-21 0,0 0-18 0,0 0-12 16,0 0-7-16,-8 0-1 0,8 6-8 0,0-1 0 0,0 3-3 0,-5-2-2 15,5 8 1-15,0-4 2 0,0 1 3 0,-6 2 3 0,6 8 6 0,0-6 5 16,0 4 2-16,0-1 1 0,0 3-4 0,0-2-4 0,0 2-3 0,6-3-3 0,-6 1-2 16,5 2-2-16,-5-3 2 0,8-3-2 0,-8 6-1 0,7-6 0 0,-1-7 0 15,2 6-1-15,-3 1 0 0,9-3 3 0,-9-3-3 0,2 0 2 0,-1-5 2 0,8 7-1 16,-7-7 0-16,-2 2 3 0,8-6 3 0,-5 0 3 0,3 0 4 0,-4 0-1 16,2 0 3-16,-4-6 2 0,8 6 3 0,-8-4 0 0,3-7 5 0,0 7 2 15,3-5 2-15,-4 0 4 0,-1-3 4 0,2 3-1 0,-3-6 1 0,2 2-2 16,-1-2 0-16,0-6 1 0,1 6-2 0,1-3 0 0,-8-7 2 0,5 6-3 15,3-1-1-15,-8-5-5 0,6 1-3 0,-6 4-5 0,5-3-6 0,-5 2-4 16,0 3-6-16,0 3-4 0,0-1-8 0,0 2-5 0,0 0-8 0,0 3-12 0,0 1-11 16,0 5-16-16,0-4-20 0,0 9-25 0,0 0-29 0,0 0-36 0,0-6-39 15,0 6-34-15,-5 6-38 0,5-6-51 0,0 9-62 0,-6-4-74 0,6 5-81 0,0 5-24 16,0-5 4-16,-8 10 23 0,8-5 36 0,0 4 41 0,0-4 48 0,0 4 51 16,0-4 54-16,0-1 52 0,0-4 51 0,0 0 61 0,8 1 67 0</inkml:trace>
  <inkml:trace contextRef="#ctx0" brushRef="#br0" timeOffset="12476.19">12444 6384 0 0,'8'-4'36'16,"-8"4"152"-16,8-5 82 0,-8-4 58 0,0 3 45 0,5-3 46 0,-5-7 45 16,0 7 44-16,8-6 43 0,-3 2 38 0,0 2 35 0,-5 1 31 0,9-4 24 0,-9 8-120 15,5-2-204-15,-5-3-102 0,0 8-45 0,7-4-28 16,-7 2-15-16,0 1-25 0,6-1-28 0,-6 5-30 0,0 0-28 0,0 0-22 0,0 0-19 0,0 0-15 16,0 0-14-16,0 0-8 0,0 0-5 0,-6 5-4 0,6-1-4 0,0 1-2 15,-7 5 1-15,7 1 1 0,0-3 0 0,-5 3 3 0,5 4 0 0,-9 0 3 16,9-2-1-16,-5 2 3 0,5 1-1 0,-5 2 0 0,5-3-5 0,-8 0-5 0,8-5-4 15,0 4-1-15,0-4-3 0,0-1 0 0,0 3 0 0,8-3 5 0,-8 0 4 16,5-3 6-16,-5-2 8 0,5 1 9 0,4-1 5 0,3 1 5 0,-6 1 6 0,7-6 5 16,-5 0 2-16,4-6 4 0,0 6 2 0,3-5 4 0,-1 1 5 0,-4-1 3 15,3-5 1-15,3 6 4 0,-11-7 3 0,8 2 3 0,0-6 0 0,-7 5 6 16,1-4 3-16,7 4 6 0,-9-5 2 0,3 0 0 0,-8 2 2 0,5-2-1 16,1 0 1-16,-6 0-1 0,0-4-3 0,0 4-3 0,0 0 1 0,0-3-4 15,-6 2-3-15,6-4-4 0,-5 7-9 0,-3-8-3 0,3 6-5 0,-2 2-1 0,0-2-2 16,-6 0-1-16,6 5-5 0,-6 1-3 0,7-2-5 0,-7 7-8 0,0-2-8 15,0 1-7-15,-1 5-6 16,2 0-4-16,-2 0 0 0,1 5-2 0,0 5-2 0,0 1-3 0,0-2-3 0,-1 5 1 0,9 0-2 0,-8 2 3 0,0-1 1 16,0 3 4-16,7 3 4 0,-2-2 3 0,-5-5 2 0,8 7 3 0,-2-2-2 0,0 0 2 15,2-4-6-15,5 4-2 0,-7 2-8 0,7-3-9 0,-8-3-8 0,8 6-6 16,0-6-9-16,8 3-6 0,-8-2-9 0,7 2-6 16,-2-3-7-16,2 0-9 0,0 4-14 0,-2-4-15 0,8 0-17 0,1-6-17 0,7 6-16 0,-8-5-21 0,6 4-24 15,-1-4-71-15,3-1-90 0,3 3-57 0,-4-3-43 16,7-5-7-16,-1 1 9 0,0-1 23 0,1 2 27 0,-3-6 34 0,4 0 37 0,5-6 40 0,-10 2 42 0,5-5 46 15,-1 0 52-15,5-6 71 0,-8-6 90 0</inkml:trace>
  <inkml:trace contextRef="#ctx0" brushRef="#br0" timeOffset="12794.06">13513 5998 0 0,'0'0'56'0,"0"0"170"0,0-4 95 0,0-1 66 0,0 1 50 0,0-1 35 0,0-5 29 0,0 1 26 0,0-3 23 0,0-1 21 0,0 4 22 0,8 3 22 0,-8 0 22 0,5-3-136 0,-5 4-230 0,7 1-112 0,-7 4-52 15,0-6-21-15,7 6-4 0,-7 0 0 0,0 0 5 0,0 0 4 0,0 0 2 16,0 0-3-16,0 0 2 0,-7-5-6 0,7 5-9 0,0 0-14 0,-7 5-16 16,2-5-15-16,-3 6-15 0,3-2-11 0,-3 1-8 0,-3 1-9 0,-5 3-3 0,4 1-5 15,1-1-3-15,-5 6-4 16,-2-6-1-16,4 12 0 0,2-8-3 0,-8 2 6 0,8 6 2 0,-2-3 0 0,1 3 3 0,6 3-1 0,-7-5-1 0,4 11 1 16,2-6 0-16,-5 1 1 0,7 3 0 0,-1 6-5 0,1-4-2 0,-2 0-8 15,3 4-8-15,-3-1-10 0,8 1-9 0,-5 2-10 0,5-3-7 0,0 1-7 0,5 2-8 16,-5-3-8-16,8-2-11 0,-3 2-15 15,3-4-15-15,-2 0-14 0,7 0-13 0,0-3-10 0,0-2-9 0,0 0-11 0,0-4-10 0,6 4-13 0,1-10-15 0,0 7-33 16,0-13-42-16,-1 7-61 0,2-4-64 0,2-7-15 16,-2 2 11-16,6-1 22 15,-8-5 26-15,6 0 32 0,10-5 33 0,-12-5 32 0,4 4 35 0,6-9 35 0,-6 6 41 16,5-9 48-16,-6 2 59 0</inkml:trace>
  <inkml:trace contextRef="#ctx0" brushRef="#br0" timeOffset="13157.93">14150 6370 0 0,'8'-19'2'0,"0"0"121"0,-3-5 92 0,-5 3 68 0,0 2 53 0,0 4 48 15,0-3 45-15,-5 2 46 0,5 1 41 0,-8 1 37 0,0-2 33 0,3 1 32 16,5 2 29-16,-6 4-76 0,-1-3-140 0,7 3-95 0,-5-6-75 0,-4 11-40 16,9-5-23-16,-5-2-26 0,5 1-21 0,-7 5-19 0,7 1-21 0,-6-2-15 15,6-3-12-15,-5 4-11 0,5 5-13 0,-9-4-9 0,9 4-15 0,0 0-12 16,0 0-18-16,-7-6-7 0,7 12-11 0,-5-6-7 0,-2 4-5 0,1-4-3 16,0 9-7-16,-2-4 1 0,1 5-4 0,-4 1 1 0,3 4-2 0,-5-2 0 15,0 2 2-15,0 6 4 0,7-2 2 0,-7-1 7 0,0 3 3 0,8 3-1 0,-9-5 2 16,7 6-4-16,-6-1-3 0,6 0-4 0,0 0-5 0,2 1-3 0,-2-5-4 15,7 5-2-15,-6-1-1 0,6-5-2 0,0 6-1 0,0-5-2 0,6-1 3 0,-6-4 2 16,7 3 1-16,-2-2 4 0,2-1 4 0,0-1 6 0,6-4 5 0,-6-1 8 16,7 7 4-16,-4-11 6 0,4 4 5 0,-1-5 2 0,8 2 3 0,-8-1 2 15,6-5 1-15,1 0 4 0,-8 0 0 0,7 0 4 0,1-5 2 0,1-1 3 0,-3-3 4 16,3 5 4-16,-9-5 4 0,8-3 3 0,-1 3 7 0,-7-1 6 0,4 0 5 16,-5-4 1-16,1 5 3 0,-3-6-3 0,-4 0 3 0,8 0-2 0,-8-4-3 15,-5-1-2-15,9 1-7 0,-9-2-6 0,0 2-8 0,0-5-11 0,0 4-15 16,-9-3-13-16,4 2-14 0,-1-3-9 0,-1 5-11 0,-7-7-14 0,2 4-14 0,1 1-15 15,-5 2-13-15,4-2-18 0,-7 3-19 0,-1-1-15 0,0-2-9 0,1 6-12 16,-2 2-10-16,3-2-14 0,-3 0-20 0,9 9-24 0,-8-3-23 0,2 4-47 16,5 5-58-16,-8 5-55 0,8-1-61 0,-6 1-9 0,6 5 14 0,0 1 23 0,0 4 24 15,0-6 30-15,-6 5 34 0,6 0 38 0,-1 2 41 0,2-1 45 0,-2-1 47 16,1 2 60-16,8-3 68 0</inkml:trace>
  <inkml:trace contextRef="#ctx0" brushRef="#br0" timeOffset="13395.91">13755 6293 59 0,'-8'5'150'0,"8"-5"59"0,0 0 49 0,0 0 42 0,8 0 35 0,-8 0 38 0,0 0 39 16,0 0 33-16,6-5 38 0,-6-1 32 0,7 6 33 0,-1-4-47 0,1-2-90 0,-1 1-70 15,1-4-56-15,-1 3-38 0,8 2-26 0,-7 0-18 0,6-1-14 0,-8-1-17 16,9 3-15-16,-2-4-17 0,2 2-16 0,-1 1-13 0,-8 4-14 0,9-5-12 16,-1 5-12-16,0 0-10 0,0 0-10 0,0 0-8 0,0 5-7 0,0-1-4 0,1 1-6 15,-1 5-3-15,0-4-7 0,-2 7-2 0,4-2-6 0,-3 4-3 0,-5 0-2 16,5-2-3-16,-3 8-2 0,-4-2-1 0,1 5 0 0,1-3-2 0,-2 7 2 16,-5-4-3-16,9 6-6 0,-9-5-7 0,0 3-10 0,0 2-9 0,0-1-12 15,0 2-11-15,0-9-13 0,0 8-12 0,0-6-12 0,0 1-17 0,5-6-18 0,-5 7-23 16,0-11-27-16,7 4-26 0,-7-1-27 0,6-2-21 0,-1-2-21 0,3 1-45 15,0-6-56-15,-3 1-64 0,2 5-68 0,0-11-13 16,6 7 7-16,-6-7 22 0,5 1 30 0,0-5 38 0,4-5 40 0,-11 5 45 0,6-10 42 0,10 1 47 0,-8 0 44 16,1-7 59-16,-2 2 67 0</inkml:trace>
  <inkml:trace contextRef="#ctx0" brushRef="#br0" timeOffset="13697.23">14614 6272 0 0,'7'11'58'0,"-1"-7"166"0,1-8 88 0,-7-2 59 0,6 1 46 15,-6-4 38-15,8-1 32 0,-8-8 35 0,5-27 33 0,-5 5 29 0,8 15 23 0,-3 7 26 16,-5 3 26-16,5 6-141 0,4-1-233 0,-4 4-106 0,2 1-43 0,1 1-15 16,-8-2-7-16,5 1-6 0,-5 1-6 0,7 4-9 0,-7 0-13 0,0-5-9 15,0 5-7-15,0 0-8 0,0 0-9 0,0 0-13 0,0 0-13 0,0 0-9 16,0 0-10-16,0 9-6 0,0-4-3 0,0 1-2 0,0 3 1 0,0 1-1 0,0 5 0 16,0 0 0-16,0 0 1 0,0 0 4 0,0 4 3 0,7-1 2 0,-7 7 4 15,0-5-1-15,-7 5-1 0,7-1-7 0,0 6-5 0,0-2-10 0,-7 2-11 0,7-2-8 16,0 6-9-16,-5-4-4 0,5 0-3 0,0 0-4 0,0-2-2 0,0-3-3 15,0 4 1-15,0-10-1 0,5 6 2 0,-5-5 3 0,7-4 5 0,0-3 8 16,-2 1 8-16,3 1 6 0,-2-5 3 0,1 1-2 0,4-3-7 0,-4-3-16 16,7 5-17-16,-7-5-21 0,4-5-21 0,5 6-23 0,-5-6-25 0,2 0-23 15,2-6-24-15,-10 6-27 0,7-5-24 16,3 1-47-16,-10-2-54 0,3-3-62 0,3 5-66 0,-4-7-10 0,2-4 13 0,-4 5 26 0,-5-4 31 0,6 1 36 0,-6-3 37 16,7 1 39-16,-7-3 38 0,0-3 40 0,-7-3 41 0,7 5 55 0,-6-7 61 0</inkml:trace>
  <inkml:trace contextRef="#ctx0" brushRef="#br0" timeOffset="13840.55">14795 6199 0 0,'-11'-13'78'0,"-1"-3"106"31,-4 2 63-31,5-1 55 0,4-1 47 0,-7 7 45 0,2-6 44 0,5 6 40 0,-6 0 39 0,6-1 30 0,7 4 24 0,-5 1-5 0,-4 1-26 16,9-2-100-16,0 6-146 0,0 0-76 0,0 0-42 0,0-5-33 0,0 5-30 0,9 0-27 0,-9-4-28 15,0 4-21-15,5 0-19 0,2 0-12 0,-7-5-7 0,8 5-5 0,-3 0-4 16,9 0-19-16,-9 5-26 0,9-5-31 0,-1 0-35 0,-1 4-39 0,9-4-37 16,-10 5-60-16,10-5-72 0,-7 6-89 0,6-2-90 0,-3 1-32 0,3 1-8 0,-6-2 12 31,7 2 19-31,-3-6 34 0,-4 5 43 0,4-5 46 0,-5 0 49 0,0 4 51 0,-6-4 55 15,5 0 66-15,3 0 71 0</inkml:trace>
  <inkml:trace contextRef="#ctx0" brushRef="#br0" timeOffset="14062.99">15103 6277 0 0,'-13'16'62'0,"0"-7"172"16,7 0 95-16,-1 1 71 0,-1-5 55 0,3 1 48 0,5-6 44 16,0 0 43-16,20 0 41 0,-8-6 33 0,-5 6 33 0,-2-5 26 0,-5 5 24 0,8-4-153 15,-8 4-251-15,0 0-125 0,0 0-64 0,0 0-39 0,0 0-24 0,0 0-25 16,0 0-38-16,0 0-28 0,0 0 0 0,0 0 0 0,0 4 0 0,0 1 0 15,6 1 0-15,-6-3-5 0,0 9-15 0,0-3-4 0,7 1 2 0,-7-1 3 16,0 6 0-16,0 0-3 0,6 4-7 0,-6-4-17 0,0 5-14 0,0-1-24 16,0 0-21-16,0-4-25 0,0 4-24 0,0 1-34 0,0-5-36 0,7-1-35 0,-7 0-33 15,0 1-47-15,6-3-54 0,-6-3-78 0,0 0-89 0,8 1-24 0,-3-5 6 16,-5-1 26-16,8 2 35 0,-3-6 38 0,0 0 42 0,-5-6 48 0,9 2 51 0,-9-7 50 16,0-2 49-16,0-2 58 0,0-6 61 0</inkml:trace>
  <inkml:trace contextRef="#ctx0" brushRef="#br0" timeOffset="14223.17">14954 5946 58 0,'0'-6'173'0,"7"2"70"0,-2-1 48 0,1 1 33 0,1-2 26 0,7 6 25 15,-2-6 21-15,0 3 20 0,3-3 17 0,-2 6 13 0,-2 0 14 0,4-5-59 16,-3 5-103-16,0 0-107 0,2 5-113 0,-1-5-65 0,-6 0-40 0,7 6-29 0,-9-3-24 16,3 3-41-16,2-6-47 0,-1 6-71 0,-4-2-75 0,2 1-52 0,1 5-38 0,-2-7-8 15,-1 3 5-15,3 0 13 0,-3-3 20 0,2 3 29 0,-7 0 34 0,7-2 35 16,0 1 37-16,-7-5 48 0,0 0 51 0,0 4 62 0,0-4 74 0</inkml:trace>
  <inkml:trace contextRef="#ctx0" brushRef="#br0" timeOffset="14619.65">15337 6101 0 0,'6'6'1'0,"-6"-2"117"0,7 1 101 0,-7-5 69 16,7 0 51-16,-7-5 48 0,0 1 48 0,7-2 45 0,-7-3 46 0,0 5 40 16,5-7 39-16,-5 1 35 0,0-5 33 0,8 6-64 0,-3 0-126 0,-5 0-98 15,8 2-84-15,-8-7-41 0,6 4-16 0,-6 5-21 0,0-8-23 0,0 7-22 0,0-3-147 16,0-3-31-16,5 9 0 0,-5-7 0 0,0 5 0 0,0 1 0 0,0 4 0 15,0-6 0-15,0 6 0 0,0 0 0 16,0 0 0-16,0 0 0 0,0 0 0 0,0 0 0 0,0 0 0 0,0 0 0 0,0 0 0 0,0 0 0 0,0 0 0 16,0 0 0-16,0 0 0 0,7 0 0 0,-7 0 0 0,9 6 0 0,-9-2 0 15,5 1 0-15,1 5 0 0,6-1 0 0,-3 0 0 0,3 3 0 0,-1 1 0 16,5 2 0-16,-4-1 0 0,0 2 0 0,3-3 0 0,4 7 0 0,-6-4 0 0,0 2 0 16,5-3 0-16,-2 1 0 0,-5 2 0 0,1-3 0 0,-3 0 0 0,3 0 0 15,-6-2 0-15,0 2 0 0,2-3 0 0,-8 2 0 0,0 0 0 16,0 0 0-16,0 2 0 0,-8 2 0 0,8-3 0 0,-6 1 0 0,0 2 0 0,6 2 0 15,-12 0 0-15,3-2 0 0,9 3 0 0,-7-1 0 0,2-1 0 0,-1 0 0 16,1 2 0-16,-3-3 0 0,0 3 0 0,3-2 0 0,5-1 0 0,-7-3 0 0,7 6 0 16,0-8 0-16,-6 2 0 0,6 0 0 0,0 0 0 0,0 0 0 0,0-6 0 15,0 1 0-15,0 1 0 0,0-3 0 0,0 3 0 0,0-7 0 0,0 7 0 16,-6-8-51-16,6-3-26 0,0 6-4 0,-7 0-11 0,-1-6-12 0,8 4-12 16,-5-4-12-16,-1 0-10 0,-2 0-17 0,-5 0-18 0,6-4-24 0,-5 4-32 0,5-6-34 15,-6 6-39-15,0-6-70 0,2 3-82 0,-10-3-60 0,8 1-43 0,-1 1-6 16,2-7 16-16,-2 3 29 0,-4 3 35 0,4-5 39 0,7-1 45 0,-6 1 51 0,0 1 50 15,7 0 54-15,1 0 55 0,-3-3 70 0,0 8 83 0</inkml:trace>
  <inkml:trace contextRef="#ctx0" brushRef="#br0" timeOffset="14984.05">15975 6174 50 0,'0'-9'121'0,"0"-6"41"0,8 6 35 0,-8-7 32 0,0 7 33 0,0 0 34 0,0-6 34 0,0 6 34 0,0-1 35 0,0-1 34 0,0 1 31 16,-8-4-41-16,8 4-87 0,0 0-38 0,-5 1-17 0,5-2-8 0,-8 2-4 15,8 0-7-15,0-1-6 0,-6 4-9 0,6-3-9 0,0 3-12 0,-7 3-8 0,7-7-11 16,0 5-4-16,0 1-7 0,0-2-4 0,0 6-10 0,0 0-14 0,0-6-10 15,0 6-13-15,0-3-39 0,0 3-106 0,0-6 0 0,0 1 0 0,7 5 0 16,-7-4 0-16,6 4 0 0,2 0 0 0,-3 0 0 0,3 0 0 0,-3 0 0 16,2 0 0-16,5 0 0 0,3 4 0 0,-3 1 0 0,0 4 0 0,9 3 0 15,-8 1 0-15,6 2 0 0,-1 0 0 0,-2 9 0 0,2 0 0 0,3 1 0 16,-2 5 0-16,-6-2 0 0,0 8 0 0,-7 1 0 0,6 3 0 0,-12-1 0 16,8 6 0-16,-16 4 0 0,1-6 0 0,2 0 0 0,-7 6 0 0,-3-4-75 0,-4 4-176 15,-1-4-47-15,1 4-51 0,-7-7-125 0,-1 2-153 0,4 1-59 0,-5-2-15 16,-4-4 18-16,5 0 32 0,-5 1 42 0,6-10 48 0,-8 3 52 0,3-8 58 0,-1-6 58 15,0-5 62-15,-2 2 66 0,-6-11 70 0</inkml:trace>
  <inkml:trace contextRef="#ctx0" brushRef="#br0" timeOffset="18699.99">6064 9364 0 0,'0'0'20'0,"5"0"27"0,-5 0 18 0,0 0 19 0,0-4 20 0,0 4 22 0,0 0 26 0,0 0 26 0,0-5 27 0,0 5 18 16,8-4 10-16,-8 4 3 0,0-6-4 0,0 6 1 15,0 0 5-15,0-3 1 0,0 3-2 0,0 0 1 0,0-7-6 0,0 7-5 0,0 0-12 0,0 0-12 0,0-5-13 16,0 5-11-16,-8-4-13 0,8 4-10 0,0-5-6 0,0 5-5 0,0 0-9 15,0 0-7-15,0-6-8 0,0 6-9 0,0 0-7 0,0 0-9 16,0 0-9-16,0-4-6 0,0 4-9 0,0 0-4 0,0 0-10 0,-5-5-4 0,5 5-5 0,0 0-5 16,-7 0-5-16,7 0-7 0,-9 0-3 0,9 0-9 15,-5-4-3-15,-1 4-4 0,-1 0-6 0,7 0-3 0,-13 0-6 0,7 0-1 0,-1 0-6 0,1 0-2 16,-1 0-6-16,1 4-1 0,-7-4-2 0,8 5-1 0,-4-5-2 0,-3 4 1 16,4 2-4-16,-4 3 0 0,5-4 0 0,-6 5 0 0,8-4-1 0,-3 3 2 0,-3 6-1 15,4-6 1-15,-2 0 3 0,4 7 0 0,-2-7 5 0,1 6-1 0,1 0 2 16,-3 0-3-16,0-2 5 0,3 2-3 0,5 1 0 0,-6-7-1 0,6 6 2 0,-7-1-2 15,7 2 1-15,0-7 1 0,0 0 0 0,0 6-2 0,0-5-4 0,0-4 1 16,0 3 0-16,0-4 1 0,7 5 3 0,-7-6 1 0,0 1 4 0,6-5 5 16,-6 5 6-16,5-5 3 0,3 4 5 0,0-4 5 0,-3 0 3 0,1 0 9 15,6-4 8-15,-3 4 8 0,3-5 6 0,2 0 5 0,-1-5 3 0,6 6 0 16,-6-7 0-16,8 2 1 0,-3-1-4 0,-5-5 2 0,6 0-2 0,1 6 4 0,0-6-1 16,0 0-2-16,-9 2 1 0,9-2-4 0,-6 0 0 0,-1-4 2 0,0 4-1 15,0 0 3-15,-7-4 2 0,7-2 1 0,-5 7 1 0,-3-5-1 0,0 1-1 0,4-3-4 16,-9 2-6-16,0-6-2 15,5 5-7-15,-5-5-3 0,0 1-6 0,0 6-6 0,0-7-3 0,-5 1-4 0,5-1-6 0,0 1 1 0,0 0-4 0,-9-1 0 16,9 4-1-16,-5 3 1 0,5-1 1 0,-5-2 3 0,5 6 5 0,-8 1 0 0,8 4 5 16,0 1 0-16,0 3 0 0,0 2-2 0,-6-2-7 0,6 6-4 0,0 0-6 15,0 0-6-15,0 0-6 0,0 0-5 0,-7 0-5 0,7 0-5 0,0 6-2 0,-6-2-3 16,6 7-4-16,0-7 0 0,-7 11 0 0,7-6 2 0,-6 6 3 0,6 1 6 16,-8 2 4-16,8 3 4 0,-5-2 4 15,5-1 4-15,-7 3 3 0,7-2 1 0,0 5 0 0,0-3 1 0,-6-3-1 0,6 3 1 0,0 3 0 0,0-5 1 16,0 2-1-16,0 1-1 0,6-1 1 0,-6-2 0 0,0 1 3 0,7-1-1 15,-7 0-1-15,5 1-3 0,3-1-4 0,-8 2-6 0,6-3-8 0,1 3-7 16,-1-8-12-16,1 2-8 0,-1 6-11 0,2-12-12 0,2 6-12 0,-1-6-15 0,-4 7-18 16,2-13-19-16,6 9-19 0,-6-3-25 0,0-5-24 0,6 1-44 0,-8 1-48 31,9-2-79-31,-9-4-85 0,11 0-28 0,-11 0 0 0,2 0 15 0,4-4 23 0,-3-2 29 16,0 1 32-16,-3-5 34 0,1 1 39 0,1 0 41 0,-1-7 47 0,2 2 57 15,-1-1 63-15</inkml:trace>
  <inkml:trace contextRef="#ctx0" brushRef="#br0" timeOffset="19080.37">6559 9135 0 0,'5'-10'7'0,"-5"1"122"0,7-2 79 0,-7 7 57 0,7-1 44 0,-7-5 43 0,0 7 35 0,5-9 36 0,-5 9 36 0,0-9 33 0,0 8 29 0,0-1 29 0,0 1 27 0,0 4-83 16,0-5-148-16,0 1-84 0,0 4-47 0,0-6-32 0,0 6-18 0,0 0-16 16,0 0-16-16,0 0-16 0,0 0-18 0,0 0-14 0,-5 0-15 0,5 0-13 15,0 0-13-15,0 0-14 0,-7 6-10 0,7-6-11 0,0 4-8 0,-7 1-6 0,7-1-5 16,-5 5-5-16,-2-3-3 0,7 3-2 0,-9 3 1 0,4-3 1 0,-1 4-1 15,-1 2 4-15,2-4 1 0,-4 3 3 0,9 0 2 0,-5 7 0 0,-2-6 2 0,1-2-1 16,1 8 2-16,-3-6 0 0,8 3-2 0,-8 1 1 0,3-3-2 0,5 2 0 16,0 2-2-16,0-4-2 0,-7-3 0 0,7 7 0 0,7-4-2 0,-7-2 0 15,0-4-1-15,0 4 0 0,5-4 1 0,3 0-1 0,0-1 3 0,-8 0 2 16,11 2 2-16,-4-7 2 0,-2 5 2 0,9-2 1 0,-7-7 3 0,4 5 2 0,-2-5 4 16,3 4 3-16,2-8 3 0,-1 4 2 0,6-5 6 0,-7-2 1 15,1 4 6-15,1-3 4 0,-1-3 5 0,0 3 5 0,0-3 5 0,1 0 5 0,-2-1 7 16,1 0 6-16,-7-4 0 0,2 4 1 0,-3-4 3 0,2 4-3 0,-1-5-2 15,2 0-3-15,-8 0-6 0,0 0-7 0,0 0-5 0,0-3-5 0,-8-2-10 0,8 5-10 16,-6-3-9-16,-1 3-12 0,2-6-8 0,-9 8-13 0,7-2-10 0,-6 0-11 16,-1 0-14-16,4 0-16 0,-3 0-17 0,-3 6-12 0,5-1-14 0,-10 1-18 15,9 3-22-15,0 3-20 0,-3-3-20 0,3 0-22 0,0 6-19 0,5 0-38 0,-7 6-42 16,8 0-64-16,-1-3-72 0,2 7-34 0,-4-1-21 0,4 2 6 0,-2-2 21 16,1 7 31-16,6-3 34 0,-5-2 40 0,-3 4 37 0,8-5 43 15,0-1 43-15,-8 0 52 0,8 0 58 0,0 3 68 0,8-3 76 0</inkml:trace>
  <inkml:trace contextRef="#ctx0" brushRef="#br0" timeOffset="19587.55">7496 8944 81 0,'19'-9'179'0,"0"-5"65"0,-4-1 50 0,-10 0 45 0,9 0 37 0,-9 0 40 0,-5 0 36 16,7-3 37-16,-7 3 32 0,0-1 34 0,0 2 30 0,0 0-58 0,0 5-109 15,0-6-87-15,0 4-78 0,-7 1-44 0,7 1-26 0,-5 0-22 0,-3 0-19 16,2 2-22-16,1-2-23 0,-3 4-19 0,1-5-20 0,-5 10-19 0,5-4-16 15,-6-1-12-15,0 5-14 0,0 0-8 0,7 0-8 0,-7 5-7 0,0-5-2 0,-6 4-1 16,12 0-3-16,-7 2 1 0,1-1 3 0,1 4 1 0,-2-2 0 0,1 2 4 16,-1-4 3-16,9 5 2 0,0-1 0 0,-8-5 2 0,5 7-2 15,0-1 1-15,3-1-2 0,-1 0 2 0,6-3-2 0,-8 8 4 0,8-10 2 0,-5 12-1 16,5-5 3-16,0-4 0 0,0 4 1 0,0 5 1 0,5-7 3 0,-5 0 3 0,8 6 2 16,-8 0 4-16,6-5-1 0,-1 5 4 0,11-6 3 0,-11 6 1 0,3 0 1 15,2-5-1-15,4 3 4 0,-7 1-1 0,6 1 0 0,1-3 3 0,-1 1 0 0,-2 2 5 16,4-6-1-16,4 6 4 0,-6-5 0 0,0-1-1 0,0 6-1 0,0-4-2 15,-7-1 0-15,7-1-4 0,-6-5 0 0,-1 7-1 0,0-7-1 0,1 7-2 16,-7-8 0-16,8 4-1 0,-8-2 2 0,0-1 0 0,-8 1 2 0,8-1 3 0,-7 5 0 16,1-3 2-16,0 0-1 0,-1 3 0 0,-6-3-3 0,0 3-6 0,0-5-4 15,-1 5-7-15,-4-3-6 0,4-1-9 0,-6 5-8 0,9-4-6 0,-9-2-6 16,6 1-6-16,-4-1-2 0,4 1-1 0,1-5 2 0,0 4 0 0,0-4 4 0,-1 0 6 16,9 6 4-16,-8-6 8 0,6 0 5 0,0-6 6 0,-5 6 5 0,4 0 2 15,8-4 5-15,-5 4-1 0,-3 0 3 0,8-5-1 0,-6 5 4 0,6-4 0 16,0 4 2-16,-5-5 1 0,5 5 0 15,0-4 0-15,0 4-2 0,0 0-1 0,0 0-4 0,0 0-3 0,0-6-1 0,0 6-3 0,5 0-1 0,-5 0 0 0,0 0 0 16,0-6-1-16,6 6 0 0,-6 6 2 0,8-6 0 0,-3 0 4 0,3 0 5 16,4 6 5-16,-5-2 7 0,6 1 1 0,-6-1 8 0,6 1 1 15,-2-1-1-15,5 2 3 0,2 3-2 0,-4 3-2 0,4-3-1 0,-4 0-9 0,6 0-9 0,-9 1-25 16,9 4-32-16,-6-4-28 0,-1 5-28 0,0 0-37 0,0-6-36 0,0 7-66 16,1-1-82-16,-9-6-95 0,8 6-103 0,-7 0-39 0,-6-6-10 15,7 6 13-15,1-6 22 0,-8 1 37 0,0-4 43 0,0 3 45 0,0-3 44 0,-8-3 52 0,8-3 54 16,-7 6 71-16,1-6 76 0</inkml:trace>
  <inkml:trace contextRef="#ctx0" brushRef="#br0" timeOffset="20142.23">7125 10215 92 0,'-8'0'160'0,"3"0"44"0,5-5 35 0,-7 5 35 0,0-4 37 0,7 4 36 0,-5-6 39 0,5 6 32 0,0-6 33 0,-7 2 32 15,7-1 29-15,0-1-63 0,-8 3-118 0,8-3-58 0,0 2-32 0,0-1-14 16,0 1-10-16,0-1-15 0,0-2-16 0,0 3-17 0,8-1-20 0,-8-4-14 16,0 3-12-16,7-3-11 0,-7 0-12 0,5 3-10 0,2-4-10 0,-7 1-8 0,7-2-10 15,-2 3-8-15,3-3-4 0,5 8-6 0,-7-9-4 0,-1 3-6 0,11 3-4 16,-11-3-6-16,8 5-9 0,-8-1-2 0,11 1-6 0,-5 4-2 0,2 0-1 16,0 0-3-16,1 4 1 0,-1 1-2 0,-1-1-2 0,7 1 0 0,-3 5-3 0,2-1-2 15,1 3-1-15,-6 2-1 0,8 0-5 0,-8 0-7 0,6-4-3 0,-7 10-11 16,2-6-14-16,-1 0-12 0,0 2-13 0,-7 2-12 0,7-3-11 0,-6 1-12 15,-1 2-10-15,2-3-8 0,-8 0-6 0,5 0 2 0,-5 0 5 0,0 1 7 0,0-7 10 16,0 0 14-16,0 0 18 0,0 1 17 0,0-5 18 0,-5 1 18 0,5-3 16 16,0 3 19-16,-8 0 17 0,8-6 17 0,-6 0 11 0,6 0 10 0,-7 0 6 15,1 0 3-15,6 0 3 0,-7 0 2 0,1 0 0 0,6-6 0 0,-8 6 0 0,3-6-2 16,5 3-1-16,-8-3-4 0,3 1-3 0,5 1-3 0,-5-2-6 0,5 3-3 16,-9-7-4-16,9 5-7 0,-5-4-4 0,5 2-7 0,-7-2-4 0,7 0-7 15,0-1-5-15,0-1-8 0,0-4-3 0,0 6-5 0,0-4-4 0,0-2-5 0,7-1-4 16,-7 5-11-16,5-2-11 0,-5-1-17 0,9-2-17 0,-4 1-22 0,8 6-22 15,-8-6-24-15,9 5-24 0,-7 1-28 0,6-2-30 0,1 3-58 0,4-3-70 16,-5 8-84-16,6-9-92 0,1 3-28 0,0 3 1 0,0-3 22 0,-1 5 29 0,-7-5 36 16,8-3 39-16,-8 3 41 0,4 0 43 0,-5-1 46 0,2 1 49 0,0-3 64 15,-6 3 70-15</inkml:trace>
  <inkml:trace contextRef="#ctx0" brushRef="#br0" timeOffset="20600.64">8063 10029 0 0,'0'16'31'0,"5"-7"146"0,-5-9 78 0,0 0 54 0,-5 5 41 0,5-5 39 15,-8-5 40-15,8-1 35 0,-6-13 34 0,6 4 28 0,-5 6 31 0,-3 0 22 16,8 3 23-16,0 0-116 0,-5 2-197 0,5-1-92 0,0-1-46 0,-7 3-22 16,-2-3-12-16,9 6-15 0,-5-4-19 0,5 4-17 0,-6 0-18 0,-1 0-16 0,7 0-16 15,-6 0-8-15,-1 0-11 0,1 4-5 0,6 2-6 0,-7-3-7 0,1 8-7 16,-2-7-3-16,3 8-5 0,-3-3-1 0,8 0-3 0,-5 1 0 0,5-1 4 16,-5 6 2-16,5-4 3 0,-9-3 1 0,9 7 0 0,0-4-2 0,0 4-4 0,9-6-2 15,-9 1 0-15,5-1-1 0,0 7 2 0,-5-7 2 0,8 0 1 0,5-3 3 16,-7 3 2-16,7 0 3 0,-6-3 5 0,6 0 1 0,-2-2 4 0,10 1 8 15,-8 1 4-15,6-6 6 0,2 0 4 0,-3 0 3 0,-4 0 6 0,6 0 2 0,-1 0 0 16,0-6 3-16,1 1 1 0,-6 1 2 0,4-2 5 0,-4-4 3 0,-2 5 8 16,-4-4 6-16,5 3 8 0,-7-3 7 0,-1 0 4 0,2 2 2 0,-7-2 1 15,0 0 1-15,0-1-2 0,0 1 0 16,0-2-2-16,0 1-4 0,-7 1-3 0,2-6-8 0,-1 6-8 0,-1 0-9 0,1-7-9 0,-9 5-10 0,4-2-4 16,3 4-6-16,-5-3-6 0,0 3-1 0,-6 3-2 0,6-3-4 0,0 5-1 0,-6 4-4 15,-1 0 0-15,6 0-3 0,-4 0-1 0,4 4-3 0,-6 2-1 0,1-3-2 16,7 8-3-16,-2-1 0 0,1 0-2 0,0 4-2 15,0-4-3-15,-1 4-3 0,1 2-3 0,8-3-4 0,0 2-1 0,-4 0-1 0,4 0-1 0,-2 0 1 0,7-1-1 16,-8-3 1-16,8 3 2 0,0-1 0 0,0 2 0 0,0 1 1 0,8-5 0 16,-8 2 4-16,7 1 2 0,-2-4 3 0,4 5 1 0,-4-5 0 0,8-1 1 15,0 3-3-15,0-3-5 0,0 0-5 0,0 0-5 0,-2-3-9 0,10-2-11 0,-2 1-13 16,1 1-9-16,0-6-21 0,1 0-21 0,-3 0-27 0,3 0-34 0,3 0-53 16,-4-6-63-16,7 6-61 0,-8-5-55 0,7-5-15 0,-8 7 5 0,3-3 17 15,6-3 24-15,-9-7 28 0,3 7 30 0,-2-6 34 0,1 0 39 0,-1 0 43 0,2-4 46 16,-3 1 60-16,1-9 70 0</inkml:trace>
  <inkml:trace contextRef="#ctx0" brushRef="#br0" timeOffset="20786.38">8687 9819 0 0,'0'-20'106'0,"0"7"99"0,0-8 66 0,-6 2 56 0,6 4 50 0,-7 0 49 0,1 0 47 0,-2 6 43 0,8-6 39 0,-5 6 31 0,0 3 28 0,5-4-9 0,-8 6-38 0,8-1-110 16,0 5-151-16,0 0-87 16,0 0-50-16,0 0-39 0,0 0-35 0,0 0-28 0,0 0-28 0,0 0-18 0,0 5-16 0,0-1-10 0,0 6-3 0,0 1-2 15,8-1 4-15,-8 4 2 0,0 0 4 0,0 6 5 0,5-1 4 0,-5 2 7 16,0 3 2-16,0 0 1 0,0 1-2 0,0 3-12 0,0-2-14 0,0 2-26 0,-5-3-30 15,5 4-34-15,0-4-38 0,0 3-26 0,-8-2-23 0,8 2-22 0,0-3-23 16,0-1-41-16,0 1-45 0,0-7-91 0,8 3-108 0,-8 0-38 0,5-3 3 0,-5-2 25 16,5-7 35-16,3 6 43 0,-8-11 46 0,6 5 41 15,1-4 36-15,-7 2 39 0,6-7 41 0,-6 0 53 0,0 0 61 16</inkml:trace>
  <inkml:trace contextRef="#ctx0" brushRef="#br0" timeOffset="20980.95">8558 10170 0 0,'-14'-13'60'0,"8"1"114"0,-1-2 71 16,7 0 56-16,-5 0 49 0,-2-2 46 0,7 7 42 0,-9-6 38 0,9 6 34 15,0-7 31-15,0 7 26 0,0-2 4 0,0 2-11 0,0 0-97 0,0-1-145 16,0 4-78-16,0-3-52 0,9 0-32 0,-9-1-24 0,7 5-21 0,-2-4-23 0,2-1-16 16,-7-1-13-16,6 7-10 0,0-6-9 0,2 5-7 0,-1 1-5 0,-2-7-7 15,1 7-7-15,2-2-4 0,5 6-7 0,-8-5-6 0,9 5-7 0,-1-4-13 16,-6 4-16-16,7 0-22 0,-4 0-22 0,4 4-25 0,-7-4-25 0,6 5-32 0,1 1-33 16,-2 4-50-16,2-5-57 0,-1 4-98 0,0-5-114 0,-2 6-44 0,-3-5-10 15,4 4 15-15,2-2 26 0,-1 2 35 0,-7-4 40 0,7-1 42 0,-6 2 45 0,-1-3 48 16,7-3 53-16,-5 0 61 15,-3 0 67-15</inkml:trace>
  <inkml:trace contextRef="#ctx0" brushRef="#br0" timeOffset="21377.93">8934 10014 0 0,'-5'4'14'0,"5"-4"127"0,0 6 75 0,-7-6 54 0,7 0 48 16,0 0 45-16,-7 0 43 0,7-6 39 0,0 6 39 0,-5 0 36 0,5-4 32 0,0-1 29 15,0 5 29-15,0-4-90 0,0-1-163 0,-8 1-79 0,8-2-42 0,0 6-26 16,0-6-22-16,0 2-21 0,0-1-21 0,0-1-19 0,0 3-12 0,0-3-15 15,0 2-9-15,0-1-11 0,0 5-6 0,0-4-10 0,0-1-9 0,0 5-9 0,0-7-7 16,0 7-10-16,0-3-6 0,0 3-5 0,0 0-7 0,0-6-9 16,8 6-4-16,-8-5-7 0,5 5-5 0,2 0-3 0,-7 0-2 0,7 5-2 0,-2 1-3 15,11-3 2-15,-11 4-1 0,6-2 3 0,-4 4 1 0,7 1 5 0,-1-1 1 16,0 6 3-16,6 0 1 0,-6-2-3 0,2-2-3 0,-3 8-4 0,8-4-9 16,-7 0-8-16,-2 4-10 0,-4-4-11 0,7 0-12 0,-7 3-9 0,-1-2-11 0,-1-1-10 15,4-1-11-15,-9 2-8 0,0-1-10 0,0-2-3 0,0-4-1 0,0 3 1 16,0-3 7-16,-9-4 9 0,9 5 11 0,-5-6 12 0,-1 1 15 0,6-1 10 15,-7 1 14-15,2-5 12 0,-4 7 16 0,9-7 14 0,-7 0 19 0,2 0 13 0,-1 0 17 16,6-7 16-16,-8 7 13 0,8-5 11 0,-5 5 9 0,-3-4 7 0,8-1 6 16,-5 1 4-16,5-2 5 0,-7-3 0 0,7 3 1 0,-7-4 0 0,7 1-3 0,0 4-5 15,-5-5-9-15,5 1-10 0,-7 0-13 0,7-7-9 0,0 5-13 0,-8-2-6 16,8 4-8-16,0-7-8 0,0 2-9 0,-5-1-3 0,5 0-6 0,0-4-7 16,0 4-6-16,5-3-8 0,-5-3-6 0,0 2-9 0,8-2-10 0,-1 3-7 0,-7-1-11 15,5-2-16-15,2 2-17 0,0-1-20 0,6 5-19 0,-8 0-20 0,9 2-19 16,-2 4-27-16,-3 3-30 0,3 0-46 0,-1 2-56 0,5 4-86 0,2 4-95 0,-4 2-33 15,4 0 0-15,-4-3 19 0,5 3 27 0,-7-2 35 0,3-4 36 0,4 5 39 16,-6-1 39-16,-7-4 44 0,7 0 50 0,-6 0 61 0,-1 0 66 0</inkml:trace>
  <inkml:trace contextRef="#ctx0" brushRef="#br0" timeOffset="21789.83">9429 9956 0 0,'0'0'95'0,"0"0"108"0,-5 0 65 0,-2 0 52 15,7-5 42-15,0 1 40 0,0-8 39 0,0 9 35 0,0-8 36 0,0 7 31 16,0-6 29-16,0 1-5 0,0-2-18 0,7 7-106 0,-7-7-153 0,0 1-75 15,0 5-38-15,0 1-23 0,0-1-16 0,0 1-19 0,0-2-19 0,0 6-22 0,0 0-22 16,0 0-18-16,0 0-15 0,0 0-15 0,0 0-9 0,0 0-11 0,0 0-9 16,0 6-4-16,0-2-6 0,0 1-3 0,0 4-1 0,0 1 0 0,0 1 0 15,0-1 6-15,0 4 4 0,0 0 5 0,0 0 8 0,0 2 3 0,5-1 4 0,-5-1 2 16,7-4 2-16,0 5 0 0,0-2 2 0,-1-2-1 0,1-2 1 0,7 7 1 16,-9-11 1-16,8 3 2 0,0 3 2 0,0-7-2 0,1 1 1 0,-2 1 1 15,1-2 0-15,6 2 0 0,-6-1 1 0,1-5-2 0,-2 0 1 0,8 0 3 16,-8 0 2-16,4 0 0 0,-5-5 2 0,2 5 3 0,-5-6 3 0,4 2 3 0,-6-2 3 15,7-3 1-15,-5 4 1 0,-3-5 4 0,-5 1 2 0,8 0 1 0,-2-3 4 16,-6 3 0-16,5-1 1 0,-5-4-1 0,0-2 2 0,8 1-2 0,-8 2-2 0,0-1 2 16,0-2 5-16,0 1 1 0,0-3 5 0,0 2 3 0,-8 1-1 0,8 1 1 15,0 1 0-15,0-3-3 0,0 5-2 0,0 2-7 0,0 5-9 0,-5-1-8 16,5 1-13-16,0 4-11 0,0 0-14 16,0 0-8-16,0 0-8 0,0 4-6 0,0 1-4 0,0-1-1 0,0 5-2 0,0 6 0 0,0 0-1 0,-6 0 4 15,6 4 4-15,0 2 7 0,0 3 10 0,0 1 6 0,0-7 7 0,0 6 3 16,-8 1 3-16,8-5-1 0,0-1-2 0,0 0-3 0,0 1-11 0,0 1-7 0,0-8-10 15,-5 7-15-15,5-4-16 0,0-3-17 0,0 2-22 0,-8-6-24 0,8 3-26 16,0-3-31-16,0 0-34 0,-7 1-37 0,7-1-40 0,-6-4-78 0,6 5-98 0,0-4-54 16,0-1-31-16,-6-1 3 0,6-4 19 0,0 0 31 0,0 0 36 15,6 6 40-15,0-6 44 0,1 0 46 0,1 0 50 0,-3-6 52 0,9-3 55 0,-1 3 76 0,0-4 91 16</inkml:trace>
  <inkml:trace contextRef="#ctx0" brushRef="#br0" timeOffset="21995.7">10193 9911 0 0,'-8'10'52'0,"8"-10"166"0,-5 5 93 0,5-5 61 0,0 0 45 0,0-5 32 0,0 5 28 0,0-4 27 0,0-6 24 0,0 1 26 0,5 4 27 0,3-5 25 15,-3 4 24-15,9 1-138 0,-9 1-223 0,10-2-116 0,-10 1-56 0,9 1-23 16,-2-1-8-16,2 1-1 0,-1-2-1 0,-8 3-4 0,16-3-2 0,-15 0-8 16,15 6-8-16,-9-4-11 0,0 4-8 0,8-5-16 0,-6 5-19 0,-1 0-27 15,6 0-28-15,-7 0-30 0,9 5-28 0,-10-5-37 0,5 4-39 0,-3 2-59 0,-3 0-69 16,6 3-98-16,-5-5-107 15,2 1-43-15,-5 4-9 0,-3 1 15 0,2-5 25 0,0 5 37 0,-7-4 42 0,0 3 47 0,0-4 45 0,0-1 52 0,-7 2 57 0,0-2 66 16,2 7 72-16</inkml:trace>
  <inkml:trace contextRef="#ctx0" brushRef="#br0" timeOffset="22154.12">10295 10136 0 0,'-12'16'31'0,"6"-7"152"0,6-4 93 0,-5 5 64 16,5-7 48-16,0 3 33 0,0-6 28 0,0 0 27 0,11 0 29 0,-4 0 26 15,-2 0 28-15,4-6 24 0,-2 6 20 0,-2-3-116 0,1 3-199 0,-1-6-109 0,3 6-66 0,0-4-32 31,-3 4-16-31,8-5-6 0,-7 1 1 0,9-1-9 0,-10 5-6 0,9-7-16 16,-1 3-15-16,0-1-23 0,5 5-23 0,-4-5-30 0,-1 1-30 0,0 4-36 16,8-6-41-16,-11 6-44 0,6-4-49 0,-5 4-105 0,10 0-123 0,-9-5-54 15,0 5-15-15,3-4 8 0,-1 4 18 0,-9-5 31 0,8-1 37 0,0 2 41 0,0-7 46 16,-7 7 47-16,7-7 54 0,0 3 57 0,-6-3 64 0</inkml:trace>
  <inkml:trace contextRef="#ctx0" brushRef="#br0" timeOffset="22535.59">10961 9711 98 0,'6'0'219'0,"-1"-4"81"16,3-2 60-16,-8 2 42 0,8-1 35 0,-8-1 27 0,5 3 21 0,-5-3 22 0,0 2 17 16,0-1 19-16,6 5 19 0,-6 0-73 0,7 0-123 0,-7 0-118 0,6 0-115 15,2 5-56-15,-8-1-24 0,7-4-8 0,-7 9 1 0,5-3 1 0,-5 3 3 0,6 1 4 16,-6 5 4-16,8 0-3 0,-8-1 4 0,5 5-6 0,-5 2-1 0,0-2-6 16,8 5-6-16,-8-5-6 0,0 7-6 0,-8 2-6 0,8-4-3 0,0 1-5 15,0-1-6-15,-5 1 0 0,5-1-4 0,0-3-4 0,-8 3-2 0,8-5-3 16,0 1-3-16,0-6-6 0,0 7-6 0,0-7-4 0,0-1-6 0,8-2-5 0,-8 5-4 15,0-7-4-15,5-3-2 0,-5 1 3 0,0-1 1 0,8 3 6 0,-8-4 8 16,0-5 7-16,5 0 10 0,-5 0 10 0,0 0 9 0,0 0 8 0,7 0 7 0,-7-5 9 16,0 1 9-16,7-1 9 0,-7-5 5 0,0 7 7 0,0-12-1 0,5 3 2 15,-5-3-4-15,0 2-3 0,0-1-7 0,0-7-1 0,0 7-1 0,-5-10-2 16,5-2-1-16,-7 4-5 0,0-5-2 0,2-1-8 0,-3-6-3 0,3-1-5 16,-3 1-6-16,2 0-2 0,-6-5-4 0,4-1-4 0,-5 3-4 0,7 1-6 0,-7-3-2 15,5 1-11-15,3 3-4 0,-1 1-10 0,-1 0-6 0,2 4-6 16,5 2-6-16,-9 3-10 0,9 1-6 0,0 3-14 0,0 7-10 0,0-1-17 0,0 6-21 15,0-1-20-15,0 7-24 0,0-4-13 0,0 7-10 0,0 0-11 0,9 7-11 0,-4-4-16 16,-5 3-18-16,7-2-32 0,4 5-38 0,-3 6-48 0,5-1-46 0,-7 2-23 16,7 3-10-16,-5 1 17 0,4-1 26 0,2 1 29 0,-9 0 27 0,3 4 31 0,-3-3 31 15,2-3 37-15,-7-3 39 0,7 4 47 0,-7-4 49 0</inkml:trace>
  <inkml:trace contextRef="#ctx0" brushRef="#br0" timeOffset="22709.02">10901 9877 0 0,'0'10'14'0,"-5"1"131"0,5-7 82 0,0 1 59 0,0-5 45 0,0 0 42 15,0 0 42-15,0 0 36 0,0 0 31 0,0 0 30 0,0-5 23 0,5 1 23 0,-5-7 17 16,8 7-101-16,-1-7-169 0,-1 1-98 0,0 1-59 0,-1 0-35 16,2 0-23-16,7-3-21 0,-1-3-21 0,0 6-19 0,0 0-13 0,0-1-12 0,8 1-9 15,-10-3-10-15,10 3-12 0,-2 5-17 0,1-1-16 0,4 1-23 0,-3-2-23 16,-3 1-34-16,9 5-36 0,-6 0-67 0,3 0-84 16,-4 5-80-16,7-5-76 0,-8 6-26 0,2-2-4 0,-3 1 15 0,1-5 22 0,1 4 32 0,-1 1 35 0,-6-5 39 15,1 0 42-15,-2 0 49 0,2-5 53 0,-7 1 70 0,4-1 74 0</inkml:trace>
  <inkml:trace contextRef="#ctx0" brushRef="#br0" timeOffset="23929.1">11656 9823 0 0,'0'15'49'0,"-5"0"161"0,-2-11 86 0,1-4 60 0,1 0 44 0,-3-4 44 0,0-1 40 15,3-8 39-15,-2-18 35 0,7 1 29 0,-6 11 23 0,0 5 26 0,-2 4 19 0,8 5-139 16,-7-5-229-16,7 5-112 0,-5 5-55 0,5-4-30 0,-6-2-13 0,-2 2-22 16,3 4-22-16,-3-5-18 15,8 5-18-15,-5 0-10 0,-9 0-6 0,9 0-5 0,-3 5-4 0,-5-5-2 16,6 4-3-16,-4 2 1 0,3-2-3 0,-5 7 3 0,7-2 4 0,-6 1 0 0,-2-1 3 0,1 0 3 0,5 3-1 0,-5 3-3 0,1-2-4 15,5-4-7-15,-6 6-6 0,6 0-8 0,2 0-6 0,-9 0-8 0,9 0-8 16,-3 0-6-16,3-6-3 0,5 5-4 0,-8-3-5 0,8 4 1 0,-6-6 1 16,6 1 3-16,0-1 8 0,0 0 5 0,0 3 7 0,0-8 10 0,6 5 6 0,-6-4 10 15,8-1 9-15,-8 7 8 0,5-7 8 0,3 1 8 0,-3 2 7 0,0-7 6 16,4 3 4-16,-4-3 5 0,2 6 6 0,6-6 5 0,-6 0 7 0,5-6 7 16,1 6 10-16,1-3 6 0,-7-4 10 0,12 2 7 0,-6 1 5 0,0-1 6 0,0-5 6 15,0 5 2-15,0-4 7 0,6-1 2 0,-11 0 5 0,5-1 2 0,0-2-3 16,-2 4-2-16,-4-6-5 0,7 0-5 15,-8 0-8-15,1 0-6 0,-2 0-10 0,3-4-4 0,0 4-10 0,-3-4-5 0,1 4-8 0,-6 1-7 0,7-2-7 0,-7 1-6 16,0 2-8-16,0 4-5 0,0 3-9 0,5-3-8 0,-5 3-6 0,0 6-12 16,0 0-8-16,0 0-5 0,0 0-6 0,0 0 1 0,0 0-1 0,-5 10-1 15,5-5 0-15,0 5 0 0,0-1 2 0,-7 0 2 0,7 6 3 0,0 1 6 16,0 2 6-16,0 3 7 0,0-2 10 0,0 1 2 0,0-1 6 0,0-4-1 0,0 4 3 16,7-5-1-16,-7 2 1 0,5-1 0 0,4-1 3 0,-2-4-1 15,-2 0 2-15,1-1 1 0,0-4 2 0,9-1 3 0,-3 7 2 0,-5-11 1 0,6 4 4 16,-1-4 3-16,2 0 3 0,5 0 4 0,-6 0 2 0,0-4 4 0,7-1 3 15,-9-1 3-15,10 2 3 0,-7-5 6 0,4 0 6 0,-4-3 4 0,-1 3 4 0,-1 0 0 16,2-6 5-16,-1-1-5 0,0 2-2 0,-5-5-2 0,2 0 0 0,-1-2-4 16,-4 3 0-16,2-7-5 0,-1 1-6 0,-6 0-6 0,7-6-6 0,-7 5-8 15,7-5-5-15,-7 6-5 0,0-4-4 0,0 4 0 0,0-7 0 0,0 4-2 16,0 0-2 0,0-1-1-16,-7 4-4 0,7-1 0 0,0 1 1 0,-7 3-1 15,7 2-1-15,0 4-2 0,0 1-4 0,-6 4-6 0,6 7-6 0,0-4-9 16,0 2-7-16,0 5-6 0,-7 0-5 0,7 0 0 0,-5 5-2 0,5 2 1 0,-9-4-1 15,4 7-1-15,0 4 3 0,-3-4 0 0,2 11 5 0,-1-7 4 0,-1 5 7 16,8 0 7-16,-5 5 8 0,-1-3 6 0,6-2 2 0,-8 5 3 0,8 0 1 0,0-3-1 16,0 4 0-16,0-7 0 0,8 2 2 0,-8 5 0 0,6-6 4 0,-6 5 0 15,5 1 1-15,3-7-1 0,-1 9 1 0,-1-9-2 0,2 1-1 0,-3 6-1 16,0-11 0-16,9 7-1 0,-7-2 2 0,6-4 0 0,-6 0-1 0,5-5 1 0,1-1 0 16,-5 0 1-16,3 0 1 0,5-3 1 0,-5-1 4 0,1-1 2 0,4-4 0 15,-5 0 2-15,2 0 4 0,0 0-1 0,0-4 4 0,0-1 0 0,0-1 2 0,1-3 1 16,-2 5 2-16,8-5 0 0,-8-3 0 0,4-2-3 0,-5 0 2 0,1 0 0 15,2-2 0-15,-1-4 0 0,1 7 1 0,-2-8 1 0,-6 2-2 0,7-5 2 16,2 3-3-16,-10-1 1 0,2 1-5 0,0 2-1 0,-2-1-1 0,3 1 1 16,-3-1 1-16,3 1 0 0,-8 4 0 0,0 5-6 0,6-5-1 0,-6 6-5 15,-6 0-5-15,6 3-5 0,0-4-8 0,0 10-4 0,-8-5-9 0,8 1-8 16,-5 4-2-16,-3 4-6 0,8-4-5 0,-5 5 1 0,-2 2-4 0,0 2 0 16,2 0 0-16,-2 0 4 0,-1 6 2 0,3 1 3 0,-3-2 3 0,2 0 7 0,1 6 7 15,5-1 7-15,-7-4 6 0,7 4 2 0,0 1 3 0,-9-1 2 0,9 2 1 16,0-2 2-16,9-1 1 0,-9-3 1 0,0 6 1 0,7-3 0 0,-7 3 2 0,5-2 0 15,1-4 0-15,2 3-2 0,-8-2 1 0,5-1-1 0,3 3 1 0,-1-6-2 16,-7 1-2-16,5 2 0 0,2-6-1 0,-7 6 0 0,7-4-2 0,-7-3-1 16,0 3 0-16,0-2-2 0,0-3 0 0,0 4-6 0,0-5-2 0,0-1-4 15,-7 1-5-15,7-1-3 0,0 2-4 0,-7-2-6 0,7 1-6 0,-5 0-6 0,-2-5-5 16,7 4-3-16,-8-4-3 0,3 7 1 0,5-7 4 0,-8 0 3 0,2 0 3 16,6 0 6-16,0 0 1 0,-5 0 3 0,5 0 4 0,0-7 3 0,0 7 3 15,0 0 5-15,0-4 3 0,0-1 3 0,0 0 1 0,0 1 0 0,5-2 1 0,-5 2-2 16,0-5-2-16,6-2-1 0,-6 1 3 0,8 5-2 0,-8-4 3 0,5-5 3 15,-5 3 1-15,8 1 2 0,-1-4 3 0,-2 4-1 0,9-4 1 0,-9-2 1 16,8 1-2-16,1 2 1 0,-1-8-1 0,0 7 3 0,5-5-1 0,-4 4 1 0,6-4 1 16,6 4 2-16,-6-3 3 0,1 2 6 0,-3-4 8 0,3 7 6 0,-3-2 10 15,8-1 7-15,-7 2 12 0,0-1 8 0,1 0 11 0,-6 1 9 0,4 3 9 16,-4 2 9-16,-1-6 6 0,8 5 7 0,-9 1 6 0,-6 0 0 16,7-1 0-16,-5-1 0 0,-3 2-3 0,1-1-2 0,2 5-5 0,-3-5-5 0,-5 7-4 0,8-3-10 15,-8 0-7-15,0 6-12 0,0 0-9 0,0-3-13 0,0 3-34 16,-8-6-10-16,8 6 0 0,-5 0 0 0,-3-3 0 0,8 3 0 0,-6 0-3 0,-7 0-32 15,6 0-6-15,1 3-3 0,-7-3-2 0,8 6 2 0,-11-3 0 0,5 3 4 16,4 3 4-16,-7-3 2 0,2 3 7 0,6-3 4 0,-8 4 1 0,7-1 6 16,2 0 1-16,-9 1 1 0,9 0 4 0,-3 0-1 0,3 0 0 0,-2-1 1 15,0 6 1-15,0-6-1 0,1 1 0 0,6 5-2 0,-7-4 2 0,7-2 0 0,0 4-2 16,-6-1 2-16,6-3 1 0,0 1 0 0,0 4 0 0,6-4 3 0,-6-1 1 16,7 3 3-16,-1-3 2 0,1 0 3 0,0-5 5 0,0 7 1 0,6-2 2 0,-8-3 1 15,9 4 4-15,-2-5 1 0,8 4-2 0,-8-5 3 0,9 2-1 0,-10-6 1 16,10 4-3-16,-8 1 0 0,8-5 1 0,-10 6-6 0,2-6 0 0,2 0-1 15,-3 0 0-15,0 0-1 0,-4 0-2 0,-2 0 0 0,1 0-3 0,-1 0-5 16,-6 0-11-16,5-6-14 16,-5 6-17-16,0 0-26 0,0 0-35 0,0 0-51 0,0 0-60 0,0 0-104 0,-5 0-118 0,5 0-95 0,-6 0-76 0,-7-5-26 0,5 5 1 15,-4 0 18-15,0 0 27 0,-3-4 36 0,2 4 41 0,-6-6 49 0,6 6 58 0,-5-4 68 16,-3-1 73-16,3 1 92 0,-9-1 93 0</inkml:trace>
  <inkml:trace contextRef="#ctx0" brushRef="#br0" timeOffset="24832.94">7255 11627 102 0,'7'-6'189'0,"-1"1"61"0,-6 1 49 0,7-1 40 0,-2 1 36 0,3-3 32 0,-2 2 29 0,-1 1 24 0,3-1 26 0,-8 1 21 0,8-2 15 0,-8 6-75 0,0-5-135 16,5 5-91-16,-5 0-68 0,0-4-42 0,8 8-22 0,-8-4-16 0,5 5-11 16,-5 1-8-16,5-2-7 0,-5 5-4 0,9 3-5 0,-9-3-1 0,5 0-1 15,-5 6 1-15,7 4-1 0,-7-4 0 0,6 4-2 0,-6 2-3 0,0 3-1 16,7-6-5-16,-7 7-4 0,0-1-1 0,0 6-5 0,-7-6-3 0,7 7-3 0,0-3-3 15,0 6-3-15,-6-4-1 0,6-1-2 0,0 2-2 0,-7-4-1 0,7 4-3 16,-5-7-4-16,5 1-1 0,0-1-3 0,0-6-2 0,0 3-1 0,0-8-3 16,0 2 2-16,5-3 0 0,-5 1 2 0,0-4 1 0,0-3 1 0,7 3 6 15,-7-4 6-15,0-5 12 0,0 6 14 0,0-6 18 0,0 0 14 0,0 0 18 0,0 0 17 16,0 0 11-16,6 0 12 0,-6-6 8 0,0 1 6 0,0 1 2 16,0-7 7-16,7 2-3 0,-7 0 1 0,0-1-10 0,0-5-11 0,0 0-14 0,-7-4-13 15,7 4-16-15,0-5-18 0,-6 1-12 0,6 0-11 0,0-1-8 0,-7-5-5 16,7 1-7-16,-5-1-10 0,-4 1 0 0,4-4 0 0,5 2-6 0,-5-2-3 0,-3-2-4 15,8 2-1-15,-5-3 1 0,5 7-3 0,-8-6 2 0,8 1 0 0,0 0-3 16,-8-1 0-16,8 7-4 0,0-3-2 0,0 2-6 0,8-1 0 0,-8 6-5 16,0 1-3-16,8 3-7 0,-8-6-10 0,5 12-9 0,-5-7-13 0,8 7-14 15,-3 6-19-15,0-3-19 0,9-4-21 0,-7 5-21 0,6 5-18 0,-6 0-23 0,5 0-23 16,1 5-31-16,-7-1-34 0,9 2-61 0,-10 9-69 0,9-5-56 0,-9 4-47 16,3 5-3-16,-3-4 18 0,-5 4 30 0,8 1 34 0,-16 0 39 0,8 0 39 0,-5-2 43 15,-3 3 42-15,-2-2 50 0,-4-1 51 0,-1 3 66 0,-4-6 79 0</inkml:trace>
  <inkml:trace contextRef="#ctx0" brushRef="#br0" timeOffset="25022.48">6999 12071 111 0,'-5'10'223'15,"-1"-5"79"-15,1-5 59 0,-3 4 47 16,0-4 42-16,8-4 38 0,0 4 33 0,-5-5 33 0,5-1 27 0,0 2 27 0,0-2 25 0,0 1-71 0,5-4-131 0,-5 5-112 16,8-2-106-16,-8 3-53 0,8-3-29 0,-3-3-17 0,1 3-16 0,-1-4-11 15,3-1-9-15,0 8-11 0,4-7-9 0,0 1-8 0,3-3-8 0,4 3-8 16,-6 0-9-16,6-1-15 0,1 1-18 0,4-2-24 0,-3 1-31 0,6 1-37 15,-1 0-38-15,-1 3-51 0,2 2-51 0,-3-7-111 0,-3 8-131 0,6-4-79 0,-2 2-54 16,-6 5-14-16,8-4 7 0,-6-1 22 0,-11 1 30 0,11-2 41 0,-8-3 49 16,0 3 53-16,1-3 59 0,-9 3 65 0,8-7 69 0,-7 2 93 0,9-2 104 0</inkml:trace>
  <inkml:trace contextRef="#ctx0" brushRef="#br0" timeOffset="25767.98">8081 11807 0 0,'-6'-10'2'0,"-1"1"110"0,2-2 70 0,-3-2 52 16,2 1 45-16,1-1 43 0,-3-2 41 0,-4 1 40 16,3-2 37-16,4 1 35 0,-8-3 33 0,7 2 29 0,-1 2 32 0,1-1-75 0,-1 2-131 0,1-3-72 0,-2 1-43 15,3 6-27-15,-3-6-23 0,3 6-23 0,0 3-22 0,5-3-20 0,-9 3-21 16,9 2-16-16,-5-1-17 0,5 1-18 0,-7 4-16 0,7 0-16 0,-8-5-14 0,8 5-12 15,-5 5-11-15,-2-5-7 0,0 4-4 0,2 1-6 0,-3-1-2 0,2 7-4 16,-1-1-1-16,-4-1-1 0,4 6 0 0,-7 0 4 0,7-2 4 0,-4 8 2 16,-5-6 8-16,5 3 3 0,3-2 2 0,-5 2 4 0,1 3-2 0,-2-2 1 15,9 1-2-15,-8-7-2 0,5 8-3 0,2-2-4 0,-6 2-5 0,3-7-5 0,9 5-7 16,-5-3-3-16,5 2-6 0,-7-3-1 0,7 0-2 0,0 4-1 0,0-4 1 16,7-1 1-16,-7-4-1 0,5 5 4 0,-5-2 3 0,9-2 6 0,-2-1 5 0,-2 5 4 15,1-6 11-15,2-3 4 0,-3 3 6 0,8-5 8 0,1 1 3 0,-9 1 6 16,10-6 0-16,-2 0 4 0,-2 0 2 0,5 0 7 0,2-6 1 0,-4 1 3 15,-2 1 2-15,7-1 1 0,-6 1 1 0,6-5 2 0,-4-3 1 0,-1 9 1 32,4-9 3-32,-5 3 2 0,-7 0 2 0,7-1 4 0,0 1 0 0,-6-3 0 0,-1 3-3 15,-6 0-2-15,5-1-2 0,-5-4-4 0,0 4-1 0,0-1-9 0,0-2-4 16,0 3-10-16,-5-4-12 0,-1-2-10 0,-1 1-14 0,1 0-8 0,-1 0-11 16,1-3-10-16,-1 3-9 0,1-1-7 0,-7 3-5 0,5-2-2 0,3 1-5 0,0 4 0 15,-4-5 0-15,4 6 4 0,5-1 5 0,-7-1 4 0,7 8 7 0,-8-4 2 16,8 2 2-16,0 5 1 0,0 0-1 0,0 0-7 0,0 0-7 0,0 0-3 15,0 0 3-15,0 0 1 0,0 5 3 0,0 2 0 0,0-4 4 0,0 3 1 16,0 3 1-16,8 0 8 0,-8-3 6 0,7 3 14 0,-2 0 16 0,4 3 21 0,-4-3 23 16,0 1 18-16,3-5 12 0,5 4 13 0,-7 2 13 0,7-6 8 0,0-1 10 15,0 5 8-15,8-3 8 0,-8-1 6 0,-2 4 4 0,9-5-3 0,-6 2-2 0,4 3-6 16,3-3-5-16,-8-1-9 0,6-1-6 0,-6 6-11 0,8-5-8 0,-10 4-8 16,2 1-10-16,0-4-6 0,1 3-9 0,-9 1-7 0,10 4-5 0,-9-4-5 15,1 5-6-15,-1-6-4 0,-1 6-6 0,2 0-1 0,-7 0-3 0,0-2-2 0,9 2-3 16,-9 0-3-16,0 0 1 0,0 0-1 0,-9 0 0 0,9 0 2 0,0-1-1 15,0-5 2-15,-7 2 1 0,7-2 1 0,-5 1 5 0,5 1-1 0,-6-7 5 16,6 0 3-16,0 1 1 0,-7 1 5 0,7-6 5 0,-6 3 2 0,6-3 4 16,0 0 2-16,-8 0 5 0,8 0 2 0,-7-3 2 0,7-3 1 0,-5 1-2 0,5 1 3 15,-6 0 0-15,-2-7-1 0,8 1-2 0,-5 5-3 0,5-10-5 0,-8 6-4 16,8-1-5-16,-5-5-7 0,5 0-9 0,-8 2-4 0,8-8-3 16,0 2-4-16,-6 1-5 0,6-3-2 0,0 1-3 0,0-3-6 0,0 2-5 0,0-3-8 15,0 6-12-15,0-7-13 0,0 4-14 0,6-3-19 0,-6 5-20 0,8-2-29 16,-8 3-31-16,5 3-34 0,3-1-35 0,-3 2-39 0,3 1-40 0,3 3-68 15,-4-1-80-15,7 8-65 0,-7-9-56 0,4 8-9 0,5 4 17 0,-5-5 30 0,-4 1 38 16,7 4 45-16,-7-6 48 0,4 1 49 0,-6 1 50 0,11-1 54 0,-11 1 53 0,9-3 68 16,-9-2 77-16</inkml:trace>
  <inkml:trace contextRef="#ctx0" brushRef="#br0" timeOffset="26075.12">8902 11563 58 0,'8'-5'147'0,"-3"-5"55"0,2 1 45 0,0-6 41 0,-7 5 44 0,5-4 42 0,-5-2 44 0,0-3 42 0,8 5 40 0,-8-5 36 0,0-2 32 16,0 6-44-16,0-4-93 0,0-1-68 0,0 7-54 0,-8-2-29 15,8-6-18-15,-5 12-23 0,5-6-19 0,-7 2-24 0,7 1-22 0,-7 3-21 0,2 0-21 0,-3-1-17 0,1 5-12 0,2-5-11 16,5 4-10-16,-7 3-14 0,0-3-12 0,2 6-14 0,-3-5-13 0,3 5-10 16,-3 5-10-16,2-5-9 0,-1 6-8 0,1-3-7 0,-1 9-5 0,1-3-2 15,-7 1-5-15,8 4-4 0,-11 2 0 0,11 3 2 0,-8-1 1 0,-1 3 2 16,9 3 4-16,-8 6 4 0,5-2 3 0,-5 2 3 0,8 4 2 0,-9 5 2 15,7-5 0-15,1 5-1 0,-7 1 0 0,5-1-2 0,3-5-2 0,0 5-6 16,-3-1-3-16,2-2-7 0,6-3-6 0,-7-3-7 0,7 4-10 0,0-6-11 0,0 2-8 16,0-2-13-16,0 2-14 0,7 0-14 0,-7-5-16 0,6 3-12 0,2-2-12 0,-3-3-22 15,0 3-29-15,3-2-19 0,5-5-10 0,-7 6-24 0,8-1-23 0,-2-4-79 16,1 3-101-16,1-8-39 0,-2 6-6 0,2-12 14 0,-1 6 23 0,8-11 28 16,-10 1 31-16,2-5 39 0,7 0 48 0,-6-9 38 0,-1-1 37 0,-1-4 47 0,0-2 53 15</inkml:trace>
  <inkml:trace contextRef="#ctx0" brushRef="#br0" timeOffset="26292.69">9060 11929 0 0,'0'-4'32'0,"0"-7"149"16,0-4 84-16,0 6 61 0,0-1 48 0,0-5 42 0,0 5 36 0,0-4 31 15,5 0 31-15,-5 3 30 0,0-4 28 0,7 6 27 0,0 0 29 0,-7-1-114 0,5 1-191 16,3-3-102-16,-3 8-51 0,9-5-28 16,-9 4-21-16,2-1-13 0,2 2-13 0,-4 4-9 0,2 0-9 0,-1 0-10 0,-6 0-6 0,5 4-11 0,4 2-9 0,-9 3-10 15,7-4-8-15,-7 6-5 0,0-2-6 0,5 6 1 0,-5-6-1 0,0 6-1 16,0 5-1-16,-5-6 2 0,5 7-3 0,0-3-6 0,-7 1-6 0,7 2-15 15,-9-3-15-15,9 2-21 0,-5 0-21 0,5-2-24 0,0 3-28 0,-6 0-29 16,6-8-33-16,0 1-34 0,0 2-41 0,0-7-67 0,0 1-76 0,0-1-78 0,0-4-77 16,0 1-16-16,0-6 8 0,0 9 27 0,0-9 33 0,0 0 39 0,0 0 42 15,0 0 47-15,0-9 48 0,0-6 49 0,-7 0 55 0,7 0 68 0,0-4 71 0</inkml:trace>
  <inkml:trace contextRef="#ctx0" brushRef="#br0" timeOffset="26466.33">9176 11383 0 0,'0'-11'33'0,"0"1"151"0,0 1 86 0,6 0 62 0,-6-3 47 0,0 3 41 0,0 0 31 16,7-1 29-16,-7 1 30 0,0 4 22 0,6-5 23 0,-6 4 19 0,8 3 17 0,-3-3-125 15,-5 0-205-15,7 2-110 0,-7-1-64 0,6 5-37 0,-6 0-25 0,8-5-16 16,-8 5-15-16,0 0-19 0,6 0-24 0,-6 5-23 0,7-5-25 0,-7 5-33 16,5-1-34-16,-5-4-57 0,7 12-70 0,-7-9-88 0,7 3-93 0,-2 4-34 0,-5-1-6 15,8 0 11-15,-8-3 18 0,0 3 29 0,0 0 33 0,0 3 37 0,0-8 41 0,0 5 48 16,0-4 49-16,0-5 65 0,0 6 70 0</inkml:trace>
  <inkml:trace contextRef="#ctx0" brushRef="#br0" timeOffset="26675.26">9527 11739 0 0,'0'13'39'0,"0"3"155"0,0-7 85 0,0 2 58 0,-6-7 45 0,6 1 42 16,0-5 39-16,0 0 40 0,0 0 37 0,6-5 33 0,-6 1 29 0,0-1 29 15,0 5 23-15,8-6-124 0,-8 2-205 0,0 4-107 0,0-5-48 16,0 1-25-16,0 4-11 0,0-5-18 0,0-2-18 0,0 3-20 0,0-1-18 0,0 1-16 0,5-1-15 15,-5-5-11-15,7 5-9 0,-7 1-11 0,8-8-9 0,-3 9-8 0,2-8-7 16,5 1-8-16,-4 1-4 0,5 5-8 0,-7-7-9 0,6 8-11 0,2-9-13 16,-1 8-21-16,1-1-20 0,-2 1-30 0,1 4-31 0,1-6-36 0,-2 6-41 0,-6 0-84 15,7 6-101-15,0-6-69 0,-5 4-48 0,3 1-9 0,-3-5 13 16,-1 4 24-16,-1 1 34 0,-6 2 39 0,6-4 43 0,-6-3 50 0,0 0 50 0,-6 6 55 16,0 3 58-16,6-3 77 0,-15-3 92 0</inkml:trace>
  <inkml:trace contextRef="#ctx0" brushRef="#br0" timeOffset="26847.02">9527 11978 52 0,'-6'15'185'0,"6"-6"83"0,0 0 56 0,0 3 39 0,0-9 26 0,0 3 23 16,6-6 20-16,2 0 22 0,-3 0 23 0,2 0 24 0,1 0 24 0,4 0-48 15,-5 0-86-15,6-6-117 0,0 6-130 0,-7-3-63 0,15-3-28 0,-10 0-9 0,1 6 1 16,9-4-2-16,-8-1-7 0,8-1-21 0,-4-1-34 0,3 1-43 0,-1 6-51 16,8-5-87-16,-7 1-97 0,-1-8-93 0,7 12-81 0,-7-9-34 0,1 4-2 0,7 1 5 15,-8-2 16-15,1-3 21 0,-7 0 30 0,6-1 39 0,-6-1 44 0,0-2 54 16,1-2 59-16,-2-6 76 0,2 2 80 0</inkml:trace>
  <inkml:trace contextRef="#ctx0" brushRef="#br0" timeOffset="27323.46">10406 11612 0 0,'8'-16'1'0,"-1"2"97"0,-1-1 67 0,-6 2 44 0,6-8 37 0,1 6 36 16,-7-3 38-16,0 2 36 15,5-3 41-15,-5-1 36 0,0 7 35 0,8-2 35 0,-8 0 33 0,0 0-61 0,6 5-116 0,-6 1-58 0,0-6-26 0,0 6-11 16,0 3-7-16,7-3-9 0,-7 3-13 16,0-3-15-16,0 3-16 0,0 6-15 0,0 0-14 0,0-4-15 0,0 4-19 0,-7-5-16 0,7 5-20 0,0 0-16 0,0 0-18 15,0 0-17-15,0 0-15 0,0 0-17 0,0 0-16 0,0 0-12 0,0 0-10 16,0 0-10-16,0 5-5 0,0-1-2 0,0 2-1 0,-6 0 1 0,6 3 1 0,0 6 2 15,0-6 8-15,0 10 4 0,0 2 7 0,0-3 3 0,0 3 5 0,0 3 5 16,-8 4 0-16,8-3 2 0,0 5-1 0,0-2-5 0,0 1-4 0,0 2-12 16,8-6-14-16,-8 2-19 0,6 4-22 0,-6-7-28 0,7 1-32 0,-1-1-39 0,-1 0-47 15,3 0-76-15,0-5-92 0,-3 7-95 0,3-7-98 16,2 0-34-16,-1-4-2 0,-2 4 17 0,-2-5 30 0,1-2 38 0,2-3 40 0,-8 1 48 16,5-7 52-16,-5 3 58 0,0-6 61 0,0 0 78 0,0 0 80 0</inkml:trace>
  <inkml:trace contextRef="#ctx0" brushRef="#br0" timeOffset="27639.87">10993 12047 0 0,'0'0'1'0,"0"0"113"0,0 0 81 0,0 0 60 0,0 0 50 0,-5-6 44 16,5 3 45-16,0-3 40 0,-8 0 42 0,8 3 37 0,0-9 37 0,0 8 36 15,0-7 31-15,0 8-72 0,0-7-128 0,0 5-80 0,8 1-55 0,-8-8-33 16,5 8-22-16,-5-6-19 0,6 6-22 0,-6-2-18 0,7-3-25 0,-1 5-17 0,-6-1-20 16,8 5-15-16,-8-6-14 0,7 6-14 0,-7 0-17 0,0 0-14 0,0 0-16 15,5 0-9-15,-5 0-12 0,0 0-4 0,0 11 0 0,-5-7-4 0,5 5 0 16,-7 1-7-16,-1 0-10 0,2 0-14 0,-1 5-12 0,1-5-16 0,-7 4-18 15,0 2-21-15,0-1-21 0,-8-2-27 0,10 1-28 0,-10-4-37 0,2 5-40 16,-1 0-71-16,1-6-81 0,6 1-85 0,-6 1-79 0,-2-1-21 0,9-5 9 0,-8-1 24 16,8 0 32-16,-2-4 41 0,1 0 43 0,8 0 46 0,-2-4 51 0,0 0 51 15,0-1 56-15,7-5 72 0,0-5 75 0</inkml:trace>
  <inkml:trace contextRef="#ctx0" brushRef="#br0" timeOffset="27846.07">10922 11670 0 0,'0'0'57'0,"6"-4"169"0,-6-1 94 0,5-1 70 15,2 3 52-15,-7-4 48 0,0 2 38 0,0 1 39 0,9-1 34 0,-9-5 32 16,0 1 28-16,0 4 24 0,5 1 22 0,-5 4-144 0,0 0-243 0,0-7-123 0,0 7-61 16,0 0-34-16,0 0-21 0,0 0-17 0,0 0-16 0,0 0-15 0,0 0-13 15,0 0-14-15,0 0-14 0,0 0-14 0,0 0-15 0,0 0-25 0,0 0-25 16,0 0-30-16,0 0-26 0,0 0-24 0,0 7-22 0,0-7-27 0,0 4-31 16,7 1-46-16,-7-1-55 0,0 1-93 0,0 1-110 0,0 3-34 0,0-5-2 0,6 1 24 15,-6 2 33-15,0-7 41 0,0 0 40 0,0 9 42 0,0-9 40 0,0 0 49 16,0 0 49-16,0 0 63 0,0-9 65 0</inkml:trace>
  <inkml:trace contextRef="#ctx0" brushRef="#br0" timeOffset="28147.08">11815 11426 0 0,'5'0'12'0,"2"-5"125"0,4-5 71 0,-2 5 54 0,-2-5 45 0,-7 1 46 0,5-1 46 15,3 5 47-15,-2-5 46 0,-6 1 42 0,5 0 39 0,-5 3 40 0,8-3 34 16,-8 3-84-16,0 3-154 0,5-3-75 0,-5 0-35 0,0 2-25 0,0 4-19 16,0-5-25-16,0 5-29 0,0-4-30 0,0 4-30 0,0 0-27 0,0 0-28 15,0 0-18-15,0 0-24 0,0 0-25 0,0 0-19 0,0 0 0 0,0 4 0 16,7 1 0-16,-7-1-10 0,7 8-7 0,-7-3 0 0,7 6 2 0,-7-2 0 16,6 2 3-16,-6 6 2 0,7-3 5 0,-2 6 7 0,-5 6-4 0,8-5-2 15,-8 3-9-15,6 2-10 0,-6 0-17 0,0-1-17 16,5-5-19-16,-5 6-20 0,0-6-29 0,0 1-28 0,8-1-36 0,-8-6-38 0,0 3-39 0,0-2-35 0,0-4-59 15,0 0-69-15,0 0-73 0,7-6-73 0,-7 0-17 0,0 1 9 0,0 1 27 16,-7-7 34-16,7-4 42 0,0 0 45 0,0 0 52 0,-8 0 52 0,3-4 51 0,5-7 52 16,-6 8 65-16,-2-13 69 0</inkml:trace>
  <inkml:trace contextRef="#ctx0" brushRef="#br0" timeOffset="28337.59">11859 11083 0 0,'0'0'28'0,"0"0"154"15,0-4 104-15,8 4 72 0,-8-3 52 0,6-3 37 0,-6-3 31 0,5 3 27 16,3-4 29-16,-3-1 24 0,2 8 23 0,0-7 22 16,0 5 18-16,-1-4-117 0,1 2-197 0,-7 4-124 0,5-3-85 0,3 1-41 0,-8 5-14 15,6-4-7-15,-6 4-3 0,0 0-6 0,0 0-10 0,0 0-18 0,0 0-24 0,0 0-29 16,0 0-30-16,0 0-40 0,0 0-45 0,0 0-41 0,0 0-36 0,0 4-61 0,-6 1-65 0,6-5-75 16,0 6-79-16,0 4-24 0,0-1 2 0,0-4 22 0,0 5 32 0,0-1 42 15,0 0 44-15,-8-3 52 0,8 4 51 0,0-5 51 0,0 4 47 0,0-9 61 16,0 4 64-16</inkml:trace>
  <inkml:trace contextRef="#ctx0" brushRef="#br0" timeOffset="28782.93">12681 11402 0 0,'13'15'72'0,"-2"0"176"0,-3-6 90 0,4-5 64 0,-4 2 45 0,-2-12 36 15,0 2 30-15,-6-2 27 0,7-8 25 0,-7-1 23 0,0 2 21 0,5-3 26 16,-5 7 23-16,0-6-156 0,9 6-255 0,-9-3-115 0,0 3-48 15,5 0-19 1,-5-1-4-16,0 1-1 0,0-2 1 0,-5 1 2 0,5 1-1 0,0-1 1 0,-9 0-6 16,9 6-2-16,0-6-6 0,-5 5-8 0,5 1-8 0,-7-2-7 0,1 0-8 15,6 3-8-15,-6 3-6 0,-2-6-5 0,1 6-7 0,2 0-2 0,-3 6-5 0,-3-6 0 16,-2 3-2-16,6 3-2 0,-13 4-1 0,7-5-2 0,0 5 0 0,-8-1 0 16,8 6 1-16,-6-6 1 0,7 7 1 0,-8-2 1 0,0 2-1 0,1-4-1 15,7 4 1-15,-7-2-2 0,-2 1 0 0,8 4-1 0,-1-9-2 0,1 5 0 0,8-1-1 16,-9 2 1-16,9-7-2 0,-2 6 1 0,-1-6 2 0,3 0 2 0,5 3 2 15,-8-3 1-15,2 1 4 0,6-5 0 0,0 5 2 0,0-7 2 0,-5 3 2 16,5 0 1-16,0-2 1 0,0 1 1 0,0-5 2 0,0 4 1 0,0-4 1 0,0 0 1 16,0 5 0-16,0-5 1 0,0 0 1 0,0 0 3 0,0 6 1 0,5-6 5 15,-5 4 4-15,0 1 7 0,6-5 4 0,-6 4 8 0,8 1 7 0,-8 2 4 16,5-3 9-16,3 1 3 0,-1-1 6 0,-2 1 4 0,9 1 3 0,-9-2 2 16,8 1 0-16,1 4-2 0,-9-2-3 0,11 2-2 0,-3 0-7 0,-3-3-6 15,4 3-7-15,6 0-6 0,-6 0-16 0,-2 3-23 0,0-3 0 0,3 1 0 16,-1-1 0-16,-4 0 0 0,3 3 0 0,3-3 0 0,-5 1 0 0,2 4 0 15,0-4 0-15,1-1 0 0,-2 6-41 0,1-5-21 0,1-1-21 0,-2 3-27 0,2-3-33 16,-8 0-41-16,6-3-46 0,-3 3-64 0,3-5-71 0,-6 1-108 0,-1 1-124 0,3-2-42 16,-8-4-5-16,0 0 14 0,8 0 28 0,-8-4 34 0,5-2 39 0,-5 1 51 15,0-4 54-15,0-5 60 0,-5 3 62 0,5-4 73 0,0-4 76 16</inkml:trace>
  <inkml:trace contextRef="#ctx0" brushRef="#br0" timeOffset="29385.39">13229 11226 0 0,'0'0'2'0,"0"-4"46"0,0-2 29 0,0 6 27 0,0 0 31 0,0 0 31 0,0 0 33 0,0-6 28 0,0 6 28 0,0 0 25 0,5-3 22 15,-5 3 3-15,-5-6-14 0,5 6-8 0,0-5-5 0,0 1-5 0,0-2-5 0,0 3-9 0,0 3-18 0,-9-6-11 0,9 2-17 16,0-1-10-16,0-1-8 0,0 2-3 0,0-2-4 0,0 1-5 0,0 1-5 16,0 4-8-16,-5-5-7 0,5 5-9 0,0 0-6 0,0-4-7 0,0 4-4 0,0 0-8 15,0-6-2-15,0 6-6 0,0 0-5 0,0 0-5 0,0-4-8 0,0 4-8 16,0 0-12-16,0 0-10 0,0 0-12 0,0 0-10 0,0 0-13 0,0 0-11 15,0 0-10-15,0 0-11 0,0 0-10 0,0 0-6 0,0 0-6 0,0 4-4 0,0 2 0 16,0-2-1-16,0 5 6 0,0 2 3 0,0-1 3 0,5-1 6 0,-5 6 3 16,0 0 5-16,9 4 4 0,-9-4 2 0,0 3 1 0,5 3 3 0,-5 3-1 0,5 1 0 15,-5-6-2 1,0 5-2-16,8 6-3 0,-8-6 0 0,5 1-2 0,-5-1-2 0,8 6-1 0,-8-6-1 0,6 5-3 0,-6-5-3 0,7 1-8 0,-1-1-6 16,-6-3-12-16,7-3-14 0,-7 1-16 0,6 2-16 0,-6-7-21 0,8 5-24 15,-8-10-23-15,0 7-36 0,0-1-39 0,5-6-30 0,-5 0-28 0,0 3-41 16,0-3-55-16,0-4-75 0,0 5-80 0,-5-6-22 0,5 1 6 0,0-1 24 0,0-4 31 15,-8 0 39-15,2 0 38 0,6 0 48 0,-7-4 52 0,1-1 45 0,-1-5 45 0,1 6 56 16,-2-7 63-16</inkml:trace>
  <inkml:trace contextRef="#ctx0" brushRef="#br0" timeOffset="29829.45">13162 11299 0 0,'7'-9'63'0,"5"-1"123"16,-4 1 78-16,-3 3 64 0,1-4 54 0,2 0 50 0,-8 0 46 0,0 6 40 15,7-5 40 1,-7-3 37-16,0 9 35 0,0-3 12 0,0 1-1 0,5 1-98 0,-5-2-157 16,0 6-92-16,0 0-59 0,0 0-42 0,0 0-31 0,0 0-31 0,0 0-23 15,0 0-24-15,0 0-23 0,0 0-18 0,0 0-17 0,0 0-12 0,0 0-13 16,9 0-8-16,-9 6-4 0,5-2-4 0,0 7-5 0,-5-8 4 0,8 9-2 16,-3 1 3-16,3 2 2 0,-2 0 4 0,7 0 4 0,-6 4 4 0,-1 2 2 0,7 3 2 15,-8 0-1-15,9 1 1 0,-7-1-2 0,1 0-2 0,3 4 1 0,-3-4-3 16,4 7 0-16,-6-7-1 0,8 0 0 0,-7 0 0 0,6-4-1 0,-7 4-2 15,7-9 2-15,-1 6-1 0,2-3 1 0,-8-2 1 0,6-2 1 0,4-4 2 16,-5 4 2-16,2-10 2 0,0 8 3 0,1-8 2 0,-2 1 1 0,1-1 4 0,1 2 4 16,-9-6 3-16,11 0 7 0,-11-6 6 0,8 6 4 0,-8-4 7 0,11-1 4 15,-11 1 4-15,1-8-2 0,-1 3-50 0,3 0 0 0,0-1 0 0,-3 1 0 16,-5-6 0-16,7 0 0 0,0 0 0 0,-7-3 0 0,5 2 0 0,-5-8 0 16,0-1 0-16,8 1 0 0,-8 0 0 0,0-6 0 0,0 2 0 0,-8-2 0 15,8 0 0-15,0-4 0 0,-5 4 0 0,-2-4 0 0,7 6 0 0,-7-2 0 16,2-4 0-16,-3 4 0 0,0 2 0 0,3 2 0 0,-6 3 0 0,4-3 0 0,-2 4 0 15,4 1 0-15,-2 0 0 0,1 8 0 0,1-1 0 0,5 4 0 0,-8-1 0 16,0 1 0-16,8 6 0 0,0-1 0 0,-5 5 0 0,5 0 0 0,0 0 0 16,0 0 0-16,0 0 0 0,-6 5-61 0,6-1-53 0,-8 2-11 0,8 3-14 15,0 0-14-15,0 3-18 0,0-3-15 0,0 4-18 0,0 2-14 0,0 1-22 16,0 2-19-16,0-3-33 0,0 6-39 0,0-2-80 0,0 1-95 0,8-5-39 0,-8 4-5 16,6-1 12-16,-6-2 27 0,5-1 33 0,3-6 39 0,0 0 40 0,-3-3 43 0,1 0 48 15,1-6 51-15,-2 0 54 0,4-6 59 0</inkml:trace>
  <inkml:trace contextRef="#ctx0" brushRef="#br0" timeOffset="31196.41">14190 11739 0 0,'0'-5'39'0,"0"-1"102"0,0 2 59 0,0-5 43 0,0 4 39 0,0-2 32 0,0-2 34 0,8 4 31 0,-8-5 30 0,0 1 31 0,0 5 32 16,0-7 14-16,0 1-3 0,7 1-65 0,-7 4-105 0,0-5-57 0,0 1-30 16,5 4-14-16,-5 1-14 0,0-3-7 0,7-2-11 0,-7 4-11 0,0 1-11 15,7-2-17-15,-7 1-15 0,0 5-19 0,0-4-16 0,5-1-15 16,-5 5-18-16,0 0-13 0,0 0-11 0,8 0-7 0,-8 0-7 0,0 5-2 0,8-1-6 0,-8 1 0 15,5 5-3-15,-5-1 1 0,0 7-1 0,0-2 2 0,0 1 2 0,0 1-2 16,0 2 4-16,0 1-1 0,-5 2 0 0,5-3-6 0,-8 2-9 0,0 5-15 16,3-6-17-16,-2 2-19 0,0-3-23 0,2 1-30 0,-2-4-27 0,-6 6-38 15,6-8-38-15,0 2-41 0,2 0-41 0,-3-6-82 0,0 6-99 0,3-6-60 0,-1 3-39 16,-1-8 0-16,2 1 18 0,-4 1 33 16,4-2 35-16,-2-4 42 0,1 0 46 0,1 0 50 0,-4-4 52 0,2-2 53 0,2 1 56 0,-2-5 74 0,1 0 88 0</inkml:trace>
  <inkml:trace contextRef="#ctx0" brushRef="#br0" timeOffset="31418.01">14118 11387 0 0,'9'-10'5'0,"-4"5"124"0,2 1 91 0,-1-7 64 16,-1 7 54-16,3-1 44 0,0-5 42 0,-3 4 36 0,-5 3 37 0,0-6 31 0,7 3 32 0,-7 0 25 0,7 2 26 0,-7-1-88 0,0 1-153 16,5-1-102-16,-5 5-76 0,0 0-47 0,0-6-27 0,0 6-23 15,0-4-17-15,0 4-15 0,0 0-22 0,0 0-11 0,0 0-14 0,0 0-13 0,0 0-14 0,0 0-23 16,0 0-22-16,0 0-25 0,0 0-28 0,0 0-24 0,0 0-28 0,0 4-28 15,0 7-27-15,0-7-52 0,-5 1-60 0,5-1-84 0,-7 2-98 0,7 3-28 16,-7-3-3-16,2 3 22 0,-3-3 33 0,0 3 37 16,3 0 39-16,-1-3 43 0,-1-2 41 0,2 1 45 0,-4 1 45 0,4-2 60 0,-2-4 66 0</inkml:trace>
  <inkml:trace contextRef="#ctx0" brushRef="#br0" timeOffset="33684.94">14972 11210 95 0,'0'-3'168'0,"7"-3"51"0,-7 1 45 0,0 5 42 0,0-4 41 0,0-5 36 0,0 3 35 0,6 2 32 0,-6-1 28 0,0 5 28 0,0-6 25 0,0 6-68 15,0-4-123-15,0 4-70 0,0-6-40 0,0 6-30 0,0 0-22 0,0 0-23 0,0 0-21 16,0 0-18-16,0 0-19 0,0 0-14 0,0 0-13 0,0 0-8 0,0 0-11 16,0 0-7-16,0 0-3 0,0 6-5 0,0-2-3 0,0 2-1 0,0-1-3 15,0 5-2-15,0-1-1 0,0 6 2 0,0-6-2 0,8 6-1 0,-8-1 4 0,0 0-3 16,0 7-2-16,0-6 0 0,0 4-7 0,0-1 0 0,0 3-6 0,0-2-5 15,0-4-3-15,0 4-4 0,5 1-4 0,-5-1-4 0,0-4-10 0,7 6-12 16,-7-9-20-16,6 4-19 0,-6-1-23 0,6-6-26 0,-6 0-28 0,8 7-32 0,-8-11-32 16,0 4-50-16,0-3-53 0,7 3-88 0,-7-5-100 0,0-4-39 0,0 5-11 15,0-5 15-15,0 0 28 0,0 0 36 0,0 0 37 0,0-9 45 0,-7 4 42 0,7-5 48 16,-8 1 50-16,8-6 58 0,-6-4 61 0</inkml:trace>
  <inkml:trace contextRef="#ctx0" brushRef="#br0" timeOffset="33884.99">14835 10937 0 0,'8'-9'5'0,"-1"-1"119"0,-2-5 80 0,7 5 60 0,-12-4 51 0,7 4 43 16,1 1 42-16,-3 0 36 0,3-3 35 0,-8 3 33 0,6 0 30 0,-6-1 29 15,5 1 27-15,-5 4-83 0,0-2-149 0,0 4-88 0,7-3-60 0,-7 1-39 16,0 5-32-16,0-4-29 0,0 4-24 0,0 0-27 0,0 0-25 0,0 0-31 0,0 0-32 16,0 0-30-16,0 0-32 0,0 0-25 0,0 0-24 0,0 0-16 0,0 0-14 15,9 4-17-15,-9 1-16 0,0 1-19 0,0-3-22 0,0 4-48 0,0 2-60 16,5-4-52-16,-5 5-50 0,0-7-3 0,6 8 14 0,-6-1 25 0,0 0 27 0,0-5 26 15,7 4 28-15,-7 1 32 0,0-1 33 0,0 3 40 0,0-9 43 0,0 8 60 0,0-3 71 16</inkml:trace>
  <inkml:trace contextRef="#ctx0" brushRef="#br0" timeOffset="34185.15">15440 11357 66 0,'-5'-4'146'0,"-2"-5"49"0,1 3 38 0,1 0 40 15,-11 3 36-15,11-3 38 0,5-3 38 0,-6 3 35 0,-2 6 34 0,8-4 30 16,-5-1 30-16,-3 1-52 0,8-1-102 0,0 5-62 0,0 0-43 0,0-6-24 16,0 6-13-16,0-4-17 0,0-2-19 0,0 6-20 0,8-3-17 0,-8-3-16 15,5 0-13-15,-5 2-13 0,8-1-8 0,-2 0-13 0,-1 1-8 0,11-6-9 16,-11 5-5-16,8-5-9 0,1 4-6 0,-2-3-6 0,7 4-5 0,1-5-5 0,-1 7-8 15,2-3-3-15,5-3-7 0,-7 3-8 0,7 2-12 0,1-2-21 0,-9 6-21 0,8-5-30 16,-7 5-34-16,1 0-45 0,-6 0-52 0,5 0-84 0,-6 0-102 0,-8 5-86 16,11-5-82-16,-16 6-25 0,5-6-3 0,-5 0 16 0,0 0 25 0,-5 4 37 0,-3-4 44 15,-5 0 48-15,7-4 52 0,-14-2 60 0,0 1 64 0,0-4 81 0,-4 5 83 0</inkml:trace>
  <inkml:trace contextRef="#ctx0" brushRef="#br0" timeOffset="34864.1">12797 11490 70 0,'0'0'147'0,"0"0"47"0,-8 0 37 0,8 3 37 0,-5-3 35 0,5 0 34 0,-6 0 34 0,6 0 30 0,-7 0 29 0,2 0 27 0,5 0 25 0,-9 0-54 0,4 0-104 0,5 0-59 16,-7 0-40-16,1 0-20 0,6 0-12 0,0 0-16 0,-6 0-16 0,6 0-16 15,0 0-18-15,0 0-12 0,0 0-10 0,0 0-9 16,0 0-6-16,0 0-7 0,0 0-5 0,0 0-7 0,0 0-2 0,0 0-4 0,0 0-5 0,0 0-2 16,0-3-2-16,0 3 3 0,6-6-1 0,-6 6 2 0,6-3-4 0,-6 3-1 0,7-6-5 15,-2 6-6-15,4-6-4 0,-4 2-6 0,2-1-6 0,4 5-7 0,-3-4-3 16,5-1-9-16,0 5-12 0,0-6-17 0,0 6-19 0,1 0-23 0,-1 0-23 16,-1 0-26-16,7 0-28 0,-5 6-33 0,-1-6-39 0,-1 5-45 0,-3-1-50 0,2 1-93 15,1-1-113-15,-3 2-50 0,-2 3-16 0,-2-3 10 0,1 4 25 0,-6-1 35 16,0-4 37-16,8 5 42 0,-16-5 46 0,8 5 50 0,0-7 54 0,-6 3 58 0,1 4 61 15</inkml:trace>
  <inkml:trace contextRef="#ctx0" brushRef="#br0" timeOffset="35039.05">12797 11748 0 0,'0'4'9'0,"0"3"130"16,0-7 84-16,0 0 63 0,8 5 50 0,-8-5 46 0,0 0 37 0,0 0 43 0,0-5 37 15,5 5 37-15,-5-7 35 0,0 7 33 0,7 0 30 0,-7-4-84 0,0 4-152 16,6 0-91-16,-6-5-57 0,6 5-35 0,-6-4-21 0,7 4-19 0,1-5-17 15,-3 5-20-15,1-6-19 0,2 6-21 0,-3-4-14 16,3 4-16-16,4-5-14 0,-5 1-14 0,5-1-13 0,2 5-24 0,-1-7-28 0,-1 4-32 0,2-3-38 0,-1 6-42 16,1-5-43-16,-2 5-54 0,-6-4-55 0,7 4-125 0,-5 0-153 0,4 0-66 15,-5 0-19-15,-2 4 4 0,3-4 16 0,-8 0 31 0,0 0 41 0,0 0 47 0,7 0 54 16,-7 0 61-16,0 0 60 0,0 0 69 0,-7-4 74 0</inkml:trace>
  <inkml:trace contextRef="#ctx0" brushRef="#br0" timeOffset="35849.15">15512 11049 0 0,'0'0'9'0,"7"-4"126"0,-7-1 83 0,0-1 60 0,8 3 51 0,-8-3 44 0,0-3 40 0,0 5 36 0,0-8 35 15,0 9 35-15,0-8 32 0,0 7 35 0,0-2 31 0,0 2-83 0,0-1-144 0,5 5-87 0,-5 0-55 16,0-4-33-16,0 4-25 0,0 0-19 0,0 0-18 0,0 0-18 0,0 0-19 0,0 0-19 15,0 0-18-15,0 0-16 0,0 0-17 0,0 0-13 0,0 0-13 0,0 4-11 16,0-4-8-16,0 9-5 0,8-3-4 0,-8 3 2 0,6 0 1 0,-6 7 2 16,0-1 3-16,5-1 3 0,-5 2 4 0,8 2 1 0,-1 1 0 0,-7 2 0 15,6-2-1-15,0 5-3 0,1-3-1 0,-7-3-5 0,5 7-3 0,3-6-17 16,0 7-19-16,-3-2-27 0,1-5-31 0,-1-1-42 0,-5 7-47 0,7-5-60 0,2 5-61 16,-9-6-115-16,5 1-137 0,2-1-56 0,-7 2-17 0,0-2 6 0,0-5 21 15,0 1 31-15,0-2 40 0,0-1 49 0,0-3 52 0,0 0 59 0,-7-3 65 0,7-2 69 16,0-4 73-16</inkml:trace>
  <inkml:trace contextRef="#ctx0" brushRef="#br0" timeOffset="36150.71">16027 11426 88 0,'0'-5'163'0,"0"-5"49"0,0 5 38 16,-5 1 37-16,5-2 35 0,0 3 35 0,5-3 34 0,-5 2 29 0,0-2 27 0,0 6 28 16,0-5 25-16,0 1-66 0,0 4-117 0,-5-6-68 0,5 6-43 0,0-5-24 0,0 5-12 0,0 0-15 15,-8-4-18-15,8 4-14 0,0 0-16 0,0 0-14 0,0 0-11 16,0 0-10-16,0 0-10 0,0 0-10 0,0 0-9 0,0 0-9 0,0 0-8 0,0 0-5 0,0 0-5 16,0-5 3-16,8 1 5 0,-8 4 7 0,5 0 5 0,-5 0 6 0,7-6 2 15,0 6 5-15,-2-6 2 0,2 3-1 0,7 3 2 0,-1-6 2 0,6 3-2 16,-6-3 1-16,8 0-4 0,-3 2-21 0,8 4-28 0,-7-5-33 0,8 1-37 15,-7 4-44-15,-1-5-46 0,2 5-50 0,-3 0-54 0,-4 0-114 0,-2 0-137 0,2 0-58 16,-9 0-19-16,3 5 5 0,-3-5 14 0,-5 0 30 0,0 0 37 0,0 0 45 16,-5-5 48-16,-3-1 53 0,-5-4 59 0,7 7 61 0,-6-9 69 0</inkml:trace>
  <inkml:trace contextRef="#ctx0" brushRef="#br0" timeOffset="36356.53">16041 11124 0 0,'0'0'28'0,"-7"0"147"0,7 0 85 0,-7-5 65 16,7 5 51-16,0-6 47 0,0 3 40 0,0 3 38 0,0 0 34 0,0-7 28 15,0 7 25-15,0-5 27 0,0 5 21 0,0 0-116 0,0 0-195 0,0 0-105 16,0 0-56-16,0 0-35 0,0 0-20 0,0 0-16 0,0 0-12 0,7 0-8 0,-7 5-6 31,0 2-2-31,7-4-4 0,-2 3-1 0,-5 3-3 0,0 1-1 0,7-1-2 16,2 2-6-16,-9 4-2 0,5-2-5 0,-5 2-3 0,6 6-7 0,1-2-8 16,-7-5-17-16,5 5-21 0,-5 2-25 0,0-2-28 0,9-1-36 0,-9-2-34 15,5 4-42-15,-5-1-41 0,0 0-52 0,7 1-50 0,-7-1-112 0,0-4-133 0,0 6-52 16,0-9-14-16,6 4 16 0,-6-1 26 0,0 0 38 0,0-6 45 0,0 1 50 15,0-5 50-15,0-5 57 0,0 0 58 0,-6 4 64 0,6-4 67 0</inkml:trace>
  <inkml:trace contextRef="#ctx0" brushRef="#br0" timeOffset="36641.58">16457 10790 0 0,'8'-3'1'0,"-3"3"111"0,2-6 94 16,-1 1 70-16,1 1 58 0,-7-2 50 0,7 1 45 0,-7 1 44 0,0-5 42 0,7 3 37 15,-7-4 38-15,0 5 34 0,0 1 33 0,5-7-71 0,-5 7-128 0,0-1-98 16,0 1-82-16,0 4-50 0,0 0-38 0,0 0-28 0,8-6-24 0,-8 6-23 16,0 0-18-16,0 0-17 0,5 6-14 0,-5-2-12 0,6 1-12 0,-6 4-8 15,8 6-11-15,-3-5-2 0,2 9-4 0,2 1 0 0,-4 1 1 0,-5 7 0 16,6-3 2-16,1 8-10 0,-7 1-7 0,0 7-22 0,5-4-25 0,-10 8-34 15,5-1-40-15,-7 5-57 0,1-4-62 0,1 7-97 0,-4 3-114 0,-11-1-98 0,9-2-88 16,-2 3-33-16,-14-1-2 0,7-1 18 0,-6 1 28 0,-7-5 40 0,1 0 47 0,-7-7 56 16,0-2 58-16,0-5 70 0,-6-7 75 0,6-3 89 0,-9-10 89 0</inkml:trace>
  <inkml:trace contextRef="#ctx0" brushRef="#br0" timeOffset="39753.18">17050 10851 41 0,'-7'-12'121'0,"7"8"44"0,-5-1 35 0,5-4 30 0,-7 3 27 0,-1-3 25 0,3 0 26 0,-2 2 24 0,0-2 23 0,2 0 25 0,-2-2 25 0,-2 3-39 0,9-3-78 0,-5 7-49 16,-1-7-35-16,-1 1-16 0,2 1-9 0,5 4-6 0,-9 1-5 0,9-5-5 0,0 3-6 15,-5 0-5-15,5 2-5 0,0-1-6 0,0-1-7 0,-7 6-10 0,7 0-10 16,0-4-10-16,0 4-9 0,0 0-9 0,0 0-8 0,0-5-7 0,0 5-6 15,0 0-5-15,0 0-7 0,-6-4-8 0,6 4-10 0,-5 0-8 0,5 0-13 16,-8 0-9-16,0 0-8 0,3 4-12 0,-2-4-6 0,1 5-10 0,-7-5-7 16,5 4-5-16,-3 7-4 0,-2-7-7 0,-2 8-5 0,9-9-6 0,-5 7-6 0,-4-1 1 15,9 2 1-15,-7-2 0 0,8 1 3 0,-3 1-1 0,0-3 4 0,3 3 2 16,-1 4 1-16,-1-5 2 0,7-1 2 0,-5 6 5 0,5-6 5 0,0 6 5 16,0-5 7-16,0 4 3 0,5-4 4 0,-5 4 3 0,7-4 5 0,-7 5 5 15,6-5 7-15,-1-1 8 0,3 6 12 0,0-4 10 0,3 2 11 0,-4-3 9 0,7 4 11 16,-7-2 9-16,4-3 10 0,-5 1 7 0,9-1 8 0,-2 0 3 0,-2 7 8 15,4-5 3-15,-9-4 2 0,7-1-3 0,0 3-2 0,-5 3-7 0,3-9-7 0,-4 8-7 16,7-1-8-16,-9-6-7 0,2 1-8 0,-1 4-6 0,-1-3-6 0,4-2-8 16,-9 7-5-16,7-7-4 0,-7 2-6 0,0-3-2 0,5 3-6 0,-5-2 0 15,0-4-3-15,0 5-1 0,-5 1-1 0,5-3 0 0,0 3 1 0,-7 0-2 0,7-2 2 16,-9 1-2-16,4-1 0 0,-1 2-2 0,-1 3-4 0,-7-4-5 0,9-1-3 16,-8 8-5-16,8-9-5 0,-11 3-1 0,4-2-4 0,6 7-2 0,-7-7-1 15,0 1-3-15,-1-1-2 0,9 8-1 0,-10-9 0 0,9 3 1 0,0-3 2 16,1 3 3-16,-2 0 4 0,-1-2 4 0,2-4 3 0,-1 5 1 0,7-1 3 0,-6-4 2 15,1 5 2-15,5-5 0 0,0 6 4 0,0-6 0 0,-8 0 5 0,8 0 1 16,0 0 6-16,0 0 1 0,0 0 6 0,0 0 4 0,0 0 2 0,0 0 5 16,0 0 3-16,0 0 2 0,0 0 2 0,0 0 5 0,0 0 3 0,8 0 6 0,-8 0 5 15,0 0 2-15,5 0 1 0,-5 0 2 0,6 4-2 0,-6-4 0 0,7 5-2 16,-7-5-4-16,6 6 0 0,2-2-4 0,-8 2-4 0,7-3-4 0,-2 7-7 16,1-5-5-16,0 1-5 0,1 3-5 0,1 0-5 0,-3 1-4 0,3 1-5 0,-2-2-5 15,-1 1-9-15,3 5-9 0,-1-5-12 0,-1-1-18 0,0 6-17 0,-6-6-25 16,7 0-26-16,-2 7-33 0,-5-7-38 0,0 2-48 0,0-2-49 0,0 0-118 15,0 2-143-15,0-2-59 0,0-4-13 0,-5 5 9 0,5-5 24 0,-7 4 33 0,1-2 38 16,0-4 45-16,-1-3 47 0,-1 6 52 0,3-1 58 0,-1-5 63 0,-2 0 69 0</inkml:trace>
  <inkml:trace contextRef="#ctx0" brushRef="#br0" timeOffset="42458.65">7138 16080 46 0,'0'0'117'0,"0"-4"40"0,0-1 28 0,0 1 27 0,0-2 27 0,0 3 22 15,0 3 19-15,-7-6 19 0,7 0 16 0,0 3 16 0,0-3 15 0,0 0-50 0,0 6-90 0,0-4-50 0,7-1-31 0,-7 1-13 16,0-1-9-16,0 1-8 0,0-2-8 0,6 6-5 0,-6-6-6 0,0 3-3 16,0 3 0-16,5-6-5 0,-5 0-2 0,7 6-10 0,-7-3-5 0,0 3-7 15,9-6-8-15,-9 6-7 0,5-5-5 0,-5 5-8 0,7-4-5 0,-7 4-4 0,6 0-3 16,-6 0-6-16,5 0-2 0,4 0-1 0,-9 0 2 0,7 4-1 0,-2-4 2 15,1 5 1-15,-6 1 2 0,8-3 1 0,-3 3 4 0,3 3 2 0,-8-3-1 16,5 4 2-16,2-1 0 0,-7 0 0 0,7 6-1 0,0-3 2 0,-1 1-4 16,-6-4 3-16,7 6 0 0,-2-4 0 0,3 3 0 0,-2-5 0 0,-1 6 0 0,3-4-2 15,0 4 1-15,-3-7 0 0,3 3 0 0,-3-2 0 0,0 6 2 0,4-5-1 16,-4-1 1-16,2 0-3 0,6 2 0 0,-6-7-1 0,0 8-1 0,-2-3-1 16,3-5-2-16,-3 5 2 0,1-3-2 0,2-1 2 0,-1-1-2 0,-2 1 3 0,4 2 0 15,-4-4 2-15,-5-3 3 0,5 6 1 0,-5-6 9 0,0 0 6 0,8 0 12 16,-8 0 10-16,0 0 12 0,0 0 12 0,0 0 15 0,0 0 12 0,0 0 12 15,0 0 8-15,0 0 1 0,0 0 2 0,0 0 1 0,-8 0-4 0,8-6-6 0,-5 3-5 16,5-4-10-16,-5 7-10 0,-4-5-10 0,9 1-13 0,-5-1-15 0,-2-1-13 16,-1 2-15-16,2-1-8 0,1 5-6 0,-3-4-3 0,3 4-3 0,5 0-6 15,-7 0-5-15,0 0-3 0,7 0-6 0,-7 0-4 0,1 4-4 0,6 1-2 16,-7-1-1-16,2 7-1 0,5-7 0 0,-9 8 2 0,4-3 0 0,5 4-1 0,-5-2 3 16,-3 4 3-16,3-5 1 0,5 4 3 0,-8 0 2 0,8 0 2 0,-8 2 3 15,8-1-1-15,-5-1 0 0,5 2 2 0,0-2-2 0,0 0-1 16,-6 0 2-16,6 2-1 0,0-1 1 0,0-6 1 0,0 6 0 0,6-5 1 0,-6 4 1 0,0-4 2 15,0-1 1-15,0 6 2 0,0-5 4 0,0 1 3 0,0-4 3 0,0 4 3 16,0-1 4-16,0-1 3 0,0 3-1 0,-6-9 4 0,6 7-3 0,-8-5 1 16,8-1 0-16,-5 1-6 0,5 1-4 0,-7-2-10 0,1 2-10 0,-1-1-15 0,0-1-13 15,0-4-14-15,2 6-12 0,-8-2-17 16,5-4-14-16,-3 5-18 0,4-1-16 0,-7-4-21 0,1 5-17 0,8 1-21 0,-11-6-17 0,5 0-31 0,4 4-31 0,-7-4-25 16,9 0-22-16,-9 0-24 0,9 0-24 15,-2 0-16-15,-1 0-9 0,3-4 12 0,-3 4 22 0,2-6 27 0,1 6 32 0,5-5 31 0,0 1 35 0,0 4 41 16,-8-5 44-16,8 1 36 0,0-2 37 0</inkml:trace>
  <inkml:trace contextRef="#ctx0" brushRef="#br0" timeOffset="44108.97">9144 13166 28 0,'0'-5'63'0,"-7"-5"26"0,7 4 29 0,-5 1 29 0,5-4 34 0,-9 3 31 0,9-3 30 0,-7 5 25 0,7-5 25 15,-5 3 3-15,-1 0-5 0,6 2-11 0,-8-1-10 0,3-5-7 0,-3 5-2 16,8 1-7-16,-5-1-12 0,-2 5-17 0,0-4-18 0,7-2-12 0,-5 0-11 0,5 3-6 15,-7 3-2-15,7-6-2 0,0 6-3 0,0-6-10 0,0 6-9 0,-8-3-13 16,8 3-9-16,0 0-14 0,0 0-15 0,8-6-12 0,-8 6-13 16,0 0-12-16,0 0-14 0,0 0-15 0,0 0-12 0,0 0-15 0,0-5-9 0,0 5-5 15,0 0-7-15,7 5 2 0,-7-5 2 0,5 6 3 0,-5-6 4 0,7 3 4 16,0 9 3-16,-7-9 2 0,5 9 4 0,3-3 4 0,-3 4 3 0,-5 2 5 0,8 6 2 16,-8-2 2-16,0 1 0 0,6-1-2 0,-6 5-3 0,0 1-7 0,0-1-2 15,0 1-6-15,0-1-5 16,5 1-3-16,-5-1-6 0,0 0-2 0,0 0-2 0,0-3-3 0,0-2-1 0,0 0 0 0,0 1-1 0,7-5-1 0,-7-2 0 0,0 2 1 15,0 0-3 1,0-5 2-16,9 1 0 0,-9-7 5 0,0 5 2 0,5-4 1 0,-5 2 2 0,0-4 0 0,0-3 0 0,7 6 0 0,-7-6 3 0,0 0 4 16,0 0 5-16,0 0 3 0,6 0 4 0,-6-6 4 0,5 6 2 0,-5-3 4 0,9-4 3 15,-2 2 5-15,-7 1 2 0,5-1 1 0,1-5 2 0,1 1-1 0,-1 3 1 16,-6-3-3-16,8-1-4 0,-3-4-2 0,2 4-2 0,-7-1-1 0,6-3-3 0,-6 0-2 16,8 4-4-16,-8-4 0 0,0-2-6 0,6 7 1 0,-6-6-2 0,0 0 0 15,0 5 0-15,0-4-2 0,0 4-1 16,0 1-2-16,0 0 0 0,0-3-3 0,7 8 0 0,-7-7-6 0,0 11-6 0,0 0-6 0,0 0-9 0,0 0-5 15,0 0-6-15,0 0-1 0,0 0-1 0,0 0 2 0,0 6 2 0,0-1 2 16,5-1 1-16,-5 8 0 0,7-3 4 0,-7 0 6 0,7 1 4 0,-2 4 8 16,-5 2 9-16,8-1 6 0,-1-2 3 0,-1 1-3 0,2 2-2 0,-3-1-3 0,0-1-7 15,3 0-2-15,-2-3-2 0,-6 2-2 0,13-2-2 0,-6 5 1 0,-7-7-4 16,14 0 3 0,-9-3 0-16,3 3 0 0,-3 0 3 0,9-2 6 0,-9-4 4 0,10 3 8 15,-9-3 3-15,7-3 4 0,-8 6 2 0,9-6 2 0,-7 0 8 0,6 0 6 16,-8-6 9-16,9 3 7 0,-7 3 5 0,4-9 5 0,-3 2 6 0,5-2 2 15,1 0 2-15,-9 3 3 0,10-9 1 0,-10 6 2 0,9-6 3 0,-9 0 0 0,8 0-1 16,-5 5-2-16,-2-8-7 0,-1 3-4 0,2-1-4 0,2-2-3 0,-4-2-5 16,1 7-3-16,-6-8-5 0,7 2-2 0,-7-6-3 0,0 5-5 0,0-5 0 15,0 7-3-15,0-6-4 0,0 3-3 0,0 6-6 0,0-4-2 0,-7 4-1 0,7 0-3 16,-6 6-5-16,6 0 1 0,-5-1-4 0,5 4-6 0,-9 2-8 0,2-1-10 16,7-1-10-16,-5 6-16 0,5 0-17 0,-6 0-20 0,6 0-22 0,-8 6-27 15,3-1-26-15,5 5-36 0,-8 0-35 0,8-1-44 0,-5 6-49 0,-2-6-93 0,0 12-115 16,7-8-41-16,-5 2-6 0,5 6 18 0,-8-7 25 0,8 0 38 0,0 0 39 15,-7 2 44-15,7-7 44 0,7 0 51 0,-7 2 53 0,0-7 60 0,8 2 62 0</inkml:trace>
  <inkml:trace contextRef="#ctx0" brushRef="#br0" timeOffset="44346.89">10048 13224 59 0,'-6'0'159'0,"-1"4"65"0,2-4 52 0,-4 0 45 0,4 0 40 0,0-4 37 0,-3 4 37 0,8-5 34 15,-5 1 30-15,5-1 30 0,0-2 28 0,-8 7-50 0,8-3-93 16,0 3-81-16,0-6-76 0,0 1-43 0,8 1-24 0,-8 4-20 0,0-6-16 0,0 1-18 0,0 5-14 16,5-4-16-16,-5 0-14 0,8-1-13 0,-8-1-11 0,5 2-11 0,0-2-14 0,4 1-9 15,-4 1-11-15,8-1-9 0,1-1-8 0,-7-3-6 0,6 5-8 0,6-1-14 16,-7 5-20-16,2-4-25 0,4 4-29 0,-2-6-33 0,-5 6-39 0,2 0-45 16,7 6-46-16,-13-6-83 0,5 4-99 0,1 5-70 0,1-4-55 0,-9-1-14 0,2 7 5 15,2-7 25-15,-4 1 34 0,-5 5 42 0,0-4 47 0,0-1 51 0,-5-1 57 16,-4 0 58-16,2-4 60 0,2 5 75 0,-1 1 89 0</inkml:trace>
  <inkml:trace contextRef="#ctx0" brushRef="#br0" timeOffset="44505.98">10056 13444 0 0,'-8'14'19'0,"2"0"138"15,-1 1 80-15,2 0 56 0,5-6 40 0,-9-3 32 0,9 3 25 0,-5-9 23 16,5 0 21-16,0 0 24 0,0 0 27 0,5 0 25 0,-5-3 26 0,9 3-95 0,-4-6-167 16,-5 0-89-16,13 2-51 0,-5-1-24 0,-2-4-11 0,6-1-6 0,2 5 1 15,-1-5-3-15,8 0-3 0,-11 0-11 0,11-4-18 0,-2 3-31 0,2 1-40 16,-2-4-51-16,1 4-57 0,-1 1-70 0,2-6-79 0,-10 5-102 0,10 1-110 0,-3-2-46 15,-5 2-17-15,7 0 7 0,-8-7 11 0,3 12 22 0,-4-11 29 0,2 6 41 16,2 0 49-16,-3-7 54 0,0 6 59 0,2-4 70 0,-1 0 72 0</inkml:trace>
  <inkml:trace contextRef="#ctx0" brushRef="#br0" timeOffset="45078.03">10790 13054 0 0,'0'4'20'0,"9"1"136"0,-9-5 74 0,0 0 55 16,0-5 42-16,0 1 40 0,0-2 37 0,0-3 34 0,0 3 34 0,0 0 34 0,5-3 34 15,-5 4 32-15,0 1 32 0,0 0-95 0,0-1-167 0,0-1-82 0,7 2-35 16,-7 4-20-16,0 0-11 0,0-6-11 0,0 6-15 0,0 0-12 0,0 0-14 16,0 0-19-16,0 0-15 0,0 0-21 0,0 0-15 0,0 0-21 0,0 0-16 0,0 0-17 15,0 0-15-15,0 0-10 0,0 0-10 0,-7 6-6 0,7-2-5 0,0 7-6 16,0-3 0-16,0 3-7 0,0 4-6 0,-5 0-6 0,5 3-2 0,0 1-4 16,0 2-3-16,0 3-4 0,0 1-5 0,0-1-3 0,0-6-4 0,0 7-3 0,0-5 0 15,0 5-1-15,0-6 1 0,5-4 5 0,-5 4 8 0,7-10 4 0,-7 6 1 16,6 0 5-16,-6-5 7 0,7 1 7 0,-1-2 8 0,2-5 9 0,-8 1 8 15,5 1 4 1,2-3 8-16,0 4 4 0,-2-4 3 0,-5-3 5 0,7 0 3 0,1 0 7 0,-3 0 9 0,2-3 5 0,0 3 5 0,-2-7 4 0,-5 4 3 0,8-3 0 16,-1 1 1-16,-1 1 1 0,0-5 2 0,-6 3 1 0,5-3-1 0,2 0 4 15,2-3-1-15,-9 3-2 0,5-1-3 0,2-4-2 16,-7-2-4-16,6 1 1 0,-1 2-6 0,3-2 0 0,-8-5-3 0,8 6-2 0,-3-7-2 0,-5 3-2 0,6 3-2 16,-6 0-3-16,7 0 0 0,-7 0-3 0,6 6 3 0,-6 0-3 0,0 5 0 15,0-8-3-15,8 12-4 0,-8 0-4 16,0 0-7-16,0 0-6 0,0 0-6 0,0 0-4 15,0 0-2-15,0 0-1 0,-8 0-3 0,8 12 0 0,0-8-3 0,0 5-1 16,0 0-3-16,-6 2-2 0,6-2-2 0,0 7-2 0,0-3-1 0,0 2 2 16,0-1 2-16,0 2 0 0,0-1-2 0,6-1-2 0,-6 2-2 0,0-7 0 15,8 4-1-15,-8-2 2 0,7-1 3 0,-2 5 5 0,1-6 6 0,2 1 4 0,-3-5 7 16,8 4 5-16,-6-2 6 0,5-4 7 0,3 3 3 0,-2-2 4 0,-2-4 4 16,5 0 6-16,-5 0 5 0,10 0 6 0,-9-4 6 0,2-2 5 0,4 3 5 15,1-4 3-15,-4-2 8 0,-1-2 2 0,4 7 5 0,-5-10 7 0,0 4 5 0,1 0 9 16,-1-5 6-16,-3 1 1 0,4-2 1 0,-7-2-5 0,6 3-1 0,-6-4-5 15,0-2-5-15,-2 8-5 0,2-13-5 0,-7 7-6 0,6 1-6 0,-6-9-12 16,0 9-7-16,8-7-12 0,-8 5-10 0,0-3-9 0,0 2-10 0,0 3-7 16,-8-3-8-16,8 6-7 0,0 2-8 0,0-2-10 0,0 6-10 0,-6-3-12 15,6 8-13-15,0-7-21 0,-7 8-20 0,7 3-33 0,0 0-38 0,0 0-34 16,-5 0-34-16,5 0-53 0,-7 3-61 0,7 8-92 0,-7-7-97 0,7 8-34 0,0-3 2 16,-5 0 16-16,5 6 29 0,0-6 37 0,0 7 39 0,0-7 53 0,0 1 53 0,0-1 53 15,0-4 54-15,0 1 66 0,5-2 69 0</inkml:trace>
  <inkml:trace contextRef="#ctx0" brushRef="#br0" timeOffset="45759.18">11736 13054 0 0,'0'4'20'0,"0"-4"136"0,0 0 77 0,0 0 57 0,0-4 44 0,0-2 38 0,-8-3 37 0,8 3 33 0,0-3 30 0,0-2 31 16,-5 3 31-16,5 3 27 0,0-5 26 0,0-1-99 0,-7 7-176 0,7-7-90 0,0 7-46 0,0-1-27 15,0 1-18-15,0 4-13 0,-7-6-13 0,7 6-12 0,0 0-12 0,0 0-13 0,0-4-10 16,0 4-16-16,-5 0-8 0,-3 4-10 0,8-4-9 0,-7 6-6 0,7-2-4 15,-6 1-5-15,0-1-3 0,6 1-3 0,-5 5 1 0,-2 1-5 16,-2-1-2-16,9-1-3 0,-5 0-5 0,5 6-3 0,-7-6-7 0,7 7-2 0,-6-7-1 0,6 0-2 16,0 6-1-16,0-3-2 0,0-3 0 0,6 0 1 0,-6 1-1 15,7-1 4-15,-2-4 2 0,4 1 2 0,-2-2 9 0,-2 2 5 16,1-6 6-16,7 5 5 0,-5-5 4 0,4 0 5 0,0 0 1 0,8-5 2 0,-6-1 3 0,5 6 2 16,-6-10-1-16,8 5 4 0,-3 1 1 0,-4-7 0 0,6 7 4 0,-1-5 2 15,-7 0 4-15,8-3 6 0,-8 3 4 0,2-1 5 0,-9 1 4 0,10 0 3 0,-9-3 2 16,2 3 1-16,-3 0-1 0,0-2 0 0,-5 3-2 0,0-3-3 0,9-4-3 15,-18 5-4-15,9 1-7 0,0-6-3 0,-5 6-5 0,5-1-5 0,-5-1-6 0,-3 2-3 16,2-1-5-16,-1 1 0 0,-1 0-2 0,-3 3-3 0,3-4-2 0,-4 5 0 16,6-1 0-16,-8 3-2 0,2 3-1 0,-1 0-3 0,-1 0-3 0,2 0 1 15,-2 3-3-15,1 3-1 0,0-1-2 0,0 5-4 0,-6-1-4 0,6 3-6 16,-1-3-3-16,2 4-2 0,4-2-3 0,-4 4 0 16,0-1 1-16,4 0 1 0,-5 7-1 0,7-6 3 0,1-2 0 0,-2 2 2 0,-2 0 2 15,4 0 2-15,5-2 4 0,0 2 5 0,-7 1 5 0,7-2 3 0,0 5 1 0,0-8 1 0,0 4 1 16,0-2 3-16,0 2-1 0,7 1-1 0,-7-2 2 0,5 0 0 0,-5-4 0 0,9 6 1 15,-2-7 1-15,-2 0 1 0,1 1 3 0,0-1 0 0,1 3 3 0,6-8-1 16,1 5 0-16,-1-4 3 0,-1-1-1 0,2 2 5 0,5-1 1 0,-6-5 0 16,8 0 2-16,-3 0 2 0,8 0-2 0,-7 0 1 0,1 0-1 0,7-5 2 15,-8-1-2-15,7 2 3 0,-8-1-2 0,9 1 0 0,-6-1-1 16,-3-5-1-16,1 4-4 0,2-3 2 0,-3-1 0 0,3 1 1 0,-2-6-3 0,-6 0 4 0,6 6 2 16,-4-6-1-16,-2-1 0 0,-2 2 0 0,4-5 3 0,-9 4-1 0,7 0 2 0,-8-4 0 15,3 1 3-15,0 2 2 0,-3 1 7 0,-5 1 5 0,0-2 3 0,6 1 6 16,-6 1 2-16,0 6 2 0,0-3 6 0,0 1 4 0,-6 1 4 0,6-2 4 15,0 7 3-15,0-1-4 0,-5 5 0 0,5 0-10 0,0 0-11 0,-8 0-9 16,8 0-6-16,-8 5-7 0,3-1-7 0,5 7-7 0,-7-2-3 0,1 1-10 16,6 5-6-16,-6 0-5 0,-2-6-6 0,8 6 1 0,0 4-2 0,-7-10 5 0,7 6 3 15,0 1 4-15,0-2-1 0,0 1 1 0,7 0 2 0,-7 0-2 0,0-7 3 16,8 7 0-16,-2-4 1 0,-6-1 1 0,6-1 0 0,1 0-4 0,-7 1-8 0,5 0-13 16,3-6-15-16,0 2-21 0,-3 4-23 0,-5-5-27 0,6-5-29 0,-1 4-37 15,2-4-44-15,-7 5-52 0,0-5-55 0,0 0-98 0,0 0-114 0,9-5-42 16,-9 5-4-16,0-4 20 0,0 4 28 0,0-5 37 0,-9-11 41 0,9 7 46 0,0 0 47 15,-7-6 53-15,7-1 57 16,-5 2 61-16,5-5 67 0</inkml:trace>
  <inkml:trace contextRef="#ctx0" brushRef="#br0" timeOffset="45901.85">12218 12780 0 0,'-6'-15'35'0,"-2"4"149"0,3-2 77 0,-3 3 53 0,8-4 39 0,-7 2 40 0,1-3 38 0,6 8 35 0,0-5 31 0,-6 3 24 0,6-1 23 0,0 5 20 0,0-4 15 0,0 3-126 15,0 2-205-15,6 4-104 0,-6 0-47 0,0-5-24 16,0 5-13-16,0 0-20 0,0 0-21 0,6 0-15 0,1 0-12 0,-7 5-19 0,8-1-21 0,-3-4-23 0,-5 9-29 15,8-3-34-15,-2 3-35 0,-1-3-55 0,2 3-63 0,1 3-84 0,-2 1-90 16,0-4-35-16,1 3-9 0,-2-3 8 0,3 0 15 0,5 1 28 0,-7-1 34 0,-1 2 42 16,2-1 44-16,2-5 47 0,3-1 53 0,-6 5 61 0,-1-9 67 0</inkml:trace>
  <inkml:trace contextRef="#ctx0" brushRef="#br0" timeOffset="46332.63">12674 12969 0 0,'7'15'37'0,"-2"1"156"0,3-3 88 0,-3-2 61 15,-5-8 44-15,6 3 34 0,2 0 31 0,-8-12 29 0,5 0 30 0,2-3 30 16,1 4 28-16,-2 1 29 0,0 0 27 0,6-1-120 0,-3 5-204 0,3-6-105 16,-6 6-57-16,-1 0-28 0,3-4-12 0,0 4-6 0,-3 0-4 0,2 0-9 0,-1 0-7 15,-6 0-10-15,0 4-11 0,0-4-10 0,0 0-8 0,0 0-9 0,0 0-5 16,-6 6-6-16,6-1-2 0,0-5-1 0,-7 4-1 0,2 0-1 0,-3 1-3 0,0-5-2 16,3 6-7-16,-1-3-3 0,-6-3-5 0,3 6-6 0,-3 0-6 0,0-6-5 15,4 0-4-15,-4 3-5 0,-2-3-2 0,1 0-6 0,1-3-2 0,-2 3 1 16,8 0 0-16,-7-6 5 0,0 6 2 0,0-6 5 0,5 3 3 0,-5-3 5 15,8 1 4-15,0 1 6 0,-9 0 2 0,7-1 5 0,-1-1 3 0,2 2 2 16,0-2 3-16,6 1 5 0,-7-5 1 0,7 5 2 0,-5 1-1 0,5-1 1 0,0 1 0 16,-8-6-1-16,8 5 2 0,0-1 0 0,0-4 2 0,0 1 4 0,0 4 5 15,8-5 1-15,-8 1 2 0,0 0-1 0,5 3 1 0,-5-4 0 0,7 5 1 16,-7-4 0-16,6 5 1 0,0-8 2 0,2 9-1 0,-1 3-1 0,-2-6 1 0,4 0-2 16,-4 3-3-16,8 3-3 0,-8 0 3 0,11 0-1 0,-5 0 3 0,2 0-1 15,0 0 6-15,1 3-2 0,-2 3 1 0,1 0 0 0,1 3-1 0,6 1 0 16,-8-7-2-16,0 8 0 0,2 5-1 0,-1-1-2 0,0-2 2 0,0 1-5 15,0 2-1-15,-7 3-2 0,9 1-3 0,-10-1-2 0,1 5 0 0,-6 0-7 16,8 1-9-16,-8 5-7 0,0-2-10 0,0 2-12 0,-8 4-12 0,2-4-8 0,1-1-11 16,5 0-8-16,-15 1-9 0,9-6-10 0,0 0-10 0,-6 1-17 0,-4-6-13 15,5 2-12-15,4-7-10 0,-7 0-11 0,2 0-12 0,0 2-11 16,-3-7-10-16,2 0-10 0,2 2-12 0,-2-1-21 0,-1-4-31 0,1-3-47 0,0 3-51 0,6-2-37 16,-4-4-28-16,3 0 3 0,0 0 16 0,-5-4 29 0,8-2 30 0,0 3 31 15,-4-3 35-15,9-4 32 0,-5-1 33 0,-2 2 43 0,7 0 47 0,0-7 54 0,0 2 71 16</inkml:trace>
  <inkml:trace contextRef="#ctx0" brushRef="#br0" timeOffset="47012.98">12973 12775 72 0,'5'-10'185'0,"11"4"77"0,-11-3 59 0,1-6 49 0,-6 6 42 0,8 0 39 0,-3-3 35 0,-5 3 33 0,8-1 31 16,-8 1 30-16,5 0 29 0,-5-3-55 0,7 8-103 0,0-7-99 0,-2 8-102 15,-5-3-55-15,8 2-35 0,-1 4-23 0,-7-5-18 0,5 5-16 0,-5-4-15 0,0 4-13 16,0 0-14-16,0 0-8 0,0 0-10 0,0 0-2 0,8 4-1 0,-8 1-1 15,0-1 2-15,0 5 0 0,0 2-3 0,0-1 0 0,0-1-2 0,0 6 2 16,0 0 2-16,0 4-1 0,-8 2-2 0,8-3-5 0,-5 3-8 0,-2-2-14 16,7 5-20-16,-8 1-19 0,3-7-19 0,-2 9-13 0,0-5-14 0,2-1-12 15,-3 3-9-15,8-5-7 0,-5 2-8 0,-3-3-3 0,8-3-5 0,-6 0 0 16,6 4-1-16,0-10 6 0,0 6 9 0,0 1 8 0,-5-7 8 0,5 0 10 0,0 2 3 16,0-2 12-16,0-3 6 0,0-2 8 0,0 2 9 0,0-6 9 0,0 5 13 0,0-5 10 15,0 0 15-15,0 0 8 0,0 0 6 0,0 0 3 0,0 0 5 0,0 0 8 16,0-5 6-16,5-1 6 0,-5 2 6 0,0-2 1 0,0 1 5 0,0-4-1 15,0-1-2-15,6 1-1 0,-6 0-7 0,8-3-1 0,-8 3-6 0,5-6-2 16,3 6-2-16,-3-7-3 0,2 7-2 0,0-6-7 0,-2 2-3 0,3-2-6 0,-1 0-3 16,6 0-8-16,-7 6-2 0,7-6-4 0,0 5-3 0,-7-1 0 0,6 2-2 15,-3-1-3-15,3 7 1 0,-6-3-5 0,1 6 1 0,7-6-3 0,-9 6 1 0,3 0-1 16,-3 6-2-16,1 0 1 0,9-3 0 0,-10 3 1 0,4-2 1 0,-4 5 1 16,0 2 1-16,8-7 1 0,-5 11 2 0,-2-5 2 0,1-1 2 0,-1 6 3 15,1-4 0-15,-1-1 2 0,2 3-1 0,-3-2 1 0,0-2 1 0,9 6-1 0,-7-5 0 16,1-1 0-16,-3 0 1 0,1-3-1 0,2 3 1 0,-3 3 2 0,2-8 1 15,-1 5 4-15,8 0 2 16,-7-3 3-16,6-1 3 0,-7-1 4 0,7 1 6 0,-8 1-1 0,11-2 4 0,-5-4 4 0,1 6 3 0,4-6 3 0,-5 0 3 0,2 0 5 16,0-6 3-16,1 6 2 0,-2-4 2 0,1-2 2 0,6 1 2 0,-3-4 1 15,-11 3-1-15,13-3 3 0,-9 0-1 0,3-1 1 0,-1-5-3 0,5 5-3 16,-11-4-1-16,9-2-5 0,-9-2-4 0,10 3-6 0,-10-4-6 0,2-2-5 16,0-3-3-16,-2 5-7 0,3-5-3 0,-3 0-5 0,-5-3-2 0,8 5-9 15,-8-4 0-15,0 3 0 0,0-3 0 0,0 3 0 16,0 2 0-16,0 1 0 0,-8 1 0 0,8 4 0 0,-5 0 0 0,5 2 0 0,-8-2993 0 0,8 5991 0 15,-5-2989 0-15,5-1 0 0,0 0 0 0,-7 5 0 0,7 0 0 0,-7 0 0 16,7 5 0-16,-5 0 0 0,-2-1 0 0,-1 8 0 0,3-3 0 0,-2 1 0 0,0 4 0 16,2 2 0-16,-3-1-18 0,0 3-13 0,3 1 8 0,-1 2 3 0,1-3 3 15,5 3 5-15,-7 2 2 0,7-3 1 0,0 5 2 0,0-7-1 0,0 9 3 16,0-9 2-16,7 1 3 0,-7 2 1 0,5-3 1 0,1 3 2 0,-6-2-1 16,5-4 0-16,3 3-7 0,0-2-9 0,-3-2-13 0,2 5-14 0,0-3-15 15,-2-2-22-15,3-4-26 0,-1 4-27 0,-2-4-28 0,-5 1-32 0,7-3-33 0,0 3-41 16,-7-7-44-16,0 1-33 0,5 4-29 0,-5-9-44 0,0 0-56 0,0 0-46 31,-5 7-33-31,5-7 5 0,0 0 26 0,-7-7 34 0,0 4 40 0,7-3 45 0,-12-9 47 16,4 6 50-16,3-6 51 0,-9 0 46 0,9-4 45 0,-11 1 58 0,5 2 73 0</inkml:trace>
  <inkml:trace contextRef="#ctx0" brushRef="#br0" timeOffset="47172.67">13402 12851 0 0,'-5'0'27'0,"-2"0"149"0,1 6 94 0,-2-6 68 0,8 0 55 0,0 0 45 0,0 0 36 0,0 0 35 0,0 0 32 0,8-6 32 0,-8 3 29 0,6 3 31 0,1-4 28 0,-2-2-107 15,3 0-189-15,5 6-104 0,-2-3-65 0,5 3-35 0,-11-6-24 0,13 6-16 0,-2-6-9 16,-5 6-9-16,10-3-10 0,-9 3-12 0,7 0-11 0,2 0-11 0,-2 0-10 16,0 0-22-16,2 0-26 0,-3 0-33 0,-5 3-38 0,7-3-47 0,-8 6-51 15,8-6-68-15,-6 6-74 0,-9-6-130 0,8 3-143 0,-5 3-63 0,-2-6-18 0,-6 6 5 16,0-6 16-16,0 0 30 0,0 0 40 0,0-6 47 0,-6-3 52 0,-2-3 64 16,3 3 67-16,-8-6 77 0,6-3 84 0</inkml:trace>
  <inkml:trace contextRef="#ctx0" brushRef="#br0" timeOffset="49583.38">14464 12476 0 0,'7'-4'17'0,"-1"4"49"0,-6-10 29 0,0 6 28 0,7-2 29 0,-7 0 28 0,0 2 30 0,0-1 26 0,0-1 24 0,7 2 22 0,-7-1 23 0,0 1-9 0,0-1-26 15,-7 1-21-15,7-2-20 0,0 0-9 0,0 2-8 0,0-1-9 0,0 5-12 16,0-5-8-16,0 1-9 0,-7-2-7 0,7 2-1 0,0 4-2 0,0-5-1 16,0 5 1-16,0-4 1 0,0-1-1 0,0 5 0 0,-6 0-3 0,6-7-6 15,0 4-6-15,-7 3-8 0,7 0-9 0,0-6-7 16,-6 6-11-16,6-5-7 0,-8 5-8 0,3 0-7 0,5 0-8 0,-5 0-12 0,-3 0-11 0,8 0-9 0,-6 0-10 16,-1 0-9-16,-1 5-9 0,3 1-5 0,-9-3-8 0,9 4-5 0,-3 2-3 15,-5 0-4-15,7 6-4 0,-6 0-5 0,-2 4-3 0,1 1 0 0,1 0 1 16,3-2-3-16,-2 9 2 0,-1-3 1 0,-4 0 0 0,11 4 1 0,-6-4 3 0,3 7 1 15,-5-1-1-15,6-2 0 0,7 2-1 0,-7-2 0 0,2 7-1 0,5-7 0 16,-7 3 1-16,7-1 2 0,7 3-2 0,-7-8 2 0,5 3 0 0,2 2 1 0,0-6 1 16,-2 0-2-16,11 1-1 0,-5-1-1 0,1-3-7 0,9 3-11 0,-1-5-18 15,-2 0-20-15,3-4-32 0,5-1-42 0,-8 2-65 0,1-1-82 0,10-6-105 16,-5 0-114-16,3 3-49 0,-2-12-15 0,1 4 9 0,1-8 13 0,-1-2 28 0,0-4 32 16,6 0 40-16,-5-9 45 0,-2-6 51 0,2-3 61 0,-3-2 73 0,-3-3 78 15</inkml:trace>
  <inkml:trace contextRef="#ctx0" brushRef="#br0" timeOffset="54062.62">15103 12720 0 0,'0'-3'50'0,"0"3"50"0,6 0 37 0,-6 0 34 0,0-12 32 0,0 8 30 0,0 4 28 0,-6-5 29 0,6 5 29 0,0-6 31 0,0 2 31 0,0 1-7 0,0-3-32 0,0 0-25 16,0 3-23-16,0-3-17 0,0 0-15 0,0 2-14 0,0 4-8 0,0-5-9 15,0-1-7-15,0 3-8 0,0-3-9 0,0 6-9 0,0-4-14 0,0 4-15 0,0 0-15 16,0 0-14-16,0 0-15 0,0 0-15 0,0 0-12 0,0 0-16 16,0 0-13-16,0 0-13 0,0 0-14 0,0 0-9 0,0 0-15 0,0 0-8 0,0 0-9 15,0 0-6-15,0 0-1 0,0 4-2 0,0 2 1 0,0 3 2 0,6-4 1 0,-6 11 3 16,0-7 1-16,0 4 3 0,0 2 3 0,0 0 1 0,0 0 6 0,0 0-1 15,0 4 1-15,0-4 0 0,0 0-3 0,0 3 0 0,7-3-4 0,-7 1-1 16,0-2-2-16,0 2-6 0,0-1-4 0,0-2-9 0,0-4-11 0,6 2-16 0,-6 4-18 16,0-5-17-16,0-1-19 0,0-5-30 0,0 7-32 0,0-7-36 0,0 1-40 15,0 5-63-15,0-4-69 0,0-6-84 0,0 5-84 0,0-1-24 0,0-4 4 0,0 4 20 16,0-4 29-16,-6 0 35 0,6 0 39 0,-7 0 45 0,1-4 48 0,6-5 51 16,-13-1 55-16,13-1 65 0,-13-4 69 0</inkml:trace>
  <inkml:trace contextRef="#ctx0" brushRef="#br0" timeOffset="54252.91">14895 12486 59 0,'-8'5'178'0,"8"-1"75"0,0-4 58 0,0 0 42 0,-5-4 33 0,5 4 30 0,-8-5 27 16,8-1 27-16,0 2 23 0,0 0 26 0,0 4 24 16,0-5-51-16,0 0-94 0,0 1-103 0,0-2-109 0,8 6-60 0,-8-6-34 0,0 2-16 15,0 4-11-15,0-5-9 0,5 5-11 0,-5 0-20 0,0-6-23 0,0 6-33 0,0 0-35 0,0 0-40 16,0 0-36-16,0 6-40 0,8-6-40 0,-8 0-63 0,0 5-74 0,0-1-67 15,6 2-63-15,-6-6-21 0,0 6 6 0,0-2 18 0,5 1 31 0,-5-5 37 0,0 5 44 16,0-5 43-16,0 0 46 0,0 0 47 0,0 0 48 0,0 0 62 0,7 0 73 16</inkml:trace>
  <inkml:trace contextRef="#ctx0" brushRef="#br0" timeOffset="54553.92">15325 12427 69 0,'5'-5'146'0,"2"1"47"0,-1-1 39 0,-6 1 38 16,7-2 39-16,-7 0 40 0,7-3 39 0,-7 9 37 0,0-9 35 0,0 3 33 16,7-3 31-16,-7 5-51 0,0-1-104 0,0-2-61 0,0 4-40 0,0-3-23 0,5 1-16 15,-5 1-17-15,0-2-24 0,0 6-25 0,0-5-21 0,0 1-23 0,0 4-19 16,0 0-16-16,8-4-16 0,-8 4-10 16,0 0-8-16,5 0-5 0,-5 0-8 0,0 0-3 0,8 0-4 0,-2 4-2 0,-1 0-3 0,-5-4 4 0,7 5 3 0,7 5 4 15,-8-5 2-15,1 4 3 0,7 3-2 0,-7 1-1 0,4 2-1 0,-6 0-4 16,11 0 0-16,-4-2-3 0,-5 8 1 0,5-6-3 15,-4 4-2-15,5 2-6 0,-7-3-2 0,-1 1-5 0,3 2-3 0,-1-3 0 0,-7 2-2 0,6 0-2 0,-6-2-3 16,0 3-7-16,0 0-10 0,-6-3-9 0,6 1-15 0,-7 2-20 0,-1-8-17 16,3 8-29-16,-1-7-35 0,-2 0-49 0,3 0-55 0,-10 1-70 0,10 1-80 15,-9-7-88-15,9 6-94 0,-11-6-28 0,5 3 0 0,6-9 18 0,-11 7 27 0,11-5 37 16,-2-1 40-16,-4 1 48 0,2-5 53 0,2 6 61 0,2-6 64 0,-1 0 74 16,-2 4 71-16</inkml:trace>
  <inkml:trace contextRef="#ctx0" brushRef="#br0" timeOffset="54838.93">16027 12726 0 0,'0'5'2'0,"7"-5"115"0,0 4 81 0,-7-4 65 0,0 6 54 0,0-6 49 0,0 0 45 0,0 0 43 0,0 0 41 0,0 0 38 15,0 0 33-15,0 0 33 0,0 0 29 0,0 0-77 0,0 0-137 0,0 0-89 16,0 0-61-16,0 0-42 0,0 0-32 0,0 0-31 0,0 0-23 0,0 0-26 0,0 0-22 15,0 0-21-15,0 0-17 0,0 0-15 0,0 0-10 0,0 0-8 0,0 4-6 16,0 1-6-16,0-1-3 0,0 1-2 0,-7 1-1 0,7 4-3 0,-7-1-3 0,7 0-9 16,0-3-8-16,-5 3-13 0,-3 0-13 15,8 3-17-15,-7-3-19 0,7 1-27 0,-5-7-29 0,5 8-40 0,-7-7-47 0,7 8-74 0,-7-9-87 0,7 3-89 16,-5 0-90-16,5-3-25 0,-8-3 5 0,3 6 19 0,-3-6 31 0,2 0 36 0,-1 0 39 16,1-6 46-16,-2 6 45 0,3-3 57 0,-3-3 61 0,3-3 73 0,0-3 77 15</inkml:trace>
  <inkml:trace contextRef="#ctx0" brushRef="#br0" timeOffset="55013.27">15903 12431 0 0,'0'-9'31'0,"9"5"155"0,-9-5 100 0,0 3 72 0,5 0 60 31,-5-3 52-31,0 9 43 0,0-9 42 0,0 3 36 0,0 2 33 0,0-1 31 16,0 5 25-16,0-4 25 0,0 4-122 0,0-5-204 0,0 5-121 0,0 0-81 15,0 0-50-15,0 0-31 0,0 0-25 0,0 0-23 0,0 0-17 0,0 0-17 0,0 0-14 16,0 0-15-16,0 0-15 0,0 0-18 0,0 0-17 0,0 0-19 0,0 9-25 15,0-4-25-15,0-1-42 0,5 6-43 0,-5 0-73 0,0 0-81 0,0 0-99 16,0 4-102-16,-5-4-36 0,5 5-4 0,0-5 17 0,-5 4 28 0,-4-4 33 16,4-1 37-16,-2 3 46 0,-6-3 49 0,7-4 59 0,-7-1 63 0,0-4 77 0,-8 6 79 15</inkml:trace>
  <inkml:trace contextRef="#ctx0" brushRef="#br0" timeOffset="56332.93">9032 14241 12 0,'0'0'59'0,"0"-6"27"0,8 1 27 0,-8 1 28 0,0-2 27 0,0 0 26 0,0-3 29 0,0 4 24 0,0 5 21 0,0-4 13 0,5-2 1 0,-5 2-10 15,0-1-18-15,0 1-9 0,0-1-7 0,0-2-8 0,0 4-9 0,0-3-6 0,8 1-8 16,-8 1-7-16,0 4-3 0,0-6-4 0,0 6 2 0,0 0-3 16,0-3-4-16,0 3-2 0,0 0-6 0,0 0-10 0,0 0-12 0,0 0-12 0,0 0-17 15,0 0-14-15,0 0-18 0,0 0-14 0,0 0-15 0,0 0-16 0,0 0-11 16,0 3-10-16,0 3-8 0,0-2-7 0,0 7-3 0,7-8-5 0,-7 13 1 0,0-7-3 16,0 6 2-16,5 0 0 0,-5 0 2 0,0-2 0 0,7 8 4 0,-7-6-1 15,0 4 0-15,7 1-2 0,-7-1-2 0,0 0-1 0,5 1-3 0,-5 1 0 16,8 1-1-16,-8-1-1 0,0 3-2 0,5-5-1 0,-5 2-1 0,8-3-1 0,-8 3 1 15,0-2-3-15,6-4 1 0,-6 0-4 0,5 0-4 0,-5-2-5 0,7 2-4 16,-7-6-5-16,9 3 1 0,-9-3-1 0,5 0-1 0,-5-5 2 0,0 2 1 16,0-1 1-16,7-1 3 0,-7-4 4 0,0 5 7 0,0-5 6 0,0 0 12 0,0 0 10 15,0 0 8-15,0 0 10 0,0 0 6 0,0-5 6 0,-7 1 6 0,7-1 3 16,0-1 7-16,-5-3 2 0,5 0 1 0,0-1-2 0,-9 1-4 0,9-6-6 16,-7 5-3-16,7-11-6 0,-5 7-5 0,-1-1-4 0,6-4-9 0,-8 0-6 0,3-1-4 15,5 1-6-15,-8-6-5 0,3 7-4 0,5-3-2 0,-7-3-3 0,7-1-3 16,-7 5 1-16,2-3-1 0,5 2 0 0,-7-3-3 0,7 6 4 15,0-3-3-15,-8 2 0 0,8-2 1 0,0 3-2 0,0-1-1 0,0 4-2 0,0 0 2 16,0 0-5-16,0 0-2 0,0 5 0 0,8-4-2 0,-8 8-4 0,7-2-5 0,-7-2-6 16,5 6-12-16,2-3-13 0,0 2-17 0,-2 5-12 0,3-4-19 0,-3 4-17 15,3 0-20-15,-2 4-23 0,6-4-23 0,-3 5-26 0,-4 6-27 0,8-1-37 16,-8-2-45-16,4 3-55 0,-2-2-56 0,-7 7-38 0,5-7-25 0,1 6 5 0,-6 0 20 16,0-5 28-16,0 4 35 0,-6-4 37 0,6-1 41 0,-5 0 41 0,-2 3 43 0,-2-3 49 15,4 0 54-15,-1-5 59 0,-1 7 74 0</inkml:trace>
  <inkml:trace contextRef="#ctx0" brushRef="#br0" timeOffset="56523.86">8824 14518 0 0,'-6'4'6'0,"-1"1"117"0,1-5 68 0,6 0 46 0,-5 0 36 0,5 0 36 0,0-5 33 0,-9 1 33 0,9-5 34 0,0 3 31 0,0-3 29 0,0 3 30 16,0 2 25-16,9-1-80 0,-9-1-143 0,0 2-70 0,5-1-38 0,-5 1-18 0,6-1-8 15,1 1-11-15,-1-8-14 0,1 9-14 0,6-3-16 0,1-4-14 0,-1 5-13 16,-1-4-13-16,7-1-11 0,-6 5-14 0,6 1-8 0,2-8-5 15,-3 9-7-15,3-3-9 0,-2 1-11 0,8 1-23 0,-7-2-28 0,-1 6-37 0,-1 0-44 0,1-3-50 16,2 3-62-16,-3 3-111 0,3-3-134 0,-8 0-57 0,6 0-20 0,2 6 0 16,-8-6 13-16,-1 0 21 0,8 0 26 0,-7-6 41 0,-5 6 45 0,2-3 53 0,4-7 56 15,-7 5 67-15,-1-5 69 0</inkml:trace>
  <inkml:trace contextRef="#ctx0" brushRef="#br0" timeOffset="56904.14">9659 14338 0 0,'7'19'39'0,"-2"-4"153"0,-5-6 82 0,6-3 56 16,-6-6 39-16,0 0 35 0,0 0 30 0,0-12 30 0,0-12 30 0,0 0 30 0,0 9 30 0,0 6 28 0,-6-1 24 16,6 6-122-16,0-1-205 0,0-1-106 0,-5 3-47 0,5-3-24 0,-7 0-10 15,7 6-6-15,-9-4-11 0,4-1-9 0,-2-1-15 0,1 6-12 0,-8-4-14 0,7 4-13 16,-4 0-11-16,-2 4-9 16,0-4-6-16,-1 6-4 0,1-1-4 0,1-1 1 0,-2 2-3 0,1 3 3 0,0-3 0 0,0 3 1 0,-1 6 1 0,2-6 2 15,6 1 1-15,-8 5 2 0,2-6 1 0,5 6 0 0,-5 0 2 0,4 0-1 0,1-5 1 16,2 4-1-16,-4 2 4 0,4-1-3 0,5-2 0 0,-5 2 1 0,5 0-3 15,0 0 0-15,0-2 1 0,0-2-2 0,0 4-1 0,0 0 3 0,0-2-3 16,5-3 2-16,-5 4 2 0,5-2-2 0,-5 1 3 0,9-4 1 0,-4 3 1 16,2-3 1-16,1 1 1 0,-2-5 3 0,7 4 3 0,-8-5 3 15,9 2 3-15,-1-1 1 0,-1-1 3 0,2-4 4 0,-1 0 0 0,0 0 2 0,0 0 3 0,6-4 2 16,-4-1 5-16,4-1 2 0,-6-3 4 0,0 0 3 0,5 5 0 0,-4-11 1 31,-1 3-1-31,8 3 0 0,-10 0 0 0,2-7-1 0,-5 7 0 0,4-6-1 0,-6 2-3 16,0 2-2-16,1-4-1 0,1 5-6 0,-3-4-4 0,-5 1-4 0,0-3-3 15,0 1-8-15,0 6-10 0,0-6-15 0,0-6-14 0,-5 7-22 0,-3 0-20 0,8-1-19 16,-7 0-23-16,1 6-24 0,6-6-24 0,-6 6-25 0,1-1-26 0,-2-1-25 16,-1 2-27-16,2 5-56 0,-1-6-64 0,1 5-54 0,1-1-42 0,-2 3-4 15,7-3 18-15,-9 6 27 0,4-6 31 0,5 2 36 0,0 4 36 0,0 0 39 0,0 0 41 16,0 0 40-16,0 0 45 0,0 0 59 0,0 0 77 0</inkml:trace>
  <inkml:trace contextRef="#ctx0" brushRef="#br0" timeOffset="57300.71">9776 14308 0 0,'6'4'2'15,"0"1"112"-15,-6 1 72 0,7-6 51 0,-7 0 42 0,0 0 38 0,5 0 37 0,-5-6 34 16,0 1 36-16,0-4 32 0,0 5 33 0,0-2 32 0,0 2 28 0,0-1-74 16,8-1-137-16,-8 3-72 0,0-3-45 0,0 0-24 0,0 6-20 0,0-4-17 15,0 4-19-15,8-5-17 0,-8 5-20 0,0-6-19 0,0 6-19 0,0 0-14 16,5 0-15-16,-5 0-11 0,0 0-6 0,6 0-5 0,-6 0-3 0,7 0-4 0,-2 6 1 16,4-1-2-16,3-1 2 0,-6 2 1 0,0 0 1 0,9 3 2 0,-2 0 2 15,-2 1 0-15,2-1 1 0,-6 6-1 0,7-4 0 0,-1 2-1 0,0 2-3 0,-2 0-2 16,5 6-3-16,-11-8-5 0,8 8-6 0,-8-6-4 0,4 3-1 0,3-3-6 15,-6 1-1-15,2-3-3 0,-8 1-4 0,6 1-4 0,-6 1 0 0,7-7-5 16,-7 0 0-16,0 1 0 0,0-5 0 0,0 4 4 0,-7 3 4 0,7-8 4 0,0 1 4 16,-6-1 3-16,6 2 6 0,-8-3 3 0,2 3 5 0,-1-6 3 0,7 6 6 15,-5-6 5-15,-4 0 0 0,4 0 8 0,5 0 2 0,-5 0 5 0,-3-6 6 0,3 6 2 16,-3-6 5-16,8 6 1 0,-8-3 4 0,3-3 5 0,-1 2 2 16,6-1 6-16,-7 1 0 0,1-8 3 0,6 9 0 0,-7-8-2 0,7 1-4 0,-6 5-3 15,6-3-5-15,-7-7-5 0,7 4-3 0,-7 1-4 0,7-4-3 0,0 1-7 16,0-3-6-16,0 1-5 0,0 1-6 0,7-2-3 0,-7-3-7 0,7 5-3 15,-7-1-4-15,6-4-4 0,1 4-3 0,-1 0-4 0,1 6-5 0,-1-7-10 0,-1 7-13 16,11 0-14-16,-11-1-19 0,8 5-21 0,-8-1-27 0,9 3-31 0,-1-3-34 16,1 0-40-16,-2 6-46 0,-4 0-74 0,5 0-90 0,-2 0-71 0,5 0-58 0,-11 6-13 15,8-6 14-15,0 0 26 0,-5 0 33 0,-3 6 41 0,9-6 43 0,-9 0 50 16,3 0 52-16,-8 0 56 0,5 0 59 0,2 3 73 0,0-3 83 0</inkml:trace>
  <inkml:trace contextRef="#ctx0" brushRef="#br0" timeOffset="57666.17">10641 14248 0 0,'0'-4'46'0,"0"1"93"0,0-3 56 0,-6-3 45 0,6 3 41 0,0-4 39 0,-8 0 39 0,8 0 36 0,0 6 36 0,0-10 35 0,0 4 30 15,-5-1 6-15,5 1-6 0,0-3-68 0,0 2-100 0,0 1-52 0,5 1-31 16,-5-2-20-16,0 7-15 0,0-5-14 0,0 0-15 0,0 2-15 0,0 2-12 15,0-4-13-15,0 3-11 0,0 6-9 0,-5-4-11 0,5 4-9 0,0-5-10 0,0 1-10 16,0 4-9-16,0 0-11 0,0 0-12 0,-5-5-15 0,5 5-13 0,0 0-9 16,-9 0-14-16,9 0-8 0,-5 5-4 0,5-1-7 0,-7 1-2 0,-1-1-4 15,3 2 0-15,5 3-1 0,-7 3 0 0,0 2-1 0,2-6 4 0,-3 7 4 16,3 0 5-16,-9 6 4 0,14-8 4 0,-12 8 3 0,3-3 0 0,4 2 0 0,0 0 0 16,-3 4 0-16,3-3-1 0,5 3 1 0,-8-6-1 0,0 7-2 0,3-6-4 15,5 7-5-15,-6-3-2 0,6-3-4 0,0 1-3 0,-7 1-6 0,7-1-4 0,7-2-2 16,-7 1-3-16,6-1-5 0,-6 0-2 0,5 1-4 0,11 1-9 0,-11-8-5 15,8 2-8-15,-8 0-12 0,16 0-13 0,-7-2-19 0,-1 2-21 0,6-3-30 16,-6 1-38-16,8-4-45 0,-11 2-50 0,11-2-55 0,-2 1-62 0,1-4-48 0,0-1-42 16,-8-1-3-16,7 1 14 0,1-5 24 0,-6 0 33 0,-1 0 38 0,6-5 42 15,-6-4 47-15,0 3 52 0,0-4 54 0,1-5 57 0,-2 1 55 0,-4 1 73 0</inkml:trace>
  <inkml:trace contextRef="#ctx0" brushRef="#br0" timeOffset="58015.93">11280 14351 90 0,'0'-3'155'0,"5"-3"42"15,-5 2 34 1,0-7 32-16,0 7 31 0,-5-2 33 0,5-3 33 0,-8 4 32 0,8-5 29 0,-5 1 25 16,0 3 26-16,5-3-60 0,-9 3-106 0,4-3-56 0,-2 3-25 0,7-1-12 15,-8 1-2-15,3 1-3 0,5-5-9 0,-7 4-7 0,0 2-9 0,7-1-8 16,0 0-10-16,-5 1-5 0,5-2-8 0,0 6-9 0,0 0-11 0,-7-4-14 15,7 4-14-15,0 0-15 0,0 0-16 0,0 0-13 0,0 0-15 0,0 0-10 0,0 0-11 16,0 4-6-16,0 2-7 0,7 3-4 0,-7-4-6 0,0 5 0 0,0 0 2 16,0 1 1-16,5 2 2 0,-5 2 3 0,0 0 2 0,7 0 5 0,-7 3 0 15,7-2 2-15,-7-1-1 0,5 3-3 0,-5 3-2 0,0-6-3 0,8 3-2 0,-8 1 0 16,0 2-1-16,7-2 0 0,-7-4 0 0,5 4-3 0,-5-5 0 0,0 7-4 16,0-6-4-16,0-2-7 0,9 2-5 0,-9-6-6 0,0 7-4 0,0-7-6 0,-9 0-6 15,9 3-10-15,0-3-8 0,0-3-9 0,-5-2-10 0,5 5-13 0,-7-4-13 16,7-1-14-16,-8 2-15 0,3-1-13 0,-2-5-14 0,0 4-18 0,2-4-19 15,-8 5-21-15,5-5-24 0,2-5-40 0,-6 5-48 0,-2 0-69 0,7-4-76 0,-4-1-26 16,-5 5-5-16,5-10 17 0,4 5 26 0,-6-4 32 0,0-1 35 0,-1-5 36 16,1 0 40-16,0 2 42 0,7-2 44 0,-6-6 56 0,4 3 61 0</inkml:trace>
  <inkml:trace contextRef="#ctx0" brushRef="#br0" timeOffset="58205.6">11188 13995 0 0,'8'5'3'0,"-2"-5"119"15,1 4 87-15,-2-4 63 0,-5 6 50 0,0-6 40 0,0-6 36 0,7 6 33 0,-7 0 32 16,0-4 28-16,0 4 27 0,0-5 23 0,7 5 22 0,-7 0-83 0,0-6-144 16,0 6-99-16,0 0-70 0,0 0-43 0,0 0-25 0,0 0-19 0,0 0-15 15,0 0-14-15,0 0-11 0,0 0-16 0,0 0-12 0,0 0-15 0,0 0-19 16,0 0-16-16,0 0-19 0,0 0-21 0,0 0-24 0,0 6-32 0,5-1-28 0,-5-1-52 16,0 8-54-16,0-8-92 0,0 5-103 0,8-4-42 0,-8 5-10 0,7-1 12 15,-7-4 23-15,5 6 26 0,-5-6 32 0,9 4 36 0,-4-5 42 0,-5-4 45 16,5 6 48-16,3-6 60 0,-3 0 63 0</inkml:trace>
  <inkml:trace contextRef="#ctx0" brushRef="#br0" timeOffset="58459.48">11605 14406 77 0,'0'4'157'0,"0"1"48"0,0-5 35 15,0 0 31-15,0 0 29 0,0 0 33 0,0 0 32 0,0 0 31 0,-6-5 29 0,6 1 29 16,0 0 27-16,0-2-57 0,0 1-105 0,0 1-63 0,0-2-46 0,0 0-18 15,0 3-8-15,0-3-10 0,0 1-7 0,0 1-16 0,0-2-15 0,0 6-15 16,0-3-15-16,0 3-14 0,0-6-11 0,0 6-13 0,0-4-12 16,0-1-12-16,0-1-12 0,0 6-7 0,6-4-8 0,-6 4-7 0,7-6-4 0,-7 6-3 0,5-5-4 15,3 5-2-15,5-4-1 0,-7-1 1 0,6 5-5 0,4 0-11 0,1-4-21 0,-2 4-25 16,4-6-30-16,1 6-39 0,-1 0-41 0,0 0-70 0,1 0-80 0,-1 0-86 16,-1 0-85-16,3 0-33 0,-7 0-5 0,4 0 8 0,-4 0 15 0,-1 0 32 0,-1 0 38 15,-4-4 46-15,-2 4 48 0,-6-5 55 0,0 5 57 0,0 0 68 0,0-6 75 16</inkml:trace>
  <inkml:trace contextRef="#ctx0" brushRef="#br0" timeOffset="58666.18">11743 14430 0 0,'-15'21'22'0,"3"-8"139"15,5-4 79-15,-6 6 57 16,0-9 45-16,7 3 40 0,1-3 38 0,-2-2 33 0,-2-4 28 0,9 0 26 0,0 0 25 0,0 0 22 0,-5 0 24 0,5 0-104 0,0 0-178 16,0 0-88-16,0 0-49 0,0 0-27 0,0 0-15 0,0 0-16 0,0 0-16 15,0 0-13-15,0 0-8 16,5 0-8-16,-5-4-6 0,9 4-8 0,-2-6-7 0,-2 6-9 0,1-3-7 0,7-3-10 0,0 6-7 0,1-6-16 0,-1 6-18 0,-1-4-23 15,7-1-26-15,-5 5-31 0,6-6-36 0,-6 6-44 0,4-4-48 0,-4 4-90 16,6 0-110-16,-9 0-66 0,2 0-43 0,1 0-8 0,6-5 7 0,-15 5 24 0,9 0 34 16,-1-4 39-16,-6-1 42 0,7 1 52 0,-9-2 52 0,0-3 58 0,4-3 60 15,-4 3 81-15,-5-4 92 0</inkml:trace>
  <inkml:trace contextRef="#ctx0" brushRef="#br0" timeOffset="59126.07">12328 14200 60 0,'-6'-4'142'0,"6"4"48"0,-12-6 35 0,3 2 35 16,2-1 31-16,2 1 37 0,-1-1 34 0,1-2 34 0,-3 4 32 0,0-3 31 15,8 1 29-15,-5 1-48 0,-2-2-91 0,7 3-62 0,0 3-42 0,-6-6-20 0,6 6-10 16,0-4-12-16,0 4-15 0,0 0-14 0,0 0-23 0,0 0-17 0,0 0-18 31,0 0-16-31,0 0-15 0,0 0-15 0,0 0-13 0,0 0-13 0,0 0-12 0,0 0-10 16,0 0-5-16,-6 4-7 0,6 2-4 0,0 3-4 0,-8-5-1 0,8 7-2 15,-7-1 0-15,2 4-3 0,5-4 2 0,-6 4 1 0,-2 2-1 0,3-1 4 16,-3-2-2-16,8 2 0 0,-7 0 0 0,1 0-3 0,0-2 1 0,6 2-1 16,-7 0 1-16,7 0-2 0,0 0 0 0,-5 4-1 0,5-4 0 0,0-1-1 0,0 2-5 15,0-1-2-15,5-2 0 0,-5 2-4 0,7 0-2 0,-7 0-1 0,6-2-3 16,0-2-1-16,1-2-1 0,6 7 0 0,-5-11-2 0,-2 3 2 0,6 3 1 15,2-2 3-15,-1-3 2 0,0 3 5 0,0-3 1 0,-2-6 6 0,5 4 4 0,-4 1 8 16,8-5 9-16,-8 0 8 0,2 0 10 0,6-5 9 0,-8 1 8 0,0-2 9 16,9 0 7-16,-10-3 8 0,5 4 7 0,-3-5 6 0,-3-3 6 0,4 2-2 15,-7-4 3-15,-1 0-4 0,7 2-7 0,-5-8-6 0,-8 2-7 0,5 1-9 0,-5-3-9 16,0 1-8-16,0-3-9 0,0 2-7 0,-5-3-9 0,5 5-9 0,-8-5-11 16,2 3-11-16,-7-3-12 0,6 5-12 0,-7-2-14 0,9 7-16 0,-8 0-17 0,0-7-19 15,0 12-17-15,-1 0-25 0,1 0-30 0,-6-1-34 16,7 5-34-16,-1 5-40 0,-1 0-44 0,2 0-80 0,-2 5-93 0,8-1-42 0,-6 2-19 0,-4 3 11 15,5 0 23-15,6 0 31 0,-11 3 35 0,4-3 43 0,6 5 44 0,-8-4 50 0,2 0 51 16,6 5 55-16,-7-6 59 0,-2 6 80 0,3-5 78 0</inkml:trace>
  <inkml:trace contextRef="#ctx0" brushRef="#br0" timeOffset="60276.23">12805 14634 85 0,'0'-3'156'0,"5"-3"44"0,-5 6 37 0,0-4 33 0,7-1 31 0,-7 1 31 0,0-2 32 0,0 0 31 0,0 3 29 0,0-3 30 16,6 1 27-16,-6 1-58 0,0-2-111 0,0 6-59 0,0-5-29 0,0 5-16 16,0-4-8-16,0 4-7 0,6-4-11 0,-6 4-12 0,0-5-12 0,0 5-12 15,0 0-14-15,0 0-13 0,0 0-9 0,0 0-14 0,0 0-12 0,0 0-12 16,0 0-13-16,0 0-10 0,0 0-12 0,0 0-7 0,0 0-6 0,0 0-8 0,0 0-2 16,0 0-5-16,0 5-3 0,0-1-2 0,0 0-3 0,0 7 0 0,-6-7-2 15,6 7 1-15,0-2 1 0,0 1-5 0,-6-1-4 0,6 0-11 0,-7 3-11 16,7-3-16-16,-5 1-21 0,5-1-24 0,-8 0-27 0,0-3-34 0,3 3-37 0,5 3-45 15,-6-3-50-15,-1 0-81 0,2 0-96 0,5 1-52 0,-9-5-32 0,4 1 3 16,5-2 19-16,-7 2 28 0,1-1 34 0,6-5 41 0,0 0 45 0,-6 0 47 16,-2-11 51-16,1 7 55 0,7-2 58 0,-5-3 73 0,-3-2 84 0</inkml:trace>
  <inkml:trace contextRef="#ctx0" brushRef="#br0" timeOffset="60477.21">12718 14275 0 0,'7'-6'23'15,"-7"6"144"-15,8-6 92 0,-8 6 65 0,6-4 49 0,-6 4 39 0,0 0 30 16,0-5 27-16,0 5 25 0,0 0 18 0,6-6 20 0,-6 6 16 16,0-4 15-16,0 4-112 0,0 0-187 0,0-3-108 0,0 3-70 0,0 0-38 0,7 0-19 0,-7 0-8 15,0 0-8-15,0 0-3 0,0 0-2 0,0 0-2 0,0 0-3 0,5 3-2 16,-5-3-2-16,0 4-11 0,0-4-14 0,0 6-20 0,9-1-22 0,-9-1-31 0,0 2-35 16,0 0-35-16,0-3-37 0,0 3-58 0,0-1-70 0,0 5-71 0,0-6-66 15,0 1-23-15,0 4-1 0,0-3 18 0,0-2 25 0,0 2 34 0,0-6 37 0,-9 5 44 16,9-1 47-16,0-4 46 0,-5 0 50 0,5-4 61 0,-7 4 69 0</inkml:trace>
  <inkml:trace contextRef="#ctx0" brushRef="#br0" timeOffset="60984.66">13573 14299 69 0,'0'-6'142'0,"-8"2"43"0,3-1 37 0,5-1 34 0,-8-3 33 0,1 9 33 15,2-10 35-15,-2 5 32 0,7-1 34 0,-7 6 32 0,7-4 28 0,-5 1-50 16,5-3-100-16,0 1-51 0,-8 1-27 0,8 4-17 0,0-6-7 0,0 6-10 16,0-6-9-16,0 6-12 0,0 0-13 0,0 0-15 0,-5-4-11 0,5 4-11 15,0 0-11-15,0-5-9 0,0 5-12 0,0 0-11 0,0-5-13 0,0 5-10 16,0 0-10-16,0 0-13 0,0 0-8 0,0 0-11 0,0 0-9 0,0 0-10 0,0 0-8 16,0 0-9-16,0 0-7 0,0 0-6 0,0 0-4 0,0 0 0 0,5 0-1 15,-5 5 0-15,0 0 2 0,0-1 4 0,8 8-1 0,-8-3 5 0,0 0 3 0,0 6 3 16,5 1 2-16,-5-2 3 0,0 0 4 0,0 6 1 0,0-1 0 0,0 0-1 15,0 7-2-15,0-7-2 0,0-1 0 0,-5 9-2 0,5-9-2 0,0 1-4 16,0 2-2-16,0-3-4 0,-8 3-3 0,8-2-1 0,0-4-6 0,0 3-2 0,0-2-1 16,0-1-4-16,-5-6 1 0,5 6-4 0,0-5 1 0,0-1-1 0,-8 0-3 15,8 2 1-15,0-7 0 0,0 8-1 0,-6-9-1 0,6 3-1 0,-5-2-3 0,-2 1-5 16,7-1-5-16,-9-4-9 0,9 5-9 0,-5-5-11 0,-2 0-12 0,1 6-12 16,1-6-12-16,-4-6-15 0,2 6-14 0,2 0-19 0,-8-5-21 0,7 5-21 15,-2-4-19-15,3-1-25 0,-2 1-26 0,1-2-34 0,-2 3-40 0,2-4-55 16,-1 2-60-16,2 1-14 0,-3-7 6 0,2 7 22 0,1-5 26 0,-3 4 33 15,8-5 38-15,-7-5 39 0,1 6 36 0,6-6 45 0,-8 5 43 0,3-5 51 0,0-5 57 16</inkml:trace>
  <inkml:trace contextRef="#ctx0" brushRef="#br0" timeOffset="61207.25">13344 14087 0 0,'6'-4'1'0,"2"-5"105"0,4 0 77 16,-6-3 58-16,2 8 49 0,-2-7 47 0,-6 2 43 0,7 0 37 0,-7 5 37 0,5-8 35 15,-5 8 32-15,0-7 27 0,0 11 27 0,0-3-75 0,0 3-134 0,0-6-81 16,0 6-52-16,0 0-41 0,0 0-32 0,0 0-26 0,0 0-29 0,0 0-21 16,0 0-22-16,0 0-22 0,0 0-23 0,0-4-25 0,0 4-26 0,0 0-28 0,0 0-27 15,0 0-31-15,0 0-35 0,-5 4-30 0,5-4-30 0,-7 6-35 0,7-6-36 16,0 3-47-16,0 3-46 0,-6-1-56 0,6 5-53 0,0-4-8 0,0 3 12 0,0-5 29 16,0 5 33-16,0 2 39 0,0-7 44 0,0 8 41 0,0-8 41 0,6 1 44 15,-6 0 48-15,7-1 49 0,-7-4 63 0</inkml:trace>
  <inkml:trace contextRef="#ctx0" brushRef="#br0" timeOffset="61653.2">14035 14128 0 0,'5'10'28'0,"2"-1"146"0,-7-5 80 0,0-4 57 15,0 0 42-15,8 0 38 0,-8 0 33 0,6-10 35 0,-6 7 33 0,0-7 34 0,0 5 31 0,6-5 31 16,-6-1 30-16,0 7-111 0,0-7-185 0,7 3-92 0,-7 3-46 0,0-4-18 0,5 2-7 15,-5 2-7-15,0-4-4 0,0 3-9 0,0 2-10 0,0-1-10 0,0 5-8 16,0-4-10-16,0 4-7 0,0-5-10 0,0 5-5 0,0 0-13 16,0 0-12-16,0 0-13 0,0 0-11 0,-5 0-12 0,5 5-6 0,-7-1-8 0,1 1-5 15,0 5-7-15,-2-1-4 0,-4 7-3 0,6-6-6 0,-7 4-4 0,0 0-2 0,5 2-5 16,-5-1-3-16,0-2-1 0,-1 1-2 0,9 2-3 0,-8-1-1 0,7-1-4 16,-1-4-4-16,-1 0-3 0,3 1-3 0,-2-4-2 0,7 4-3 0,-7-1 3 15,7-4-1-15,-5 3 7 16,5-4 7-16,0-1 5 0,-7 2 5 0,7-2 6 0,0 1 4 0,0-1 5 0,0-4 3 0,0 5 1 0,0-5 4 0,0 0-1 0,0 0 3 15,0 0 1-15,0 0 1 0,0 0-1 0,0 6 1 0,0-6 1 0,0 0 1 16,0 4-2-16,0-4 1 0,0 0 2 0,7 6 0 0,-7-6 2 0,0 5 4 0,0-1 3 16,5-4 2-16,2 6 2 0,-7-3 3 0,7-3 0 0,-7 6 7 0,5-2 1 15,3 1 5-15,-1 4 1 0,-1-3 4 0,2 0 3 0,-3-2 2 0,0 7 1 16,9-7-3-16,-7 5 1 0,-1 0-1 0,7-3-2 0,-5 3-2 0,-3-3-2 16,3 4-4-1,5-1-2-15,-7-4-3 0,-1 5-4 0,2-1-3 0,1-3-3 0,-2 3-5 0,0-3-6 0,-6 3-5 16,7-5-6-16,-2 1-9 0,-5 5-10 0,7-5-12 0,-7 1-14 0,9 4-15 0,-9-5-22 0,5-1-20 0,-5 0-27 0,0 1-30 0,6 1-37 15,-6-2-37-15,0 1-58 0,0-5-63 0,0 0-78 0,7 6-84 0,-7-6-26 16,0 3 3-16,0-3 21 0,0 0 29 0,0 0 35 0,0 0 39 0,0 0 43 16,0 0 49-1,-7-3 49-15,7-3 55 0,0 1 64 0,0 1 68 0</inkml:trace>
  <inkml:trace contextRef="#ctx0" brushRef="#br0" timeOffset="62780.32">14471 14181 90 0,'6'-9'162'0,"1"2"48"0,-7 4 37 0,7-8 36 0,0 7 33 0,-7-5 33 0,5 3 36 0,-5-3 30 0,0-1 33 15,7-1 30-15,-7-4 27 0,0 7-62 0,0-2-112 0,6-1-62 0,-6 2-37 0,0-2-16 16,0 7-10-16,8-5-11 0,-8 0-8 0,0 3-14 0,0-4-14 0,0 5-14 16,0-1-12-16,0 3-11 0,0 3-10 0,0-6-9 0,0 6-17 0,0-4-11 15,0 4-12-15,0 0-12 0,0 0-12 0,0 0-9 0,0 0-14 0,0 0-8 16,0 0-8-16,0 0-8 0,0 0-5 0,0 0-6 0,0 0-3 0,0 0-2 15,0 4 1-15,0 2-1 0,0-3 4 0,0 3 1 0,0-1 3 0,0-1 2 0,0 2 4 16,0 0 1-16,0-2 6 0,0 1 0 0,0-1 3 0,0-4 1 0,0 5-2 0,0-5 1 16,0 4 0-16,0-4 0 0,0 6 0 0,0-6-1 0,0 0 1 0,0 0 1 15,0 5-1-15,0-5 1 0,0 0 1 0,0 0 0 0,0 0-1 0,0 0 2 16,0 0 1-16,0 0-1 0,0 0 0 0,0 0 1 0,0 0-1 0,0 0 1 0,0 0 1 16,0 0-1-16,0 0-1 0,0 0-1 0,0 0 1 0,0 0-2 15,0 0 1-15,0 0 0 0,0 0-1 0,0 0-1 0,0 0 1 0,0 0-1 16,0 0 0-16,0 0 0 0,0 0 0 0,0 0 0 0,0 0 0 0,0 0 0 0,0 0 0 15,0 0 0-15,0 0-1 0,0-5 1 0,0 5-1 0,0 0-1 0,0 0 1 16,0-6 0-16,0 6-2 0,0 0 0 0,0 0-1 0,0 0-1 0,0 0 0 0,0 0 0 16,0 0 0-16,0 0 1 0,0 0-1 0,0 0-1 0,0 0-1 0,0 0 1 15,0 0-1-15,0 0-1 0,0 0 0 0,0 0 0 0,0 0 0 0,0 0 1 16,0 0 2-16,0 0-3 0,0 0 2 0,0 0-2 16,0 0 2-16,0 0 1 0,0 0 0 0,0 0 3 0,0 0-2 0,0 0 1 0,0 0 1 0,0 0 1 0,0 0-1 15,0 0 1-15,0 0 0 0,0 0-2 0,0 0 2 0,0 0-1 0,0 0-1 16,0 0-1-16,0 0 1 0,0 0-2 0,0 0 0 0,0 0-2 15,0 0 0-15,0 0-1 0,0 0 0 0,0 0 0 0,0 0-1 0,0 0-1 16,0 0 0-16,0 0 0 0,0 0-1 0,0 0 1 0,0 0-1 0,0 0 2 0,0 0-2 0,0 0 1 16,0 0 0-16,0 0 1 0,0 0-2 0,0 0 1 0,0 0 2 0,0 0 0 15,0 0 2-15,0 0 2 0,0 0 0 0,0 11 3 16,0-7 4-16,0 1 0 0,0 2 5 0,0-3 1 0,0 6 3 0,0-6 3 0,0 0 0 0,0 7 4 0,0-7-1 16,0 7 3-16,0-7-2 0,0 7 2 0,0-1 1 0,0-7 0 0,0 7-2 15,0-5-1-15,0 4-2 0,0 3 0 0,0-3-4 0,0 1 0 0,0 4-1 0,0-4-1 16,0 5-1-16,0-2 0 0,0 2-2 0,0 0 0 0,0 6-4 0,0-8 1 15,0 8 0-15,0-6-1 0,0 3-2 0,6 3 2 0,-6-2-2 0,0-5 1 16,0 5 1-16,7-3-2 0,-7 2-1 0,0-3-1 0,5 0 0 0,-5-5 0 16,0 4-1-16,0-4 1 0,0-5 0 0,8 5-1 0,-8-4 0 0,0-1-1 0,0-1 2 15,6 0 2-15,-6 1 1 0,0-5 2 0,0 0 7 0,0 0 2 0,0 0 2 16,5 0 7-16,-5 0 4 0,0 0 6 0,8-5 1 0,-8 1 4 0,5 0 0 16,2-1 2-16,2-5-1 0,-9 4-2 0,5-3-1 0,1-2-5 0,1 2-1 0,-1-1-3 15,1-5-3-15,-1 6-8 0,1-6-3 0,-7 6-4 0,6-7-4 0,2 1-2 16,-3 1-3-16,-5-5 0 0,8 3-1 0,-3 2-2 0,0-5-1 0,-5 0-2 15,9 4-4-15,-9-4-3 0,5-1-5 0,2 5 0 0,-7-4-4 0,8 4 1 0,-8-5-4 16,5 6 1-16,-5 0-1 0,7 4 2 0,-7-1-1 0,0 1 0 0,7 1 1 16,-7 5 0-16,0-1 4 0,0-1-5 0,0 6-8 0,0 0-7 0,0 0-12 0,0 0-8 15,0 0-4-15,0 0-3 0,0 6 1 0,5-1 0 0,-5-1 0 0,0 5 0 16,0-3 3-16,8 3 0 0,-8 7 5 0,0-2 6 0,6 0 9 0,-6 0 11 16,0 2 15-16,7-2 9 0,-7 1 7 0,0 1 2 0,6-2 3 0,-6 5-1 15,5-4 1-15,-5 0 2 0,7-5 0 0,-7 3 1 16,9 1 2-16,-9-2-1 0,5 3 6 0,2-7 4 0,-7 2 7 0,6 0 3 0,-1-1 6 0,3-3 4 0,0 0 7 15,-3 3 5-15,1-9 5 0,7 4 5 0,-5 1 5 0,-1-5 4 0,5 0 4 16,0 0 1-16,1-5-1 0,1 5-2 0,-2-4-5 0,2-1-5 0,-1 1-1 16,1-8-5-16,4 3-2 0,-5 3-4 0,0-3-4 0,0 0 0 0,1-1-3 0,-2 1-1 15,2-6-4 1,-1 4-2-16,-6-2-1 0,-1-2 0 0,0-1 0 0,1 2-4 0,-2 0-2 0,3-6-1 0,-8 5-2 0,6-4-4 0,-6-2-2 0,0-3-4 16,0 6-3-16,0-3-4 0,-6-2-4 0,6 2-2 0,-8-3-4 0,8 6-3 15,-5 2-5-15,-2-4-7 0,7 7-7 0,-6-3-12 0,0 5-15 0,-1 2-13 16,-1 0-18-16,3 5-20 0,-1-1-19 0,-2-2-22 0,3 7-24 0,-10 0-23 0,9 0-26 15,-7 7-27-15,8-2-25 0,-3 4-24 0,-5-5-27 0,7 5-47 0,1 6-55 16,-11-3-59-16,11 1-50 0,-2 2-7 0,1-1 17 0,1 2 28 0,-4-3 35 0,9-2 40 16,-7 4 40-16,2 0 44 0,-1-5 43 0,6 3 46 0,0-8 48 0,0 4 60 15,0 3 69-15</inkml:trace>
  <inkml:trace contextRef="#ctx0" brushRef="#br0" timeOffset="63030.84">15298 14361 0 0,'8'11'5'0,"3"-2"115"0,-3 1 73 0,-3-5 55 0,-5-5 49 0,7 6 44 0,-1-6 47 0,-6-6 43 0,7 6 43 0,-7-5 39 0,0 1 41 0,0-2 36 0,7 6 36 0,-7-6-73 15,0 3-136-15,7-3-72 0,-7 6-37 0,0-5-30 0,0 5-24 0,0-4-24 16,5 4-28-16,-5 0-25 0,0-6-23 0,0 6-24 0,0 0-18 0,0 0-21 16,0 0-17-16,0 0-19 0,0 0-24 0,0 0-31 0,0 0 0 0,0 0 0 15,0 0 0-15,0 6 0 0,0 3 0 0,0-3 0 0,0 3 0 0,-5 1 0 0,5 1 0 16,0-3 0-16,-7 2 0 0,7 6 0 0,-7-7 0 0,7 6-3 0,-7-6-47 15,1 1-20-15,-1-1-18 0,2 3-29 0,-3-9-28 0,2 7-36 0,1-5-40 0,5-1-45 16,-8 1-50-16,0 1-95 0,3-2-114 0,-3 1-61 0,8-5-34 0,-5 0 3 16,0 0 17-16,-4 0 32 0,9 0 35 0,-5-5 44 0,-2-5 47 0,7 5 53 0,-6-8 55 15,6 4 63-15,0-7 66 0,0 1 84 0,0-3 98 0</inkml:trace>
  <inkml:trace contextRef="#ctx0" brushRef="#br0" timeOffset="63205.63">15343 14010 0 0,'-6'0'36'0,"6"0"154"15,-7 0 89-15,2 0 65 0,-3-6 53 0,8 6 49 0,-6-4 41 0,6-1 36 16,0-1 34-16,-5 3 30 0,5 3 26 0,0-6 25 0,0 6 25 0,0 0-121 0,0 0-202 16,0-4-107-16,0 4-59 0,0 0-34 0,0 0-24 0,0 0-22 0,0 0-19 0,0 0-17 15,0 0-13-15,0 0-16 0,0 0-15 0,0 0-20 0,0 0-23 0,0 0-31 16,0 0-38-16,0 0-38 0,0 0-40 0,0 0-40 0,0 0-43 0,0 0-66 16,0 4-71-16,0 2-87 0,0-3-88 0,5 8-27 0,-5-7 5 0,0 2 19 15,0 0 33-15,0-6 40 0,0 0 45 0,0 0 50 0,0 0 51 0,0 0 55 0,0 0 55 16,0-6 68-16,6-4 72 0</inkml:trace>
  <inkml:trace contextRef="#ctx0" brushRef="#br0" timeOffset="63581.5">16027 13980 89 0,'7'-4'160'0,"5"-1"50"0,-5-4 40 0,2-1 43 0,-4-1 44 0,8 1 41 15,-8 1 42-15,-5 0 37 0,9 2 42 0,-4-2 33 0,-5 0 37 0,7-2-60 16,-7 2-114-16,0 5-61 0,0-5-34 0,0 3-22 0,6 0-12 0,-6 2-22 16,0 4-24-16,0 0-23 0,0-5-21 0,0 5-22 0,0 0-21 0,0 0-20 15,0 0-18-15,0 0-20 0,0 0-17 0,0 0-16 0,0 0-10 0,0 0-14 16,-6 5-7-16,6-1-9 0,0 2-8 0,0 0-5 0,-7 3-1 0,7 0-4 0,0 0-1 16,0 6 3-16,-5 6 1 0,5-2 4 0,0-1 7 0,0 3 3 0,0 3 3 15,0-4 1-15,5 4 3 0,-5 1 1 0,0-1-1 0,7 0 1 0,-7-3 1 16,6 3 0-16,-6-5-1 0,5 0-2 0,3-5 0 0,0 7-2 0,-8-8-1 15,0 2-4-15,5 0-5 0,-5-4-5 16,0 3-3-16,0-5-6 0,0 2-3 0,0-1-6 0,0-5-4 0,-5-1-7 0,5 5-3 0,-8-3-7 0,0-2-6 0,8 1-10 16,-5-5-6-16,-1 6-7 0,-6-6-8 0,3 0-9 0,4 3-9 0,-8-3-13 15,8-3-12-15,-4 3-23 0,-3 0-24 0,5-6-32 0,-5 6-37 0,-3-5-67 16,10 1-79-16,-9-2-68 0,1-3-63 0,8 5-16 0,-9-7 9 0,1 7 20 0,0-7 27 16,5 2 34-16,-2-1 35 0,-4-5 42 0,-1 6 46 0,4-6 54 0,3 5 54 0,-4-4 71 15,-2-2 77-15</inkml:trace>
  <inkml:trace contextRef="#ctx0" brushRef="#br0" timeOffset="63745.25">15859 13742 0 0,'5'3'17'0,"3"3"139"15,3-6 87-15,-3 6 61 0,-1-6 45 0,-2 0 40 0,4-6 38 0,-4 0 33 16,8 6 30-16,-8-9 27 0,3 4 22 0,-2 1 22 0,1-2 15 0,-1 2-106 16,7-1-178-16,-5 5-107 0,-3-5-67 0,2 5-37 0,0 0-19 0,-2-4-30 15,-5 4-35-15,7 0-45 0,-7 0-48 0,0 0-44 0,8 4-42 0,-8-4-59 0,0 5-64 16,0-5-83-16,5 5-91 0,-5-1-32 0,0 2-8 0,0 3 9 0,0-3 17 0,0-3 32 15,0-3 38-15,0 6 48 0,0-6 49 0,0 0 51 0,0 0 52 0,0 0 60 16,0 0 66-16</inkml:trace>
  <inkml:trace contextRef="#ctx0" brushRef="#br0" timeOffset="63998.04">16393 14151 0 0,'0'14'17'0,"5"2"135"31,4-7 78-31,-9 1 54 0,5-5 46 0,-5 0 41 0,5-5 42 0,-5 0 43 0,0 0 39 16,8-5 40-16,-8 5 37 0,0-5 37 0,6 1 33 0,-6-2-93 0,7 2-166 16,-7-1-87-16,0 1-45 0,6-1-26 0,-6-5-15 0,0 4-20 0,7 1-23 15,-7-5-22-15,6 1-24 0,-6 5-22 0,8-7-18 0,-8 1-18 0,5 5-17 16,2-4-15-16,-1-1-12 0,1 1-10 0,7 0-9 0,-9-3-6 0,8-3-3 16,-7 6-9-16,7 0-11 0,3-1-17 0,-5 4-13 0,1-3-22 0,-3 0-22 0,3 3-32 15,1-3-27-15,1 5-42 0,-9-1-40 0,9-2-48 0,-9 7-53 0,2-3-93 16,6 3-107-16,-6 0-45 0,0 0-16 0,-7 0 14 0,5 0 26 0,3-6 35 15,-8 6 42-15,0-5 47 0,0 1 50 0,0-6 54 0,0 1 57 0,0-3 61 0,0 3 62 16</inkml:trace>
  <inkml:trace contextRef="#ctx0" brushRef="#br0" timeOffset="64189.41">16607 13839 0 0,'-6'0'19'0,"-1"4"136"0,7-4 80 16,-5 0 61-16,-4 0 51 0,9 0 50 0,-5-4 51 0,5 4 44 0,0 0 43 0,0 0 37 16,0-5 37-16,0 5 33 0,0-6 30 0,0 6-94 0,0 0-173 0,0 0-89 15,0 0-48-15,0 0-31 0,0 0-27 0,0 0-25 0,0 0-31 0,0 0-24 16,0-4-21-16,0 4-19 0,0 0-15 0,0 0-60 0,0 0-15 0,0 0 0 15,0 0 0-15,0 0 0 0,0 4 0 0,0 2 0 0,0 3 0 0,0 3 0 16,0-3 0-16,0 0 0 0,0 10 0 0,5-5 0 0,-5 7 0 0,0-2 0 0,0 6-22 16,9-1-33-16,-9 1-17 0,0-7-26 0,5 9-27 0,-5-5-42 15,0-2-43-15,7 5-54 0,-7-6-55 0,6-5-85 0,-6 7-97 0,0-7-73 0,7 0-50 16,-7 2-9-16,6-5 19 0,2-4 30 0,-8 4 36 0,5-7 45 0,-5 2 50 0,5 0 53 16,4-3 59-16,-4-3 62 0,2-3 66 0,-7 3 76 0,8-6 86 0</inkml:trace>
  <inkml:trace contextRef="#ctx0" brushRef="#br0" timeOffset="64458.41">17018 13892 0 0,'0'11'3'0,"0"-8"120"16,0-3 86-16,0 0 59 0,0 0 46 0,0 0 37 0,0 0 28 0,0 0 27 0,0 0 28 16,-7-3 24-16,7 3 25 0,0 0 24 0,0 0 26 0,0 0-80 0,0 0-136 15,0 0-85-15,0 0-62 0,0 0-29 0,0 0-14 0,0 0-6 0,0 0-3 16,0 0-3-16,0 0-3 0,0 0-4 0,0 0-3 0,0 0-3 0,0 0-2 0,0 0-8 15,0 0-7-15,0 0-7 0,0 0-10 0,0 0-7 0,0 0-5 0,0 0-4 16,7 0-4-16,-7-6-6 0,5 6-4 0,3 0-8 0,-1-5-6 0,-2 5-3 16,2-4-8-16,5-2-7 0,1 6-4 0,1-5-10 0,-1 5-18 0,0-4-20 0,5 4-21 15,-4-5-29-15,6 5-32 0,-6-4-41 0,4 4-43 0,-4-6-53 0,-2 6-54 16,2 0-85-16,-1 0-99 0,0 0-57 0,-5 0-30 0,3-3 3 0,-4 3 24 0,-1 0 32 16,-6-6 39-16,7 0 47 0,-7 6 49 0,0-9 55 0,0-1 58 0,-7 5 59 15,7-4 62-15,-6-1 77 0,-1 4 82 0</inkml:trace>
  <inkml:trace contextRef="#ctx0" brushRef="#br0" timeOffset="64664.11">17181 13721 0 0,'-7'0'10'0,"0"0"129"0,2 0 84 0,-3-4 64 0,1 4 58 0,7-5 52 0,-5 5 52 16,5-5 46-16,-9 1 41 0,9 4 37 0,0 0 36 0,0 0 33 0,0 0 30 15,0 0-86-15,0 0-155 0,0 0-91 0,0 0-57 0,0 0-39 0,0 0-34 16,0 0-27-16,0 0-33 0,0 0-23 0,0 0-20 0,0 0-16 0,0 0-29 16,0 0-62-16,0 0 0 0,0 0 0 0,0 0 0 0,0 0 0 0,0 0 0 15,0 0 0-15,0 4 0 0,0 1 0 0,9 0 0 0,-9-1 0 0,0 6 0 16,0 1 0-16,0 4 0 0,0-2 0 0,5 2-11 0,-5 0-61 0,0 0-18 0,0 4-30 15,0 2-33-15,0-3-41 0,0 1-42 0,-5 2-50 0,5-3-57 0,0 6-83 16,0-3-99-16,5 3-62 0,-5-4-41 0,7-6 0 0,-7 5 23 0,8-3 34 16,-3-2 44-16,-5-4 48 0,7-1 51 0,0 2 55 0,-2-7 58 0,8-4 61 0,-5 6 61 15,-2-6 76-15,1 0 87 0</inkml:trace>
  <inkml:trace contextRef="#ctx0" brushRef="#br0" timeOffset="64949.56">17486 13478 35 0,'8'-6'140'0,"-3"6"69"0,2-4 61 0,-7-2 49 0,7 6 47 0,-7-4 43 0,0 4 41 0,0 0 38 0,0 0 36 0,0-5 33 16,0 5 30-16,0 0-37 0,0 0-71 0,0 0-82 0,0 0-81 0,0 0-52 15,0 0-39-15,0 0-26 0,0 0-23 0,0 0-22 0,0 0-20 0,0 0-20 16,0 0-16-16,0 0-16 0,0 0-4 0,0 0-5 0,5 5 0 0,-5-5-1 15,8 4-3-15,-1 6-4 0,-2-4-4 0,2 3-4 0,0 0-5 0,6 6-3 0,-7 0-49 16,7 0 0-16,-1 4 0 0,2 2 0 0,-7-2 0 0,4 1 0 16,5 4 0-16,-11 1 0 0,1-1 0 0,2 0 0 0,-3 1 0 0,3-1 0 0,-8 1-124 15,0 3-76-15,-8-4-53 0,8 1-83 0,-13-1-91 0,7 6-104 0,-6-6-105 16,-2 1-39-16,-4-1-4 0,-9 1 18 0,1-7 32 0,0 9 42 0,-1-9 48 0,-5-3 56 16,-1 4 59-16,1-8 65 0,5-1 70 0,-4-1 80 0,-3-5 83 0</inkml:trace>
  <inkml:trace contextRef="#ctx0" brushRef="#br0" timeOffset="67387.82">18047 13317 22 0,'0'0'108'0,"0"-4"50"0,0-2 40 0,5 0 36 0,-5 2 28 0,0-1 28 15,-5-1 30-15,5 2 23 0,0-1 27 0,0 1 21 0,0 4 25 0,-7-5-37 0,7 1-66 0,0-2-57 0,0 0-54 16,-6 2-30-16,6-1-20 0,0 0-16 0,0 5-10 0,-6-4-13 0,6 4-13 16,0-6-11-16,-8 6-14 0,8 0-9 0,0 0-13 0,-7-4-8 0,7 4-11 15,-5 0-9-15,5 0-7 0,0 0-10 0,-8 0-9 0,8 4-8 0,-6-4-6 0,6 0-4 16,-5 6-5-16,5-6-3 0,-8 4-1 0,8 1 0 0,-7 0-2 0,7-1-1 16,0 2 0-16,-6 0 2 0,6 3 0 0,-6 0 3 0,6-5 5 0,0 11 6 15,0-3 5-15,0-3 7 0,0 0 5 0,0 1 6 0,0 4 5 0,6 2 7 16,-6-1 5-16,6-6 3 0,-6 6 4 0,7-2 5 0,-7 2 0 0,8 0 2 0,-3 4-3 15,1-4-2-15,2 0-2 0,-8 0-4 0,5 0-3 0,2 4-2 0,1-5-6 16,-8 2-1-16,6-1-4 0,0-2-3 0,-6 2-1 0,7 0-3 0,-2 0 0 0,-5-6-3 16,0 6 4-16,8-6 0 0,-8 1 0 0,0 0 3 0,0 0 0 0,0 0 1 15,0-6 3-15,0 1 0 0,0 4-2 0,0-9 2 0,0 6 1 0,0 0-1 16,0-6 2-16,-8 4-5 16,8-4 0-16,0 5-4 0,-5-5-6 0,5 4-4 0,-7-4-2 0,1 0-2 0,6 0-3 0,-6 0 1 0,-2 0-2 0,8 0 2 0,-7 0-2 15,2 0 1-15,5-4 1 0,-8 4 1 0,8 0 2 16,-6-5 6-16,6 5 6 0,0-4 7 0,-5 4 4 0,5-6 8 0,0 6 6 0,-8 0 4 0,8-6 4 0,0 6 3 15,0 0 3-15,0 0 3 0,0 0 3 0,0 0 0 0,0 0-1 0,0 0 2 16,0 0-3-16,0 0-6 0,0 0-5 0,0 0-10 0,0 0-10 0,0 0-7 16,0 0-6-16,0 0-6 0,0 0-3 0,0 6-1 0,0 0 1 0,0-2 4 0,8 1 2 15,-8-1 7-15,0 1 6 0,5 5 9 16,-5-1 8-16,6 3 7 0,2-3 10 0,-8 4 7 0,5 2 4 0,2-3 5 0,-7 1 1 0,8 1-2 16,-2 7-1-16,0-6-5 0,-6-2-5 0,7 8-7 0,-2-6-7 0,-5 4-8 0,8-5-6 0,-8 2-5 15,0-3-4-15,6 2-4 0,-6-1-3 0,0-3-3 0,0 3-4 0,0-4-11 31,0-1-15-31,0 2-23 0,0-1-27 0,-6-1-38 0,6 0-43 0,0-3-59 0,-8 3-64 16,8-3-111-16,-5-3-127 0,-2 9-55 0,1-8-13 0,0 1 1 0,-2-5 17 16,1 4 27-16,2 2 36 0,-3-2 43 0,2-4 49 0,-7 5 55 0,6 0 61 0,1-5 68 15,0 4 74-15</inkml:trace>
  <inkml:trace contextRef="#ctx0" brushRef="#br0" timeOffset="68341.39">7410 16389 0 0,'0'4'1'0,"-6"-4"103"0,1 0 63 0,5-4 39 0,-8 4 28 0,3-5 23 0,5 1 18 0,-7-1 19 15,7-2 16-15,0-2 17 0,-7 4 17 0,7 1 17 0,0-2 21 0,0 1-70 0,0 5-126 16,0-4-55-16,0 4-23 0,0-9-4 0,-7 3 6 0,7 3 6 16,0-4 8-16,0 2 5 0,0-4 7 0,-6 3 3 0,6-3 2 0,0 5-1 0,-7-5-6 15,2 3-3-15,-4 0-12 0,9-3-7 0,-5 3-10 0,0 2-15 0,-8-1-13 0,5 1-13 16,0-1-13-16,-3 5-11 0,-2-4-8 0,6 4-11 0,-6 0-7 0,-1 0-7 16,1 0-8-16,8 4-5 0,-9-4-6 0,2 5-2 0,3-5-4 0,-2 4 0 15,4 1-2-15,2-1-2 0,-4 2 1 0,2-1 0 0,2-1-1 0,-1 2 0 0,-1 4-2 16,7-5-1-16,-6 4 3 0,-2 1 0 0,8-1 0 0,-5 6 2 0,5-4 2 31,-7 2 0-31,7 2 3 0,0 1 0 0,0-2 4 0,0 5 0 0,0-4 0 0,0 4 3 0,7 1-1 0,-7 0 0 0,5-2 1 0,3 2 1 0,-2 1 0 16,1-2 1-16,-1-4 3 0,-1 0-1 0,11-2 1 0,-11 2 2 0,8-6 2 0,-8 3 1 15,11-3 2-15,-11 1 2 0,9-7 4 0,-1-3 3 0,-8 6 4 0,9-6 6 16,-1 0 6-16,-6 0 10 0,6-6 10 0,-7 6 5 0,7-3 10 0,-5-1 6 16,-3-7 9-16,8 7 6 0,-8-8 4 0,4 3 7 0,-4 0 1 0,2-6 2 15,-7 0 3-15,6 5-2 0,-6-5-4 16,7-3-5-16,-7 2-6 0,0 2-8 0,0 0-8 15,0-6-6-15,0 5-11 0,-7 0-5 0,1-4-7 0,6 4-6 0,-12 0-7 16,3 2-6-16,4-2-5 0,-8 0-7 0,0 0-6 0,0 0-5 0,-1 5-4 0,2 1-4 16,-1-2-2-16,-1 2-2 0,1 5-2 0,0-1-3 0,7 1-3 0,-6 4-6 15,-2-6-11-15,8 6-13 0,-1 6-16 0,2-6-16 0,-4 4-15 0,2 1-17 16,2-1-17-16,5 1-18 0,0 5-21 0,-6-5-19 0,6 4-21 0,0 7-29 16,0-7-33-16,6 6-54 0,-6 0-61 0,5 0-46 0,2 4-38 0,2-5-3 0,3 6 18 15,-1-2 25-15,-2-3 31 0,3 6 33 0,2-8 35 0,-1 2 37 0,-1 0 38 0,2-4 44 16,-1-1 49-16,0-1 59 0,-2-5 75 0</inkml:trace>
  <inkml:trace contextRef="#ctx0" brushRef="#br0" timeOffset="69070.59">10928 15544 79 0,'5'0'154'0,"-5"-6"49"0,7 6 39 0,-7 0 35 0,0-4 35 0,9 4 35 0,-9 0 36 0,0-5 33 0,0 1 33 0,0 4 30 16,0 0 31-16,0-5-59 0,0 5-104 0,0-10-61 0,0 10-37 0,0-6-21 0,0 6-9 0,0-4-15 16,0-1-12-16,0 5-18 0,0 0-19 0,5-6-18 0,-5 6-17 0,0 0-16 0,0 0-19 15,0 0-15-15,0 0-17 0,0 0-16 0,0 0-10 0,0 0-12 0,0 0-9 16,0 6-7-16,0-1-4 0,0-1-4 0,0 2 0 0,7 4-1 0,-7-1 0 15,0 0 1-15,6 6 3 0,-6 0 1 0,0-5 3 0,5 4-3 0,-5 5-4 0,0-3-9 16,0 4-9-16,8-7-11 0,-8 8-9 0,0-3-14 0,0 3-10 0,0-2-13 16,0-4-13-16,0 3-15 0,0-2-14 0,0-1-19 0,0-6-22 0,0 6-21 15,0-6-21-15,0 3-33 0,0-9-40 0,0 7-54 0,8-5-65 0,-8-1-39 16,0 1-28-16,0-5 1 0,5 0 18 0,-5 0 23 0,0 0 30 0,0 0 34 0,0-5 37 16,0 1 39-16,0-5 42 0,0 3 51 0,0-9 54 0,0 6 60 0,-5-6 74 0</inkml:trace>
  <inkml:trace contextRef="#ctx0" brushRef="#br0" timeOffset="69260.25">11027 15279 0 0,'5'0'33'0,"-5"0"147"0,0 0 84 15,0-4 57-15,0 4 46 0,0-5 39 0,0 0 37 0,0 1 32 0,0-2 30 16,0-3 23-16,0 5 23 0,0-2 21 0,0 0 16 0,0 6-119 0,0-3-202 0,0 3-99 16,0-6-55-16,0 6-28 0,0 0-15 0,0 0-18 0,0-5-16 0,0 5-19 15,0 0-19-15,0 0-23 0,0 0-26 0,0 0-27 16,0 0-31-16,0 0-26 0,0 0-26 0,0 0-21 0,6 5-21 0,-6 1-29 0,0-3-36 0,0 3-47 0,8 0-53 15,-8 3-53-15,5 1-49 0,-5-6-3 0,8 6 16 0,-8 0 34 0,5-1 34 0,-5 1 36 16,7-4 33-16,-7 3 34 0,7-4 33 0,-7-1 42 0,5 2 47 0,-5-6 50 16,8 0 67-16</inkml:trace>
  <inkml:trace contextRef="#ctx0" brushRef="#br0" timeOffset="69673.12">11372 15461 85 0,'5'10'208'0,"-5"-1"83"0,7 0 63 0,-7-3 47 0,0-1 38 0,0-5 34 15,0 0 28-15,0 0 25 0,0 0 21 0,0 0 19 0,0-5 15 0,0 5-70 32,0-6-116-32,0 6-123 0,0 0-127 0,0 0-64 0,0 0-36 0,7-3-15 15,-7 3-12-15,0 0-3 0,5 3-6 0,-5-3-1 0,7 6 2 0,-7-1 1 0,6-1 2 16,-6 5 3-16,8 3 2 0,-2-3 0 0,-6 1 1 0,7 4 0 0,-7 6-2 16,5-6-1-16,-5 5-1 0,9 7-4 0,-9-7 2 0,0 6-5 0,5-1 0 15,-5 1-2-15,0-1-2 0,0 0-3 0,7 1 0 0,-7-7 1 0,0 3-4 16,0-2 1-16,0-5 0 0,6 2 0 0,-6-1-2 0,0-6 1 0,5 0-3 0,-5 1 0 15,0-5 0-15,0 1 0 0,8-2 0 0,-8 1 0 0,0-1-1 0,0-4-2 16,0 0-2-16,8 6 0 0,-8-6 3 0,0 0-2 0,0 0 4 0,0 0 4 16,0 0 6-16,0 0 5 0,0 0 5 0,0 0 7 0,0 0 5 0,0 0 6 0,0 0 5 15,-8-6 6-15,8-3 6 0,0 5 1 0,0-2 4 0,-8-3-1 0,8-2 3 16,-5 7-3-16,5-11-6 0,-6 6-3 0,6-7-3 0,-7 2-4 0,2 1-3 0,-4-2-2 16,9-1-1-16,-5-2-4 0,-2-3-1 0,1 2-1 0,-2-5-4 0,8 3-2 15,-6-3 0-15,-1-1-3 0,2 1-1 0,5 0-1 0,-7-1-2 0,7 1-4 16,0 0-3-16,0-2991-4 0,0 5986-6 0,0-2991-3 0,0 1 0 0,7-1-5 15,-7 5-1-15,5-4-2 0,2 4 0 0,-1 0-3 0,-6 6 0 0,8-1-2 16,-2-5-1-16,1 6-6 0,7 3-9 0,-9-3-14 0,8 0-18 0,-8 3-20 0,11 2-23 16,-5-2-27-16,2 3-34 0,2-3-36 0,-4 6-39 0,2 0-60 0,0 0-73 15,-5 0-84-15,3 0-84 0,4 6-27 0,-3-3 6 0,-5-3 22 0,-2 6 31 0,3-2 38 16,-8 2 42-16,0-6 46 0,0 0 50 0,0 0 53 0,0 5 54 0,-8-5 65 0,3 0 70 16</inkml:trace>
  <inkml:trace contextRef="#ctx0" brushRef="#br0" timeOffset="69911.53">11333 15617 0 0,'-8'15'33'0,"3"-6"120"0,5 1 65 0,-8-5 48 0,8-5 39 0,-6 4 35 0,6-4 33 0,0 0 32 0,0 0 31 0,-7-4 30 0,7 4 28 0,0 0 21 0,0 0 13 16,0 0-86-16,0 0-140 0,0-5-72 0,0 5-37 0,0 0-23 0,0 0-13 16,0 0-14-16,0 0-13 0,0 0-16 0,7-4-13 15,-7-2-14-15,0 6-15 0,6 0-13 0,-6-4-13 0,8 4-14 0,-8-5-8 0,5 0-9 0,3 5-4 0,-3-4-2 16,9-2-1-16,-2 0-1 0,1 2 0 0,1-1 1 0,-2 1 0 0,8-2 1 15,-8 1-4-15,9 5-10 0,-2-4-20 0,0-1-27 0,1 5-32 0,-1-4-45 0,-6 4-50 16,8 0-77-16,-3 0-85 0,2 0-95 0,-8 0-91 0,4 4-35 0,-5-4-9 0,1 5 10 16,4-5 18-16,-11 0 30 0,1 0 39 0,0-5 46 0,-6 1 53 0,7-2 59 15,-7-4 62-15,8 1 76 0,-8-6 76 0</inkml:trace>
  <inkml:trace contextRef="#ctx0" brushRef="#br0" timeOffset="70498">12483 15388 14 0,'9'-6'86'0,"-9"1"38"0,0 5 29 0,0-4 29 0,0-1 28 0,0 1 27 0,0-2 27 0,0 3 29 0,0-9 27 0,0 8 30 0,0-1 34 0,-9-1-23 0,9 2-52 0,0-1-32 0,0 1-22 0,0-1-11 16,-5-1-4-16,5 2-5 0,0-2-9 0,0 3-5 0,0-3-7 0,-5 0-7 15,5 2-10-15,0-1-10 0,0 0-14 16,-8 1-14-16,8-2-13 0,0 2-10 0,-5 4-11 0,5-5-9 0,-8 5-10 0,8-4-7 0,0-2-9 0,-8 6-10 0,8 0-8 31,-5-6-12-31,5 6-7 0,0 0-9 0,-6 0-10 0,6 0-8 0,0 0-9 0,-8 0-4 0,3 6-8 0,5-6-4 0,-8 6-2 0,3-2-4 0,-2 1-3 16,-5-1 1-16,5 6-3 0,-1 0 1 0,-5 6-3 0,2-3 1 0,4 2 1 15,-7 0 2-15,1 0 2 0,8 4 1 0,-11 1 1 0,5-1 0 0,6 0 1 0,-11 7-1 16,11-2 0-16,-8-5 0 0,7 11 2 0,-2-6-1 0,1 5-1 0,2 0 1 31,-1 1-4-31,-2-2 1 0,8 3 0 0,-5-4-2 0,5 4 0 0,0-1 1 0,0-2-3 0,5-4 0 0,3 1 0 16,-8-1-4-16,6 1-1 0,-1-5 0 16,10-1-4-16,-9 0-1 0,7 1-4 0,0-5-4 0,0 0-7 0,-2-2-11 0,10 2-13 15,-3-3-17-15,-2-3-18 0,3 0-27 0,1 1-31 0,4-1-33 0,-3-3-34 16,-2 3-55-16,2-3-61 0,3-2-82 0,-4 1-90 0,-1-5-29 0,-6 4-1 0,8-4 16 15,-7-4 27-15,4-1 33 0,-5 1 37 0,-5-6 45 0,3-1 46 0,-4-4 50 16,-1 2 50-16,1-8 62 0,-1 2 66 0</inkml:trace>
  <inkml:trace contextRef="#ctx0" brushRef="#br0" timeOffset="72893.14">13526 15611 0 0,'0'-4'56'0,"7"-5"43"0,-7 3 32 0,0 1 31 0,0 1 29 0,0-5 28 0,0 3 26 0,0 0 25 0,7-3 22 0,-7 5 23 0,0-1 21 0,0-1-17 15,0 2-37-15,0-5-28 0,-7 4-18 0,7-2-14 0,0 4-10 0,0-3-10 0,0 2-11 16,0-1-7-16,0-1-7 0,-7-3-6 0,7 5-2 0,0 4-4 0,0-5-3 16,-5-1-7-16,5 2-9 0,0-2-10 0,0 3-13 0,-8-3-10 0,8 1-9 0,0 5-8 15,-5-4-9-15,5 4-9 0,0-6-8 0,-8 1-8 0,8 5-7 0,0-4-9 16,0 4-5-16,-6-5-5 0,6 5-3 0,-5-4-5 0,5 4-5 0,-7 0-2 15,7 0-7-15,-9 0-1 0,9 0-4 0,-5 4-1 0,-2-4-4 0,7 5-2 16,-6-1-1-16,1 1-3 0,-4 1-2 0,2 3-3 0,2 0-2 0,-8 1-3 0,7 1-2 16,-2 2-1-16,3-2 1 0,-2 2 1 0,-7 3-1 0,8 4 0 0,-1-7 2 15,2 3-2-15,-3 4 3 0,2-1 0 0,1 1 0 0,5-6 0 0,-8 7-1 0,1-3-3 16,7 2-3-16,0-7-1 0,0 8-5 0,-6-6-2 0,6 4-2 16,0-4-1-16,6 0-3 0,-6-2-1 0,0-1 1 0,7 3 0 0,-7-6 0 0,8 0 0 15,-3 0 2-15,1 1 2 0,2 1 4 0,-3-7 3 0,2 2 2 0,-1 3 3 16,8-9 2-16,-7 4 2 0,6 1 4 0,-7-5 4 0,7 0 2 0,-1 0 2 15,2 0 2-15,-8 0 4 0,6-5 6 0,4 5 8 0,-5-4 6 0,2-1 7 16,0-5 10-16,1 6 6 0,-2-7 7 0,1 1 4 0,1 1 6 0,-1 0 3 0,0 0 5 16,0-6 3-16,-8 3 3 0,11-1 2 0,-11 4 1 0,1-6-3 0,-1-1-3 15,3-4-5-15,0 7-5 0,-8-8-7 0,5 6-3 0,-5-3-6 0,0-3-7 0,-5 2-6 16,5 1-6-16,-8-3-7 0,0 2-7 0,3-2-8 0,-1 3-8 0,1-1-7 16,-11-2-11-16,11 6-7 0,-8 2-6 0,8-8-5 0,-11 7-8 0,5-1-6 15,3 6-7-15,-5-5-8 0,1 3-6 0,5 1-9 0,-5 1-7 0,4 0-9 0,-5 3-11 16,7 3-14-16,-6-3-15 0,3 6-21 0,4 0-21 0,-2 0-25 0,1 6-20 15,-8-3-25-15,7 3-25 0,2 3-36 0,-1 0-43 0,-1 1-57 0,1 1-62 0,-2 3-13 16,8 0 8-16,-5 1 25 0,-2 4 30 0,1-4 37 0,-2 0 41 0,2 0 38 16,6 4 40-16,-7-4 43 0,2-1 43 0,-3-4 50 0,2 5 59 0</inkml:trace>
  <inkml:trace contextRef="#ctx0" brushRef="#br0" timeOffset="73178.2">13292 15710 0 0,'-6'0'1'0,"6"0"103"0,-7 0 71 0,7 0 50 0,-6-5 41 0,6 5 39 0,-7-6 36 0,7 6 34 0,-6-3 33 0,6-3 31 15,-8 2 28-15,8-1 30 0,0-1 27 0,-5 3-71 0,5-4-129 0,0 2-67 0,0 1-42 0,0-1-23 16,0 1-16-16,0-2-17 0,0 2-18 0,0-1-13 0,0 5-15 0,5-5-13 16,-5 1-12-16,0 4-11 0,0 0-13 0,0-6-10 15,0 0-9-15,0 6-8 0,8 0-8 0,-8-4-7 0,6 4-4 0,-6 0-6 0,7 0-2 0,-1 0 0 16,-6 0-1-16,7 0 2 0,7 0 0 0,-9 0 4 0,8 4 3 0,-7 2 1 0,9 0 2 16,-4-2 4-16,9 1-1 0,-6 4 1 0,-1-3 1 0,0 3-1 0,6 0 0 15,-7 1-2-15,2 1-2 0,-1-1-3 0,1-1-3 0,-2 6-5 0,-6-5-2 0,7-1-4 16,-5 6-3-16,-3-6-1 0,2 6-1 0,0-5-7 0,-2 5-5 0,2-6-9 15,-7 6-11-15,8-6-8 0,-3 6-12 0,-5-5-9 0,8 4-10 16,-8-4-12-16,6 1-10 0,-6-1-17 0,5-1-12 0,-5 0-22 0,0 1-20 0,0 1-24 16,0-7-25-16,0 5-37 0,0-3-44 0,0 3-69 0,0-3-82 0,0-3-35 0,0 3-14 15,0 0 7-15,0-6 18 0,-5 3 28 0,5-3 29 0,0 6 38 0,0-6 39 0,0 0 43 16,0 0 46-16,0 0 54 16,0 0 60-16</inkml:trace>
  <inkml:trace contextRef="#ctx0" brushRef="#br0" timeOffset="73559.42">13976 15495 80 0,'0'-6'154'0,"-7"3"47"16,7-3 36-16,0 2 35 0,0-1 34 15,7-1 35-15,-7-4 33 0,6 7 34 0,1-8 32 0,-7 7 30 0,0-7 31 0,6 7-55 0,-6-5-110 0,0 3-57 0,0 2-34 16,8-7-19-16,-8 7-12 0,0-2-13 0,0 1-13 0,5 1-17 0,-5 4-16 15,0-5-17-15,0 1-13 0,8 4-16 0,-8 0-12 0,0 0-15 0,0-6-13 16,0 6-14-16,5 0-11 0,-5 0-11 0,0 0-5 0,0 0-8 0,0 0-4 0,0 0-4 16,0 0-4-16,8 6-1 0,-8-2-3 0,0 1-3 0,6-1-1 0,-6 7-1 15,0-7 1-15,5 11 1 0,-5-5 0 0,0 4 2 0,7-4 0 16,-7 10 1-16,0-5-1 0,0-2-1 0,8 8-1 0,-8-2-1 0,0 5-1 0,0-3-3 16,-8 7-4-16,8-3-4 0,0-1-3 0,0 6-2 0,-7-6-3 0,7 6-2 0,0-6 1 15,0 1-2-15,-5 3 1 0,5-7-1 0,0 3 1 0,0-6-1 0,0 3 2 16,0-2 2-16,0-4 3 0,0 4 2 0,0-10 4 0,0 6 1 0,5-6-1 0,-5 6-5 15,0-9-4-15,7 4-7 0,-7-5-11 0,8 4-10 0,-2-5-12 0,-6-4-6 16,6 6-10-16,-6 0-6 0,7-6-8 0,-2 0-8 0,-5 0-10 0,7 0-13 16,2-6-12-1,-4 6-19-15,1-6-19 0,1 2-21 0,7-1-26 0,-9-4-52 0,2 5-63 0,4-8-56 0,-3-3-53 16,5 1-16-16,1 0 8 0,-9-1 14 0,3-5 24 16,4-3 28-16,-5-3 32 0,0 4 37 0,6-9 41 0,-13 2 43 0,8-5 48 0,-3 0 62 15,1-5 75-15</inkml:trace>
  <inkml:trace contextRef="#ctx0" brushRef="#br0" timeOffset="73766.25">14132 15251 0 0,'-5'4'6'0,"-4"2"118"0,4-2 69 0,-2 1 47 15,7 0 34-15,-6-5 28 0,6 0 22 0,0 0 18 0,0 0 14 0,0 0 16 16,0 0 21-16,0 0 21 0,0 0 29 0,6-5-78 0,-6 5-136 0,0-5-66 16,0 5-35-16,7-4-14 0,-7 4-5 0,5 0-1 0,-5 0-1 0,9-6 4 0,-4 6 3 15,-5 0-2-15,7 0-5 0,-1 0-16 0,-1-4-13 0,11 4-18 0,-11 0-13 16,9 0-14-16,-1 0-10 0,-6 0-14 0,5 0-16 0,8 0-26 0,-7 0-27 15,-2 4-36-15,10-4-39 0,-8 6-62 0,8-6-79 0,-10 4-83 0,10 1-87 0,-9 0-34 16,2-1-8-16,4-4 6 0,-4 6 14 0,-9 0 23 0,10-3 30 0,-9 3 36 16,2-6 44-16,-3 0 49 0,-5 0 52 0,5 0 68 0,-5 0 70 0</inkml:trace>
  <inkml:trace contextRef="#ctx0" brushRef="#br0" timeOffset="79252.98">13489 15647 10 0,'5'-6'80'0,"-5"-3"43"0,6 4 34 0,-6 1 32 0,0-8 29 0,0 8 27 0,0-1 24 0,0-5 21 0,0 5 23 0,0 1 20 16,0-1 22-16,0-5-28 0,0 4-51 0,0-3-38 0,0 5-26 0,0-1-19 16,0-1-13-16,0-3-15 0,0 5-10 0,0-1-9 0,0-2-5 0,-6 4-5 0,6-3-2 15,0 2-5-15,-5-1-4 0,5-1-9 0,0 3-14 0,-7-3-11 0,7 2-14 16,-9 4-11-16,9-5-13 0,-5 5-10 0,-2-6-11 0,1 6-8 0,1 0-7 15,-4 0-9-15,2 0-9 0,-4 0-7 0,4 0-8 0,-7 6-3 0,2-1-3 16,6-5 0-16,-8 4-1 0,2 5-1 0,4-3 3 0,-3-1-2 0,-4 5 0 16,9-7 2-16,-7 9-2 0,8-3 3 0,-9 1-1 0,7-1 2 0,1 0 0 0,-1 7-1 15,1-7 0-15,-2 6 0 0,3 0 2 0,-3 0-1 0,3 0 4 0,5 3 1 16,-5-2 0-16,5 2 3 0,0-3-1 0,0 6 2 0,0-8 0 0,5 2 1 16,0 0 1-16,-5 0 1 0,8 0 2 0,5-2 0 0,-7-1 2 0,7-3-1 0,0 0 2 15,0-3 1 1,6-2 1-16,1 1 1 0,-6-1 1 0,12-4 1 0,-8 0 0 0,3 0 2 0,6-4 0 0,-4 4-1 0,4-5 1 0,6 1-1 0,-6-5 0 15,5 3 0-15,-1-3 0 0,-4-3-1 0,6 3 0 0,-1 0 1 0,0-1 1 0,2-5-1 16,-10 5 1-16,10-4 0 0,-8-1 2 0,1-1 4 0,-8 3 11 0,7-1 7 16,-8-7 12-16,-4 6 10 0,-1 2 11 0,0 3 9 0,0-4 11 0,-5-2 9 15,-8 1 4-15,5 6 3 0,-5-6-2 16,-5 0 2-16,5 6-3 0,-8-6-7 0,3-1-9 0,-9 7-11 0,1-6-11 0,0 2-14 16,0 2-8-16,0 1-12 0,-8 1-12 15,9 0-7-15,-7-2-7 0,-1 7 1 0,-6-5 0 0,8 9-1 0,-9-6-1 16,7 6 2-16,1 0-2 0,-7 6 0 0,7-2 1 0,-1 1-2 0,1 4 0 0,-2 1-1 15,3 1-2-15,4-2 0 0,1 6-4 0,0-2 1 0,0 2-5 0,7 1-1 16,-2-2 1-16,-5 1-1 0,6 4 2 0,7-4-2 0,-5 4 2 0,5 2-2 16,0-7-1-16,0 5 3 0,0 0-4 0,5 2 2 0,2-3-1 0,-7 3 0 15,8-2 0-15,5-5 2 0,-7 6 0 0,7-5 2 0,0-1 0 0,0 2 1 16,1-7 2-16,4 0 3 0,3 1 2 0,-2-1 3 0,1-4 1 0,4 2 2 0,-3-4 4 16,5-3 1-16,-2 0 1 0,5-3 1 0,-5-4 3 0,3 2 1 0,-1 1 3 0,0-5-2 15,-8 0 1-15,9-3-1 0,-6-3-2 0,-3 6 1 0,1-4 0 0,8-8-1 16,-15 6 4-16,9 0 5 0,-8-3 9 0,1 2 8 0,-9-2 6 0,8-3 4 15,-8 6 0-15,3-4 5 0,-8 5 1 0,8-6 0 0,-8 5 2 0,-8-3-2 16,8 2-1-16,-8-4 1 0,3 2-4 0,-8 2-8 0,8-2-11 0,-9 3-7 16,7-4-7-16,-4 4-5 0,-5 0-6 0,-2 0-2 0,4 5-2 0,2-5-1 0,-2 10 0 15,-4-4-1-15,4 5 0 0,1-2-2 0,-8 6-1 0,11 0-2 0,-4 0-1 16,-1 6 0-16,3-2-3 0,5 1-1 0,-5 4-2 0,6 1 0 0,-8 5-4 0,7-5 0 16,2 4-7-16,-3 7-7 0,8-2-9 0,-6-4-6 0,6 9-9 0,-5-5-3 15,5 1 1-15,0-1-2 0,5 0 0 0,-5 5 1 0,0-3 1 0,6-2 1 16,2 2 1-16,-3-7 3 0,2 5 7 0,-1-4 8 0,8 0 10 0,-7-6 14 0,5 1 10 15,0-1 10-15,3-4 11 0,-1-1 9 0,4 2 5 0,-5-6 3 0,6-6 4 16,2 2 3-16,-2-1 3 0,1 1 2 0,-1-7 5 0,2 2 2 0,-3-7 2 16,1 3 5-16,-1-1 1 0,3-1-1 0,-7-1 0 0,6 2 0 0,-8-5 1 15,8 4 1-15,-7 0 2 0,-7-4-1 0,6 4 0 0,-3 0-2 0,-4 0-1 0,2 2-3 16,-7-2-4-16,0-6-6 0,0 8-6 0,0-2-8 16,-7-5-9-16,2 5-7 0,-11 2-9 0,11-3-7 0,-6 1-9 0,-5 6-2 0,4 0-7 0,-7 0-2 15,-1-3-4-15,8 8 0 0,-9 4-5 0,3-5 0 0,-3 5-3 0,1 0-5 16,1 5-3-16,-1-1-18 0,2 2-23 0,-3 0-28 0,8 3-32 0,0 0-41 0,0 0-41 15,-1 6-63-15,4 1-71 0,2-3-90 0,2 7-97 0,-1-1-33 16,-1 2-6-16,3-3 12 0,5 3 21 0,-7-2 38 0,0 5 44 0,7-9 50 0,-5 4 52 0,-2-4 57 16,7 0 57-16,-6 0 67 0,-2-6 71 0</inkml:trace>
  <inkml:trace contextRef="#ctx0" brushRef="#br0" timeOffset="79726.98">15077 15368 93 0,'0'-4'158'0,"0"-5"47"0,-6 3 39 0,6 0 41 0,0-3 43 0,-7 3 40 0,7-3 38 0,0 5 38 0,-8-1 35 0,8-5 34 0,0 4 35 0,0 3-63 0,-5-3-115 15,5 0-56-15,0 2-23 0,0-1-17 0,0 0-12 0,0 1-19 0,0 4-21 0,0-6-17 16,0 6-18-16,0 0-17 0,0 0-15 0,0 0-17 0,0-4-13 15,0 4-17-15,0 0-17 0,0 0-14 0,0 0-15 0,0 0-14 0,0 0-14 0,0 4-10 16,0-4-9-16,0 0-7 0,0 6-8 0,0-2-4 0,-6 1-4 0,6 0-1 16,0 5-2-16,0-1 0 0,0 1 4 0,0 5 0 0,0 0 5 0,0 0 2 15,0 0 1-15,0 3-1 0,0-3-5 0,0 5-9 0,-8 0-12 0,8-5-17 16,0 4-16-16,0-1-24 0,0 3-26 0,0-6-26 0,-5 4-33 0,5-1-38 16,0 7-42-16,0-5-58 0,0 5-62 0,0-6-96 0,5 2-106 0,-5 3-36 0,0-6-1 15,8 7 22-15,-8-5 29 16,0-1 39-16,6-4 42 0,-6 0 47 0,0-2 49 0,5 2 53 0,-5 0 58 0,0-5 65 0,-5-1 69 0</inkml:trace>
  <inkml:trace contextRef="#ctx0" brushRef="#br0" timeOffset="79964.2">14843 16178 82 0,'7'5'163'0,"-7"-5"57"0,5 0 53 0,2 0 47 0,-2-5 44 0,-5 5 42 0,7-4 41 16,-7 0 38-16,8-1 40 0,-8-2 36 0,5 4 34 0,-5-3-58 0,0 6-109 15,8-5-73-15,-8 1-50 0,0 4-40 0,0 0-34 0,0-6-32 0,0 6-25 16,0 0-26-16,0 0-22 0,0 0-24 0,0 0-22 0,0 0-20 0,6-5-21 16,-6 5-22-16,0 0-21 0,0 0-24 0,0 0-23 0,0 0-28 0,0 0-26 0,0 0-32 15,0 0-36-15,0 0-44 16,0 0-49-16,0 0-96 0,0 0-114 0,0 0-69 0,0 0-43 0,0 0-6 0,0 0 15 0,0 0 30 0,0 0 33 0,0-4 40 0,0-5 46 16,0 3 49-16,0-3 52 0,0 3 61 0,0-3 62 0,0-1 83 0,0 1 98 15</inkml:trace>
  <inkml:trace contextRef="#ctx0" brushRef="#br0" timeOffset="80455.27">15527 15525 28 0,'0'-15'117'0,"5"5"52"0,-5-1 42 0,0 2 39 15,0 0 39-15,0-1 41 0,0 1 38 0,-5-2 36 0,5 7 35 0,0-2 32 16,-8-3 33-16,8 4-31 0,-7 1-69 0,7-2-58 0,0 2-55 0,-5-2-29 0,5 1-21 16,0 1-18-16,-7 4-22 0,7-6-23 0,0 6-24 0,0-5-20 15,0 5-18-15,0 0-18 0,0 0-16 0,0 0-16 0,0 0-14 0,0 0-13 0,0 0-14 16,0 0-10-16,0 5-9 0,-7-5-7 0,7 6-7 0,0-2-2 0,0 1-2 16,-5 1-1-16,5 4-3 0,0-1 0 0,-8 0-3 0,8 1 3 0,0 1 0 0,0 2 2 15,0-2 4-15,0 2 0 0,0-2 0 0,0 2-3 0,8-1 0 0,-8 1-5 16,5-2-2-16,-5-2-1 0,7 7 0 0,0-7-1 0,-2-5 2 0,2 7-1 15,6-2 0-15,-5-5 1 0,3 2 0 0,4 0 3 0,-9-6 0 0,12 4 3 16,-2-4 7-16,-5 0 1 0,1 0 4 0,9 0 2 0,-9 0 2 0,3-4-1 0,4 4 1 16,-6-6 2-16,-1 0 2 0,2 2 2 0,-1-1 1 0,0-5 4 0,-2 5 2 15,-3-4 4-15,0 5 6 0,5-8 5 0,-8 3 7 0,-5 5 4 0,5-7 5 0,4 2 3 16,-9 0 1-16,0-1 1 0,0 0 0 0,0-1 1 0,0-2-5 0,-9 2 1 16,9 1-3-16,-5-4-4 0,5-1-6 0,-5 6-6 0,-3-5-3 0,3 3-7 15,-11 1-2-15,11 1-5 0,-1 0-2 0,-7 0-1 0,0 3-3 0,6 0-2 16,-7 2-2-16,1-1-3 0,0 5-1 0,2 0-2 0,-4 0-4 0,3 5 1 15,0-1-5-15,3 2 2 0,-3 3-4 0,1 1-1 0,3-1 2 0,-5 2-3 0,6 4 1 16,-5-1-3-16,5 0-2 0,-1 1-1 0,8 0-3 0,-5 0-5 0,-1 4-1 16,6-4-6-16,0 0-7 0,0-2-8 0,0 7-12 0,0-4-9 0,6-3-12 0,-1 7-12 15,-5-4-14-15,8-2-12 0,-1 0-18 0,5 0-16 0,-5 2-17 16,6-1-19-16,0-6-16 0,-7 6-24 0,6-5-24 0,9-1-40 0,-9 0-50 0,3-3-50 16,4 3-57-16,-6-4-10 0,6-5 9 0,-6 4 23 15,7-4 27-15,-9 0 35 0,5 0 34 0,2-4 35 0,-4-1 38 0,-2 1 42 0,2-1 42 0,-1-5 54 0,0 1 65 16</inkml:trace>
  <inkml:trace contextRef="#ctx0" brushRef="#br0" timeOffset="81106.87">15988 15513 0 0,'0'-9'13'0,"0"0"129"0,-5 3 82 0,5-7 59 0,0 2 51 0,0 1 43 0,-8-4 39 0,8 4 35 0,0-4 36 0,-5 4 32 0,5-5 32 0,0 0 29 0,0 6 25 0,0-1-94 16,0 1-163-16,0-1-89 0,0 5-57 0,0-1-30 0,5-3-26 0,-5 5-18 16,0 4-19-16,0-5-14 0,8-1-14 0,-8 6-15 0,0 0-12 0,0-4-6 15,0 4-5-15,5 4-4 0,2-4-5 0,0 0-3 0,-2 6-3 0,2-1-4 0,1-1 0 16,-3 5-2-16,2 2-1 0,0-7 2 0,5 11-1 0,-3-5 0 0,-4 4-5 15,1 1 1-15,1 1-5 0,-2-3-3 0,4 2-2 16,-4-1-7-16,2 2-6 0,-7 2-9 0,6-3-9 0,-6 1-10 0,0 2-13 0,0-3-13 0,5 0-17 0,-5 0-11 16,0 4-18-16,0-4-10 0,0 0-13 0,8 0-12 0,-8-2-8 0,0 2-5 15,0-4 0-15,0-1 2 0,0-1 6 0,0 0 10 0,0-3 11 0,0-3 15 16,0 4 15-16,-8-2 17 0,8-1 17 0,0-4 14 0,-5 0 16 0,5 0 16 16,0 0 14-16,-6 0 13 0,6 0 14 0,-7-4 12 0,7 4 9 0,-5-5 11 0,5-2 5 15,-9 4 7-15,9-3 7 0,0-3 5 0,-5 3 3 0,5-3 6 0,-7 0 2 16,7 3 3-16,0-4-1 0,0 1 1 0,-6 0-5 0,6-1-5 0,0-4-4 15,0 2-8-15,0 3-8 0,0-6-7 0,0 6-8 0,0-7-8 0,0 7-8 0,0-6-6 16,0 2-6-16,6-2-8 0,-6 0-6 0,7 0-5 0,-7 6-5 0,5-7-2 16,4 2-4-16,-4 4-1 0,-5-4 1 0,7 4 0 0,-1 0-1 0,-1 5 1 15,3-5 2-15,0 5 1 0,4 1 0 0,-6 4 2 0,0 0 1 0,2 0 0 0,-1 0 1 16,-2 0 0-16,9 4 1 0,-9 1 0 0,3 1 1 0,-1 3-1 0,-1 1 1 16,0-4-1-16,6 3-3 0,-4 6-2 0,-8-6-4 0,6 0-8 0,1 7-6 15,-1-7-11-15,-6 6-9 0,5 0-13 0,-5-5-8 0,8 4-10 0,-8 1-7 16,0-6-8-16,0 7-3 0,8-7-3 0,-8 0-3 0,0 6 1 0,0-11-2 15,0 8 1-15,5-3 1 0,-5-4 1 0,0-1 4 0,0 6 2 0,0-5 3 0,0-1 4 16,6-4 5-16,-6 0 2 0,0 5 5 0,0-5 7 0,0 7 7 0,0-7 12 16,0 0 15-16,0 0 16 0,0 0 18 0,0 0 14 0,0 0 12 0,0 0 13 0,0-7 12 15,0 2 10-15,0 1 11 0,0-5 8 16,-6 3 10-16,6 2 4 0,0-6 3 0,0 0-5 0,0 0-5 0,-5 1-6 0,5-2-8 0,0-2-3 0,0 1-2 0,0-1 1 16,0 2-1-16,0-2-3 0,0-2-4 0,0 5-5 0,0-4-6 0,0-1-5 15,0-1-8-15,5 2-4 0,-5-5-3 0,6 4-8 0,1 0-4 0,-2 0-4 16,4 2-7-16,-2-2-3 15,-2 0-5-15,9 0-3 0,-9 6-4 0,8-7-1 0,-6 7-1 0,5 3 3 0,3-3 2 0,-1 4 3 0,-4 1 2 0,4 4 4 0,-1 0 3 16,0 0 4-16,0 4 3 0,0 1 7 0,1 0 0 0,-7-1 3 16,6 8 2-16,-2-3 0 0,-3 1 1 0,4 4-4 0,-3-4-5 0,-4 5 0 0,-5 0-4 15,6-6 1-15,-6 6-5 0,7 0-2 0,-7-1-3 0,0 0-6 0,-7 1-6 16,7 0-13-16,0 0-12 0,-6-2-17 0,1 8-19 0,-4-11-21 0,9 4-23 0,-7 1-29 16,2-2-31-16,-3 3-34 0,2-2-37 0,1 1-47 0,-3 1-57 0,8-2-69 15,-5 0-71-15,-2 0-41 0,7-4-21 0,-7 5 12 0,7-6 22 0,0 2 34 0,-7-1 39 16,7-7 42-16,7 9 46 0,-7-12 47 0,0 0 49 0,7 0 56 0,-7 0 58 15,7 0 66-15,-2-5 71 16</inkml:trace>
  <inkml:trace contextRef="#ctx0" brushRef="#br0" timeOffset="81578.25">16868 15407 0 0,'0'0'37'0,"0"0"155"0,0 0 86 0,-6-4 66 0,-2 4 55 0,8-6 48 0,-5 1 48 0,5 1 40 0,0-7 35 15,0 2 32-15,-8-1 28 0,8 7 22 16,0 3 19-16,0 0-127 0,0 0-217 0,0 0-113 0,0 0-59 0,0 0-40 0,0 0-24 0,0 0-22 0,0 3-22 0,0 3-17 15,0 3-11-15,0 0-8 0,0 1-6 0,0 5-1 0,0 0-3 0,0 0 3 16,-7 0-1-16,7 4 3 0,0-1 0 0,0 3-1 0,0-2-1 0,-6 1-2 16,6 5-2-16,0-1-3 0,0 1-5 0,0-1-2 0,-6 4-8 0,6-4-4 31,0 0-8-31,0 1-8 0,0-1-8 0,0-3-11 0,0-2-9 0,0 2-12 0,0-6-15 16,0-2-12-16,0-4-14 0,0 6-10 0,0-9-7 0,0 3-5 0,0-3-3 15,0 3 3-15,0-9 6 0,0 0 8 0,0 0 13 0,0 0 12 0,0 0 13 0,0 0 18 16,0 0 21-16,0 0 20 0,0 0 26 0,0-5 20 0,0-5 20 0,-5 1 16 15,5 3 15-15,-7-9 15 0,7 6 7 0,-8-4 8 0,8-2 5 0,-6-6 2 16,6 8 4-16,-7-8 0 0,1 2 0 0,6-5-7 0,-5-1-7 0,5 5-5 16,-8-5-6-16,8 1-7 0,0 0-9 0,-8-1-5 0,8 1-11 0,0-6-7 15,0 5-7-15,0 1-5 0,0 0-6 0,0 0-5 0,0 0-5 0,0-1-5 0,0 1-3 16,8 5-3-16,-8-6-1 0,8 5-1 0,-8 7 0 0,5-8-2 0,-5 6-1 16,6 2-1-16,-6 1-2 0,7 3 0 0,-1 0-2 0,2 0-2 0,-8 3 1 15,7-3-4-15,4 3 0 0,-5 6-2 0,1-4 2 0,6 4 0 0,-5-6 0 0,3 12 3 16,10-6 0-16,-8 4 6 0,0 2 0 0,6-1 3 0,-7-1 2 0,9 5 2 15,-10 1 2-15,5 1 1 0,-4-2 1 0,0 1-1 0,-4-1 1 0,4 6 0 16,-5-6 0-16,-7 3-1 0,7 1 1 0,-7-2-2 0,5 2-1 0,-5-2-4 0,-5 5-6 16,5-7-10-16,-7 4-11 0,0 2-18 0,2 0-23 0,-2 0-21 0,-6 0-27 15,6 0-34-15,-5-6-31 0,-4 6-37 0,5-2-37 0,-1 2-55 0,-2-6-65 0,1 7-80 16,8-7-81-16,-11 2-22 0,4-2 6 0,6 1 24 0,-7-4 33 0,5-2 39 16,3 1 41-16,-1-1 47 0,6-4 47 0,0 0 48 0,-8-4 50 0,8 4 59 15,0 0 68-15</inkml:trace>
  <inkml:trace contextRef="#ctx0" brushRef="#br0" timeOffset="81784.07">17193 15144 0 0,'6'-11'30'0,"-6"2"146"16,8-1 83-16,-8 5 61 0,6-5 49 0,-6 7 44 0,7-8 44 0,-7 1 40 0,5 4 38 0,-5 2 33 0,9-1 34 0,-9-4 27 0,5 3 25 0,-5 6-114 0,5-4-196 16,-5 4-101-16,0 0-55 0,0 0-32 0,0 0-23 0,8 0-18 0,-3 4-19 15,-5 2-16-15,8-2-17 0,-8 6-9 0,8 0-12 0,-3 0-8 0,-5 4-6 0,6-4-3 16,1 11-6-16,-1-7-1 0,-6 5-4 0,7 0 1 0,-1 2-1 0,-6-3-6 15,0 3-9-15,7-2-12 0,-7 5-14 0,0-5-19 0,0 5-20 0,0-3-26 16,0-2-33-16,0 1-37 0,0-1-39 0,0 0-39 0,0 1-36 0,-7-1-41 16,7-4-39-16,0 5-35 0,0-7-35 0,-6 8-43 0,6-6-45 0,0-2-13 15,0 3 3-15,-7-7 26 0,7 6 39 0,0-6 45 0,-6 3 48 0,6-8 50 0,0 6 45 16,-7-10 48-16,7 0 44 0,0 0 47 0,0 0 45 0</inkml:trace>
  <inkml:trace contextRef="#ctx0" brushRef="#br0" timeOffset="81974.86">17244 15562 85 0,'-5'-9'161'16,"5"0"52"-16,0 3 47 0,0-3 42 0,-5 5 41 0,5-8 39 0,0 3 36 15,0 0 35-15,0 0 31 0,0-1 34 0,0-5 27 0,0 6-61 0,0-2-119 0,0-4-68 16,0 6-45-16,0-1-34 0,5 0-25 0,-5 1-26 0,0-2-25 0,5 7-21 16,-5-5-20-16,0 3-16 0,8-3-19 0,-8 3-16 0,5 6-13 0,-5-4-14 15,8-1-5-15,-8 5-10 0,0-6-4 0,8 6-6 0,-3 0-6 0,1 0-7 16,-6 0-6-16,7 0-16 0,-1 6-22 0,1-6-25 0,-1 5-29 0,1-1-37 0,7 2-41 16,-9 0-66-16,3-3-76 0,-3 3-85 0,3-2-89 0,-2 1-31 0,-1-5-5 0,2 4 10 15,1 1 22-15,-2-5 33 0,0 0 37 0,-6 0 44 0,7-5 49 0,-7 5 53 16,5-9 56-16,-5 5 69 0,8-5 72 0</inkml:trace>
  <inkml:trace contextRef="#ctx0" brushRef="#br0" timeOffset="82370.42">17499 15285 108 0,'0'0'200'0,"0"0"68"15,0 0 58-15,7-6 49 0,-7 2 49 0,-7-1 41 0,7-4 40 0,0 3 38 0,0-3 32 0,0-1 29 16,0 4 28-16,0-3-74 0,0 4-134 0,0-5-96 0,7 7-81 0,-7-3-50 16,0 2-37-16,7 4-30 0,-7-5-28 0,0 5-23 0,0 0-18 0,5 0-15 15,-5 0-15-15,8 0-6 0,-8 5-10 0,7-1-4 0,-2 2-6 0,-5 3-1 16,7-5-1-16,0 10-2 0,-2-2 2 0,3 1-1 0,-2 2 2 0,1 0-2 0,-1 0 0 15,-1 0-1-15,2 4 0 16,2-4-1-16,-4 4-1 0,8-5-2 0,-8 1-7 0,4 1-5 0,3 2-5 0,-6-8-4 0,7 4-3 0,-5 2-2 0,4-7-3 0,-5 0 2 16,6 2-1-16,-6-1 2 0,6 0-1 0,-7-5-2 0,-1-1 4 0,3 1 4 15,5-1 3-15,-5-4 9 0,-3 0 4 0,0 0 8 0,4 0 5 0,-4-4 3 16,2-1 5-16,-7 1 3 0,6-1 0 0,1-2 7 0,0 4 1 0,-7-7 5 16,7-1 4-16,-2 2 1 0,-5 0 2 0,8-7 1 0,-8 7 0 0,5-6 0 15,-5 1 0-15,6 0-2 0,-6-1 0 0,0 0-3 0,0 0 1 16,8-4-3-16,-8 4 0 0,0 1 1 0,0-2 1 0,5 1 2 0,-5 1 2 0,0 4 1 0,0 1 1 15,0-1-1-15,0 4-2 0,0-3-3 0,0 9-2 0,0-5-3 0,0 5-9 16,0 0-2-16,0 0-6 0,-5 5-5 0,5 1-6 0,0-3-6 0,-8 3-4 16,8 4-4-16,0 5-1 0,-6-1-5 0,6 2 3 0,-5-3 0 0,5 7 4 15,0-1 2-15,-8 2 6 0,8-3 2 0,0 7 1 0,0-6 1 0,-5 7 0 16,5-7 1-16,0-1 0 0,0 6-1 0,5-3 1 0,-5-2-4 0,0 2-8 16,0 3-11-16,0-5-11 0,0 1-14 0,8-1-18 0,-8 6-22 0,0-7-25 0,0 3-35 15,5-6-38-15,-5 4-49 0,0-5-52 0,0 6-93 0,0-5-111 0,0-6-69 16,-5 0-45-16,5 3-4 0,0-9 16 0,0 3 28 0,0-6 34 0,-8 0 41 0,3-6 46 15,-2 3 53-15,7-9 57 0,-7-1 61 0,7-2 65 0,-7 0 81 0,7-4 96 0</inkml:trace>
  <inkml:trace contextRef="#ctx0" brushRef="#br0" timeOffset="82987.52">18535 15006 88 0,'0'0'159'0,"-6"-4"44"0,6 4 35 0,0-6 32 0,0 3 28 0,0-3 34 0,-6-3 32 0,6 3 33 0,0 2 31 0,-8-7 32 0,8 7 31 0,0-1-61 0,0-1-112 0,0 2-61 15,0 0-34-15,0 4-16 0,0-5-6 0,0 5-9 0,0-6-9 0,0 6-13 0,0-3-15 16,0 3-17-16,0 0-12 0,0 0-14 0,0 0-14 0,0 0-9 0,0 0-8 16,0 0-9-16,0 0-6 0,0 0-3 0,0 0-6 0,0 0-2 0,0 0-2 15,0 0 0-15,0 0-4 0,0 0-1 0,0 0-5 0,0 0-1 0,0 0-6 0,0 0-3 16,0 0-6-16,0 0-7 0,0 0-2 0,0 0-6 0,-7 0-5 0,7 0-4 15,-5 3-5-15,5 3-1 0,0-1-6 0,-8 3-1 0,2-2-2 0,6 8 2 16,-5-4-1-16,-3 5 2 0,3 0 1 0,5 0 3 0,-7 0 4 0,0 4-1 16,0-1 2-16,1 3 0 0,-1-2 2 0,1 5-2 0,-1 1 1 0,7-1 1 15,-6 0 0-15,-1 0-1 0,7 7-1 0,-6-7-1 0,6 6 1 0,-8-2-3 0,8 2 1 16,0-6-6-16,0 5-3 0,8 0-10 0,-8-4-10 0,6 5-11 0,1-6-11 16,-7 0-17-16,13 5-13 0,-7-9-18 0,1 5-19 0,6-1-24 0,1-5-30 15,-1 2-32-15,-2-3-34 0,2 3-52 0,8-8-57 0,-8-2-80 0,6 2-84 0,-6-7-27 16,8 4 3-16,-3-5 19 0,3-5 28 0,-2 0 33 0,-1-5 35 0,1 1 42 0,2-8 46 15,-3-1 48-15,3-2 51 0,-3-6 60 0,3 3 67 0</inkml:trace>
  <inkml:trace contextRef="#ctx0" brushRef="#br0" timeOffset="83432.67">19174 15148 0 0,'0'-4'14'0,"0"-1"130"0,6 5 71 0,-6-6 52 0,0 3 41 0,7-3 38 16,-7 0 35-16,0-3 34 0,5 3 31 0,-5 2 33 0,0 1 32 0,0-8 31 15,8 7 34-15,-8 4-91 0,0 0-154 0,0-6-80 16,0 6-36-16,0 0-23 0,0-6-14 0,0 6-14 0,-8-4-15 0,8 4-14 0,0 0-13 0,0 0-16 0,0 0-14 16,0 0-19-16,0 0-16 0,0 0-17 0,0 0-16 0,-5 0-13 0,5 0-8 15,0 0-8-15,-7 0-3 0,7 4-4 0,-6-4-4 0,-2 6 1 0,2 0-4 0,6-2-1 16,-7 7-1-16,-6-8 2 0,13 7-1 0,-11-1 2 0,3 3 2 16,1-3 4-16,1 0 1 0,-2 6 1 0,-2 0 1 0,2-5 1 0,2 5 0 0,-7-2-1 15,6 7-2-15,1-5-2 0,-7-1-4 0,5 0-6 0,3 1-7 0,-9 1-3 16,9 2-9-16,-2-3-5 0,-1 0-4 0,2 0-7 0,6 0-4 0,-5 0-4 15,-3-5-4-15,8 3 1 0,0-2-1 0,-5 4 4 0,5-6 3 0,5 1 5 0,-5-1 8 16,8 0 8-16,-8 2 6 0,5-7 9 16,1 2 6-16,9 4 6 0,-10-5 9 0,9-5 9 0,-1 4 10 0,0 1 9 0,0-5 11 0,0 0 9 0,6 0 8 0,-6 0 6 15,8-5 4-15,-2 1 2 0,-1-1 4 0,3-2 2 0,-8 4 3 0,6-3 6 16,2 2 3-16,-10-7 2 0,1 8 2 0,2-7-3 0,-1 5-2 0,0-5-7 16,-5 1-4-16,-3-2-6 0,2-4-2 0,0 2-7 0,-7-3-4 0,0 1-6 15,5 1-6-15,-5-5-13 0,-5-2-11 0,5-3-17 0,-7 5-15 0,7-1-14 0,-7-3-15 16,2 2-12-16,-8-3-8 0,5 5-10 0,2-1-8 0,-6 1-4 0,3-2-5 15,-3 6-4-15,1 2-5 0,2-2-10 0,2 5-10 0,-6-4-11 0,8 8-11 16,-1-3-21-16,-2 5-22 0,3-1-20 0,-2 5-21 0,1 0-37 0,-2 5-43 0,2-1-54 16,-1 1-63-16,2 5-31 0,-3-1-14 0,2 0 9 0,1 7 23 0,-3-2 31 15,1-4 34-15,1 5 40 0,-2-6 43 0,3 2 40 16,0-1 43-16,-3-1 49 0,2 0 52 0</inkml:trace>
  <inkml:trace contextRef="#ctx0" brushRef="#br0" timeOffset="83669.33">19029 15294 87 0,'-5'6'165'16,"5"-2"52"-16,-8-4 42 0,8 6 41 0,0-6 36 0,0 0 35 0,0 0 37 15,0 0 34-15,0 0 33 0,0 0 32 0,0 0 31 0,0 0-60 0,0 0-113 0,0-6-68 16,0 2-46-16,0-2-29 0,0 3-20 0,8 3-22 0,-8-6-19 16,0 0-20-16,5 2-21 0,-5-1-17 0,8 0-19 0,-8 1-15 0,5-2-15 0,3 6-12 15,-8-4-12-15,6-1-8 0,-6 5-6 0,7 0-4 0,-1 0-5 0,-6 0-1 32,7 0 1-32,-1 0-2 0,2 0 2 0,-3 5-1 0,-5-1-1 0,5 2 3 0,3-2 1 15,-2 6-2-15,9 0 1 0,-10-1-2 0,1 1 0 0,2 5 1 0,-3-6-1 16,8 6 0-16,-5 0 0 0,-2 0-1 0,1 0 0 0,-2 0 0 0,3-1-1 0,-2 0-1 15,-1 1-2-15,3 4-2 0,-8-4 0 0,5 5-1 0,2 0 1 0,-7-2-2 16,9-3 0-16,-9 6-7 0,5-3-13 0,-5 1-13 0,0 7-19 0,6-12-18 16,-6 7-9-16,0-7-18 0,7 5-17 0,-7-4-31 0,0 0-36 0,5-6-36 15,-5 1-33-15,0-1-50 0,9 0-56 0,-9 3-70 0,0-8-73 0,5 1-18 0,2 1 11 16,-7-6 19-16,6 4 27 0,2-4 30 0,-3 0 37 0,3-4 43 0,-3-2 50 0,2 1 47 16,0 1 47-16,-2-8 56 0,2 8 61 0</inkml:trace>
  <inkml:trace contextRef="#ctx0" brushRef="#br0" timeOffset="84051.26">19629 15055 80 0,'0'5'164'0,"0"-5"55"0,-7 5 45 0,7-5 44 0,0 0 39 0,0 0 37 0,0 0 37 0,0 0 35 16,0 0 33-16,0 0 34 0,0 0 33 0,0 0-58 0,0-5-108 0,0 5-70 0,0-5-51 15,0 1-32-15,0 4-25 0,0-6-22 0,0 6-21 0,7 0-19 0,-7 0-18 16,0 0-19-16,0-4-17 0,0 4-17 0,0 0-16 0,0 0-14 0,0 0-14 16,0 0-14-16,0 0-11 0,0 0-6 0,0 0-8 0,0 0-3 0,0 0-2 0,0 4 0 15,0 2-1-15,6-2 0 0,-6 1 1 0,0 4 2 0,0-3 0 0,8 4 3 16,-8 4 2-16,0-4 3 0,0 5 3 0,5-6 2 0,-5 6 2 0,0 4-1 16,7-4 3-16,-7 6-1 0,0-8-1 0,0 7-3 0,6-1 0 0,-6 1 0 0,0 5-3 15,8-6 2-15,-8 1-3 0,0 5 1 0,6-7-1 0,-6 7-2 0,7-1 1 16,-7-3-2-16,5 3 0 0,-5-5 1 0,7 6-2 0,0-7 2 0,-2 2-2 15,-5 0-1-15,8-6 1 0,-1 5-1 0,-1-3-1 0,2-2-5 16,-3 1-4-16,0-6-10 0,3 1-10 0,-8 1-13 0,6-7-12 0,1 5-17 0,-1-3-15 0,1-1-18 16,-1-5-16-16,2 4-23 0,-8-4-28 0,5 0-25 0,3 0-31 0,-3 0-41 15,0-4-43-15,-5 4-58 0,9-5-60 0,-4-1-40 0,2-3-24 0,-7 0 5 0,8 0 19 16,-2-3 29-16,-6-1 31 0,6-2 38 0,-6 0 40 0,7-4 45 0,-7-1 42 16,5-5 53-16,-5 6 54 0,0-5 61 0,0 0 74 0</inkml:trace>
  <inkml:trace contextRef="#ctx0" brushRef="#br0" timeOffset="84273.07">19682 15036 0 0,'-13'-4'1'0,"-1"-1"110"0,2-2 88 0,-2 4 64 0,1 3 51 0,8-6 46 0,-11 6 42 0,11-5 42 16,5 1 36-16,-6 4 35 0,-1-6 30 0,7 6 30 0,0 0 33 0,0 0-73 15,0 0-128-15,0 0-88 0,0 0-64 0,0-3-37 0,0 3-25 0,0 0-21 0,0 0-19 16,0-6-21-16,0 6-18 0,0 0-14 0,0 0-12 0,7 0-12 0,-7 0-10 16,0-4-13-16,0 4-10 0,0 0-11 0,6 0-10 0,-1 0-6 0,4 0-7 15,-2 0-3-15,-2-5-3 0,1 5 0 0,1 0 0 0,7 0-7 0,-2 0-7 0,2 0-12 16,-1 5-11-16,-1-5-19 0,0 0-16 0,9 0-24 0,-8 4-23 0,0-4-28 15,6 0-30-15,-6 6-34 0,0-6-37 0,0 3-36 0,6-3-35 0,-12 6-59 16,13-6-66-16,-13 4-62 0,5-4-52 0,2 0-7 0,-8 5 18 0,1-5 29 0,-2 0 38 16,4-5 41-16,-4 1 46 0,-5 4 48 0,0-9 48 0,0 3 49 0,0-3 51 0,-5-1 62 15,5-1 73-15</inkml:trace>
  <inkml:trace contextRef="#ctx0" brushRef="#br0" timeOffset="85146.19">20300 15154 77 0,'0'0'150'0,"0"0"45"0,6-6 32 0,-6 6 30 0,0-4 27 0,0 4 26 0,6-5 27 0,-6-1 24 0,0 6 28 0,0-3 25 0,0-3 29 0,0 6-55 0,0-6-102 16,0 6-56-16,0 0-31 0,0-4-11 0,0 4-2 0,0 0-1 0,0 0-2 0,8-5-3 15,-8 5-4-15,0 0-7 0,0 0-5 0,0 0-10 0,0 0-10 0,0 0-13 16,0 0-14-16,0 0-15 0,0 0-11 0,0 0-15 0,0 0-14 0,0 0-12 16,0 0-10-16,0 0-10 0,0 5-9 0,-8-1-5 0,8 2-4 15,0 3-6-15,0-3-3 0,0 3-3 0,-6 1 0 0,6 4-2 0,0 2 1 0,-6-1 1 0,6-2 1 16,0 1 1-16,-7 7 1 0,7-7 2 0,0 6-2 0,0-1-1 0,-5 1-3 16,5-1 0-16,0 2-2 0,0-8 0 0,0 7-1 0,0 0 1 0,0 0-1 15,0-5-3-15,5-2-4 0,-5 2-9 0,0 0-14 0,0 0-16 0,7-5-16 0,-7-1-19 16,6 0-22-16,-6 2-28 0,6-2-33 0,-6-5-36 0,0 2-38 0,8 0-61 15,-8-2-67-15,0-4-75 0,7 0-73 0,-7 0-18 0,0 0 7 0,0 0 23 16,5-4 29-16,-5-2 35 0,0-4 40 0,8 1 45 0,-8-2 46 0,-8-7 50 0,8 2 50 16,0-2 63-16,-5-7 68 0</inkml:trace>
  <inkml:trace contextRef="#ctx0" brushRef="#br0" timeOffset="85351.18">20162 14934 0 0,'0'4'12'15,"-6"6"130"-15,6-5 78 0,0-5 56 0,0 0 43 16,0 0 37-16,0 0 30 0,0 0 28 0,0-11 27 0,0 7 30 0,0 0 30 0,0 4 32 0,0-5 33 0,0-1-86 16,6 6-155-16,-6 0-83 0,0-3-46 0,0 3-29 0,0 0-17 0,0 0-9 15,7 0-11-15,-7 0-8 0,0 0-9 0,0 0-14 0,0 0-15 0,0 0-19 16,0 0-22-16,0 0-26 0,0 0-29 0,0 0-31 0,0 0-29 0,0 0-32 0,0 0-30 16,0 0-32-16,0 0-30 0,0 0-34 15,0 0-37-15,0 0-64 0,0 3-78 0,0-3-64 0,8 6-57 0,-8-1-9 0,5-5 14 0,-5 0 30 0,0 0 34 0,0 0 41 16,8 0 44-16,-8-5 43 0,6-1 45 0,-6 3 47 0,5-9 51 0,-5 3 63 15,0-6 78-15</inkml:trace>
  <inkml:trace contextRef="#ctx0" brushRef="#br0" timeOffset="85922.96">20685 15032 3 0,'0'0'74'0,"6"4"39"0,-1-4 24 0,-5 0 26 0,0 0 27 0,0 0 25 16,0 0 26-16,0 0 24 0,0 0 25 0,0 0 22 0,0 0 26 0,0 0-21 0,0-4-43 16,0 4-37-1,0 0-31-15,0-5-9 0,0-2 1 0,0 7-7 0,0 0-9 0,-5-3-10 0,5-3-10 0,0 1-8 0,0 5-4 0,-6-4-7 0,6 4-5 16,0-6-4-16,0 3-5 0,0-3-5 0,-8 2-3 0,8 4-4 0,0-5-2 0,0 5-1 16,0-6-1-16,0 2-3 0,0 4-3 0,0-6-5 0,0 1-4 0,0 1-8 15,0-1-7-15,8-1-8 0,-8 2-8 0,0 4-8 0,0-4-8 0,0-1-6 16,0-1-7-16,6 3-6 0,-6 3-7 0,0-7-2 0,5 2-4 0,-5 1-3 0,0-1-4 15,7 5 0-15,-7-6-2 0,9 2-3 16,-9-1 1-16,5 5 1 0,1-4-2 0,-6-1 3 0,7 5-1 0,-2-4 1 0,4 4 2 0,-2 0-2 0,-2-6 0 16,1 6 2-16,-1 0 1 0,3 0 0 0,0 0 1 0,4 0 1 0,-6 6 0 15,0-6 0-15,9 0-1 0,-10 4-4 0,3 1-1 0,-2-5-1 0,-1 4-3 0,3 1-1 32,-1-1-2-32,-7 2 1 0,6-1-1 0,-6-1 2 0,6 1-2 0,-6 2 1 15,0 2 0-15,0-4-2 0,0 3 1 0,0 3 1 0,0-2 1 0,0-3 0 16,0 9 1-16,-6-5 0 0,6-1 0 0,0 6-1 0,-6-5 1 0,6 4-2 0,-7-4 1 15,7 4-2-15,-8 2-1 0,8-1 0 0,-5-2 0 0,5 2 1 0,-6 0-4 16,6 0 2-16,-8-2-1 0,8 2 0 0,-5 0 1 0,5 0-1 0,0 3-1 0,-7-2 1 16,7-1 0-16,0 3-1 0,0-3 0 0,0 1-1 0,-8-2 1 0,8 5-2 15,0-4 1-15,0 0 2 0,0 0 0 0,0 0 0 0,0-1-1 0,0 0 0 16,0 1 1-16,0 0-2 0,0 0 1 0,0-2-1 0,0 2 0 0,0-6 2 0,0 7-1 16,0-7 0-16,0 2 2 0,0 2-1 0,0-1 0 0,0-3 1 0,0-5-1 15,0 7 1-15,0-2 0 0,0-5 1 0,0 2-1 0,0 0 1 0,0-2 2 16,0 1-1-16,0-5 2 0,-6 5 0 0,6-5 1 0,0 0 0 0,0 4 1 15,-6-4 2-15,6 6 0 0,0-6-2 0,-7 0-2 0,2 0-6 0,-3 0-8 0,0 0-9 16,3 0-11-16,-1-6-15 0,-6 6-17 0,3-4-22 0,-3 4-24 0,1-5-31 16,2 0-32-16,-3 1-37 0,-2-2-37 0,1 0-59 0,6 6-66 0,-5-4-82 15,0-1-85-15,4 1-27 0,-5-2 4 0,7 1 20 0,1 5 29 0,-3-4 37 0,0-1 40 16,3 1 46-16,-2-2 47 0,7-4 51 0,-6 5 52 0,6-4 65 0,0 3 68 0</inkml:trace>
  <inkml:trace contextRef="#ctx0" brushRef="#br0" timeOffset="86513.88">21212 14923 34 0,'0'-3'74'0,"0"-4"27"0,0 7 26 0,-5-5 25 0,5 1 27 0,-9-1 25 0,9 5 24 0,-7-6 24 0,7 2 25 0,0-1 8 15,-5 1-2-15,5-1-19 0,0 5-26 0,0-4-11 0,-8-2-5 0,8 0-7 0,0 2-5 16,0 4-8-16,-6-5-7 0,6-1-5 0,0 3-4 0,0 3-2 0,-5-6-5 16,5 2-1-16,0 4 0 0,0-5 1 15,0 1 0-15,-8 4-2 0,8-5-3 0,0 5-6 0,0-7 0 0,0 7-8 0,0-3-5 0,0 3-7 0,0 0-6 0,-5 0-10 16,5 0-8-16,0 0-15 0,0 0-12 0,0 0-15 0,0 0-16 0,0 0-13 15,0 0-15-15,0 0-12 0,0 0-15 0,0 0-10 0,0 0-7 0,0 0-7 16,0 0-2-16,5 0-3 0,3 3 2 0,-8 4 2 0,5-2 2 0,1-1 5 16,2 5 3-16,-3 0 6 0,2 6 6 0,2-3 6 0,-4 6 5 0,8-3 4 15,-8 1 0-15,4 2 2 0,3 6-1 0,-6-3-2 0,-1-2-2 0,3 6-2 16,0-1-1-16,-3 0-2 0,-5 0-3 0,7 7-3 0,-7-3-3 0,0-4-9 0,0 6-7 16,0 0-8-16,-7-7-11 0,7 6-9 0,-5-4-11 0,5 5-14 0,-8-6-15 15,8 0-15-15,-8-4-21 0,3 0-21 0,-1-2-23 0,6 3-29 0,-7-8-34 0,2 2-33 16,-4-6-28-16,4 3-55 0,-2-3-64 0,1-5-62 0,1 7-60 0,-4-7-12 15,2 1 12-15,2-5 22 0,-3 4 33 0,2-4 37 0,1 0 38 0,-3-4 47 0,3-1 47 16,-2 1 49-16,0-1 50 0,0-1 63 0,1-3 71 0</inkml:trace>
  <inkml:trace contextRef="#ctx0" brushRef="#br0" timeOffset="87270.77">21551 14612 27 0,'0'0'57'0,"0"-6"22"0,0 6 25 0,-7 0 28 0,7 0 26 0,0 0 26 0,-6-6 26 0,6 6 17 0,0 0 14 0,0-3 5 0,-7 3 0 0,7 0-5 0,0-6-8 0,0 6-10 16,0 0-10-16,0 0-15 0,0-5-16 0,0 5-14 0,0 0-17 0,0 0-10 0,0 0-11 16,0 0-6-16,0 0-5 0,0 0-1 0,0 0-3 0,0 0 2 0,0 0 3 15,0 0 0-15,0 0 4 0,0 0-1 0,0 0 2 0,0 0-3 0,0 0-1 0,0 0-2 16,0 0-2-16,0 0-3 0,0 0-3 0,0 0-4 0,0 0-3 0,0 0-3 15,0 0-6-15,0 0-3 0,0 0-6 0,0 0-2 0,0 0-6 0,0 0-5 16,0 0-4-16,0 0-5 0,0 0-4 0,0 0-9 0,0 0-5 0,0 0-7 16,0 0-11-16,0 0-6 0,0 0-11 0,0 0-9 0,0 0-4 0,0 0-2 0,0 0-1 15,7 0 3-15,-7 5-1 0,6 1 4 0,1-3 2 0,-1 3 3 0,-1 4 4 16,3-1 5-16,5 0 4 0,-7 3 3 0,6 3 8 0,2-2 2 0,-7 7 2 16,7-1-3-16,-1 0-1 0,-8 7-3 0,9-7-5 0,-9 5-4 0,3 6-3 15,-1-6-3-15,-2 5-5 0,4-5 0 0,-4 6-4 0,0 0-3 0,-5-2-7 0,0 3-10 16,0-3-14-16,0 2-18 0,-5-1-18 0,5 1-18 0,-5-2-20 0,-4-3-25 15,-3 5-34-15,4-6-39 0,-3 0-45 0,-2 1-79 0,0-1-96 0,-1-5-68 16,-7 6-59-16,9-11-10 0,-7 1 14 0,0 1 24 0,-1-3 33 0,0-2 35 0,-5-7 39 16,6 1 44-16,-2-5 49 0,-5 0 55 0,7 0 57 0,-2 0 74 0,3-5 85 0</inkml:trace>
  <inkml:trace contextRef="#ctx0" brushRef="#br0" timeOffset="88761.95">22117 14880 64 0,'0'0'142'0,"0"0"47"0,0-5 40 0,0 5 35 0,0 0 34 0,0 0 31 0,6 0 30 0,-6 0 31 0,0 0 29 16,0 0 25-16,-6-4 29 0,6 4-54 0,0-6-102 0,0 6-61 0,0-6-38 15,-5 6-28-15,5-4-17 0,0 4-16 0,-7-5-14 0,7 5-15 0,0-6-12 0,-9 6-13 16,9-3-13-16,0 3-11 0,-5-6-14 0,5 6-8 0,0-4-12 0,-7 4-6 15,7 0-7-15,0 0-4 0,0 0-7 0,-6-5-3 0,6 5-6 0,0 0-3 16,0 0-4-16,0 0-5 0,0 0-5 0,0 0-4 0,0 0-2 0,0 0-4 0,-5 5 0 16,5-5-1-16,0 0-3 0,0 4 2 0,-8 2-3 0,8-3 1 0,0 8-1 15,0-1 1-15,0-4 1 0,0 7 3 0,0-4 1 0,0 2 3 0,0 5 6 16,0-2 0-16,8 0 2 0,-8 0 1 0,5 2 2 0,-5-1 0 0,0-6 2 0,6 6 0 16,-6 0 1-16,7-2 0 0,-7 2 0 0,5-6-2 0,-5 7 1 0,9-5-1 15,-9-4 1-15,7 8-1 0,-7-3 1 0,0-3 1 0,5 0-1 0,-5 6 1 16,0-6 0-16,6 1 1 0,-6 1-2 0,0-7 2 0,0 5 0 0,0 1 0 0,6-5 1 15,-6 4 3-15,0-3-1 0,-6 0 1 0,6-2 2 0,0 1 1 0,0-1 2 16,-6 2 1-16,6-2-2 0,-5 1 3 0,5 0-3 0,-7-1 3 0,-2-4-3 16,4 6-2-16,-2 0-1 0,1-6 0 0,1 0-3 15,-3 3-1-15,0-3-3 0,-3 0 0 0,4 0-4 0,1 0 0 0,-9 0-2 0,10-3 2 0,-1 3-1 0,-2 0 2 16,3-6 2-16,-3 6 4 16,3-6 5-16,-3 6 5 0,8 0 8 0,-6-4 4 0,6 4 7 0,-5-5 7 0,5 5 4 0,0 0 3 0,0 0 4 0,-7-5 3 15,7 5 1-15,0-4 1 0,0 4-3 0,0 0 1 0,0 0-3 0,0 0-7 16,0 0-5-16,0 0-5 0,0 0-6 0,0 0-8 0,0 0-5 0,0 0-6 0,0 0-3 15,0 0-5-15,0 0-4 0,0 0-3 0,0 0-3 0,0 0-1 0,0 0-1 16,0 0 1-16,0 0 4 0,7 4 2 0,-7 1 4 0,0 4 1 0,5-3 7 0,-5 0 3 16,0 3 1-16,6 1 4 0,-6-5 3 0,8 8 1 0,-3-2 3 0,-5-1 0 15,8-1-1-15,-8 1 0 0,5 4-4 0,3-4-2 0,-8 5-4 0,6-5-3 16,-1 4-2-16,-5-4-3 0,7 4-1 0,1-4-2 0,-8 1-2 0,6 2 0 0,-6-2-1 16,7-1-4-16,-7 0-7 0,6 4-8 0,-6-10-14 0,5 11-20 0,-5-10-22 15,8 5-27-15,-8 0-33 0,8-1-40 0,-3-4-46 0,-5 5-77 0,6-5-89 0,-6-1-88 16,7 8-81-1,-2-8-25-15,4 1 1 0,-2-5 19 0,-2 5 30 0,1-5 35 0,-6-5 42 0,6 0 47 0,1-5 50 0,1 0 58 0,-3-5 58 0,-5-3 75 0,7-3 79 16</inkml:trace>
  <inkml:trace contextRef="#ctx0" brushRef="#br0" timeOffset="93855.26">15461 16536 18 0,'0'0'103'0,"0"0"47"0,0 0 33 0,-5-6 26 0,5 3 22 0,0-4 22 0,0-2 22 0,0 4 22 0,0-5 23 0,0 1 28 0,0 0 29 15,0-3-21-15,0 3-53 0,0 0-44 0,0-1-42 0,0 1-16 0,0 3-2 16,0-4 0-16,0 0 6 0,0 6 1 0,0-6 2 0,-7 5-2 0,7 1-3 16,0-1-9-16,0-2-12 0,-9 4-15 0,9-3-17 0,0 1-15 0,0 5-13 0,0 0-15 15,0 0-13-15,0 0-12 0,0 0-12 0,0 0-13 0,0 0-12 0,0 0-12 16,0 0-10-16,0 0-10 0,-5 5-7 0,5 4-5 0,0-2-6 0,0 2-3 15,0 6-1-15,0-1-2 0,0 2 1 0,5 3 1 0,-5 5-1 0,0 0 2 16,0 0 3-16,0 1 3 0,0 5 1 0,0-2-2 0,0 2-3 0,0-2-2 0,0 2-4 16,0 0-4-16,9 0-3 0,-9-7-6 0,0 7-1 0,0-6-4 0,0 0-1 15,7 1-4-15,-7-1-2 0,0-3-4 0,5-2-5 0,-5 1-2 0,0-6-2 16,0 0 1-16,6 1 0 0,-6-6 0 0,5 3 2 16,-5-8 5-16,0 5 3 0,8-3 2 0,-8-6 4 0,0 3 5 0,0-3 6 0,0 0 9 0,0 0 9 0,0 0 12 15,0 0 9-15,8-3 6 0,-8-3 8 0,0 2 6 0,0-1 3 0,0 1 4 16,0-8 0-16,0 3 0 0,0 0 0 0,-8-6-2 0,8 0-2 0,0 0-5 15,-8-4-4-15,8 4-6 0,-5-3-6 0,5-3-5 0,-6 8-4 0,6-14-2 0,-5 9-3 16,5-1-4-16,-7-2 0 0,7-3-2 0,-9 5 0 0,9-5-3 0,-5 0-1 16,5-3-1-16,0 9-2 0,0-7-1 0,0 1 0 0,0-1-3 0,0 7-1 15,0-6 2-15,0 3-3 0,5 2 1 0,-5-2 1 0,9 6-2 0,-2 2 2 0,-7-8-1 16,5 7 1-16,-5 0-2 0,6 5 1 0,-1-6-1 0,3 4 0 0,0 1 1 16,-3 1 0-16,2 0 1 0,0-7 2 0,5 11 4 0,-4-4 4 0,5-1 7 15,-2 5 3-15,4-4 4 0,-3 5 1 0,8-2 6 0,-7 6 5 0,5-6 4 16,3 6 2-16,-9 0 5 0,8 0 1 0,-1 0 1 0,-6 6 0 0,8 0-2 0,-8-2-4 15,0 1-8-15,6-1-2 0,-6 5-3 0,-5 2-2 0,2-7-5 0,-1 8-3 16,-4-3-3 0,2 4-2-16,-1-2-3 0,-6-2-1 0,8 0-3 0,-8 7-2 0,0-7-1 0,-8 6-2 0,8 0-5 0,-6 0-4 0,-1-2-7 0,2 2-10 0,-4 1-12 15,-1-2-10-15,-3 1-15 0,-3 1-15 0,5-2-18 0,-2-1-18 0,-7 2-19 16,6 1-20-16,-4-7-19 0,4 6-18 0,-6-6-18 0,8 0-17 0,-9 3-33 16,9-3-37-16,-7 1-39 0,6-7-43 0,0 8-28 0,7-7-17 0,-9 2 6 0,10-6 22 15,-1 0 27-15,-2 0 31 0,3 0 34 0,5 0 31 0,-8 0 36 0,8-6 36 0,0 6 46 16,0-4 48-16,0-7 51 0,0 8 62 15</inkml:trace>
  <inkml:trace contextRef="#ctx0" brushRef="#br0" timeOffset="94599.71">16151 16408 0 0,'14'5'10'0,"-7"5"127"0,-2-10 78 0,1 6 58 0,2-2 41 0,-3-4 39 0,-5 0 37 0,0 0 31 0,0 0 31 0,-5-4 28 0,5-2 28 0,0 0 26 0,-8 2 25 0,8-1-88 15,-6 0-154-15,6 1-89 0,-5-2-53 0,5 2-29 0,-7 4-16 0,-1-5-11 16,8 1-13-16,-6-1-12 0,0-2-9 0,6 4-9 0,-7 3-9 0,2-6-9 0,5 6-11 16,-8 0-7-16,8-5-9 0,-8 5-8 0,8 0-6 0,-5 0-4 0,5 5-5 15,-6-5-4-15,-1 6-4 0,2-3-2 0,-4 4-3 0,4 2-3 0,-2-4 1 16,1 9-2-16,1-4-1 0,-4 0-6 0,2 5-6 0,-5-2-5 0,5 2-8 0,7 1-6 16,-5-2-6-16,-3 1-3 0,1 1-3 0,2 2 0 0,5-3-5 0,-7 0 1 15,0 0-4-15,7-2-1 0,0 2-3 0,-5-6 1 0,5 3 2 0,0-3 5 16,0 1 6-16,0-7 4 0,0 8 6 0,5-7 2 0,-5 2 3 0,0 0 3 0,7-6-1 15,-7 3 3-15,7 3 2 0,-7-6 5 0,5 0 4 0,2 0 8 0,1 0 9 16,-3 0 10-16,2 0 12 0,0-6 9 0,-2 3 8 0,2-3 9 0,7 0 4 0,-8 2 7 16,6-1 5-16,-3-4 6 0,3 5 4 0,-6-7 1 0,7 1 5 0,-5 0 0 15,4 5 0-15,0-10-2 0,-4 6-3 0,4 0-6 0,-6-7-4 0,2 7-2 16,-3-6-6-16,3 6-3 0,5-7-3 0,-7 2-6 0,-1 0-3 0,-5 4-4 16,7-6-5-16,1 1-3 0,-2 6-5 0,1 0-6 0,-7-1-3 0,6 0-4 15,-6 0-3-15,5 6-1 0,-5-6-1 0,0 10-3 0,0 0-1 0,0 0-1 16,0 0-3-16,0 0-2 0,0 0 0 0,0 0-1 0,0 0 1 0,0 4 0 0,0 2 1 15,0 3-2-15,0 0 1 0,0 3-1 0,0-3-1 0,0 4 2 0,0-2 1 16,0 5 1-16,0-2 3 0,0 0-1 0,0 0 1 0,0 7 1 16,0-8-1-16,0 2-3 0,8 1-5 0,-8-7-6 0,0 6-8 0,8-1-9 0,-8-4-8 0,5 0-11 15,-5 5-10-15,6-12-12 0,-6 8-14 0,7-1-9 0,-2-4-13 0,4 3-10 16,-2-3-11-16,-2-3-9 0,1 3-8 0,2-2-6 0,-3 1-4 0,3-5-7 16,4 4-4-16,-5-4-5 0,-2 5-2 0,10-5-1 0,-10-5 2 0,9 5 0 0,-9-4-1 15,9 4 3-15,-7-5 2 0,6-5 4 0,-7 7 6 0,7-3 10 0,0-3 8 16,1-3 12-16,-2 3 16 0,-4 0 13 0,3-1 15 0,2 1 14 0,3-3 11 15,-5 3 18-15,1-6 22 0,2 2 24 0,-1 2 24 0,0-4 21 0,0 2 21 0,-8-8 18 16,9 6 17-16,1 0 19 0,-10 2 22 0,2-2 19 0,0 0 19 0,-2 0 17 16,3 2 20-16,-3-3 8 0,-5 2 8 0,8 4 3 0,-8 1-4 0,0-6 1 15,0 4-1-15,0 1-4 0,-8 1-5 0,8 0-11 0,-5 0-12 0,5-3-16 0,-8 3-14 16,3-1-14-16,5 1-13 0,-7 4-13 0,0-5-13 0,2 4-12 0,-3 2-14 16,8-7-9-16,-7 11-11 0,2-4-9 0,-4-1-9 0,9 5-7 0,-5 0-8 0,0 0-6 15,-3 0-6-15,8 0-7 0,-6 5-5 0,-1-5-8 0,1 4-4 0,6 2-4 16,-7 3-3-16,2-3-4 0,-4 4-1 0,4 4-5 0,-2-4 1 0,7-1-4 15,-6 6 1-15,1 0-1 0,-4 0 1 0,9 0 0 0,-7 0 1 0,7-2 1 16,-5 2-1-16,5 0 2 0,0 4-2 0,0-4 3 16,0 6-1-16,0-3 1 0,0-3 1 0,0 4 0 0,0 2 0 0,0-8-5 0,5 8-4 0,-5-7-10 0,0 5-7 15,7-4-10-15,-7 0-11 0,9-2-11 0,-4 2-17 0,1-3-18 0,1 3-17 16,-2-6-17-16,4 0-19 0,-4 0-20 0,2-3-20 0,6-2-20 16,-7 7-18-16,7-7-17 0,1-4-22 0,-2 6-38 0,-4-6-49 0,4-6-60 15,0 2-61-15,1 4-11 0,6-11 9 0,-3 1 25 0,-4 5 29 0,-1-8 32 0,10-2 39 0,-8 0 36 16,8 0 39-16,-10-4 42 0,10-6 42 0,-8 1 56 0,6 0 62 0</inkml:trace>
  <inkml:trace contextRef="#ctx0" brushRef="#br0" timeOffset="94821.12">17199 16140 0 0,'0'0'33'0,"0"0"150"0,0 0 80 0,0-6 61 0,-6 6 49 0,6-5 48 0,-7 5 49 0,2-4 41 0,-2-1 37 0,0 1 30 0,2-2 27 0,-3 2 24 16,8 4 22-16,0-5-125 0,0 5-204 0,-7 0-106 0,7 0-52 0,0 0-31 15,0 0-25-15,-5 5-25 16,5-1-29-16,0 2-15 0,0-2-12 0,-9 1-9 0,9 4-1 0,0 1-4 0,-5 1-2 0,5 4 0 0,0-2 1 0,-5 2-1 15,5 0 2-15,0 0 0 0,0 4-1 0,-8-4 1 0,8 4 0 0,0 1-4 0,0-1-2 16,0 0-4-16,-5 1-8 0,5 1-12 16,0-2-15-16,0-1-21 0,0 3-23 0,0-2-27 0,0 2-32 0,0-3-37 0,0 1-42 0,0-4-50 0,0 6-53 0,5-8-74 15,-5 2-84-15,0 0-56 0,8-6-38 0,-3 6-2 0,-5-10 21 0,5 5 30 16,4-10 39-16,-9 6 43 0,5-6 48 0,2 0 52 0,1-6 54 0,-3 0 58 0,2 2 59 16,-7-6 67-16,7 6 82 0</inkml:trace>
  <inkml:trace contextRef="#ctx0" brushRef="#br0" timeOffset="95599.06">17257 16472 0 0,'0'-10'95'15,"0"-1"83"-15,0 2 63 0,0 0 50 0,0-1 47 0,0-5 42 0,0 6 39 0,0-6 38 0,-5 6 36 16,5-7 36-16,0 7 32 0,0-6-4 0,-8 6-31 0,8 0-79 0,0-3-112 16,0 3-64-16,0-1-40 0,0 1-29 0,0 4-25 0,0 1-18 0,0-8-17 15,0 12-18-15,0 0-14 0,0-4-18 0,0 4-15 0,0 0-12 0,0 0-16 16,0 0-8-16,0 0-8 0,0 0-10 0,0 0-5 0,0 0-5 0,0 0-5 0,-5 4-6 16,5-4-4-16,-5 6-6 0,5 0-3 0,-9-2-5 0,9 5-3 0,-5-4-1 15,5-1-6-15,-7 7 0 0,1-2 1 0,-2 1-1 0,2-4 2 0,-1 3-1 16,2 0-4-16,-2 1 1 0,0-5-2 0,2 4 1 0,-3 3-2 0,1-3 1 0,2-5 4 15,-4 6 1-15,4-5 3 0,0 4 2 0,5-3 0 0,-8 0 1 0,8 3 1 16,-5-5 1-16,5 2 3 0,-8-3-1 0,8 3 2 0,0-6 1 0,0 0-2 0,0 5 1 16,0-5-2-16,0 0-1 0,0 0 1 0,0 0-1 0,0 0 1 0,0 0-3 15,0 4 1-15,8-4 2 0,-3 0 0 0,-5 6 2 0,8-6 1 0,-3 0 2 16,0 6 2-16,9-2 3 16,-7 1 3-16,6-5 2 0,-6 5 2 0,5-1 2 0,-5 6 0 0,7-5 1 0,-8 4 0 0,6-2 1 0,-3 2 1 0,-4-4 0 15,8 5 0-15,-8-1 2 0,3 0-2 0,0 1 1 0,-3 1-2 0,1-2-2 0,1 1 0 16,-1-1-2-16,1 0-1 0,-1 3 1 0,8-3-2 0,-7-3-3 0,-2-2-1 31,3 5-1-31,5-4 2 0,-7-5-4 0,6 4 4 0,2-4-1 0,-1 0 3 0,0 0-1 16,0-4 1-16,5-1 0 0,-4 5-4 0,5-9-1 0,1 5-3 0,-1-7-4 15,1 1-2-15,-1 0-2 0,2-4-7 0,-3 4-2 0,3-4-3 0,-1-2-2 16,-8 1-2-16,7 2-1 0,-6-1 0 0,1-7 2 0,-1 7 2 0,-1-6 4 0,2 5 4 16,-9 0 3-16,3-4 2 0,5 4 5 0,-13-4 6 0,8 5 3 0,-8-2 4 15,0-4 1-15,0 7 3 0,0-3 1 0,0 2 2 0,-8 4 0 0,2-4-1 0,-1 4-1 16,-1 0 0-16,3-1 2 0,-1 2-1 0,-2 5-2 0,-4-5-4 0,6 9-2 15,-8-6-4-15,7 6-3 0,-6 0-7 0,0 0-5 0,7 6-1 0,-6-6-5 16,-2 9 1-16,8-5-1 0,-6 1-4 0,-4 5 3 0,11-1 2 0,-8 3-2 16,7-3 4-16,-7 0 1 0,6 6 2 0,0-6 4 0,2 1 3 0,-2 1 2 15,-1 2 1-15,3-3 3 0,5 1 0 0,-7-1-1 0,7-1 1 0,0 0 0 0,0 1 1 16,0 0-2-16,0 0 0 0,0 5 0 0,0-5 1 0,7-1 1 0,-2 0 0 16,-5 3 1-16,8 2 2 0,-1-6 0 0,-2 7 2 0,9-3 1 0,-9-3-1 0,3 6 1 15,5-6-1-15,-2 0-1 0,-4 1 0 0,7 1 1 0,-1-7-2 0,-8 5 2 16,11-3 1-16,-5-2 1 0,2 1 2 0,0-5 0 0,-6 5 3 0,7-5 3 15,-1 0 4-15,0 0 8 0,-2-5 6 0,4 0 7 0,-1 1 7 0,-9-2 8 0,9-3 3 16,-2 5 5-16,1-7 3 0,1-4 3 0,-9 5 1 0,8-3 0 0,-7-1 2 16,7-2-4-16,-6 1-1 0,7-3-8 0,-9-3-4 0,3 2-8 0,-3 4-4 0,11-5-9 15,-11 1-2-15,1-6-6 0,1 5-2 0,-7 1-2 0,6-5-1 0,2 5-2 16,-8-6 5-16,5 5 1 0,-5-5 4 0,7 7 2 0,-7-6 5 0,0 3 6 16,0 6 3-16,0-4 5 0,0 0 6 0,0 4 6 0,0 6 2 0,-7-6 6 15,7 9 1-15,0-3-2 0,-5 3-4 0,5 2-8 16,0-1-10-16,-8 5-10 0,8 0-7 0,0 0-9 0,-6 5-5 0,-1-1-7 0,1 2-10 0,1 3-4 0,5 3-7 15,-16-3-4-15,11 4-6 0,5 2-3 0,-8 6 1 0,3-8 4 0,0 7 5 0,5 1 4 16,-9-2 2-16,9-1 3 0,-7 3 2 0,7-2 1 0,0-4 0 16,0 4 1-16,0 1 2 0,7-1-1 0,-7-4 1 0,9 4 0 0,-9-5-1 0,5 7 1 15,0-7-1-15,3 6-4 0,-3-5-7 0,3 4-8 0,5-4-11 0,-7 0-15 16,7-2-15-16,-5 7-22 0,4-10-25 0,0 5-24 0,-5 0-29 0,6-6-31 16,-7 1-36-16,2 1-39 0,-3-2-42 0,2-5-54 0,1 6-60 0,-8-10-56 15,0 0-53-15,0 0-7 0,0 0 14 0,0 0 31 0,0 0 35 0,0-4 41 0,-8-2 43 16,8 2 47-16,-7-5 48 0,2-2 52 0,-3 1 51 0,2 1 60 0,1 0 69 0</inkml:trace>
  <inkml:trace contextRef="#ctx0" brushRef="#br0" timeOffset="95758.02">17850 16359 0 0,'-6'-5'13'0,"1"-5"126"0,-3 5 81 0,3 1 60 0,-2 0 51 0,0-1 44 0,7 5 39 0,0-6 34 0,-7 3 26 0,7-4 27 0,0 7 25 0,0-5 22 0,0 1 21 0,7 4-91 0,-7-5-157 0,0 5-89 16,7-6-56-16,0 6-33 0,-7 0-31 0,5-4-20 0,3 4-16 0,-3 0-12 0,1 0-7 15,7 0-7-15,3 0-6 0,-11 0-9 0,8 0-9 0,0 4-24 0,0-4-29 16,6 0-37-16,-6 0-38 0,0 6-49 0,0-6-55 0,0 5-111 0,1-1-140 0,-2-4-68 15,2 5-33-15,-1-5-3 0,-8 0 7 0,9 0 17 0,-7 0 25 0,-1-5 37 16,-1 1 43-16,2-7 52 0,2 2 53 16,-4-4 63-16,2-3 68 0,-1 1 97 0,8 1 97 0</inkml:trace>
  <inkml:trace contextRef="#ctx0" brushRef="#br0" timeOffset="96027.85">18535 16438 0 0,'0'4'18'0,"0"-4"138"15,0 6 84-15,0-6 63 0,0 0 49 0,-6-6 46 0,6 6 42 0,0-4 37 16,0-1 35-16,0-5 29 0,0 4 26 0,0 2 28 0,0-1 23 0,0 0-103 16,0 1-177-16,6-2-101 0,-6 2-60 0,7-1-39 0,-7-4-25 0,5 9-22 15,-5-10-23 1,9 4-17-16,-9 1-16 0,5 5-10 0,2-4-9 0,-1-2-10 0,-1 1-11 0,3 5-15 0,0-4-16 0,2 4-23 0,-2-4-22 0,5 4-25 0,-5 0-25 15,3 0-32-15,2 0-36 0,0 0-49 0,1 0-55 0,-2 0-94 0,-4 4-109 0,11-4-41 16,-14 0-10-16,11 4 15 0,-5-4 26 0,1 0 34 0,-3 0 37 0,-2 0 44 16,-2 0 42-16,1 0 50 0,-6 0 53 0,0 0 60 0,-6-8 65 0</inkml:trace>
  <inkml:trace contextRef="#ctx0" brushRef="#br0" timeOffset="96186.81">18605 16451 0 0,'-5'21'27'16,"-8"-1"143"-16,5-6 84 0,3 0 59 0,-8-4 43 0,8 1 35 0,-4-1 30 15,9-7 24-15,-5-3 20 0,5 0 18 0,0 0 20 0,0 0 22 0,0 0 23 0,5 0-110 16,4 0-184-16,-4 0-99 0,2 0-54 0,-1 0-30 0,-1-3-17 0,3 3-9 16,5 0-9-16,0 0-13 0,-7-6-12 0,14 6-22 0,-6 0-23 0,-1-4-36 15,6 4-43-15,-7 0-48 0,2 0-53 0,4 0-88 0,-2 0-106 0,2 0-59 0,3 0-35 16,-10 0-7-16,10-5 8 0,-2 5 23 0,-6-6 33 0,6 3 32 0,-7-4 42 16,9 2 45-16,-8-4 48 0,1-1 55 0,-2-4 56 0,8 4 76 0,-8-5 86 0</inkml:trace>
  <inkml:trace contextRef="#ctx0" brushRef="#br0" timeOffset="97312.01">19595 16326 1 0,'0'0'55'0,"9"-6"33"0,-9 3 20 0,0 3 24 0,0-12 26 0,0 12 26 0,0 0 28 16,0 0 23-16,0 0 26 0,-9-4 24 0,9-1 21 0,0 5-18 0,0-6-47 15,0 2-20-15,0 4-11 0,0-5 0 0,0 1 4 16,0 4-3-16,-5-5-10 0,5 1-7 0,0 4-10 0,0-6-6 0,0 0-6 0,0 2-4 0,0-1-7 0,0 5-6 15,0 0-6-15,0-6-8 0,0 2-10 0,0 4-10 0,0-5-10 0,0 5-13 16,0-4-12-16,0 4-11 0,0 0-13 0,0 0-11 0,0 0-11 0,0 0-10 16,0-5-8-16,0 5-10 0,0 0-5 0,0 0-7 0,0 0-4 0,0 0-6 0,0 0-2 15,0 0-3-15,0 0-1 0,0 0-2 0,0 0 0 0,-6 0-2 0,6 0 2 16,0 0 0-16,0 0 1 0,0 0 4 0,0 0-2 0,0 0 4 0,0 0 3 16,0 0 2-16,0 0 2 0,0 0 7 0,0 0 5 0,0 0 5 0,0 0 8 15,0 0 3-15,0 0 5 0,0 0 3 0,0 0 2 0,0 0-1 0,0 0 1 0,0 0 0 16,-7 0-2-16,7 0-3 0,0 0 0 0,0 0-6 0,0 0-5 0,0 0-4 15,0 0-5-15,0 0-5 0,0 0-4 0,0 0-4 0,0 0-2 0,0 0 0 16,0 0-2-16,0 0 2 0,0 0-1 0,0-4 1 0,0 4-2 0,0 0 2 16,0 0 0-16,0 0 0 0,-6 0-1 0,6 0 1 0,0 0-1 0,0 0 3 0,-7-6-1 15,7 6 1-15,-8 0 0 0,8 0-1 0,-5-6 1 0,5 6-1 0,-6 0 0 16,6 0 0-16,-8 0 0 0,3 0-1 0,5-3 2 0,-8 3-2 0,3 0-1 0,5 0-2 16,-7 0 0-16,0 3-1 0,7-3-1 0,-5 0 0 0,-2 6 0 0,-1 0 0 15,8-6-1-15,-5 4 1 0,-2 1 1 0,0 4-1 0,2-5 1 0,-3 7 2 16,0-7 2-16,3 8 1 0,-1-3 0 0,-1 0 2 0,2 1 0 0,-9 4 2 15,7-4 0-15,1 5 0 0,1-6-1 0,-11 6 2 0,11 1 0 0,-2-7 0 0,0 6 0 16,-6-1-1-16,6-4 0 0,2 5 0 0,5-2-2 16,-7 2 0-16,0 1-1 0,7-2-2 0,0-4-1 0,0 4 1 0,0 2-2 0,0-7 4 0,0 6-1 0,7-6 3 15,-7 1 0-15,7 1 6 0,-2-2 5 0,2 1 11 0,6-6 5 0,-6 1 9 16,5 0 9-16,4-1 5 0,-5 2 6 0,10-6 7 0,-9 0 4 0,7 0 5 16,1 0 1-16,0-6 6 0,-1 2 1 0,1-1 0 0,-1 0-5 0,1-5-3 15,-1 1-8-15,-5 0-6 0,4-1-5 0,-5-5-3 0,0 6-5 0,0-6-4 0,-5-6-4 16,5 6-1-16,-8-3-3 0,2 2-3 0,0-2-4 0,-7-1-3 0,5-7-2 15,-5 7-1-15,0-6-2 0,0 5 0 0,0-2-2 0,0-5 0 0,0 5-2 16,0 1-1-16,-5-3-1 0,5-1-1 0,-7 1 0 0,7-1-3 0,-7 1 4 16,2 5 3-16,5-7 3 0,-7 7 4 0,1 4 3 0,6-4 3 0,-8 5 3 0,8-2 0 15,-6 1 3-15,6 6-4 0,-7 0 0 0,7 3-3 0,-5 2-3 0,5-1-7 16,0 1-8-16,0 4-10 0,0 0-9 0,0 0-8 0,0 0-6 0,0 0-3 16,0 4-6-16,-8-4 0 0,8 9 0 0,0 1 0 0,-6 1 1 0,6 4 2 15,-7 0 2-15,7-2 5 16,0 8 6-16,-6-3 5 0,6 7 5 0,0-1 4 0,0-5 5 0,-5 7 0 0,5-3 0 0,0-3 0 0,5 5-1 0,-5-7 1 0,0 9-2 15,0-9 1-15,6 1 1 0,1 2 0 0,-1-3-1 0,-6 3-1 0,8-6 2 16,-3-2-2-16,2 7-2 16,-1-4-2-16,8-3-4 0,-7 2-4 0,-2-6 1 0,9 7-4 0,-9-6 2 0,10-2-4 0,-9 3 0 0,7-2-1 0,-8 1 1 0,9-4-2 15,-1 3-1-15,0-3-1 16,0-3 4-16,0-3 2 0,1 0 4 0,-2 0 1 0,2 0 0 0,-1 0 2 0,-1 0 5 0,2-3 1 16,-1-7 2-16,1 5 2 0,-2-4 2 0,-1 2 3 0,-3-7 0 0,5 4 4 0,-7 1 0 0,7-6 1 0,-6 0-1 15,6-4 5-15,-6 4 1 0,0 0-1 0,-2-4 0 0,3-2 0 0,-3 7-2 16,3-5 2-16,-8 1 0 0,6-3-1 0,-6 2 2 0,5-2 0 0,-5 2 0 0,0 1 4 31,0 3 3-31,0-6 1 0,-5 8 6 0,5-2 1 0,0 4 5 0,-6-4 0 16,6 6 2-16,-8-1 0 0,8 1-2 0,0 3-2 0,-5 2-6 0,5-1-5 15,0-1-6-15,-8 6-7 0,8 0-9 0,0 0-5 0,-5 0-7 0,-2 6-5 16,7-1-5-16,-7-1-1 0,2 7-4 0,-3-1 2 0,1-1-2 0,-6 6-1 0,7-6 3 16,1 7 5-16,-3-3 1 0,8 1 5 0,-8 1 5 0,3 1 1 0,5-2 2 15,-6-4 0-15,6 5-1 0,-7 0 1 0,7-2 0 0,0-2-3 0,0 5-1 16,0-7-1-16,0 4 4 0,0-2-2 0,0-2 1 0,0 0-1 0,7 3-1 0,-1-3-1 15,-1 5-6-15,-5-4-3 0,16 0-10 0,-11 0-8 0,9-1-11 0,-9 0-17 16,10 2-12-16,-3-1-16 0,0-4-19 0,1 3-22 0,-5 0-19 0,3-5-25 16,5 7-28-16,-4-7-21 0,-1 1-22 0,-2 2-29 0,3-7-38 0,-6 3-35 15,7-3-39-15,-5-3-41 0,-1 3-39 0,-2-7-1 0,7 7 16 0,-5-5 28 0,1-4 33 16,5 3 36-16,-7-7 40 0,-1 4 39 0,3-3 37 0,5 3 45 0,-7-6 48 0,1 2 50 16,6 1 66-16</inkml:trace>
  <inkml:trace contextRef="#ctx0" brushRef="#br0" timeOffset="97786.93">20320 16272 0 0,'7'-16'5'0,"-2"7"100"0,-5-1 63 0,8 1 44 0,-8 0 39 0,6-3 33 0,-1 3 31 0,-5 0 28 0,8-2 27 0,-3 3 26 0,2-4 23 0,-7 3 16 0,7 4 16 0,0-5-63 16,6 5-110-16,-7 1-58 0,1-1-33 0,-1 1-21 0,1-2-10 0,-1 2-7 16,2 4-4-16,-3-5-4 0,-5 5 1 0,8-6 0 0,-3 6 3 0,-5 0-1 15,0 0 1-15,5-4 1 0,-5 4-2 0,0 0-3 0,0 0-2 0,0 0-2 0,0 0 0 16,0 0-10-16,0 0-9 0,-5 0-11 0,5 0-14 0,-5-5-15 0,-3 5-14 16,8-6-15-16,-5 6-14 0,-3-4-14 0,2-1-8 0,-1 5-11 0,1-4-10 15,-1-2-9-15,-6 3-7 0,7 3-5 0,-1-6-3 0,-7 6 3 0,9-6-2 16,-3 6 2-16,3 0-1 0,-1 0 3 0,-2 6 1 0,3-6-3 15,-2 6 0-15,-1-3 2 0,8 3 1 0,-6-2-2 0,0 5 2 0,-1-3 1 0,7 3-1 0,-5 2 2 16,-2-1-1-16,7-1 2 0,-7 6 2 0,7-6-3 0,-7 0 1 0,7 7-1 16,0-7-1-16,0 6 0 0,0-6-3 0,0 3-1 0,0 1 0 0,0-4-1 0,0 2-1 15,0 5-1-15,7-7 2 0,-7 0-1 0,0-5 1 0,0 7-1 0,7-2 3 16,-7-2 4-16,7 2 1 0,-2-4 6 0,-5-1-1 0,7 0 6 0,-1 1 1 16,0 1 2-16,2-6 5 0,4 4 2 0,-4-4 3 0,-2 0 3 0,-1 5 3 15,8-5 4-15,-6 0 3 0,0 0 8 0,6-5 7 0,-6 5 6 0,-1 0 7 0,7 0 7 16,-6-4 5-16,-1-2 5 0,2 6 2 0,-3-5 5 0,3 1 1 0,-3 4 2 15,0-4 3-15,4-1 2 0,-9-1 0 0,5 3-4 0,2-4-5 0,1 2-5 16,-8 5-7-16,0-4-6 0,5-1-7 0,-5 5-6 0,7-6-6 0,-7 6-9 16,0 0-3-16,0 0-10 0,0 0-3 0,0 0-6 0,0 0-3 0,0 6-5 0,0-1 0 15,0-1-1-15,7 1 1 0,-7 5 0 16,0-4 1-16,0 7 2 0,5 2 4 0,-5-1 1 0,0 2 4 0,0 3 1 0,8 1 2 0,-8-1 3 0,0 5 0 16,0 2 1-16,0-3 1 0,0 3-1 0,0-3-5 0,0 3-2 0,0-3-2 15,0-3-3-15,-8 1-7 0,8-3-5 0,0 1-6 0,0 2-7 0,-5-8-9 0,5 2-6 16,0 0-11-16,0-5-10 0,0-1-14 0,0 2-14 0,0-2-15 0,-7-3-15 15,7 4-17-15,0-5-15 0,0-5-14 0,0 0-23 0,0 0-28 0,0 0-35 16,0 0-37-16,0 0-72 0,0 0-89 0,0 0-51 0,0-5-31 0,-7-5 3 16,7 4 18-16,0-9 28 0,0 6 33 0,-5 0 35 0,5-6 37 0,0-1 46 0,0-2 48 15,0-3 54-15,0 2 56 0,5 1 74 0,-5-3 86 0</inkml:trace>
  <inkml:trace contextRef="#ctx0" brushRef="#br0" timeOffset="98102.57">20652 16237 0 0,'5'-9'59'0,"2"0"120"0,1 3 77 0,-8-3 63 0,5-3 55 0,-5 9 48 0,8-3 47 0,-8 1 38 0,0 1 38 0,0 0 34 0,0-1 31 0,6-2 7 0,-6 7-1 0,0-3-99 0,0 3-151 16,0 0-89-16,0 0-63 0,0 0-42 0,0 0-36 0,0 0-27 0,0 0-28 16,0 0-17-16,-6 3-16 0,6-3-10 0,0 7-7 0,0-2-7 0,0-1-5 15,0 0-6-15,0 1-4 0,0 4-1 0,0 3-3 0,0-9 3 0,0 13 1 16,0-7 1-16,0 0 4 0,0 6 0 0,0 1-2 0,0-7-2 0,0 6-4 0,0-1-2 16,6 2-1-16,-6-3-3 0,5 2 0 0,2-1 0 0,-7 2-3 0,14-1 2 15,-8-1 1-15,1 2 0 0,7-3 0 0,-2 2 0 16,-1 0 3-16,-3-5-1 0,12 0 2 0,-14 4-1 0,8-5 0 0,6-4 3 0,-9 5 0 0,-3-4 2 15,5 3 1-15,0-3 1 0,-8-3 2 0,9-3 7 0,-7 0 8 0,4 0 6 0,-3 0 6 16,-8 0 2-16,8 0 3 0,-3-3 2 0,3-7-1 0,-3 5 2 0,-5-4-32 16,5-3-15-16,-5-3 0 0,9 7 0 0,-9-6 0 0,0-2 0 0,0-4 0 15,0 7 0-15,5-3 0 0,-5-4 0 0,0 2-68 0,0 2-28 0,0-4-14 16,7 7-17-16,-7-8-20 0,0 6-17 0,6 2-18 0,2-2-12 0,-8 0-13 16,5 5-13-16,-5 1-20 0,8 0-14 0,-3 3-20 0,2-3-37 0,0 3-43 0,0 6-62 15,-1 0-66-15,6 0-24 0,-3 0-3 0,-4 0 16 0,0 6 27 0,8-6 30 16,-5 3 34-16,0-3 40 0,-3 6 41 0,9 0 42 0,-9-6 47 0,2 0 53 0,6 0 60 15</inkml:trace>
  <inkml:trace contextRef="#ctx0" brushRef="#br0" timeOffset="98547.75">21257 16301 0 0,'-6'4'22'0,"6"8"142"0,-7-9 89 0,2-3 64 0,5 6 53 0,-9-6 50 0,9-6 47 0,-5 3 42 0,5-4 37 0,0-2 37 16,-7 4 30-16,7-1 29 0,0 6 28 0,0-4-106 0,0 4-183 0,0-5-103 15,0 5-66-15,-6-4-38 0,6 4-31 0,0 0-29 0,0 0-28 0,0 0-26 0,0 0-20 16,0 0-16-16,0 0-15 0,0 0-11 0,0 0-7 0,0 0-8 0,-5 4-5 15,5 1-6-15,-9-1 0 0,9 2-1 0,-7 3 2 0,2-4 3 0,5 5 6 16,-8 1 2-16,8-3 5 0,-6 3 4 0,1-2 2 16,5 0 0-16,0 3-2 0,-8-3 0 0,8-5-4 0,0 6 0 0,0-5-3 0,0 0-1 0,0 5 1 0,0-10-3 15,8 6 2-15,-8-2-1 16,5-4-1-16,-5 5 3 0,6-5 2 0,2 4 0 0,-3-4 5 0,11 0 1 0,-11 0 1 0,8 0 2 0,-8 0 4 0,9 0 1 0,-7 0 0 31,4 0 2-31,5-4 1 0,-4 4 2 0,-5-5 5 0,-2 1 2 0,10-2 0 16,-10 6 3-16,2-10 1 0,0 5 4 0,-2 0 0 0,3-5 4 0,-8 1-1 15,7 0 1-15,-7-1 0 0,0-1-2 0,0-4-1 0,0 2-4 0,0 4-1 0,0-7-4 16,0 1-1-16,-7 1-3 0,7-6-2 0,-8 9-2 0,8-2 1 0,-5-2 0 16,5 0 5-16,-7 6-2 0,7-2 6 0,-7 3-1 0,7 3-1 0,0-2 0 15,-5 4-2-15,5-3-6 0,0 6-5 0,0 0-2 0,0 0-4 0,0 0-3 0,-8 0-2 16,1 6-4-16,7-3-3 0,-5 4-3 0,-2 2-2 0,0 0-1 0,2 0 0 16,-3 3 3-16,0 3 0 0,3-6 4 0,-1 4 6 0,-6 2 2 0,3 1 0 0,4-2 3 15,-2 1-1-15,1 4 2 0,1-4-2 0,5 0-2 0,-9 0 1 0,9 0-2 16,-7-2-3-16,7-3-3 0,0 4-4 0,0 2-4 0,0-1-7 0,0-1-8 15,0-4-8-15,7 5-13 0,2-2-14 0,-9-2-20 0,11 5-21 0,-4-7-28 16,-2 0-26-16,9 0-30 0,-1 1-32 0,-8-5-38 0,11 5-40 0,-4-4-55 0,0-6-59 16,3 5-53-16,4-5-44 0,-6 0-5 0,0 0 17 0,5-5 30 0,-4-1 35 15,-1-4 40-15,0 1 43 0,0 0 45 0,0-1 46 0,1-4 50 0,-2-2 52 0,-6 1 59 16,7-3 74-16</inkml:trace>
  <inkml:trace contextRef="#ctx0" brushRef="#br0" timeOffset="98863.82">21551 16331 0 0,'6'-14'1'0,"-6"-2"109"0,0 1 76 15,0 1 58-15,0-2 51 0,0 1 46 0,0 2 46 0,0-8 42 0,0 6 42 16,0 1 37-16,0-6 39 0,0 11 31 0,-6-6 34 0,6 1-73 0,0 4-134 0,0 1-78 15,0 3-49-15,0-3-37 0,0 3-30 0,0 6-30 0,0 0-31 0,0 0-29 16,0 0-29-16,0 0-25 0,0 0-20 0,0 0-16 0,0 0-14 0,0 0-9 16,0 0-9-16,0 6-4 0,0 3-5 0,0-3-2 0,0 3 1 0,0 6 2 15,6-6 2-15,-6 6 7 0,0 1 7 0,0-3 2 0,0 1 3 0,0 7 1 16,5-6 1-16,-5-2-3 0,0 8 1 0,8-6-3 0,-8-2-2 0,8 7-4 0,-8-4 0 16,5-3-3-16,-5 2 0 0,6 6-3 0,1-7 0 0,-2 0 2 0,4 0-3 0,-4-2 1 15,2 1-1-15,7-4-1 0,-8 2 1 0,1-1 0 0,6 0 0 0,-7-5 3 16,-1 0 1-16,10-1 2 0,-10-4 1 0,4 4 2 0,-4-4 3 0,0 0 2 15,8-4 1-15,-5 4 5 0,-2-4 3 0,1-1 4 0,-1-4 1 0,-6 3 4 0,8-4 0 16,-3-1-1-16,3-2-1 0,-3-2-1 0,-5 5-2 0,7-4-2 16,0-1-6-16,-2-4-7 0,-5 4-8 0,7 0-13 0,-7-3-10 0,8-3-13 0,-8 6-14 15,5-4-12-15,-5 4-12 0,0-4-14 0,7 4-11 0,-7 0-12 0,0 0-14 16,7 6-12-16,-7 0-11 0,5-1-12 0,-5 4-13 0,0 1-15 0,0 1-18 0,0 4-15 16,7-6-14-16,-7 6-22 0,0 0-26 0,0 6-40 0,9-6-48 0,-9 4-46 15,5 1-45-15,1 1-4 0,-6 4 10 0,7-1 25 0,-2-5 31 0,4 7 36 16,-4-8 38-16,2 9 40 0,-1-9 36 0,-1 3 43 0,3 0 46 0,5-2 53 0,-7-4 70 15</inkml:trace>
  <inkml:trace contextRef="#ctx0" brushRef="#br0" timeOffset="99276.45">22117 16281 0 0,'-5'5'11'0,"-2"-1"131"0,7-4 86 0,-9 0 63 16,4 0 51-16,-2 0 45 0,7-4 43 0,-6-1 41 0,6 1 39 0,0-1 34 16,-5 1 34-16,5-2 28 0,0 0 27 0,0 6-95 0,0 0-161 0,0-4-98 15,0 4-67-15,0-5-38 0,0 5-30 0,0 0-24 0,0 0-25 0,0 0-24 16,-8-6-24-16,8 6-16 0,0 0-18 0,0 0-8 0,0 0-10 0,0 0-3 0,0 6-9 15,0-6-3-15,0 5-2 0,-8-1 1 0,8 2 0 0,0 0 3 0,0-2 2 0,0 1 3 16,0-1 4-16,-5 1 2 0,5-1-2 0,0 2-1 0,0-1-3 0,5-1-3 16,-5 1-3-16,0 2-1 0,0-4-1 0,8 3-2 0,0-1 2 0,-3-1-2 15,-5 0 3-15,6 1-1 0,6 1 2 0,-3-2-1 0,-2-4 4 0,-2 5 4 16,7-5 5-16,-5 0 5 0,1 0 6 0,-3 0 4 16,9 0 5-16,-9-5 1 0,3 5 3 0,-1-4 2 0,-2-2 5 0,2 1-1 0,0-3 6 0,-2 3 4 0,-5-4 0 15,8-3 1-15,-2 3 2 0,-6-1-4 0,0-4-1 0,0-2-2 0,0 7-5 16,0-6-6-16,0 2 0 0,0-2-4 0,-6 0-4 0,6 0-4 0,-8-1-2 0,3 2-4 15,5-1-1-15,-7 2-2 0,0-2 1 0,2 5 2 0,-2-1 2 0,-1 2 1 16,3-1 2-16,5 1-1 0,-7 3 0 0,0 3-2 0,2-3-1 0,-3 0-1 16,1 6 0-16,1 0-2 0,0 0-1 0,-6 0-2 0,3 6-2 0,-3 0-3 15,6-3-2-15,-7 9-2 0,0-3 0 16,0 4 2-16,-1-2-2 0,2 4 0 0,6-1 3 0,-7 6-2 0,0-5 2 0,5 4 2 0,2-4-2 0,1 3 1 0,-2-2 1 16,7 2 0-1,-8-3 0-15,8 6 0 0,0-8-1 0,0 2 1 0,8 6-4 0,-8-8-6 0,7 2-6 0,-2-4-10 0,1 4-13 0,2-6-12 0,-3 5-14 0,3-4-18 16,5 0-17-16,-7 5-24 0,6-5-24 0,2-1-26 0,-1-4-25 0,0 5-31 15,0-4-29-15,0 3-36 0,1-4-42 0,-2-1-41 0,0-4-34 0,3 4-26 0,-3-4-19 16,0 0 11 0,3-4 22-16,-3 0 32 0,0-1 35 0,-4-4 40 0,5-3 38 0,0 3 43 0,-7-6 41 0,7 2 48 0,-6-8 49 0,4 6 52 0,-2-3 54 0</inkml:trace>
  <inkml:trace contextRef="#ctx0" brushRef="#br0" timeOffset="99514.04">22384 16061 94 0,'0'-15'169'0,"0"0"50"0,0 2 45 0,0-2 40 0,0 0 42 0,0 0 39 0,0 0 38 0,0 6 35 0,0-6 35 0,-6 0 33 16,6 6 29-16,0-1-64 0,0 1-118 0,0 3-67 0,0 3-42 0,0-4-25 31,0 7-21-31,0 0-23 0,0-5-23 0,0 5-21 0,0 0-25 0,0 0-18 0,0 0-22 0,0 0-16 0,0 0-13 0,-8 0-13 0,8 5-12 0,-5 2-8 0,5-7-6 16,-7 3-4-16,7 8-7 0,-6-7 2 0,6 6-1 0,-7-1 1 0,7 2 1 31,-7 4 2-31,7-6 4 0,-7 5-1 0,7-3 3 0,0 4-1 0,-5 0 1 0,5-2 0 16,0 2-3-16,0 0-1 0,0 0-1 0,0 4-3 0,5-4-2 0,-5 0-3 15,7 3-8-15,0-3-8 0,0 6-12 0,-1-8-18 0,1 2-20 0,-2 0-22 16,9 0-29-16,-7-2-33 0,6 2-36 0,1 1-38 0,-9-7-41 0,9 0-63 15,-2 2-78-15,1-2-78 0,1-2-77 0,-1-4-18 0,-8 3 6 0,9-1 25 0,-2-5 33 16,2 0 39-16,-1-5 43 0,0-1 50 0,-5 3 49 0,3-9 52 0,2 3 54 0,0-6 66 16,0 2 71-16</inkml:trace>
  <inkml:trace contextRef="#ctx0" brushRef="#br0" timeOffset="99736">22813 16009 0 0,'8'-6'1'0,"-8"6"107"0,0-6 79 0,7 6 57 0,-7 0 48 16,5-3 43-16,-5 3 39 0,7-6 38 0,-7 6 32 0,7 0 33 0,-2 0 33 0,3 0 30 15,-3 0 33-15,3 0-71 0,-2 0-130 0,-1 0-76 0,11 6-49 0,-11-6-35 16,3 3-23-16,2 3-19 0,-1-6-14 0,3 6-13 0,-6-2-11 0,1 1-9 16,0-1-13-16,5 1-11 0,-5 5-14 0,-1-4-13 0,2-3-10 0,-8 3-8 0,6 3-11 15,1-3-5-15,-7-2-4 0,5 5-6 0,-5-3-1 0,0 3-5 0,0-3-3 16,0 3-8-16,-5 1-2 0,5-1-9 0,-7 2-7 0,1-2-9 0,-2 7-9 16,2-3-11-16,-1-2-13 0,2 4-20 0,-9 0-23 0,7-2-30 0,-6 2-34 15,-1 0-44-15,4 0-45 0,2-2-50 0,-5 7-56 0,0-4-85 0,7-3-99 0,-2 2-41 16,3 6-13-16,-3-7 10 0,3 0 26 0,-2-4 34 0,7 6 41 0,0-7 47 15,0 1 48-15,0-7 56 0,0 3 57 0,0-1 60 0,0-5 65 0</inkml:trace>
  <inkml:trace contextRef="#ctx0" brushRef="#br0" timeOffset="99972.52">23121 16305 0 0,'13'0'1'0,"-8"5"105"0,9-5 82 0,-9 7 61 0,2-7 54 15,1 0 49-15,-2 0 45 0,0 3 43 0,-6-3 39 16,0 0 36-16,0 0 33 0,0 0 31 0,0 0 29 0,0 0-71 0,0 0-131 0,0 0-82 0,0 6-61 0,0-6-44 16,0 0-37-16,0 0-29 0,0 0-26 0,0 0-23 0,-6 5-19 0,6-5-19 15,-6 4-15-15,6 0-16 0,-8-4-12 0,8 5-19 0,0 1-18 0,-7-2-18 0,7 1-21 16,-5 1-22-16,5-3-25 0,-8 9-30 0,8-8-35 0,-6 1-33 0,6-1-37 16,0 6-42-16,-5-5-47 0,5 4-61 0,0-3-70 0,-8 0-48 0,8-2-40 0,0 1 3 15,0-5 18-15,-5 0 32 0,5 0 37 0,0 0 45 0,0 0 46 0,0-5 47 16,-7-5 49-16,7 4 52 0,0-3 52 0,-7-6 63 0,7 2 75 0</inkml:trace>
  <inkml:trace contextRef="#ctx0" brushRef="#br0" timeOffset="100131.1">23114 16095 0 0,'7'-4'5'0,"-7"4"125"0,5-5 90 0,3 5 71 16,-8 0 60-16,5-6 51 0,1 6 45 0,-6 0 41 0,8 0 33 0,-3 0 28 0,2 0 22 0,-7 0 20 0,8 0 19 16,-2 0-93-16,-6 0-157 0,6 0-106 0,-6 6-81 0,7-1-64 0,-2-5-56 0,-5 4-54 15,8 2-50-15,-2-1-51 0,-6 5-52 0,7-6-63 0,-7 1-66 0,0 4-101 16,0 1-112-16,0-5-49 0,0 4-12 0,0-2 5 0,-7 2 15 0,1-5 30 15,-2 1 37-15,3 1 42 0,-2-3 47 0,1-3 54 0,-8 0 55 0,2 0 66 0,-2 0 69 16</inkml:trace>
  <inkml:trace contextRef="#ctx0" brushRef="#br0" timeOffset="100847.12">16217 16995 52 0,'6'0'132'0,"6"0"50"0,-4 0 45 0,-8 0 45 0,6 0 45 0,-6 0 41 0,7 0 41 0,-7 0 37 0,0 0 34 0,0 0 36 15,0 0 30-15,0 0-44 0,0 0-88 0,0 0-58 0,0 0-40 0,0 0-33 16,0 0-23-16,0 0-31 0,0 0-32 0,0 0-26 0,0 0-24 0,0 0-19 0,0 0-17 16,0 0-16-16,0 0-13 0,0 0-15 0,0 0-10 0,-7 0-12 0,7 0-10 15,0 0-4-15,-6 0-9 0,6 0-3 0,-8 0-3 0,1 0-1 0,2 4-3 16,-1-4-2-16,0 5-2 0,-9 1-1 0,10-3-4 0,-9 9 1 0,2-8 0 15,4 1-1-15,-4 5 1 0,0-1 1 0,-4 0 0 0,5 3 1 0,4-3 0 0,-7 0 2 16,2 6-1-16,1-5 1 0,2 5-1 0,-3-6 1 0,-2 6 1 0,1 1-2 16,6-7-1-16,-5 4 0 0,5 2 1 0,-6-4-2 0,8 4 0 0,-3-6 0 15,2 5-2-15,-1-4 1 0,7 0 0 0,-6 5-2 0,6-5-1 0,-8-1 2 0,8 0-1 16,0 3 1-16,0-3 0 0,0 0 2 0,8 6 3 0,-8-11 2 0,6 11 4 16,1-6 2-16,-7-3 3 0,6 3 3 0,2 1 5 0,5 1-1 0,-8-1 4 0,2-1 0 15,0-4 4-15,5 5-1 0,-4-1 2 0,-3-4-1 0,9 5-1 0,-9-6-1 16,2 7-5-16,2-7 0 0,-4 2-3 0,-5-3-4 0,6 3-2 0,-6-1-1 15,7-1 1-15,-7 2 1 0,0-6-3 0,0 0 3 0,0 6 1 0,0-3 2 0,0 3-2 16,-7-6 3-16,7 4-1 0,-6 1 1 0,1 1 1 0,-4-6-1 0,2 4-4 16,2 1-3-16,-2-5-6 0,-5 4-8 0,-3-4-6 0,10 5-11 0,-9 1-12 15,1-6-13-15,8 4-14 0,-9-4-17 0,1 0-19 0,5 6-25 0,-5-6-22 16,8 0-29-16,0 0-33 0,-4 0-29 0,4 0-29 0,-2 0-43 0,-1 0-55 0,3 0-68 16,5 0-73-16,0 0-26 0,0 0-1 0,-6-6 20 0,6 6 28 0,6-4 37 15,-6-7 39-15,0 7 46 0,5-5 44 0,3-2 48 0,-1 1 46 0,-2 1 57 0,4-1 61 16</inkml:trace>
  <inkml:trace contextRef="#ctx0" brushRef="#br0" timeOffset="101258.4">16341 17312 0 0,'5'9'27'0,"-5"-3"147"0,0 0 82 0,0-2 61 16,0-4 49-16,-5 0 44 0,5 0 42 0,0-4 37 0,-8-2 31 0,8 0 27 0,-6 2 27 16,6-1 23-16,0 5 23 0,0 0-117 0,0 0-190 0,0 0-104 0,0 0-61 15,0 0-33-15,0-6-23 0,0 6-21 0,-5 6-22 0,5-6-16 0,-7 5-8 0,7-1-10 16,0 2-5-16,-9 0-5 0,9 3-5 0,0 0-5 0,0 1-2 0,0-1-2 15,0 3 2-15,0-3-1 0,0 0 3 0,9 0 0 0,-9 1 1 0,7 1 2 16,-2-7-2-16,-5 5 2 0,6 2-1 0,2-7-1 0,-3 2-1 0,3-2-1 16,-3-4 1-16,2 5 1 0,0-5 1 0,6 0-1 0,-6 0 1 0,-2 0 2 0,9-5 0 15,-1 5 0-15,-7-4 2 0,7-6 0 0,0 5 2 0,0-4-1 0,0-1 3 16,1-1 1-16,-2 1-1 0,1 1 3 0,1-6-1 0,-2 5 1 0,2-4 2 0,-1-1 2 16,-8 6 0-16,4-7 1 0,-4 1 2 0,2 6-1 0,-1-4 1 15,1-3 3-15,-7 2-2 0,0 4 4 0,0-4 0 0,0 4 1 0,-7-5 0 0,7 4-3 16,-6 3 0-16,6-3-2 0,-7 1-2 0,2 1-1 0,5 4-2 0,-9-5-4 15,4 5-1-15,-2 5-1 0,1-4-4 0,-8 4-3 0,7 0-2 0,-6 0-2 16,2 4-2-16,3 1-2 0,-4-1-1 0,-2 2-1 0,1 3 0 0,0 3-1 0,0-3 0 16,7 0 1-16,-7 6-6 0,0-6 1 0,8 0-6 0,-9 7 0 0,7-1 0 0,-1-1-4 15,3 2 2-15,-2-3-1 0,7 2 1 16,-7 0-1-16,7 0 0 0,-5-2-1 0,5 2 1 0,0 0 1 0,0 0 4 0,0 0 3 0,5 0 0 0,-5-5 1 16,7 4 0-16,0-4-7 0,-2-1-2 0,3 0-9 0,-1 1-10 0,7-4-13 15,-4 3-15-15,4-3-19 0,-1-3-19 0,0-3-22 0,0 6-25 0,7-6-22 0,-6 0-23 16,4 0-31-16,1 0-35 0,2 0-46 0,-3-6-50 0,3 6-49 0,-8-3-46 15,6-3-6-15,0-3 14 0,1 3 25 0,-6-4 29 0,4 1 38 0,-4 4 35 0,-2-5 39 16,2 1 36-16,-7 0 44 0,4 3 48 0,-3-4 51 0,0 1 67 0</inkml:trace>
  <inkml:trace contextRef="#ctx0" brushRef="#br0" timeOffset="102115.66">16783 17355 14 0,'0'-4'107'16,"0"-5"60"-16,-5 4 48 0,5-5 45 0,-8 4 43 0,0-3 44 0,8 0 41 0,-5-1 39 0,-1 1 37 0,6-3 35 0,-7 3 29 16,7 0-23-16,-5-6-58 0,-4 6-64 0,9-1-67 0,-7-1-43 0,7 7-28 0,0-7-23 15,0 3-28-15,0 3-25 0,0-4-26 0,0 2-17 0,7 2-21 0,-7 1-11 16,9-1-11-16,-4 5-8 0,-5-6-6 0,7 6-4 0,-1 0-3 0,-1 0-4 15,3 0-3-15,5 0-1 16,-7 6-3-16,7-1 1 0,-5-1-1 0,4 1-3 0,-6 5-3 0,7-4-4 0,0 3-4 0,-5 0-4 0,3 1-6 0,-3 1-5 0,-1-1-4 16,-1-1-5-16,0 0-6 0,1 1-10 0,-2 0-10 0,3 0-13 0,-8 5-10 15,8-5-10-15,-8 4-8 0,0-4-12 0,5 5-11 0,-5-2-11 0,0 7-16 0,0-4-13 32,6-1-11-32,-6-2-7 0,0 2-7 0,0 0 3 0,0 0 6 0,0-6 7 15,0 0 8-15,0 1 11 0,0 1 9 0,0-7 11 0,-6 2 13 0,6-3 13 0,0-3 18 0,-5 6 10 16,5-6 17-16,0 0 6 0,-8 0 8 0,8 0 4 0,-8 0 4 0,3-6 2 0,5 6 3 0,-7-3 4 0,1-3 5 0,0 2 3 15,-1-1 7-15,7-1 5 0,-8-4 8 0,3 6 5 0,-1-6 6 0,-2 6 6 16,8-6 6-16,-5-1 5 0,5 2 4 0,-8-1 2 0,1 1 1 0,7-6 0 0,0 6-2 31,0 0-6-31,-6-7-2 0,6 5-10 0,6-2-4 0,-6-2-9 0,0 5-6 16,7-4-6-16,-7-1-9 0,8-1-6 0,-3 7-2 0,3-6-5 0,3 6-4 0,-3-7-3 16,5 7-4-16,-7 0-1 0,6 3-3 0,-4-3 0 0,5 5 1 0,0-1-1 15,1 5 1-15,-2-6 2 0,-1 6 0 0,5 0 0 0,-4 0 2 0,-5 6-1 16,6-1 1-16,-1-1 0 0,2 0 2 0,-9 1-1 0,8 1 1 0,-5 3-1 0,5 0 1 15,-7-2-4-15,2 2-7 0,-3 0-6 0,3 1-8 0,-3 4-10 0,0-2-7 16,-5-3-7-16,9 4-8 0,-4-2-7 0,-5 5-8 0,0-7-8 0,7 0-8 16,-7 6-12-16,0-6-6 0,0 1-9 0,8-1-4 0,-8 3-3 0,0-9-1 0,5 7-1 15,-5 1-2-15,7-7-1 0,-7 2-1 0,7 3 0 0,-2-4 2 0,2-1 7 16,7 2 5-16,-8-6 7 0,6 4 4 0,2-4 8 0,-9 0 6 0,16-4 7 16,-8 4 5-16,0-6 7 0,6 2 4 0,2-1 5 0,-3-1 13 0,1 3 6 15,2-7 5-15,-3 4 5 0,3-3 6 0,-3 0 8 0,9-3 6 0,-6 3 19 0,-2-1 18 16,1 1 21-16,-1-2 19 0,-6 2 20 0,0 0 16 0,-2-7 18 15,5 7 19-15,-11 0 15 0,2-6 15 0,-1 5 14 0,-1 0 13 0,4 0 6 0,-9 0 5 16,0 1-5-16,0 0-12 0,-9-1-12 0,9-1-9 0,-5 1-14 0,5 5-11 0,-6-3-16 16,-1 3-15-16,2-4-15 0,-4 2-18 0,2 2-15 0,2 1-13 0,-8 4-12 15,7-5-12-15,-2 5-8 0,3 0-8 0,-9 0-7 0,9 5-4 0,-10-1-7 16,10 1-4-16,-9 2-2 0,9 2-1 0,-10 0-3 0,9 0 0 0,0 6 0 0,-1-6-1 16,-7 7-1-16,9-1 0 0,-2-6-3 0,7 6 0 0,-6 0 0 0,1-2 0 15,-3 2 0-15,8 1 2 0,-8-2-2 0,8 1 3 0,-5-6-3 0,5 7 1 0,0-7-1 16,-7 6 2-16,7-6-1 0,0 1 3 0,0-1 2 0,0 2 1 0,0-1 0 15,0-6 1-15,0 1-3 0,7 4 0 0,-7-3-1 0,5-2-2 16,3 2-4-16,0-1-2 0,-3-5-4 0,1 4-3 0,1-4-2 0,7 6-4 0,-2-6-1 16,0 0 1-16,3-6 0 0,-3 6 0 0,8-4 1 0,-1 4 3 0,-7-5 4 15,9-5 0-15,-10 4 9 0,10-3 1 0,-3 4 7 0,-2-5 6 0,-5 1 5 0,10-6 6 16,-9 5 4-16,-5-5 5 0,6 0 4 0,-6 3 3 0,6-4 4 0,-7-4 2 16,-6 7 5-16,5-8-2 0,3 6 1 0,-8-4 3 0,0-1 1 0,0 1-1 0,0 0 1 15,0-2-1-15,0-3 2 0,0 5 0 0,0-1 0 0,-8-5 0 0,8 1 1 16,0 5 1-16,-5-5 4 0,5 5 5 0,-6-2 7 0,6 1 3 0,-8 1 7 15,8 4 1-15,-5 0 3 0,5 6 2 0,-7-1-5 0,7 1-5 0,0 3-8 16,-6 3-12-16,6 3-10 0,0 0-9 0,0 0-10 0,0 0-10 0,0 3-7 16,0 3-6-16,0 3-7 0,-7 1-7 0,7 10-2 0,0-5-5 0,-7 4 1 0,7 5 0 15,0-3 7-15,-7 1 6 0,7 5 6 0,0-5 7 0,0 5 1 0,0-9 3 16,0 6 0-16,0-3-1 0,0-2 0 0,0-1-1 0,0-2 1 0,7 3-1 0,-7-5 1 16,7 7-1-16,-7-8-1 15,7 2-2-15,-1 1-6 0,1-2-9 0,-2-4-13 0,3 4-14 0,-2-4-22 0,-1 5-28 0,3-6-29 0,5 1-34 0,-5 1-44 16,-3-1-45-16,0-1-74 0,4-4-87 0,3-1-85 0,-6 6-79 0,1-10-24 0,0 5 5 15,0-5 20-15,-2 5 31 0,-5-10 40 0,8 0 44 0,-8 5 51 0,5-10 50 0,-5 1 58 16,0 0 60-16,0-7 73 0,0-2 76 0</inkml:trace>
  <inkml:trace contextRef="#ctx0" brushRef="#br0" timeOffset="102622.96">18073 17576 0 0,'-7'4'1'0,"-7"1"108"0,9 1 84 0,-2-6 59 0,1 4 50 0,-8-4 44 0,7 0 43 0,2 0 39 0,-3 0 42 0,2-4 37 0,1-2 34 0,-3 6 30 31,1-5 29-31,7 1-77 0,0 4-134 0,-6-5-88 0,6 5-65 0,0-4-39 16,0-2-28-16,0 1-27 0,0 5-23 0,6-4-23 0,-6-2-22 0,0 6-19 15,0-3-17-15,7-3-15 0,-7 6-6 0,0-6-10 0,0 6-7 0,8-4-3 0,-8 4-5 16,5 0-1-16,1-5 2 0,-6 5-3 0,8 0 1 0,-3-6 0 0,2 6 2 16,1 0-4-16,-2 0 3 0,7 0-1 0,-8 0 1 0,9 0-3 0,4-3-6 15,-2 3-13-15,2 0-20 0,8-6-24 0,-7 6-26 0,8 0-35 0,-2-4-38 0,2 4-56 16,-1-5-61-16,0 5-100 0,6-6-117 0,-5 2-48 0,-1-2-13 0,0 2 9 15,0-1 20-15,0 0 31 0,-7-5 39 0,8 1 44 0,-7-6 45 0,-1 5 51 16,-5-8 56-16,4 3 65 0,-5-6 68 0</inkml:trace>
  <inkml:trace contextRef="#ctx0" brushRef="#br0" timeOffset="103361.43">18139 17156 12 0,'0'-11'37'0,"0"7"11"0,5-1 10 0,-5 1 9 0,0-1 8 0,0 1 6 0,0-2 7 0,0 0 8 0,0 2 7 0,0-1-7 0,0-1-17 0,-5 2-11 0,5-1-6 0,0 1 1 16,0 4 3-16,0-5 4 0,0 1 5 0,-7-2 9 0,7 0 15 0,0 6 13 0,0 0 17 15,0-3 12-15,0-3 10 0,0 0 6 0,0 3 6 0,0 3 3 0,0-6 3 16,0 2 3-16,0-1 6 0,0 1 2 0,0-1 3 0,0-2-1 0,0 4-5 16,0-3-8-16,0 1-5 0,0 1-7 0,0-2-2 0,0 1-1 0,0-4 1 0,0 5 2 15,0-2 6-15,0 2 2 0,0-2 3 0,0 1 1 0,0 1-2 0,0-1-4 16,-9-1-2-16,9-3-5 0,0 9-5 0,0-4-5 0,0-2-6 0,0 3-3 16,0-3-7-16,0 0-8 0,-5 3-9 0,5 3-9 0,0 0-9 0,0 0-8 15,0-6-7-15,0 6-10 0,0-6-11 0,0 6-10 0,0 0-10 0,-6 0-10 16,6 0-10-16,0 6-6 0,-7-6-6 0,2 6-6 0,-4-3-1 0,9 3-4 0,-7 3-5 15,-4 1-2-15,4-1-5 0,1 6-3 0,-7 0 1 0,6 0 2 0,-5 0 1 16,4 3 4-16,1-2 2 0,2 2 1 0,-9 3 2 0,9 3 0 0,-3-5-2 16,1 2 2-16,1 3-1 0,0-5 0 0,-1 5-2 0,7 0 1 0,-5 1 2 0,5-1-2 15,-8 1-1-15,8-5 0 0,0 5 0 0,8-1 2 0,-8 1-2 0,5-7-5 16,-5 7-3-16,7-5-7 0,-1-1-8 0,7 6-11 0,-5-10-12 0,3 3-21 16,-3-3-16-16,4 6-25 0,2-12-23 0,4 6-30 0,-4-2-38 0,4-1-33 0,-2-3-36 15,2 0-59-15,3 1-70 0,-10-5-67 0,10-1-60 0,-2 2-12 0,-7 0 12 0,9-6 25 16,-10 0 34-16,5 0 38 0,-5-6 39 0,1 0 48 0,-3 2 50 0,-2-1 47 15,-2-5 51-15,1 1 63 0,1-6 73 0</inkml:trace>
  <inkml:trace contextRef="#ctx0" brushRef="#br0" timeOffset="103938.1">18405 17312 96 0,'6'-6'164'0,"1"-3"46"15,-7 0 36-15,6-1 36 0,1 0 38 0,-1 0 36 0,-6 0 36 0,7 1 36 16,-1 0 36-16,1-7 34 0,-7 7 37 0,7-2-57 0,-7 3-114 0,7-3-57 15,-7 8-28-15,5-9-14 16,-5 3-8-16,0 3-10 0,8-3-17 0,-8 5-13 0,0-1-16 0,0 1-13 0,0 4-16 0,0-6-14 0,0 6-15 0,0-6-18 0,0 6-17 16,0 0-12-16,0 0-14 0,0 0-10 0,0 0-12 0,0 0-10 0,0 0-10 15,-8 0-10-15,8 6-9 0,0 0-11 0,-5-2-10 0,5 1 0 0,0 4 0 16,0 1-6-16,0-1-6 0,-7 6-2 0,7 0-2 0,0 0 2 0,0 3 1 16,0 3 0-16,7-2 5 15,-7 6-2-15,0-7-4 0,5 9-2 0,-5-9-7 0,0 6-3 0,8 1-4 0,-8-6-3 0,5 5-1 0,1-3-1 0,-6-3 1 0,8 3-4 16,-3-8 0-16,-5 8-3 0,7-6-3 0,1 0 1 0,-8-6 0 0,6 0 4 15,-6 1 3-15,6-1 3 0,-6-3 3 0,0 0 0 0,0-2 5 0,7 1 2 16,-7-5 1-16,0 4 6 0,0-4 3 0,0 0 4 0,0 0 7 0,0 0 3 16,0 0 4-16,0 0 3 0,0 0 2 0,-7 0 0 0,7-4 4 0,-6 4 0 0,6-5 0 15,-6 1 0-15,-2-2-1 0,8-3-3 0,-7 3-1 16,2-4-4-16,-3 1-1 0,2 0-2 0,1-2-1 0,-3-2 2 0,3 1 3 0,-2-2997 2 0,0 5990 3 0,-6-2996 3 31,6 0 3-31,1 0 3 0,-1-3 3 0,1 2 5 0,-1-2 2 0,1 3 4 16,-2-6 3-16,8 6 4 0,-5-3 2 0,-3 2-1 0,8-2-1 0,-5 3-3 15,5-5-2-15,-5 0-4 0,5 2-3 0,0-3-6 0,0 2-5 0,0 1-5 16,0-3-3-16,0 2-6 0,0-2-5 0,5 2-6 0,-5 1-4 0,0 3-4 16,5 0-4-16,-5 0 0 0,8-1-5 0,-3 7 2 0,-5 0-2 0,8-6 2 15,-2 6 0-15,1 3 2 0,-1-4-1 0,7 5 2 0,-6 1 2 0,-1-1 3 0,8-1 2 16,-2 6 2-16,1-4 4 0,1 4 2 0,-2 0 4 0,8 0 0 0,-8 4 2 16,9 2 3-16,-10-1 1 0,10 4 0 0,-8-3 2 0,8 4-1 0,-2-1 0 0,-6 0-1 15,6 1 1-15,-7 4-1 0,2-2 2 0,-1-3-2 0,-1 4-1 0,2-1 2 16,-8-3-3-16,1 1-2 0,-7 4-4 0,5-4-5 0,-5 5-3 0,-5-5-8 15,5-1-4-15,-7 6-9 0,1-6-7 0,1 3-8 0,-11 2-14 0,5-6-13 16,4 3-14-16,-7-2-16 0,2 0-15 0,-2 3-16 0,1-3-11 0,-6 1-19 16,6-6-18-16,0 1-22 0,-5 4-19 0,2-3-17 0,5 0-12 0,-10-2-14 0,9 5-15 15,0-3-24-15,-3-6-34 0,10 3-46 0,-9 8-50 0,9-7-18 0,-3 2-1 0,8-6 21 16,-5 6 32-16,5-6 33 0,0 0 37 0,0 0 36 0,0 0 32 0,0 0 37 16,5-6 38-16,3 0 46 0,-3 2 51 0</inkml:trace>
  <inkml:trace contextRef="#ctx0" brushRef="#br0" timeOffset="104683.57">19192 17190 0 0,'8'4'23'0,"-8"-4"140"0,0 0 78 0,0 0 57 0,0 0 43 0,0 0 41 0,-8 0 37 0,8-4 34 0,-5 0 33 0,5-1 29 0,-7-1 26 0,7 3 27 0,0-9 24 0,-6 8-108 0,6-1-182 16,-8-5-96-16,2 5-48 0,6 1-28 0,-7-1-13 0,7-5-14 15,-5 4-17-15,-3-3-11 0,8 3-10 0,-6 2-12 0,1-5-5 0,5 4-11 0,-8 1-7 16,1-2-9-16,7 6-3 0,-6-6-7 0,-2 6-3 0,3 0-6 0,0 0-3 0,-3 0-3 15,2 0-3-15,-1 0-3 0,-6 6-3 0,7 0-3 0,-7 3 0 0,0-5-3 16,-1 5 1-16,2 2-2 0,-2-1 2 0,1 0-2 0,1 4 1 0,-8-4-1 16,8 4 3-16,-9-4-3 0,10 5 1 0,-10 0-2 0,7-6 4 0,-6 7-2 0,8-2 3 15,0 0 0-15,-9 0 1 0,10-2 3 0,-5 1-1 0,11 2 3 0,-8-6-1 16,8 7 4-16,-11-7-2 0,11 0 1 0,-1 2-2 0,-1-7 0 0,7 8-6 0,-6-9-1 16,6 3-7-16,0-3 1 0,0-3-2 0,0 6 1 0,0-6-1 0,0 6 1 15,6-6 3-15,-6 0 4 0,7 0 3 0,-1 0 8 0,-1 0 7 0,11-6 10 16,-11 6 10-16,8-6 10 0,1 6 10 0,-2-3 11 0,7-3 5 0,-6-4 8 15,1 5 3-15,6-4 5 0,-8 3 2 0,8-3 1 0,-7 0 1 0,5-1 0 16,-4 0-3-16,4-1-5 0,-2 2-3 0,-3 0-8 0,-2-7-6 0,9 7-4 0,-6-6-6 16,-1 6-5-16,0-7-6 0,0 7-3 15,-7 0-5-15,7-2-2 0,0 3-6 0,-8-3-5 0,3 1 1 0,-2 5 0 0,1 1 1 0,-7-1 2 0,8-1 0 0,-8 2-1 16,0 4-3-16,0 0-3 0,0 0-3 0,0 0-2 0,0 0-2 0,0 0-2 16,0 0 1-16,0 4-2 0,0 2 0 0,0 3-5 0,-8-4-2 0,8 5-4 15,0 1 0-15,0-3-1 0,0 7 1 0,-7-1 3 0,7-2 3 0,0 1 3 0,-6 7 0 16,6-4-3-16,0-3-1 0,0 2-2 0,-8 6 0 0,8-8-6 0,0 2-1 15,0-1-4-15,0 2-3 0,0-1-4 0,0-2-6 0,8-2-1 16,-8 2-2-16,0-2-3 0,6-1-2 0,-6-6-1 0,7 6-5 0,1-6-7 0,-3 2-6 0,1-2-10 16,2 2-9-16,-3-6-10 0,2 0-7 0,-1 5-11 0,2-5-11 0,-2-5-16 15,6 5-19-15,2-6-18 0,-9 6-18 0,8-4-11 0,-6-6-10 0,7 5-1 16,-1 0-1-16,1-5 7 0,-2 1 11 0,2-6 14 0,-1 5 14 0,-1 1 19 0,0-6 18 16,3 0 27-16,-10 5 33 0,9-4 37 0,-1-1 40 0,0 2 33 0,-7-3 32 15,6 2 29-15,-3-1 28 0,-4-1 19 0,2 7 19 0,-1-6 13 0,7 2 13 0,-5-2 11 16,-3 0 9-16,2 0 2 0,-7-3 2 0,7 2-4 0,-2 5-9 0,-5-2-6 15,8 4-5-15,-8-7-6 0,7 5-5 0,-7 2-9 0,0 0-6 0,0 5-11 16,0-8-8-16,0 9-10 0,0 3-11 0,-7-6-11 0,7 0-18 0,0 6-14 16,0 0-17-16,0 0-20 15,-8 0-13-15,8 0-16 0,-5 6-11 0,-2 0-9 0,0-3-8 0,7 3-5 0,-5 4-6 0,-3-5 0 0,-5 4-4 0,7 1 3 16,-1 5 0-16,2-5 3 0,-4 4 6 0,4 1 4 0,-2-6 2 0,-4 7 2 16,3-3-2-16,0-2 2 0,8 4 2 15,-5 0-3-15,-2-2 1 0,0 2-2 0,7 0-1 0,-5 0-3 0,5-2-2 0,-8 8-4 0,8-6-4 0,0-2-5 0,-7 2-6 16,7 0-4-16,0 0-5 0,7-6-5 0,-7 6-5 0,0-5-5 0,8-1-6 0,-3 2-8 15,-5-1-10-15,7-1-11 0,5-4-11 0,-4 5-13 0,0-6-11 16,3 2-17-16,-4-6-15 0,7 5-22 0,-9-5-26 0,8 0-24 16,0 0-27-16,0-5-45 0,1 5-55 0,6-6-66 0,-8 2-70 0,0-2-17 0,9 2 8 0,-10-1 20 15,10-4 29-15,-8-1 34 0,1-1 37 0,-2 2 41 0,1-6 45 16,1 5 44-16,-2-5 46 0,-6 3 57 0,2-4 63 0</inkml:trace>
  <inkml:trace contextRef="#ctx0" brushRef="#br0" timeOffset="104873.37">19740 17190 0 0,'0'-9'1'0,"5"0"109"0,-5-3 79 0,0 3 59 0,0-6 47 0,0 6 44 0,-5-7 41 0,5 1 40 0,0 2 40 0,0-2 40 0,0 0 42 16,-5 0 34-16,5 2 37 0,0 1-65 0,0-2-126 0,0 4-74 0,0 1-49 16,0 0-28-16,0 3-21 0,0 2-18 0,0 4-21 0,0-6-23 0,0 6-25 0,0 0-27 15,0-5-23-15,0 5-26 0,0 0-15 0,0 0-19 0,0 0-16 16,0 5-10-16,-8 1-11 0,8 4-7 0,0-6-8 0,0 10-2 0,0-4-3 0,0 1 2 16,0 8-1-16,0-4 4 0,0 0 5 0,0 4 0 0,0-1 2 0,0-3-8 15,0 6-9-15,0-2-15 0,0 2-17 0,8-3-20 0,-8 1-20 0,0 7-30 16,0-13-34-16,0 7-47 0,5 0-52 0,-5-2-61 0,0-3-67 0,0 6-105 15,5-8-119-15,-5 2-42 0,0 0-5 0,8-6 19 0,-8 3 27 0,6-3 39 0,-6-5 39 16,7 1 50-16,-7-5 55 0,0 0 61 0,6 0 66 0,1-5 68 0,-7 5 73 16</inkml:trace>
  <inkml:trace contextRef="#ctx0" brushRef="#br0" timeOffset="105696.89">20019 17284 0 0,'8'0'25'0,"-3"-6"144"0,3-4 84 0,-2 5 64 15,-6-4 49-15,5-1 48 0,-5 1 43 0,0-6 40 0,7 4 38 0,-7-4 35 16,9 7 30-16,-9-3 28 0,0 1 29 0,0 1-108 0,5-2-187 0,-5 7-98 15,0-1-53-15,0 1-37 0,0 4-23 0,0-5-22 0,0 5-22 0,0 0-21 0,0 0-24 16,-5 0-14-16,5 0-16 0,-9 0-12 0,2 0-8 0,7 5-14 0,-5-1-9 16,-1 1-10-16,-2-1-8 0,3 7-4 0,-8-7-7 0,6 8-2 0,-5-3-3 15,-3 0 1-15,2 6 1 0,2-6 1 0,-5 0-1 0,5 7-3 0,-1-7-2 0,-2 1-1 16,1 0 0-16,-1 0 0 0,-5 0 0 0,7 5 0 0,-3-12 2 0,1 8-1 16,4-1 1-16,-3-4 1 0,5 3 1 0,-5-5 1 0,7 1 5 0,-1-1-1 15,1 2 2-15,-2-1 2 0,3-1 1 0,5 1 5 0,-5-5 0 0,5 7 3 16,0-7 0-16,0 0 3 0,0 0 0 0,0 0 1 0,0 0 1 0,0 0 1 0,0 0 7 15,0 0 6-15,5-7 9 0,0 7 10 0,-5 0 9 0,8-5 7 0,-2 5 7 16,7-4 4-16,-6-1 5 0,-1 5 5 0,7-6 3 0,0 2 2 0,-8-1 4 0,9 5 1 16,1-4 0-16,-3 4-3 0,0-5-4 0,4 5-6 0,-5 0-4 15,-4 0-7-15,7 5-5 0,-2-5-4 0,-6 4-5 0,-1-4-1 0,11 5-3 0,-11-1-2 16,1 2-1-16,2 3-5 0,-3-4 0 0,2 2-3 0,1-4-5 0,-8 6-8 16,5-3-5-16,2 3-11 0,0-3-5 0,-2 3-4 0,-5-3-3 0,8 4-2 15,-3-7-3-15,3 3-1 0,-2-1-2 0,-1-1-2 0,2 2-3 0,2-2 1 0,-4-4-2 16,8 0 3-16,-8 5 4 0,11-5 2 0,-5 0 5 0,2 0 0 0,2 0 1 15,2-5 4-15,-2 5 1 0,4 0 2 0,-6-4 0 0,6-2 5 0,1 2 1 0,-7-7 2 16,7 8 4-16,-1-3 7 0,-7-4 4 0,8 1 7 0,-6 0 9 0,-1 3 10 16,6-9 8-16,-12 5 9 0,6 1 8 0,0-6 8 15,0 1 10-15,-7-2 6 0,2 1 8 0,-3 2 6 0,3-2 7 0,-3-5 5 0,-5 6 2 0,5 0 1 16,-5-2-3-16,0 1 2 0,0 2-5 0,0 2-5 0,0-4-3 0,0 6-4 16,0-1-8-16,0 5-8 0,0-4-9 0,0 5-11 0,-5-2-11 0,5 0-11 0,0 6-11 15,0-4-8-15,0 4-10 0,-5 0-4 0,-3 4-8 0,8-4-5 0,-5 6-7 16,-3 0-2-16,2 3-1 0,-1-5-1 0,1 5 1 0,-1 2 2 0,1-2 4 15,-7 1 7-15,6 1 2 0,0 2 4 0,0-3 4 0,7 1 1 0,-5 4 0 0,-3-6 3 16,3 5-1-16,5-4 1 0,-6 6 1 0,6-3-2 0,0-4 0 16,0 6-1-16,0 1 2 0,0-2-3 0,0-4-1 0,0 4-3 0,0 2-2 0,6-1-6 15,-1-2 1-15,3-2-4 0,-3 2 1 0,2-2 0 0,0-1-1 0,0-1 2 16,6 0 1-16,-7-3 2 0,7-2-1 0,-6 2 3 0,7-1 3 0,-9-5 6 16,8 4 5-16,-8-4 11 0,9 0 9 0,-7-4 9 0,6 4 8 0,-6-5 8 0,0-1 7 15,6-4 4-15,-7 6 6 0,1-6 1 0,-1 0 6 0,-1 1 1 0,2-6 2 16,7 0 2-16,-8 2-3 0,1-2-5 15,-2-6-5-15,3 2-7 0,0-5-7 0,-3 3-7 0,1 3-7 0,7-7-7 0,-5 1-23 0,-3 5 0 0,9-7 0 16,-9 7 0-16,10-5 0 0,-10 0 0 0,9 4 0 0,-9-4 0 0,11 3 0 16,-5 3 0-16,-4-1 0 0,7-2 0 0,-7 1 0 0,4 7 0 0,-6-3 0 0,3 7 0 15,0-6 0-15,-8 10 0 0,5-5 0 0,-5 7 0 0,7-3 0 0,-7 6 0 16,0 0 0-16,0 0 0 0,0 0 0 0,0 0 0 0,-7 0 0 0,2 6 0 16,5-6 0-16,-8 3 0 0,0 7 0 0,8-1 0 15,-5 2 0-15,-1-2 0 0,1 7 0 0,-11-3 0 0,11 7-15 0,5-4 3 0,-7 2 7 0,1 3 5 16,1-2 4-16,5-1 0 0,0 3 2 0,0-2 1 0,0 1-2 0,0 5 1 15,0-7-6-15,5 3 0 0,1-2 0 0,-6 5 0 0,7-3 0 0,-2-2-7 0,11-1-23 16,-11 3-17-16,1-2-15 0,7 2-20 0,-5-9-21 0,4 9-25 0,-6-6-30 16,0-5-35-16,2 4-40 0,-1-4-39 0,-2-1-41 0,3-4-61 0,-8-1-72 0,6 2-69 15,-6-6-67-15,0 0-14 0,0 0 9 0,0 0 28 0,0 0 35 0,-6-6 43 16,-2 2 43-16,3-6 54 0,-2 0 53 0,-7 1 54 0,1-6 54 0,0 5 66 0,0-5 71 16</inkml:trace>
  <inkml:trace contextRef="#ctx0" brushRef="#br0" timeOffset="105839.72">20509 17239 0 0,'-7'0'18'0,"7"5"137"0,0-5 87 0,0 0 62 0,0 0 49 0,0 0 37 0,0 0 34 0,0-5 29 0,7-4 28 0,-2 2 27 16,-5 4 23-16,14-8 26 15,-7 7 20-15,-1-2-102 0,6 1-174 0,2 1-102 0,-8 0-66 0,6-1-38 0,9 5-23 0,-7-6-19 0,4 6-15 0,1-3-22 16,-4 3-27-16,4 0-31 0,2 0-34 0,-3 0-44 0,8 0-49 0,-7 0-76 0,1 0-88 16,0 0-84-16,0 0-82 0,-9 3-29 0,10-3-3 0,-8 0 13 0,0 0 23 0,0 0 30 15,-2 0 36-15,5-3 42 0,-11-4 46 0,8 2 53 0,-8-4 57 0,9-1 71 16,-7-4 73-16</inkml:trace>
  <inkml:trace contextRef="#ctx0" brushRef="#br0" timeOffset="106110">21115 16941 0 0,'-8'0'1'0,"2"0"110"0,6-6 74 0,0 2 57 0,-5-1 51 15,5-5 46-15,0 1 45 0,0 0 39 0,0-7 37 0,0 2 35 0,5 4 31 16,-5 1 35-16,0 3 32 0,6-3-73 0,-6 3-132 0,0 6-71 0,8-5-48 15,-8 1-33-15,5 0-27 0,-5 4-26 0,0 0-21 0,7-5-19 0,-7 5-16 16,0 0-13-16,6 0-14 0,-6 0-14 0,0 0-9 0,7 0-12 0,0 5-11 0,-7-1-6 16,7 0-5-16,-2 1-5 0,3 4-3 0,-3-3-4 0,1 9-7 0,2-5-1 15,-3 4 1-15,11 2-5 0,-11-1-2 0,1-2-3 0,6 7-6 0,-3-1-6 16,3 5-7-16,-6-3-10 0,-1-2-16 0,3 5-18 0,0-3-20 0,-3-3-21 16,2 7-24-16,0-6-30 0,-7 1-31 0,0-1-38 0,0 0-39 0,-7-4-53 0,0 6-55 15,-6-3-96-15,5-3-112 0,-3 6-36 0,4-8-2 0,-7 2 21 0,2 0 28 16,1 0 39-16,-5-6 41 0,3 6 48 0,2-11 49 0,3 8 52 0,-4-9 58 0,5 3 61 15,0-3 68-15</inkml:trace>
  <inkml:trace contextRef="#ctx0" brushRef="#br0" timeOffset="106332.24">21491 17370 0 0,'13'5'31'0,"1"2"152"16,-1-4 92-16,-6-3 69 0,6-3 57 0,-2-4 49 0,-3 2 47 0,5-4 40 15,-7-10 40-15,6-2 36 0,-3 6 29 0,3 6 33 0,2 5 28 0,-8-1-112 16,6 5-199-16,2 0-108 0,-9 0-64 0,10 5-40 0,-10-1-29 0,9 2-23 16,-9 3-19-16,3 0-17 0,-3 3-18 0,3-3-32 0,-2 0-42 15,-6 6 0-15,7 1 0 0,-7 2 0 0,0-3 0 0,0 4 0 0,0-4 0 0,-7 4 0 0,1-5-10 16,6 2-100-16,-8 2-32 0,3-3-49 0,-8-3-53 0,8 1-67 0,-4-2-75 16,-3-2-109-16,4 0-118 0,-3-3-44 0,3-2-7 0,3 2 17 0,-8-6 30 15,5 0 40-15,2 0 40 0,6-6 53 0,-7 2 55 0,2-7 65 0,5 7 66 0,-9-11 74 16,4 6 75-16</inkml:trace>
  <inkml:trace contextRef="#ctx0" brushRef="#br0" timeOffset="106522.63">21578 17053 0 0,'0'0'8'16,"0"-6"133"-16,0 3 102 0,0-3 76 0,0 6 61 0,0-4 50 0,0-1 43 0,0 5 35 16,0-4 33-16,0 4 27 0,0 0 22 0,0-5 21 0,0 5 17 0,0 0-101 15,0-7-163-15,0 7-120 0,0 0-94 0,0 0-55 0,0 0-36 0,5 0-23 16,-5 0-17-16,6 7-21 0,-6-7-19 15,7 5-28-15,-2-5-27 0,-5 4-34 0,9 1-37 0,-4-1-43 0,2 2-43 0,7 3-82 0,-8 0-98 0,1 3-71 0,-2-8-58 16,9 5-17-16,-9 0 4 0,3-3 21 0,-1-1 29 0,-2-1 40 0,9 2 45 0,-14-6 50 16,5 0 54-16,3-6 56 0,-8 2 58 0,0-7 75 0,5 2 88 0</inkml:trace>
  <inkml:trace contextRef="#ctx0" brushRef="#br0" timeOffset="107252.7">22508 16971 90 0,'5'0'160'0,"-5"0"45"0,0 0 34 0,0-6 33 0,7 2 32 0,-7 4 32 0,0 0 33 0,0-6 32 0,0 1 31 0,0 1 31 0,0-1 30 0,0-1-60 15,0 2-113-15,-7-1-55 0,7 1-32 0,0-2-11 0,0 3-4 0,0-3-6 16,0 0-6-16,0 3-12 0,0-3-11 0,0-4-14 0,0 5-11 0,0 1-12 15,0-1-14-15,7 1-12 0,-7 4-12 0,0-6-10 0,0 0-13 0,9 3-11 16,-9 3-12-16,0 0-8 0,0-6-11 0,0 6-7 0,5-6-7 0,-5 6-3 16,6 0-2-16,-6 0-2 0,7 0 1 0,-2 0 0 0,3 6 1 0,0 0 2 0,3-3-4 15,2 3 1-15,-5 0-3 0,10 3 2 0,-5 4-1 0,0-1-1 0,1 3 2 16,6-2-4-16,-8 7-2 0,8-5-5 0,-7 4-4 0,-2 0-5 0,10 2-4 16,-14-3-5-16,4 3-2 0,5-6-7 0,-11 3-6 0,2 1-7 0,0-3-7 0,-2 2-7 15,3-3-6-15,-8 6-5 0,0-8-1 0,0 2-3 0,0-1 2 0,0 2-2 16,-8-1-1-16,8-1 4 0,-5-4 1 0,-2 5 8 0,0-5 7 0,7-1 7 15,-5 0 8-15,-2 3 6 0,-2-3 10 0,9-5 4 0,-5 1 4 0,-1-1 4 16,6 2 2-16,-7-6 5 0,7 0 3 0,-5 0 1 0,5 0 5 0,-9 0 2 0,9 0 4 16,0 0 2-16,-7-6 2 0,7 2 3 0,0 4 0 0,-5-5 0 0,5 1 2 15,0-1-1-15,0 1 3 0,0-8 2 0,0 8 2 0,0-7 1 0,0 8 0 16,0-7-2-16,0-5-1 0,0 5-3 0,0 0-6 0,5-4 0 0,-5 0-3 0,7-2-3 16,2 1-3-16,-4 2-7 0,2-8-5 0,-1 7-11 0,-1-5-15 15,11-2-15-15,-11 2-15 0,9 1-17 0,-1-3-20 0,-6 2-24 0,5 5-27 0,-5-2-28 16,6 1-35-16,0 1-34 0,-2 4-36 0,5 0-51 0,-11 5-57 0,13 1-86 15,-4-1-93-15,-1-1-32 0,1 6 2 0,-2 0 22 0,1 0 31 0,8 0 39 0,-7 6 43 16,-4-6 48-16,3 0 48 0,3 0 51 0,-5 0 53 0,2 0 61 0,-6-6 66 0</inkml:trace>
  <inkml:trace contextRef="#ctx0" brushRef="#br0" timeOffset="107696.43">23308 17068 0 0,'-5'10'30'0,"-3"-1"146"0,8-4 81 16,-6-1 59-16,1-4 44 0,-3 0 37 0,1-4 35 0,1-1 35 0,0 1 27 15,6-1 25-15,0 1 24 0,-7-2 27 0,7 0 22 0,0 3-112 0,0 3-187 0,0-6-98 16,0 6-48-16,0-6-24 0,0 6-15 0,0 0-13 0,0 0-13 0,0 0-14 16,0 0-12-16,0 0-7 0,0 0-8 0,0 0-9 0,0 0-7 0,0 0-11 15,-5 6-8-15,5 0-6 0,0-3-7 0,0 3-1 0,0 4-3 0,0-5 0 16,0 4 1-16,0 1 1 0,0-1 2 0,0 3-1 0,0-3-1 0,0 0-4 0,5 1-10 16,-5-1-6-16,7-4-4 0,-7 5-8 0,6-4-8 0,0 3-4 0,1-5-4 15,6 1-3-15,-7 1-6 0,2-6 0 0,5 4-3 0,-6-4 2 0,5 0 2 16,0 0 7-16,2-4 7 0,-7 4 7 15,4-6 8-15,-4 6 8 0,7-5 7 0,-7 1 7 0,4-5 8 0,-2 3 6 0,-2 3 8 0,-2-9 7 0,1 3 3 0,2-1 5 16,-3 1 5-16,-5 0 0 0,0-7 3 0,8 5 1 0,-16-2-1 0,8-2 0 16,0 0-3-16,-5 0-4 0,-3 2 1 0,2-2-5 0,1-6-1 0,-11 7-1 15,11 0 5-15,-8-1 6 0,8 0 4 0,-11 0 5 0,5 0 5 0,4 6 3 0,-7-1 0 16,9 5 3-16,-9-4 1 0,9 5-1 0,-10 4-2 0,2-6-1 0,7 6-1 16,-7 6-5-16,6-6-9 0,-5 4-8 0,5 5-8 0,-7-4-8 15,7 11-7-15,2-7-3 0,-1 6-6 0,-1-6 0 0,1 10 0 0,-2-4 1 0,3 4 0 0,5 1 2 16,-7 1 1-16,7-2 1 0,0-1 0 0,0 3 1 0,0-2-1 0,0 2-1 15,0-8 1-15,7 7-1 0,-7-1 1 0,5-4 1 0,3 0-1 0,-2 0 1 16,1-5 0-16,-1 4-2 0,6-4 0 0,-3-1-10 0,3 0-10 0,0 3-18 0,-5-8-18 16,6 1-20-16,6-1-25 0,-4 2-23 0,-3-6-26 0,0 3-29 0,2-3-30 15,4-3-52-15,-2 3-60 0,-4-6-85 0,8 2-91 0,-2-1-26 0,-5-5 1 0,0 4 22 16,6-8 32-16,-4 4 34 0,-2-3 38 0,-2-2 40 0,4 0 42 0,-3-4 44 16,-5-2 46-16,7 1 59 0,-9 2 65 0</inkml:trace>
  <inkml:trace contextRef="#ctx0" brushRef="#br0" timeOffset="108236.01">23629 16877 75 0,'0'-13'170'0,"0"1"63"0,0 3 54 0,0-6 46 0,0 6 43 0,-8-6 39 0,8 5 41 0,0-5 36 16,-5 6 33-16,5 0 34 0,0-6 27 0,0 5-57 0,0 4-107 0,0 1-82 0,0-4-72 16,0 5-45-16,0 4-34 0,0 0-25 15,5-6-21-15,-5 6-21 0,0 0-19 0,0 0-16 0,0 0-17 0,0 6-9 0,0-6-11 0,0 4-3 0,0 1-3 0,8 4-3 16,-8-3-4-16,0 9 0 0,5-5-2 0,-5-1 1 0,0 6-1 16,6 4-2-16,-6-4-2 0,0 3-5 0,8 3 1 0,-8-2-1 0,5 2-4 0,-5 3-3 15,7 0-9-15,2-5-4 0,-9 5-6 0,5 0-9 0,0 1-8 0,-5-4-10 16,8 3-9-16,-3-5-10 0,-5 2-8 0,8-3-11 0,-2 1-11 0,-6-4-18 15,7 0-17-15,-1 0-17 0,-6 0-19 0,7-5-16 0,-7-1-13 16,6 0-14-16,-6-3-12 0,0 3-9 0,0-4-10 0,8-1 1 0,-8-4 3 0,0 0 7 0,0 0 8 31,0 0 9-31,0 0 10 0,0 0 13 0,0 0 13 0,-8 0 12 0,8-4 14 0,0-1 17 16,-6 0 18-16,-1 1 19 0,7-2 20 0,-6-3 17 0,-1 5 19 0,1-8 17 16,-2 9 16-16,3-8 19 0,-3 7 22 0,3-7 20 0,0 3 22 0,5 3 18 15,-9-4 21-15,2-3 12 0,2 3 16 0,-3-1 10 0,2 1 9 0,6-6 3 16,-5 5 2-16,-3-5-1 0,8 6-2 0,-5-6-4 0,5 6-5 0,-7-6-10 0,7 0-9 15,0-1-11-15,0 7-10 0,0 0-11 0,7-6-9 0,-7 6-12 0,0-1-9 16,5-1-10-16,-5 2-11 0,8 3-9 0,-3-3-7 0,1 5-10 0,2-2-4 0,-3 3-4 16,2 3-3-16,2 0 1 0,1 0-4 0,-2 0-2 0,5 0-1 0,0 3 0 15,0 3-2-15,1-2 0 0,4 5-2 0,-5-3 0 0,6 3-4 0,1 2 0 16,0 3-5-16,0 0-1 0,-1-4-5 0,2 4-3 0,-3 2-3 0,3-1-2 16,-2 0-2-16,-6 0-2 0,6-2-5 0,-7-4-9 0,1 6-7 0,-5-3-10 15,-2 1-8-15,-1-4-9 0,3 2-7 0,0-2-4 0,-8-2-6 0,0 2-1 0,0-4-3 16,0 3-2-16,-8-3-1 0,8 1-1 0,-8-2 2 0,3-4 5 0,-1 5 8 15,-2-5 8-15,3 6 8 0,-3-6 10 0,1 0 8 0,2 0 6 0,-2 0 4 0,0-6 6 16,2 6 6-16,-3-5 9 0,3 1 11 0,-3 4 10 0,8-6 14 0,-6 1 9 16,1 1 12-16,-2-5 9 0,-2 3 11 0,4-4 7 0,5 1 8 0,-7-2 2 15,1 2 6-15,1 0 0 0,5-1-1 0,-9 0-5 0,9-5-10 0,0 6-8 16,-7-6-11-16,7 6-15 0,0-6-13 0,0 0-11 0,7-1-13 0,-7 2-13 16,0-1-15-16,9 2-12 0,-4-3-16 0,1 2-19 0,1-1-16 0,-2 2-22 0,11-2-24 15,-11-1-27-15,9 2-22 0,-9 4-27 0,8-5-24 0,1 6-26 0,-2 3-31 16,1-3-44-16,-5 5-48 0,3 4-71 0,5-5-78 0,-5 5-31 0,1 5-4 0,4-5 20 15,-5 4 33-15,2-4 37 0,-5 4 40 0,4 1 43 0,-6-5 43 0,0 6 45 16,9-6 48-16,-15 3 56 0,5-3 59 0</inkml:trace>
  <inkml:trace contextRef="#ctx0" brushRef="#br0" timeOffset="108680.55">24187 16898 0 0,'-5'3'9'0,"5"3"128"0,-8-6 81 0,8 0 61 0,-5 0 51 0,5 0 45 0,0 0 42 0,-7 0 42 0,7 0 37 0,0-6 38 15,0 3 33-15,0-3 31 0,0 0 28 0,0 2-84 0,7-1-157 0,-7 1-91 16,0-5-59-16,0 3-34 0,5 0-26 0,-5 3-19 0,8-3-23 0,-3 0-18 15,-5 6-19-15,0-3-16 0,8 3-16 0,-8-6-12 0,0 6-12 0,6 6-11 0,-6-6-6 16,7 3-5-16,-7 3-5 0,0 0-4 0,6-3-3 0,-6 9-2 0,0-3-3 16,0 0-1-16,7 1-1 0,-7 5-1 0,0-6-2 0,0 6-4 0,0 0-6 15,0 0-7-15,6-1-5 0,-6 0-6 0,0 1-5 0,0 1-3 0,0-2-2 16,7-4-4-16,-7 5-1 0,0-6-1 0,6 1 0 0,-6-1 0 0,5 0 1 0,4-3 4 16,-2-1 8-16,-2-1 6 0,3 2 6 0,-3 0 7 0,1-6 5 0,2 0 4 15,-3 0 6-15,2 0 5 0,-1 0 1 0,8-6 4 0,-7 0 3 0,7 2 6 16,-9-1 4-16,2-1 5 0,-1 2 3 0,7-5 3 15,-5 0 2-15,-3-3 2 0,0 3-2 0,3-6 3 0,-2 6-1 0,-6-7-1 0,7 2-2 0,1-1-1 0,-3 2-2 16,-5-3-3-16,6 2-4 0,-6-1-4 16,8 2 1-16,-8-2-3 0,5-1 3 0,-5-2 1 0,8 6 6 0,-8-3 1 0,0 1 3 0,5 6 4 0,-5-3 4 15,0 1-1-15,8 5 1 0,-8-5-5 0,0 5-4 0,0 5-7 0,0 0-10 16,0 0-7-16,0 0-1 0,0 0-8 0,0 0-5 0,0 5-2 0,-8 5-6 0,8 1-3 16,0-1-1-16,0 3-2 0,0-2 1 0,0 7 2 0,0 3 5 15,-5-2 6-15,5 2 8 0,0-3 6 0,0 6 2 0,0-4-1 0,0 4 2 0,0 2-1 16,0-7 0-16,0-1-1 0,0 7-2 0,5-5 1 0,-5 0-3 0,0-6-4 15,0 1-6-15,8 1-9 0,-8-2-16 0,0-1-13 0,6-3-16 0,-6 1-21 0,0 4-22 16,0-11-23-16,0 5-26 0,5 1-34 0,-5-5-31 0,-5 4-48 0,5-3-49 16,0 0-107-16,-6-2-130 0,6 1-48 0,-8-5-8 0,3 4 12 0,-3-4 28 0,-5 0 35 15,7-4 39-15,-7-1 42 0,6 1 46 0,1-8 50 0,-7 8 53 0,8-6 61 16,-3-4 68-16</inkml:trace>
  <inkml:trace contextRef="#ctx0" brushRef="#br0" timeOffset="108997.33">25009 16965 99 0,'-8'-4'174'0,"3"-2"54"0,-1 6 47 0,-2-5 44 0,3 1 41 0,5 4 37 0,-7-5 36 0,1-1 30 0,6 6 31 0,0-4 29 0,0 4 27 0,-8 0-69 16,8 0-124-16,0 0-73 0,0 0-47 0,0 0-33 0,0 0-27 0,0 0-25 15,0 0-22-15,0 0-22 0,0 0-20 0,0-5-15 0,8 5-17 0,-8 0-13 16,6-4-14-16,-6 4-10 0,7-6-13 0,-2 6-12 0,3-3-14 0,-2 3-16 31,7 0-18-31,-8-6-21 0,11 6-21 0,-5 0-27 0,-4 0-27 0,7 0-34 0,-2 6-33 16,-6-6-59-16,7 3-66 0,0-3-80 0,-8 6-76 0,4-2-26 0,3 1 4 15,-4-1 18-15,-8 2 28 0,5-1 34 0,-5-5 38 0,0 0 42 0,7 4 46 0,-7-4 48 16,0 0 50-16,-7 5 62 0,7 1 69 0</inkml:trace>
  <inkml:trace contextRef="#ctx0" brushRef="#br0" timeOffset="109156.38">24990 17102 52 0,'-13'15'164'0,"6"-5"73"0,-7-1 56 0,8-4 46 16,-1 5 43-16,-5-5 39 0,5-5 40 0,7 4 33 0,-7-4 32 0,1 0 28 0,6 0 27 15,0 0-48-15,0 0-89 0,0 0-94 0,0 0-98 0,0 0-53 0,0 0-35 16,0 0-26-16,0 0-18 0,0 0-19 0,0 0-17 0,6 0-17 0,1 0-12 15,0-4-18-15,5 4-21 0,-5 0-35 0,7 0-39 0,4 0-53 0,-4-5-61 0,4 5-90 16,3 0-101-16,6-6-95 0,-9 2-91 0,8 4-34 0,-7-5-6 0,8 1 8 16,1-5 18-16,-12-3 30 0,12 3 35 0,-1-1 49 0,-8-4 54 0,6-2 64 0,-6-2 68 15,8-1 82-15,-6-7 83 0</inkml:trace>
  <inkml:trace contextRef="#ctx0" brushRef="#br0" timeOffset="109377.87">25757 16564 0 0,'-6'11'5'0,"-7"-1"133"0,5-1 110 0,-3-4 84 0,4-1 61 16,-7 2 51-16,9-6 41 0,-2 0 31 0,1 0 28 0,-1-6 23 0,7 6 16 16,0-4 17-16,-7-1 13 0,7 5-96 0,0 0-159 0,0 0-126 0,0 0-109 0,7 5-58 15,-7-1-29-15,0 2-16 0,0 3-8 0,7 0-2 0,-7 3 3 0,0-3 4 16,6 4 7-16,-6 2 5 0,7 0 6 0,-7 6 2 0,5-8 3 0,-5 8 0 16,9-2-2-16,-9 5-3 0,0-3-4 0,0 3-5 0,0 0-3 0,5 4-5 15,-5-1-8-15,0-5-14 0,0 8-19 0,0-6-22 0,0 0-30 0,7 7-30 0,-7-13-36 16,6 7-40-16,-6-5-42 0,5 0-53 0,3-2-58 0,-8-3-95 0,8 0-106 15,-3 0-41-15,-5-6-7 0,6 1 17 0,2-5 28 0,-8 1 39 0,0-3 41 0,0-3 49 16,0 0 51-16,0 0 52 0,0 0 55 0,0-3 61 0,0-8 65 0</inkml:trace>
  <inkml:trace contextRef="#ctx0" brushRef="#br0" timeOffset="109773.78">25606 17047 0 0,'0'-9'6'0,"-5"5"126"0,5-5 89 0,-5 4 66 0,-3-5 56 0,8-5 50 0,0 4 45 15,-5 2 42-15,5-1 38 0,0-5 32 0,0 6 28 0,0-6 24 0,0 2 25 0,5 1-91 16,-5-3-153-16,8 2-99 0,-3 4-67 0,-5-6-46 15,5 0-30-15,4 4-24 0,-4 3-23 0,2-7-18 0,1 4-16 0,-2 1-9 0,0 1-7 0,1 0-5 16,-2-1-2-16,2 5-4 0,0-1-6 0,0 2-4 0,-1-2-3 0,1 1-2 16,-2 5-1-16,9-4-1 0,-7 4 1 0,-1 0 1 0,7 4-1 0,-5-4-1 15,3 5 0-15,2 1-1 0,2-2-1 0,-3 2 0 0,0 3 1 0,1 1 1 16,6-1-5-16,-3 6 1 0,2-4-3 0,3 4-1 0,-10-2-4 0,15 8-1 0,-13-6 0 16,8 3-2-16,-2-2 1 0,1 2-4 0,-1-3 2 0,0 4-1 0,-6-4-2 15,8 4 0-15,-9-4-3 0,0-1-5 0,-4 2-6 0,4-1-5 0,-4-6-5 16,-2 0-6-16,-1 7-3 0,3-7-2 0,-8 0-2 0,0-3-2 0,0 3 0 0,0 3-1 15,0-8-1-15,-8 5-2 0,8-4 2 0,-5 5 3 0,5-5 7 0,-6-1 5 16,-2 1 5-16,3 2 6 0,-2-4 5 0,-1 3 2 0,2-6 5 0,0 0 4 16,-1 5 3-16,2-5 5 0,-4 0 8 0,2 0 5 0,2-5 6 0,-1 5 4 0,-1-6 5 15,1 3 3-15,-2-4 2 0,3 2 2 0,-2 1 2 0,1-7 4 0,0 7 3 16,6-5-2-16,-7 0 3 0,-1-3-1 0,8 3-4 0,0-1-4 0,-5 1-3 16,5 0-7-16,0-3-6 0,0-3-6 0,0 6-6 0,5-4-5 0,-5 1-6 15,8-2-8-15,-8-1-9 0,7 2-11 0,-1 3-8 0,0-5-16 0,1 0-13 0,6 0-18 16,-7 0-18-16,7 6-21 15,-8-6-20-15,11 2-24 0,-4 1-25 0,-6 3-30 0,8-6-27 0,-2 10-33 0,-4-3-31 0,3 3-53 0,2-5-62 0,-6 10-56 0,7-6-54 16,-8 1-7-16,7 5 19 0,-6 0 27 0,-1 0 34 0,-1 0 42 0,3 0 42 16,0 5 44-16,-8-5 46 0,0 0 48 0,5 0 49 15,-5 0 60-15,8 0 72 0</inkml:trace>
  <inkml:trace contextRef="#ctx0" brushRef="#br0" timeOffset="110106.9">26312 16864 0 0,'0'0'17'0,"0"0"137"0,0 0 86 0,-8 0 66 0,8 0 53 0,0-6 50 0,-5 0 47 0,5 3 43 0,0-3 39 0,0 0 36 0,0 3 31 0,0-3 29 0,0 1 29 16,0 5-102-16,0-4-171 0,0 4-103 0,0 0-65 0,-7-4-44 16,7 4-33-16,0 0-30 0,0 0-33 0,0 0-23 0,0 0-24 0,0 0-14 0,0 0-12 0,0 0-11 15,0 4-8-15,0 0-5 0,0 1-8 0,0 4 0 0,0 3-2 0,0-3-1 16,7 1 6-16,-7-1 5 0,0 6 4 0,0 0 8 0,0 0 3 0,5-2 3 16,-5-2 4-16,0 4 0 0,8-1 5 0,-2-5-2 0,-6 6 3 0,7-4-1 0,-1-1 1 15,-1-1-1-15,2 0 0 0,2-3 2 0,1 3-1 0,-2-3 0 0,5-3 0 16,0 9-3-16,-7-8 0 15,7-4-1-15,0 5 0 0,-6-1 4 0,5-4 6 0,-5 0 6 0,6 0 9 0,-6 0 4 0,0 0 6 0,-2-4 1 0,2-1 2 0,2 1 2 16,-4-2 1-16,1 0 1 0,1-3 1 0,-2 0-2 0,-5 3-4 0,9-3-7 16,-9 0-27-16,5-1-12 0,-5-5 0 0,7 4-1 0,-7-2-38 0,6 3-17 31,-6-5-17-31,5 4-18 0,-5-2-21 0,8 4-24 0,-8-6-25 0,8 3-23 16,-8 3-27-16,5 0-25 0,-5-1-25 0,7 4-25 0,-7-3-22 0,0 3-50 15,6 3-56-15,-6-3-62 0,6 1-65 0,-6 1-10 0,8 4 15 0,-1-4 27 0,-7 4 37 16,5-5 38-16,-5-1 41 0,6 6 45 0,2-4 43 0,-3 4 47 0,-5-6 48 0,8 6 62 15,-1-5 67-15</inkml:trace>
  <inkml:trace contextRef="#ctx0" brushRef="#br0" timeOffset="110504.16">26794 16804 98 0,'5'6'178'16,"-5"-6"61"-16,0 0 54 0,7 0 48 0,-7 0 48 0,0 0 44 0,0 0 46 0,0 0 39 15,0 0 39-15,0 0 32 0,0 0 26 0,0 0-71 0,0 0-131 0,0 0-87 16,0 0-62-16,0 0-48 0,0 0-43 0,0 0-33 0,0 0-30 0,0 0-30 15,-7 5-25-15,7-5-22 0,0 4-18 0,0 0-14 0,0 1-8 0,0 1-4 0,0-3 0 16,0 3 0-16,0 0 1 0,0-3 4 0,0 3 4 0,0 0 2 0,0-2 3 16,0 1 1-16,7-1-1 0,-7 1 1 0,0-1 1 0,7 2 0 0,-7-6 1 15,5 6-1-15,-5-3 3 0,8-3 0 0,-1 6-1 0,-2 0-1 0,4-6-1 16,-9 3 0-16,10 3 0 0,-2-6-1 0,-3 4 0 0,3-4 1 0,-2 5-1 0,7-5 1 16,-5 4 0-16,-3-4 2 0,2 0 5 0,-1 0 4 0,1 0 6 0,0 0 4 15,-7 0 7-15,7 0 4 0,-2-4 3 0,-5-1 3 0,8 5 2 0,-8-4 3 16,0-2-1-16,5 3 2 0,-5-9-1 0,0 9-4 0,0-9-3 0,0 3-7 0,0 0-8 15,0-1-8-15,0 1-4 0,-5-6-7 0,5 4-7 0,-8-2-4 0,8 3-5 16,-5-5-1-16,-2 4-3 0,7 2-3 0,-7-5 1 0,0 3-2 0,1 1-1 0,-1 5 0 16,7-4-1-16,-5 5-1 0,-3-2-2 0,8 6 0 0,-6-3 0 0,-1 3-1 15,7 0 2-15,-6 3-1 0,-2 3 2 0,3-2-2 0,-8 5 3 0,8-4-3 16,-4 5 2-16,-3 5 0 0,4-5 2 0,3 4 0 0,-9 1 4 0,9 1 0 0,-3 2 0 16,-5-3 2-16,7 0-5 0,1 0 0 0,5 4-7 0,-7-4-4 0,-2 0-8 15,4-2-10-15,5 2-11 0,0-4-11 0,0 3-12 0,0 0-13 0,0-4-14 16,0 1-16-16,5 4-17 0,4-6-22 0,-2 1-27 0,-2-1-26 15,9 0-26-15,-9 3-45 0,8-3-52 0,1 0-68 0,-1-5-69 0,-6 7-24 0,7-7 3 0,-4 8 17 16,3-8 25-16,1-4 30 0,-7 5 34 0,7-5 41 0,-9 0 41 0,8-5 46 0,-6 5 45 16,7-4 57-16,-9 4 60 0</inkml:trace>
  <inkml:trace contextRef="#ctx0" brushRef="#br0" timeOffset="110710.09">27152 17025 11 0,'6'0'130'15,"-6"-5"88"-15,5-2 74 0,-5 4 61 0,0 3 55 0,7-6 51 0,-7 6 46 0,0 0 41 16,0-5 36-16,0 5 31 0,0 0 26 0,0 0-26 0,0 0-56 0,0 0-105 15,0 0-131-15,0 0-81 0,0 0-60 0,8 0-37 0,-8 0-33 0,6 5-26 16,-6 1-23-16,0-6-18 0,7 10-13 0,-7-5-7 0,6-1-8 0,-6 5-2 0,0-3-3 16,5 3-13-16,-5 0-13 0,0-3-17 0,0 4-22 0,8-1-26 0,-8-4-29 15,0 5-32-15,0-5-36 0,0-1-39 0,0 2-40 0,0 0-69 0,-8-6-81 16,8 0-85-16,0 0-83 0,0 0-20 16,-5 0 8-16,-1-6 24 0,6 0 33 0,-7 2 40 0,1-7 45 0,-2 2 47 0,8-4 50 0,-7-2 54 0,2-6 55 0,-1 8 70 15,0-13 75-15</inkml:trace>
  <inkml:trace contextRef="#ctx0" brushRef="#br0" timeOffset="110851.14">27078 16785 62 0,'0'0'188'16,"0"0"89"-16,-5 0 72 0,5 0 56 0,0 0 45 0,0 0 40 15,0-6 32-15,0 6 26 0,0-5 24 0,0 1 18 0,0 4 19 0,0-5-62 0,5 5-102 0,-5 0-122 16,9 0-132-16,-4 0-83 0,-5 0-60 0,7 0-44 0,1 0-41 0,-3 5-41 16,2-1-41-16,0 1-40 0,-2 1-42 0,-5-2-74 0,8 7-85 0,-8-7-84 15,0 2-74-15,0 3-28 0,0 0-1 0,-8-3 13 0,8-3 24 0,-5 3 35 16,-9 0 39-16,9-6 46 0,-10 3 49 0,1-3 55 0,-4-3 55 0,-1 3 73 0,7-6 76 15</inkml:trace>
  <inkml:trace contextRef="#ctx0" brushRef="#br0" timeOffset="111971.61">12191 17303 14 0,'0'-6'101'0,"0"-3"54"0,8 5 43 0,-8-2 37 0,0 0 32 0,0 2 33 0,0-6 33 0,0 6 29 0,0-6 30 0,0 5 27 16,5 1 24-16,-5-1-28 0,0-2-58 0,0-2-57 0,8 4-60 0,-8 1-35 16,0-2-24-16,6 1-16 0,-6 1-12 0,0 0-15 0,0-1-15 0,5 5-15 15,-5 0-12-15,0-6-13 0,0 6-13 0,0 0-8 0,0 0-14 0,0 0-9 0,0 0-9 16,0 0-9-16,0 0-7 0,7 0-5 0,-7 0-8 0,8 6-2 0,-8-6-5 15,6 5-3-15,-6-1 0 0,6 5-1 0,1-3 1 0,-2 3 2 0,-5 0 0 16,8 7 3-16,0-7 2 0,-3 6 1 0,1 0 2 0,-1 0 1 0,-5 4 1 0,7 2-1 16,2-3-1-16,-4 1 2 0,2-4-2 0,-1 6-2 0,-1-3-3 0,4 1-1 15,-2 2-1-15,-7-7 0 0,5 6 1 0,9-11-2 0,-9 6 0 0,3 0-1 16,-1-6 1-16,-2 1 1 0,9-5-1 0,-9 5 1 16,3-5 1-16,-3-1 3 0,3-4 0 0,-2 5 6 0,-1-5 1 0,3 6 1 0,0-6 1 0,-3 0 4 0,3-6 4 15,-3 6 4-15,0 0 9 0,4-5 7 0,-9 1 7 0,5 4 6 0,-5-5 7 16,7 1 1-16,-7-7 5 0,6 7 0 0,-6-2 2 0,0-3 2 0,0 3 0 0,0-3-1 15,0 0-1-15,-6-1-6 0,-1-1-7 0,7 1-9 0,-5 6-7 0,-4-6-5 16,4 0-5-16,0 1-6 0,-8 3-1 0,5-3-4 0,0 5-3 0,-3-2-2 16,3 6-3-16,3-5-4 0,-3 5-3 0,-4 0-2 0,5 5 0 15,2 1-2-15,-2-2 0 0,-1 2-1 0,3 3-1 0,-3 0-2 0,2 6-3 0,1 0 3 0,-11 0-1 16,11-2 1-16,-1 8 2 0,-1-2 2 16,2 1 1-16,-4 5 1 0,9-6 2 0,-7 1-1 0,2 5 1 0,5-7 1 0,-6 6-1 0,6-3 1 0,-5-2 2 0,5 5-1 15,-8-5-1-15,8 1 0 0,0-4 0 0,0 2-3 0,0-3 0 0,-8 4-2 16,8-4 1-16,0 0-1 0,0 0-3 0,8-5-1 15,-8 4-3-15,0-4-3 0,0-1-3 0,0-4 1 0,0 6-2 0,0-6 0 0,0-1 0 0,0-4 3 0,0 5-2 16,0-5 5 0,0 0 1-16,0 0 0 0,0 0 5 0,0 0 0 0,-8 4 5 0,8-4-5 0,-5 0-4 0,-2 0-9 0,7 0-13 0,-6 0-11 0,-8 0-12 0,7 0-14 15,2-4-12-15,-9 4-20 0,9-5-16 0,-3 5-24 0,-5-4-23 0,7 4-25 32,-1-5-22-32,2 5-36 0,-3 0-39 0,2-7-53 0,-1 7-52 0,1 0-37 0,1 0-23 15,-3 0 3-15,8 0 16 0,-8 0 26 0,3 0 30 0,5 0 35 0,-7 0 37 0,1 0 36 16,1 0 39-16,5 0 49 0,-9 0 51 0,2 0 58 0,7 0 70 0</inkml:trace>
  <inkml:trace contextRef="#ctx0" brushRef="#br0" timeOffset="113301.56">9880 17400 18 0,'-8'0'91'0,"2"0"40"0,6-6 32 0,-6 6 30 0,-1-3 28 0,2 3 25 0,5 0 23 0,-9-6 23 0,4 6 23 0,5 0 26 0,-7-3 23 0,7 3-28 0,-6-7-59 16,6 7-38-16,-5-5-20 15,5 5-14-15,0 0-8 0,0 0-5 0,-8-4-6 0,8 4-4 0,0 0-2 0,0-5-5 0,0 5-5 0,-8-6-6 0,8 6-11 16,0-4-7 0,0 4-13-16,0-5-10 0,0 1-14 0,0 4-11 0,0-5-10 0,0 5-11 15,0-4-10-15,0-2-9 0,0 6-9 0,0-6-7 0,0 6-9 0,0 0-6 0,0-4-8 0,0 4-7 0,0-5-8 0,0 5-7 0,0-6-5 16,0 6-6-16,8 0-4 0,-8 0-5 0,0 0-1 0,8-3-2 16,-8 3-1-16,5 3 0 15,1-3-2-15,1 0 2 0,-2 6 2 0,9-1 1 0,-7-1 1 0,-1 8 4 0,8-3-1 16,-2 0 2-16,2 1-4 0,-9 4-5 0,8 2-4 0,-6-7-5 0,7 10-5 15,-8-4-4-15,7 0-3 0,-6 0-2 0,-1-1-3 0,-1 6 0 0,3-5-4 0,0-1 2 16,-8-4 0-16,5 5 5 0,-5 0 2 0,8-6 6 0,-8 6 4 0,5-2 4 16,-5-1 6-16,0-3 2 0,0 6 5 0,5-6 3 0,-5 1 0 0,0-1 4 15,0 1 2-15,9 1 1 0,-9-2-1 0,0-5 1 0,5 7-2 0,-5-7 2 0,7 2 1 16,-7-1 2-16,6-1 0 0,-6 1 3 0,8-1 0 0,-8-4 3 0,6 0 2 16,1 0 1-16,-7 0 4 0,5 0 1 0,3 0 1 0,-2-4 3 15,-6-1 2-15,7 1 7 0,-1 4 4 0,-6-11 7 0,5 7 8 0,2-2 4 0,-7-3 5 0,0 3 6 16,9-3 2-16,-9 0 5 0,0 0 3 0,0-3 7 0,0 3 2 0,0-1 3 15,0 1 2-15,-9 0-2 0,9-3-2 0,-7 3-4 0,2-6-4 0,5 6-3 16,-6-1 0-16,-1 1-3 0,1 3-1 0,-2-3-5 0,3 3-4 0,-2 2-4 16,7-1-8-16,-6-1-6 0,-2 6-4 0,2 0-7 0,-1 0-1 0,2 0-7 0,-4 6-2 15,4-1-6-15,5 5-5 0,-5-4-4 0,-3 3-3 0,3 0-2 0,-3 6 1 16,0-6-3-16,3 7 1 0,5-1 2 0,-6-2 3 0,-1 7 1 0,7-4 3 16,-6 2 0-16,6 1 4 0,-7 2-1 0,7-3 1 0,0 3 0 0,0-6 0 0,0 4-1 15,0-1-1-15,0 3 0 0,0-8-1 0,0 2 0 0,0 0-2 0,0 0 1 16,0 0-1-16,0 0-1 0,7-5-1 0,-7-1-2 0,0 0 0 0,6 1 2 0,-6-5-3 15,0 4 2-15,7-2 0 0,-7-2 1 0,0-1-1 0,0-4-2 0,0 0-3 16,0 0-5-16,0 0-1 0,0 5-7 0,0-5 0 0,0 0-11 0,-7 4-13 0,7-4-15 16,-6 0-20-16,-1 0-23 0,1 0-24 0,-1-4-25 0,0 4-26 0,0 0-31 15,-6-5-36-15,2 5-50 0,-2 0-57 0,-2-4-62 0,3-1-60 0,-9 5-15 16,9 0 10-16,1-7 24 0,-10 7 31 0,8 0 35 0,-8 0 38 0,10 0 40 16,-10 0 42-16,8 0 44 0,2 0 48 0,-4 0 57 0,2 0 66 0</inkml:trace>
  <inkml:trace contextRef="#ctx0" brushRef="#br0" timeOffset="115454.84">8863 18006 0 0,'0'0'10'0,"0"0"70"0,0 0 36 0,-5 3 22 0,5-3 17 0,-8 6 10 0,2-6 12 0,6 0 11 0,-7 0 11 0,1 0 13 0,-1 0 10 16,1 0-6-16,6 0-14 0,-7 0-40 0,1 5-56 0,6-5-28 0,0 0-11 15,0 0 0-15,0 0 13 0,0 0 11 0,0 0 11 0,0 0 10 0,0 0 11 0,0 0 10 16,0 0 8-16,0 0 7 0,0 0 5 0,0-5 1 15,0 5 3-15,0 0-4 0,0-6-1 0,0 6-9 0,0 0-7 0,0 0-11 0,0-3-9 0,0 3-12 16,0 0-12-16,6-6-12 0,-6 6-13 0,7 0-11 0,-7-4-10 0,0 4-8 16,6 0-10-16,1 0-5 0,-1-5-2 0,-6 5-4 0,7 0 1 0,7 0-3 0,-9 0 0 15,3 0-2-15,-3 0 0 0,2 0-1 0,5 0-1 0,-5 0 1 0,6 0-2 16,1 5 0-16,-9-5-3 0,11 4-1 0,-11 2-1 0,6-3-2 0,-4 3-1 0,7-1-2 16,-7-1-1-16,-1 8 0 0,-1-3-2 0,3-5-1 0,0 11-1 0,-3-6-1 15,1 6 0 1,2 0-2-16,-8 0 0 0,5 1-2 0,-5 2 2 0,0 1-1 0,0 1-2 0,0 5 2 0,-5-7-1 0,5 9-1 15,-8-5 1-15,8-1 2 0,-6-2 0 16,1 5 0-16,5-3 2 0,-8-3 0 0,0-3 3 0,3 6 1 0,5-8 0 0,-6 2 0 16,-1 0 0-16,7-5 0 0,-5 4 1 0,5-4-1 0,0-1 1 0,0 3-2 15,0-3 2-15,0 0 2 0,0-5 2 0,0 1 1 0,5 1 5 0,-5-2 4 16,7 1 4-16,-7-5 8 0,6 6 8 0,-6-6 5 0,5 0 5 0,3 0 1 0,0-6 2 16,-3 6 1-16,9-5-2 0,-9 1-1 0,10-2-2 0,-3-3-3 0,0 0-3 15,1 3-3-15,1-3-4 0,7-1-2 0,-9-1-2 0,-1-2-1 0,5 4-2 0,-5-3 1 16,2 3 1-16,0-1 6 0,-6 0 5 0,7 2 7 0,-8 2 7 15,1-3 5-15,-2 3 7 0,-5-3 3 0,7 3 1 0,-7 1 3 0,0 1-2 0,0-2 0 16,0 3-1-16,-7 3-1 0,7-6-4 0,-5 6-5 0,-2 0-6 0,7 0-10 0,-6 0-7 16,-2 0-8-16,2 6-6 0,-6-3-8 0,4 3-3 0,2 3-4 0,-7-3-7 15,8 3-2-15,-2 6-2 0,-7-5-3 0,8-1-2 0,-1 6 1 0,2-6 0 0,-4 7 2 16,2-7 3-16,-4 6 1 0,3-6 1 0,8 6 2 0,-5-5 1 0,-3 4 0 16,3 1 1-16,-2-5 0 0,0 5 2 0,2-6-1 0,-2 6 1 0,-1 1 1 15,3-7 0-15,-3 0-1 0,8 6 1 0,-6-6-2 0,6 3 0 0,-5-3-3 0,5-5 1 16,-8 5-3-16,8 2 0 0,0-2-3 0,0-2 2 0,0-4-2 0,0 8 2 0,0-7-1 15,0 0-2-15,0 2-4 0,0-1 0 0,0-1-6 0,0 1-2 0,0-5-4 16,0 6 0-16,0-2-1 0,0-4-4 0,0 0 0 0,0 0-2 0,0 6-1 16,0-6 1-16,0 5 0 0,0-5 0 0,0 0-2 0,0 4-1 0,-8-4-5 0,3 5-4 15,5-1-5-15,-6-4-10 0,-1 6-8 0,2-2-10 0,-11 1-13 0,11 1-14 0,-6-3-18 16,3-3-21-16,-5 7-22 0,6-2-25 0,0-1-31 0,-6 1-37 0,6-1-45 16,2 2-52-16,-2-6-46 0,0 3-42 0,7 3-5 0,-5-6 11 0,5 0 22 0,0 5 27 15,0-5 32-15,0 0 36 0,-8-5 36 0,8 5 38 0,0-6 46 0,0 3 48 0,0-3 54 16,0-3 70-16</inkml:trace>
  <inkml:trace contextRef="#ctx0" brushRef="#br0" timeOffset="124715.99">10122 18386 11 0,'-9'-5'104'0,"9"5"56"0,-7 0 44 0,7-4 37 0,0 4 30 0,-5-6 31 0,5 6 25 0,0 0 23 0,0-3 25 0,0 3 22 0,-6-6 21 0,6 6-28 0,0 0-58 0,0-4-62 0,0 4-72 0,0-5-37 15,0 5-23-15,0 0-16 0,0 0-12 0,0-6-9 0,0 6-8 0,0 0-9 16,0 0-4-16,0 0-6 0,0 0-5 0,0 0-7 0,0 0-6 0,0 0-4 0,0-4-5 15,0 4-5-15,0 0-1 0,0 0-3 0,0 0-1 0,0 0-1 0,0 0-2 16,0 0-4-16,0 0-1 0,0 0-4 0,0 0-4 0,0 0-2 0,0 0-3 16,0 0-2-16,0 0 0 0,0 0-3 0,0 0 1 0,0 4-3 0,0 2 1 0,0-1-3 15,0-1 1-15,0 5 1 0,6 1 2 0,-6 1 0 0,0-2 2 0,0 6 2 16,0-1 0-16,0 0 0 0,0 1 0 0,0 6-2 0,0-8 1 0,5 2-4 0,-5 6-1 16,0-8-1-16,0 2-2 0,0 0-1 0,7 0-3 0,-7 0-2 0,0 0 0 15,9-5-1-15,-9 4-2 0,5-4 1 0,-5-1-1 0,5 0 2 0,-5-3 0 0,8 4 0 16,-8-5 2-16,5-1 0 0,3 5 2 0,0-3-1 0,-8-6 3 0,5 5 0 15,1-5 2-15,2 4 3 0,-8-4 1 16,5 0 0-16,3 0 2 0,-3 0 2 0,2 0 1 0,0-4 2 0,-2 4 2 0,2-5 3 0,1 5 2 0,-3-6 1 0,3 2 2 16,-2-1-1-16,-1 1 1 0,2-1 2 0,2-5 3 0,-4 4 1 0,-5-3 0 0,6 3 1 15,1-3 1-15,-2 0 0 0,4 0-1 0,-9-1-3 0,7-1-1 0,-2 1-1 16,-5 1-3-16,6-6-4 0,-6 0 0 0,5 0-4 0,-5 6-2 0,0-4-4 16,8-3-3-16,-8 1-3 0,0 1-1 0,0-2-2 0,0 7-3 0,0-6 2 0,8 6-1 15,-8-1 4-15,0 1 0 0,0 3 3 0,0 1-1 0,0 1 0 16,0 4-2-16,0 0-5 0,0 0-6 0,0 0-5 0,0 0-7 0,0 0-3 0,0 0-3 0,0 0-2 15,-8 0-1-15,8 4-4 0,0 7-3 0,0-8 1 0,-8 9 1 0,8-4 0 16,0 6 2-16,-5-2 3 0,5 3 6 0,0-2 4 0,0 2 8 0,-6 0 3 0,6 0 3 16,0-2-2-16,0-2 2 0,0 4-2 0,0-5 2 0,0 3-2 0,0-2-1 15,6-2 1-15,-6 7 0 0,5-7 2 0,-5 0-2 0,8 0 3 0,0-3-2 0,-3 3 1 16,2-3 2-16,-1 4 0 0,0-5 0 0,2 4 1 0,4-5 2 0,-6 2-1 16,2-1 3-16,5-3001 0 0,-6 5996 3 0,5-2995-1 0,0-5 4 0,-4 0 0 15,5 0 3-15,-7 0 2 0,7-5 4 0,0 5 2 0,0-4 5 0,-8-1 2 0,11-5 4 16,-5 5 1-16,2-4 2 0,-5-1 0 0,4-5 2 0,0 6 1 0,-4-6-1 15,4-1 0-15,-3 2 0 0,-4-1-3 0,8-4-3 0,-7 0-4 0,1-1-4 0,-7 1-3 16,8-2-4-16,-3 3-1 0,-5-7-2 0,0 5-3 0,6-3-2 0,-6 2-1 16,0 3-3-16,0-7-1 0,0 5-3 0,-6 6 0 0,6-6-1 0,0 5-1 0,-5 6-1 15,5-7-6-15,0 7-6 16,-8 3-10-16,8 2-15 0,0-1-23 0,-7 0-23 16,7 5-29-16,-6 0-30 0,6 0-31 0,-8 5-32 0,8 0-29 0,-5 5-25 0,0-1-45 15,5 3-51-15,-9-5-67 0,4 8-73 0,5 0-29 0,-7 6-10 0,7-8 21 16,-8 2 31-16,8 0 39 0,0 0 42 0,-5 0 45 0,5-6 45 0,0 0 41 0,0 3 43 15,0-4 52-15,0-3 57 0</inkml:trace>
  <inkml:trace contextRef="#ctx0" brushRef="#br0" timeOffset="125381.93">10949 18289 0 0,'0'-6'11'0,"0"2"130"0,5-7 81 0,-10 4 61 0,5-5 47 0,0 3 43 0,-9-6 42 0,9 6 39 0,-7-10 37 0,7 4 39 16,-5 0 33-16,5 0 31 0,0 6 29 0,-6-7-90 0,6 7-159 0,-6 0-90 15,6 3-58-15,0-3-30 0,0 3-19 0,-7 3-15 0,7 3-13 0,0 0-16 16,0 0-16-16,0 0-18 0,0 0-15 0,0 0-12 0,0 0-13 0,0 0-12 0,0 0-8 16,0 0-10-16,0 0-8 0,0 0-7 0,0 0-6 0,0 0-6 0,0 3-7 15,0 3-1-15,0 3-2 0,0 1-1 0,0-1 1 0,0 6-1 0,7 0 1 16,-7 4 3-16,0-5 3 0,0 11 3 0,0-5 3 0,6-1 1 0,-6 0 0 0,6 8 0 16,-6-9-2-16,0 6-3 0,5-3-1 0,2-2-6 0,-7 0-6 0,9 1-6 15,-9-1-8-15,5 2-5 0,-5-2-8 0,7-5-6 0,-1 5-5 0,-6-4-9 16,5 0-6-16,-5 0-8 0,8 0-7 0,-8-5-7 0,8 3-7 0,-8-2 1 0,0-2 0 15,5-3 4-15,-5 4 8 0,0-5 6 0,0-1 5 0,0-4 13 16,0 0 10-16,0 0 12 0,0 0 13 0,0 0 11 0,0 0 10 0,0 0 11 0,0 0 8 0,0 0 10 16,0 0 7-16,0-4 4 0,-5-1 6 0,5 5 1 0,0-7 3 0,-8 4 0 15,8-8-4-15,0 7-3 0,0-7-4 0,-8 7-1 0,8-5-1 0,0-1-3 16,0-1 0-16,0 1-4 0,0 1-2 0,0-6-5 0,0 0-2 0,0 0-4 16,0 6-5-16,0-4-1 0,8-2-4 0,-8-1-3 0,8 2-2 0,-8 4-3 15,5 1-2-15,-5-2-4 0,0 1 1 0,6 5-3 0,-6 1 0 0,7-2-2 0,-7 3 4 0,6 3-1 16,2 0 0-16,-8 0 1 0,7 3 3 0,-2-3 0 0,9 6 2 0,-9-2 1 15,3 1 3-15,4 5 2 0,0 1 1 0,3-2 1 0,-9 1 3 0,7-1 0 0,0 6 2 16,0 0 0-16,-7-5-1 0,6 4 0 0,2 1 1 0,-7 1 0 0,7-7-3 16,-1 4 0-16,-8 2 0 0,2-4-2 0,5 4 0 0,-4-7 0 0,4 3 0 0,-3-2-2 15,-4 0-1-15,8 3 2 0,-8-3-2 0,3-5 2 0,-2 5-2 0,7-3 1 16,-5-1 1-16,-3-1 2 0,3-4-1 0,-3 6 2 0,0-6 2 0,4 0 0 0,-4 0 2 16,2 0 2-16,1 0 2 0,-3 0 5 0,2-6 1 0,0 6 5 0,-7-4 7 15,5-1 2-15,2 5 3 0,-7-6 2 0,6-3 3 0,-6 5 1 0,8-5 2 16,-8 4 1-16,0-5 1 0,6-1 2 0,-6 1 0 0,0 1-2 0,7-6 1 0,-7 0-3 15,0 0-3-15,0 2 0 0,0 4-4 0,5-7 1 0,-5 1 0 0,0 1-1 16,0 4-1-16,0 1 1 0,0-3-36 0,9 8-2 0,-9-6 0 0,0 10 0 16,0 0 0-16,0 0 0 0,0 0 0 0,0 0 0 15,0 0 0-15,0 0 0 0,0 0 0 0,0 0 0 0,0 0 0 0,0 0 0 0,0 5 0 0,0 0 0 0,0-1 0 16,0 8 0-16,0-3 0 0,0 1 0 0,0-1 0 0,0 0-2 0,0 2-6 16,0-1 4-16,0-1 4 0,0 6-1 0,0-6 0 0,0 1-8 0,5-5-8 15,-5 5-11-15,0 1-11 0,0-7-14 0,7 5-13 0,-7-3-17 0,0-2-18 0,0 1-23 16,0 1-28-16,0-3-32 0,0-3-35 0,0 7-39 0,0-7-34 0,0 0-51 15,0 0-51-15,0 0-82 0,0 0-85 0,0 0-25 16,0 0 4-16,0 0 23 0,-7-7 32 0,2 4 37 0,-4-3 46 0,4-3 48 0,5-2 50 0,-7-2 52 0,1-3 54 16,-2 7 61-16,8-11 65 0</inkml:trace>
  <inkml:trace contextRef="#ctx0" brushRef="#br0" timeOffset="125560.36">11352 18279 0 0,'-9'-14'12'0,"9"-2"132"0,-5 1 86 0,0 1 64 0,5 0 52 0,-8 5 46 0,8-6 41 0,-5 4 38 0,5 1 36 0,0 1 31 15,0 0 29-15,0 3 27 0,0-4 25 0,0 5-98 0,0 1-165 0,0-1-101 16,0 5-67-16,0 0-42 0,5-4-30 0,-5 4-24 0,0 0-19 0,8 0-18 0,-8 0-15 15,5 0-13-15,0 0-10 0,-5 4-14 0,9 1-9 0,-4-5-18 0,-5 4-17 16,7 8-22-16,1-9-20 0,-3 8-29 0,-5-7-29 0,7 5-38 0,0 1-33 0,-7 1-51 16,5-2-58-16,2 6-75 0,-7-5-87 0,6 4-41 0,-6-4-19 0,8-1 8 15,-8 7 24-15,6-7 33 0,-6 0 37 0,0-3 45 0,7 0 46 0,-7-3 49 0,0 3 50 16,5-1 58-16,-5-5 60 0</inkml:trace>
  <inkml:trace contextRef="#ctx0" brushRef="#br0" timeOffset="126016.15">11501 18295 0 0,'0'-6'2'0,"6"0"114"0,1 2 86 0,-7-1 63 0,0-1 55 0,0-1 47 0,8 1 47 0,-8-3 42 0,0-3 42 0,0 3 37 15,0-6 39-15,0 6 34 0,0-7 31 0,0 7-75 0,0 0-131 0,0 0-86 16,0-1-60-16,0 5-37 0,0-4-27 0,0 2-21 0,0 2-21 0,0 1-21 0,0 4-20 16,0-5-18-16,0 5-20 0,0 0-15 0,0 0-14 0,0 0-49 0,0 0-24 15,0 0 0-15,0 0 0 0,5 5 0 16,-5-5 0-16,6 4 0 0,-6 8 0 16,8-9 0-16,-3 8 0 0,-5 2 0 0,8-3 0 0,-3 4 0 0,3 7 0 15,-2-7 0-15,-1 6 0 0,2 1 0 0,1-3 0 0,-2 1 0 0,0 2 0 0,1-3 0 16,-2 3 0-16,3-2 0 0,0-4 0 0,3 3 0 0,-4-2 0 0,-2 2 0 15,4-3 0-15,-2 1 0 0,4-2 0 0,-5-4 0 0,1 5 0 0,6-6 0 16,-6 1 0-16,0-1 0 0,-2 2-18 0,3-2-22 0,4-3 1 0,-5-2 3 0,0 2 2 16,-2-1 7-16,3-5 4 0,-2 4 3 0,1-4 6 0,-1 0 5 15,1 0 1-15,-1 0 5 0,7 0 0 0,-6-4 4 0,-1 4 1 0,-1-5 0 0,11-1 2 16,-11 2 0-16,9-2 1 0,-9-3-1 0,8-2 0 0,-6 7 1 0,7-5 0 16,-8 0 2-16,6-7-2 0,-4 5 1 0,3 2 2 0,-3-4-2 0,-1 1 3 15,7-3 2-15,-9 1 0 0,0 6 1 0,4-7 2 0,-4 0 2 0,-5 4-1 16,7-2 4-16,-1-2 1 0,-6 5 4 0,7-5-1 0,-7 6 2 0,0-6-18 15,0 6-7-15,7-3 0 0,-7 8 0 0,-7-7 0 0,7 8 0 0,0-7 0 0,0 4 0 16,-7 6 0-16,7-3 0 0,-6 3 0 0,-1 0 0 0,7 0 0 0,-5 0 0 16,-4 3 0-16,4 3 0 0,0 4 0 0,-3-7 0 0,-5 12 0 0,5-3 0 15,3 2 0-15,-1 0 0 0,-2 6 0 0,3-5 0 0,-2 4 0 0,1-4 0 0,6 3-11 16,-7-2-1-16,7 2 2 0,-7-3 1 0,7 1 1 0,0-2 1 0,-7 1-2 16,7 1 0-16,0-7-1 0,7 0 1 0,-7 0 1 0,0 1-1 0,7 1-1 15,-7-1 0-15,7-5-1 0,-1 3-1 0,1-3-2 0,-2 5-2 0,3-5-4 16,-2 1-5-16,7-3-5 0,-6 4-8 0,7-7-9 0,-4 5-12 0,4-5-13 0,-1 4-21 15,-6-4-25-15,7 0-28 0,-1 5-33 0,0-5-40 0,-2 0-43 0,5 0-56 16,-11 0-62-16,8 0-89 0,-8-5-94 0,11 5-33 0,-11-4 2 0,1 4 17 0,1-5 29 16,-1-2 39-16,2 4 44 0,-3-3 48 0,2-3 49 0,-1 3 57 0,-6-3 56 15,6 0 68-15,1 3 67 0</inkml:trace>
  <inkml:trace contextRef="#ctx0" brushRef="#br0" timeOffset="126379.88">12705 18304 0 0,'-6'0'6'0,"1"0"124"0,-3 0 86 0,3-6 61 0,-2 6 48 0,0-3 43 0,0-3 34 0,7 0 34 0,0-3 33 0,0 0 30 0,0-1 30 0,0 1 29 0,0-3 26 16,0-2-83-16,7 4-144 0,-7-3-92 0,7 1-64 0,-7-2-31 0,0 1-19 15,7 3-13-15,-2-4-8 0,-5-2-7 0,8 7-8 0,-8-1-6 0,5-1-5 16,-5 1-3-16,0 5-6 0,6 1-1 0,-6-1-5 0,0 5-6 0,0 0-1 0,0-6-6 15,0 6-3-15,0 0-8 0,0 0-6 0,0 0-6 0,0 0-9 0,0 0-10 16,0 0-8-16,-6 0-12 0,6 6-7 0,0-1-9 0,-5-1-7 0,5 1-2 16,0 2-6-16,-8 2-3 0,3 0 0 0,5 1 0 0,-7 4-2 0,7 2 4 15,-7-1 1-15,0-2 2 0,7 7 4 0,-6-5 1 0,6 4 2 0,-7 5 2 16,7-5-1-16,0 2 0 0,-6 3-4 0,6-5-5 0,0 7-8 0,-7-7-9 0,7 5-12 16,0-3-10-16,0 1-13 0,7 5-16 0,-7-9-15 0,0 7-17 0,6-6-18 15,1 1-22-15,-7-1-24 0,6 0-24 0,8-4-32 0,-7 6-33 0,-2-7-30 0,8-1-51 16,1 2-57-16,-2-3-63 0,2-3-56 0,-1 0-12 0,1 1 13 0,-2-1 25 15,-1-4 32-15,5-5 36 0,-4 7 39 0,0-7 47 0,3-7 46 0,4 7 50 16,-6-9 52-16,-1 4 61 0,0-10 68 0</inkml:trace>
  <inkml:trace contextRef="#ctx0" brushRef="#br0" timeOffset="126775.74">13137 18319 0 0,'-14'-6'11'0,"7"2"130"15,1-1 88-15,-7 5 64 0,5-6 52 0,-3 3 46 0,3-3 42 0,3 0 37 16,-2-3 34-16,7 3 30 0,-8-1 26 0,3 1 26 0,5 0 23 0,0 3-94 15,-7-3-161-15,7 0-97 0,0 2-66 0,0 4-41 0,0-5-26 0,0 0-21 16,7 1-18-16,-7-2-14 0,0 6-12 0,0-4-9 0,0-1-7 0,5 5-4 16,-5-4-5-16,8 4-4 0,-1-6-1 0,-2 6-2 0,3 0 2 0,-2-6-1 0,-1 6 1 15,11 0 3-15,-5 6 1 0,1-6 1 0,2 6 2 0,-1-2 1 0,1 1 2 16,-2-1-1-16,7 2 0 0,-4 3-3 0,4 0-4 0,-1-3-1 0,-4 3-7 0,6 7-1 16,-1-7-7-16,-6 0-1 0,8 3-4 15,-10 2-3-15,2-4-6 0,8 3-5 0,-15-2-3 0,6 4-10 0,2-5-6 0,-7 3-12 0,-1-2-6 0,-1-2-8 0,2 6-7 16,-7-5-5-16,9-1-7 0,-9 0-3 0,0 3-1 0,-9-3-3 0,9 1-1 15,-7-1 2-15,7-4 2 0,-5 5 4 0,-1-5 6 0,-1-1 7 0,1 2 12 0,-7 0 5 16,6-3 10-16,1 3 10 0,-2-2 10 0,2-4 10 0,-1 0 12 0,2 5 12 16,-3-5 9-16,2 0 11 0,6-5 6 0,-5 5 13 0,5 0 9 0,-8-4 9 15,8 4 8-15,-7-6 7 0,7 3 5 0,0-3 4 0,-6 0 0 16,6 2-4-16,0-1-6 0,-8-5-8 0,8 5-8 0,0-4-10 0,0-1-7 0,8 1-8 0,-8-3-36 16,0-2-20-16,6 0 0 0,-6-1 0 0,7 0 0 0,1 0 0 0,-3 2 0 15,1-8-9-15,2 7-50 0,4 0-15 0,-6 0-14 0,8-2-17 0,-2 2-19 16,-4-2-22-16,5 7-22 0,-2-1-30 0,5 5-32 0,-5 0-37 0,1 1-40 0,4-2-71 15,-5 6-85-15,10 0-64 0,-9 6-49 0,0-6-8 0,8 0 13 0,-1 0 28 0,-3 0 34 16,2 0 41-16,3 0 43 0,-10 0 49 0,10-6 51 0,-2 2 55 0,-6-1 59 16,6 1 73-16,1-8 86 0</inkml:trace>
  <inkml:trace contextRef="#ctx0" brushRef="#br0" timeOffset="127203.78">13834 18283 0 0,'-20'15'21'0,"6"0"149"15,-5-5 100-15,-1-1 77 16,1 2 63-16,-1-7 54 0,8 2 49 0,-8-6 43 0,6 0 44 0,9 0 35 0,-3-6 31 0,-5 6 26 0,13 0 23 0,-6-4-112 0,1 4-189 15,5 0-122-15,0 0-91 16,0 0-52-16,0 0-39 0,0 0-25 0,0 0-24 0,0 0-20 0,0 0-19 0,0 0-9 0,0 0-5 0,0 0-3 0,0 0 3 31,5 0 2-31,1 0 2 0,-6 0-2 0,5 4 4 0,3-4 2 0,5 6 0 0,-6-6 3 16,5 5 1-16,-4-5-17 0,4 4-3 0,2 2 0 0,-1-3 0 0,6 3 0 16,-6-6 0-16,0 4 0 0,5 1 0 0,-2 1 0 0,-3-6 0 0,6 4 0 15,-7 1-1-15,2-5-35 0,-1 6-6 0,6-6-3 0,-6 3-3 0,0-3-2 0,0 6-2 16,0-6-1-16,0 0 2 0,-7 0 1 0,7 0 3 0,0 0 8 0,-5 0 4 15,5 0 7-15,-7-6 6 0,6 6 7 0,-4-3 5 0,-2-3 6 0,0 1 5 0,1 1 6 16,-2-2 4-16,2 1 3 0,2 1 6 0,-9-5 2 0,5 3 3 0,-5-3 4 16,0 3 0-16,6-4 2 0,-6 1 0 0,-6 0 1 0,6-1-1 0,0-1-3 15,-5-4 0-15,-4 6-1 0,9-4-3 0,-7 1-1 0,-5-3-1 0,6 1-1 16,0 4-2-16,-2 1 0 0,1-7-4 0,-4 13-1 0,3-8-1 0,3 7-5 16,-8-5 0-16,5 9-2 0,2-6-3 0,-7 6-3 0,6 6-3 0,-7-6-4 15,9 3-2-15,0 3-3 0,-3 3-5 0,-5 0 0 0,5 3-1 0,-4-3-1 0,5 5 1 16,2-4-1-16,-2 6 4 0,-7-1-1 0,14-2 3 0,-6 2 3 0,-6 0 1 15,12 4 1-15,-8-5 2 0,2 2 0 0,6-1 2 0,-5 3 0 0,5-3 0 0,0 0 0 16,0-1 0-16,0 0 0 0,0 1 0 0,5 6-2 0,-5-8-2 0,6 2-5 16,2 0-6-16,-3 0-4 0,8 0-8 0,-5 0-5 0,5 0-9 0,-8-7-10 15,9 7-10-15,6-1-17 0,-6-2-19 0,-4-3-21 0,11 1-19 0,-8-1-31 16,6-4-37-16,-6 5-32 0,6-4-29 0,-4-2-28 0,4 1-27 0,-7-1-41 0,8-4-44 16,-8 0-54-16,2 0-54 0,-1-4-8 0,8-1 18 0,-9 1 27 0,0-2 35 0,3-4 43 15,-3-1 51-15,0-2 46 0,-4-1 45 0,5-2 45 0,-2 1 42 0,-4-3 53 0,7-3 61 16</inkml:trace>
  <inkml:trace contextRef="#ctx0" brushRef="#br0" timeOffset="127820.82">14355 18289 1 0,'0'-15'100'0,"0"-4"84"0,0 4 65 0,0-5 55 0,0 6 49 0,0-7 48 0,0 7 47 0,0-5 43 0,-7 4 45 0,7-4 38 0,0 4 38 0,0 6-7 0,0-7-32 15,0 7-78-15,0-2-109 0,0 7-64 0,-8-1-49 0,8 1-34 0,0 4-32 16,0 0-26-16,0 0-32 0,0 0-26 0,0 0-25 0,0 0-17 0,0 0-15 16,0 0-12-16,0 0-9 0,0 0-6 0,0 0-37 0,8 4-2 0,-8 1 0 15,0 5 0-15,7-5 0 0,-7 4 0 0,5 1 0 0,-5 5 0 0,6 0 0 0,-6 1 0 16,8-2 0-16,-8 5 0 0,0-1 0 0,0-2 0 0,5 8 0 0,-5-3 0 15,0 1 0-15,8-1 0 0,-8 3 0 0,0 0 0 0,0 1 0 0,5-1 0 16,-5-3 0-16,0 2 0 0,8-3 0 0,-2 1-18 0,-6-3-95 0,5 7-11 0,-5-10-15 16,8 3-16-16,-1-3-17 0,-7 6-17 0,6-8-17 0,2 2-17 0,-8-6-20 15,5 3-13-15,0-3-13 0,-5 1-4 0,8-1-4 0,-8-4-4 0,6-1-2 16,-6 2-14-16,7-6-15 0,-7 0-13 0,0 0-8 0,6 0-13 0,-6 0-9 0,0 0-7 16,0-10-3-16,0 5 16 0,0-1 24 0,-6-3 27 0,6 5 26 0,-7-5 27 0,7-3 28 15,-6 3 47-15,-2-6 49 0,8 6 52 0,-5 0 50 0,0-7 47 0,-3 7 51 0,2-2 54 16,-1-2 58-16,-1 4 48 0,8-7 41 0,-5 5 41 0,-1-2 35 0,-2-2 38 15,3 0 34-15,-3 5 14 0,3-4 0 0,5-2-20 0,-8-2-33 0,2 3-37 16,1 0-34-16,5 0-26 0,-7-4-24 0,7 4-15 0,0 0-14 0,0-4-12 0,-8 5-15 16,8-2-10-16,0 7-15 0,0-1-16 0,0 0-17 0,0 0-18 0,0 6-18 15,8-5-18-15,-8 3-18 0,0 6-13 0,0-6-9 0,7 6-11 0,-7-3-10 16,5 3-10-16,-5-6-13 0,6 6-7 0,2 0-8 0,-3 0-4 0,8 0 0 16,-5 6-4-16,3-3 2 0,-3 3-2 0,5 4 4 0,0-1 1 15,0 1 1-15,6 4 2 0,-5 1-1 0,-2 1 3 0,9-2-2 0,-3 2 2 0,-4 2-1 0,-1-3 2 16,8 0-2-16,-3 0-2 0,-5-2-2 0,0 2-6 0,6 0-6 0,-6 0-4 15,1-5-4-15,-2-1-2 0,1 0-6 0,1 6 1 0,-9-9-3 0,9 4-4 16,-7-1-3-16,-1 0-1 0,-1-3-5 0,2-1 0 0,-7 5 3 0,9-4 3 0,-9-3 4 16,0 3 5-16,0-2 3 0,0 1 3 0,-9-1 5 0,9 1 2 0,0 1 0 15,-7-2 3-15,2-4-1 0,-1 5 4 0,-1 1-1 0,1-6 3 0,-2 4 2 0,3 2 1 16,-2-6 1-16,0 0 2 0,2 5 0 0,-3-5 3 0,1 0 3 0,2 0 3 16,-4 0 6-16,4-5 8 0,5 5 9 0,-5 0 8 0,5-6 9 0,-8 6 6 15,8-4 7-15,-5-2 3 0,5 1 5 0,-8 5 0 0,8-10 3 0,0 5-1 0,0 1-2 16,0-5-4-16,0 0-5 0,0 3-8 0,0-9-6 0,0 5-7 0,0 1-13 15,0-6-8-15,8 6-4 0,-8-7-10 0,5 2-8 0,3-2-9 0,-3-2-12 16,0 3-9-16,4-4-11 16,-4-2-10-16,2 3-11 0,6-3-13 0,-6 6-13 0,5-3-17 0,2 2-18 0,-7 1-22 15,4 1-22-15,5 4-27 0,-4 1-31 0,-1 5-27 0,5-2-30 0,-5 0-55 0,2 6-65 0,2 0-68 0,-10 0-68 0,7 0-15 16,3 6 8-16,-2 0 26 0,-7-2 33 0,6 1 36 0,-3-1 42 0,2 2 47 0,-4-2 47 16,-2 6 51-16,4-6 50 0,-9 2 65 0,7 0 71 0</inkml:trace>
  <inkml:trace contextRef="#ctx0" brushRef="#br0" timeOffset="128233.83">14961 18386 0 0,'0'10'11'0,"-7"-5"133"0,7 1 90 0,0-3 69 0,-9 3 58 0,9-6 51 0,0 0 49 0,0 0 41 0,0 0 39 0,0-6 37 0,0 3 33 0,0-8 33 0,9 7 31 0,-9-2-91 0,0 1-160 0,0-5-100 0,7 7-70 15,-7-7-49-15,5 5-30 0,-5-5-28 0,6 4-26 0,-6-3-18 0,7 4-18 16,-1 1-13-16,-6-2-14 0,8 2-8 0,-3-1-14 0,-5-1-10 0,7 6-8 0,-1 0-6 16,-6 0-4-16,6 0-5 0,2 6 1 0,-8-6-1 0,7 5-1 0,-2 5-2 15,3-6 0-15,-2 5 0 0,-6 2 0 0,5-1 0 0,3-1-2 16,-1 6 1-16,-1-6-2 0,0 1 0 0,1 4 2 0,-2 2-1 0,3-7-1 0,-2 6-2 15,1-6-4-15,-1 7-2 0,7-7-2 0,-5 0-4 0,-3 2-2 0,3-1-1 0,-3-1-3 16,9 1-3-16,-9-1-1 0,2-4-1 0,7 5-5 0,-9-5 2 0,3-5 0 16,4 6 2-16,-5-2 1 0,6 2 4 0,-6-6 4 0,7 0 3 0,-9 0 3 0,8 0 4 15,-8 0 3-15,11-6 3 0,-11 2 3 0,9-2 4 0,-9 1 1 0,2 1 2 32,6-7 3-32,-6 7 1 0,0-5 3 0,-2 0 0 0,8 3 2 0,-5-9 3 15,-2 5 2-15,-1 1 0 0,2 0 6 0,2-6 1 0,-4-1 1 0,-5 6 3 16,6-4 2-16,1-1 0 0,-7 0 2 0,5 0 4 0,-5 2 2 0,9 2-3 0,-9-4-38 15,0 6 0-15,7-1 0 0,-7 1 0 0,0 3 0 0,0 3 0 0,0 3 0 16,0 0 0-16,0 0 0 0,0 0 0 0,0 0 0 0,-7 3 0 0,7 3 0 16,-9-1 0-16,9 5 0 0,-5-1 0 0,5 6 0 0,-7 0 0 0,1-2 0 15,6 2 0-15,-5 0 0 0,5 6 0 0,-9-8 0 0,9 8 0 0,-7-2 0 0,7-5 0 16,0 5 0-16,-5 2 0 0,5-3 0 0,0-3 0 0,0 6 0 0,0-8 0 16,0 8 0-16,0-6-31 0,0-2-44 0,0 2-17 0,0-6-18 0,0 3-25 15,0 1-27-15,0-8-33 0,0 5-36 0,0-1-42 0,5-4-40 0,-5 5-54 0,0-4-61 16,0-6-72-16,0 5-75 0,0-5-19 0,0 0 8 0,0 0 27 0,0 0 30 0,0 0 41 15,7-5 46-15,-7-4 50 0,9 2 52 0,-9-2 56 0,5-6 59 0,1 1 62 0,1-2 69 16</inkml:trace>
  <inkml:trace contextRef="#ctx0" brushRef="#br0" timeOffset="128504.54">15688 18137 0 0,'0'-3'7'0,"0"-4"125"0,0 2 87 0,0-4 63 0,0 5 58 0,0-2 48 0,0-3 47 0,0 3 42 0,0-4 39 0,0 5 36 0,8 1 31 0,-8-1 32 0,0-1 26 0,0 2-85 15,0 4-147-15,0 0-90 0,0 0-61 0,0 0-38 0,0 0-30 0,0 0-23 16,0 0-20-16,0 0-17 0,0 0-12 0,5 0-8 0,-5 0-8 0,8 0-5 0,-8 4-5 16,5-4-5-16,2 6-85 0,-7-1-2 0,7-1 0 15,6 8 0-15,-6-9 0 0,-1 12 0 0,7-5 0 0,0 4 0 0,-5 2 0 0,5 2 0 0,-3 3 0 16,4-2 0-16,-1 0 0 0,1 7 0 0,6-4 0 0,-9 5 0 0,4-3 0 16,-1-6 0-16,-4 7 0 0,-2-1 0 0,5 0 0 0,-7-4 0 0,1 6 0 0,-1-7 0 15,-6-5 0-15,8 5 0 0,-8 2 0 0,-8-8-99 0,8 2-55 0,-6 0-24 16,-1-4-26-16,1 2-26 0,-2-3-27 0,-5 1-27 0,8-1-24 0,-9-1-39 15,2 0-41-15,-1-3-77 0,-1 3-90 0,2-4-24 0,-2-1 2 0,1 2 23 0,8 0 34 0,-9-6 41 16,9 0 45-16,-8 0 47 0,5 0 50 0,0 0 48 0,8-6 50 0,-5 6 58 16,-1-6 61-16</inkml:trace>
  <inkml:trace contextRef="#ctx0" brushRef="#br0" timeOffset="128725.46">16027 18416 0 0,'7'0'10'0,"0"6"132"0,-2-6 97 15,11 0 74-15,-11 0 67 0,1 0 54 0,1 0 50 0,-2 0 43 0,4 0 35 0,-9 0 33 16,5 0 27-16,2 4 28 0,-1-4 24 0,-1 0-94 0,-5 4-161 0,8-4-106 16,0 5-82-16,-3 4-54 0,2-3-41 0,-1 0-29 0,-6 3-22 0,6 1-18 15,2-1-13-15,-8 0-9 0,7 2-8 0,-7 5-6 0,5-7-5 0,-5 0-13 16,0 0-12-16,-5 1-15 0,5 1-19 0,0-1-21 0,-7-1-27 0,-1 0-34 16,8-3-37-16,-6 3-47 0,0-3-52 0,-1-3-79 0,2 4-88 0,-3-2-91 0,0-1-91 15,3-4-27-15,-1 5-1 0,-1-5 19 0,2 0 31 0,-4 0 39 0,-3-5 43 0,6 1 51 16,1-1 56-16,-4 5 63 0,2-10 66 0,7 4 76 0,-5 1 79 0</inkml:trace>
  <inkml:trace contextRef="#ctx0" brushRef="#br0" timeOffset="128900.47">16112 18261 0 0,'0'-12'24'0,"0"9"146"16,0-9 89-16,5 8 64 0,-5-6 50 0,0 10 42 0,0-4 31 0,0-2 28 0,8-3 22 15,-8 9 21-15,8-4 17 0,-8 4 16 0,0 0 16 0,0 0-118 0,0 0-190 16,5 4-108-16,-5 1-70 0,0-1-40 0,7 2-24 0,-1 3-29 0,-6 0-31 0,6 3-39 15,-6-3-42-15,8 4-73 0,-8 2-83 0,7-3-94 16,-7 2-89-16,0-4-37 0,0 3-9 0,0 2 4 0,0-4 15 0,0-1 21 0,-7-1 24 0,7-5 38 0,-8 1 44 16,8 1 52-16,-6-6 58 0,0-6 74 0,6 1 77 0</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52:17.364"/>
    </inkml:context>
    <inkml:brush xml:id="br0">
      <inkml:brushProperty name="width" value="0.05292" units="cm"/>
      <inkml:brushProperty name="height" value="0.05292" units="cm"/>
      <inkml:brushProperty name="color" value="#FF0000"/>
    </inkml:brush>
  </inkml:definitions>
  <inkml:trace contextRef="#ctx0" brushRef="#br0">6272 8040 8 0,'0'0'88'0,"0"0"50"0,0 0 41 0,0 0 33 0,0 0 30 0,0 0 27 0,0 0 24 0,0 0 27 0,0 0 24 0,0 0 25 16,0 0 25-16,0 0-22 0,0 0-50 0,0 0-47 0,0 0-44 0,0 0-26 15,0 0-20-15,0 0-9 0,0 0-6 0,0 0-6 0,0 0-3 0,0 0-7 0,0 0-3 16,0 0-7-16,0 0-6 0,0 0-8 0,0 0-6 0,0 0-9 0,0-4-8 16,0 4-9-16,0 0-7 0,0 0-8 0,0 0-8 0,0 0-7 15,0 0-8-15,0 0-7 0,0 0-10 0,0 0-6 0,0 0-9 0,0-5-5 0,0 5-6 0,0-4-3 16,6 4-3-16,-6-6 0 0,5 6 1 0,2-3 1 0,2 3 4 0,-4-6 3 15,8 0 2-15,-8 6 4 0,11-3 6 0,-5-3 5 0,2 6 4 0,2-6 5 16,-4 2 6-16,2-1 5 0,0 5 2 0,1-6 3 0,6 6 3 0,-8-3-1 16,0-1 0-16,4 4-2 0,2-6-3 0,-4 6 0 0,-2 0-3 0,-1-5-8 15,-2 5 0-15,3 0-7 0,2 0-6 0,-9-4-6 0,3 4-9 0,-1 0-3 0,-2 0-5 16,2 0-4-16,0 0-3 0,-7 0-1 0,0 0 1 0,0 0-1 0,0 0-2 16,0 0 1-16,0 0 0 0,0 0 1 0,0 0 1 0,0 0 1 0,0 0 2 15,0 0 1-15,0 0 1 0,0 0 3 0,0 0 0 0,0 0 0 0,0 0-4 16,0 0-9-16,0 0 0 0,0 0 0 0,0 0 0 0,0 0 0 0,0 0 0 15,0 0 0-15,0 0 0 0,0 0 0 0,0 0 0 0,0 0 0 0,0 0 0 16,0 0 0-16,0 0 0 0,0 0 0 0,0 0 0 0,0 0 0 0,0 0 0 0,0 0 0 16,0 0 0-16,0 0 0 15,0 0 0-15,0 0-15 0,0 0-62 0,0 0-21 0,0 0-20 0,0 0-28 0,0 0-35 0,0 0-40 0,0 0-44 0,0 0-67 16,0 0-78-16,0 0-91 0,0 4-94 0,-7 1-28 0,0 1 2 0,2-2 19 0,-2-1 28 16,-1 3 39-16,3-1 41 0,-9-1 50 0,2 2 51 0,-2-6 60 0,-4 0 61 0,4 0 74 15,-4-6 77-15</inkml:trace>
  <inkml:trace contextRef="#ctx0" brushRef="#br0" timeOffset="25915.76">1672 7928 1 0,'0'0'53'0,"0"-4"33"0,0 4 26 0,0 0 26 0,-5 0 28 0,5-6 27 0,0 6 28 0,0 0 25 0,-8-4 21 0,8-1 22 0,0 5 19 0,0-4-25 0,0 4-48 0,0 0-26 16,0-5-15-16,0 5-9 0,-5 0-10 0,5 0-13 0,0-6-17 0,0 6-16 0,0 0-16 16,-5 0-12-16,5 0-7 0,0 0-5 0,0-4-5 0,0 4-5 0,-9 0-5 15,9 0-5-15,0 0-5 0,0 0-7 0,0 0-7 0,0 0-4 0,-7 0-6 16,7 0-3-16,0 0-6 0,0 0-7 0,0 0-6 0,0 0-4 0,0 0-5 0,0 0-5 15,0 0-8-15,0 0 0 0,0 0-3 0,0 0 3 0,0 0 7 0,7 0 7 0,-7 0 6 16,0 4 8-16,9-4 5 0,-9 0 7 0,5 6 6 0,0-6 5 0,3 0 4 16,-3 5 5-16,3-5 7 0,5 0 4 0,-7 0 2 0,7 0-3 0,0 4-3 0,0-4-8 15,0 0-1-15,0 0-5 0,1 0-4 0,-2 0-3 0,2 0-3 0,-1 0-3 16,0 0-3-16,0 0 0 0,-2 0-3 0,5 0 0 0,-4 0 0 0,-1-4-1 0,-2 4 1 16,3 0-3-16,-6 0 0 0,2 0-1 0,5 0-1 0,-13 0 3 0,7 0 0 15,-2-5 2-15,-5 5 0 0,0 0 2 0,7 0 2 0,-7 0-1 0,0 0 2 0,0 0 0 16,0 0 3-16,0 0 3 0,0 0 2 0,0 0 2 0,0 0 3 0,0 0 3 15,0 0 0-15,0 0-3 0,0 0-4 0,0 0-4 0,-7 0-5 0,7 0-4 16,-5 0-3-16,-2 0-6 0,-1 0-2 0,3-6-3 0,-9 6-6 0,9 0-3 0,-11 0-7 16,11 0-4-16,-8 0-4 0,-1-4-1 0,2 4 2 0,-1 0 1 0,-1 0 3 0,2 0 0 15,0 0 1-15,-3 0 1 0,2 0 0 0,7 0 0 0,-7 0 0 0,0 0-1 16,0 0-1-16,8 0 0 0,-9 0-1 0,7 4 0 0,-4-4-2 0,-5 0-2 16,11 0 2-16,-8 0 0 0,8 6 0 0,-11-6-1 0,11 0-1 0,-1 0-2 0,-2 0-1 15,3 5 1-15,-3-5-3 0,3 0-2 0,5 0-2 0,0 0-4 16,0 0 1-16,0 0-5 0,0 0-3 0,0 0-3 0,0 0-3 0,0 0 1 0,0 0 1 0,5 0 3 15,-5 0-1-15,8 0 2 0,-3 0 5 0,9 0 4 0,-9 0 5 0,11 0 7 16,-6 0 4-16,3 0 8 0,3-5 6 0,-5 5 4 0,10 0 7 0,-9 0 3 16,7-6 0-16,-6 6 3 0,6-4 3 0,2 4 0 0,-8 0-1 0,6-6-1 0,-6 1-2 15,-1 5-1-15,2 0-4 0,-1-4-2 0,1 4-1 0,-2-6-3 16,-6 6-3-16,2 0-1 0,5-3-2 0,-13 3-4 0,7 0 0 0,-2 0-1 0,-5 0 1 0,0 0 1 16,0 0 2-16,0 0-2 0,0 0-2 0,0 0-9 0,0 0-7 0,0 0-15 0,0 0-14 15,0 0-17-15,0 0-21 0,-5 3-29 0,5 3-29 0,-7-6-34 0,7 4-33 16,-8 1-63-16,3 1-73 0,-3-2-92 0,2 2-93 0,-6-1-31 0,3-1-1 0,-2 1 21 15,4-1 24-15,-7-4 34 0,7 6 39 0,-4-6 44 0,4-6 45 0,-7 2 49 0,9-5 50 16,-2-2 67-16,1-4 70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53:33.059"/>
    </inkml:context>
    <inkml:brush xml:id="br0">
      <inkml:brushProperty name="width" value="0.05292" units="cm"/>
      <inkml:brushProperty name="height" value="0.05292" units="cm"/>
      <inkml:brushProperty name="color" value="#FF0000"/>
    </inkml:brush>
  </inkml:definitions>
  <inkml:trace contextRef="#ctx0" brushRef="#br0">12876 5389 34 0,'0'-5'111'0,"0"5"44"0,0-4 35 0,-8-3 31 0,8 4 29 0,0 3 26 0,0 0 25 0,0-6 27 0,0 1 25 0,0 5 25 0,0-4 25 0,0 4-37 15,0 0-78-15,0-6-45 0,0 6-33 0,0 0-17 0,0 0-11 0,0 0-4 0,0 0-4 16,0 0 0-16,0 0-1 0,-5-5-2 0,5 5-1 0,0 0 0 0,0 0-6 16,0 0-2-16,0-4-5 0,0 4-4 0,0 0-7 0,0 0-7 0,0 0-6 0,0 0-7 15,0 0-6-15,0 0-9 0,0 0-12 0,0 0-9 0,0 0-11 0,0 0-13 16,0 0-9-16,0 0-12 0,0 0-13 0,0 0-10 0,0 4-6 0,-8-4-9 15,8 5-5-15,0 1-9 0,-6-2-4 0,6 1-4 0,0 4-3 0,-5 2-4 16,5-1-2-16,0 0 0 0,-8-1-2 0,8 0 3 0,0 1 3 0,0 5 5 0,0-10-1 16,0 10 5-16,0-11 2 0,8 5 1 0,-8 3 2 0,0-8 9 0,5 5 7 15,1-3 9-15,-6 3 13 0,8-4 13 0,-3-5 14 0,10 4 11 16,-10-4 9-16,2 0 7 0,5 0 7 0,2-4 1 0,-1-1 3 16,8-4 2-16,-10-1-57 0,10 1-42 0,5-3 0 0,-8-1 0 0,9-7 0 0,-1 5 0 0,0-4 0 0,1 0 0 15,-2-2 0-15,2 3 0 0,-1-2 0 0,-2 0 0 0,-3 0 0 16,5-2 0-16,-7 1 0 0,0 2 0 0,1 4 0 0,-1-6 0 0,2 7 0 0,-8 1 0 15,0-3 0-15,0 7 0 0,-2-2 0 0,5 2 0 0,-11-1 0 0,1 6-149 16,1-1-65-16,-2-1-56 0,4 2-62 0,-2-2-128 0,-7 6-151 0,5-5-58 16,-5 1-13-16,6 4 15 0,-6 0 26 0,0-5 37 0,0 5 38 0,0-10 46 0,-6 1 48 15,6 0 58-15,-5-3 62 0,-2-3 71 0,-2-4 80 0</inkml:trace>
  <inkml:trace contextRef="#ctx0" brushRef="#br0" timeOffset="4130.42">13005 6370 27 0,'0'0'66'0,"0"-4"24"0,0-2 23 0,-6 2 25 0,6-1 27 0,0 5 29 0,0 0 27 0,0-4 25 0,0 4 25 0,0 0 2 0,0 0-9 0,0-5-14 0,0 5-19 0,0 0-16 0,0 0-14 0,0-7-13 16,0 7-9-16,0 0-15 0,0 0-13 0,0 0-15 0,0 0-11 0,0 0-4 0,0 0-2 15,0 0 2-15,0 0 4 0,0 0 5 0,0 0 8 0,0 0 7 0,0 0 9 32,0 0 4-32,0 0 7 0,0 0 2 0,0 0 2 0,0 0-3 0,0 0-3 0,0 0-8 15,0 0-10-15,0 0-9 0,0 0-11 0,0 0-13 0,0 0-11 0,0 0-13 16,0 0-15-16,0 0-11 0,0 0-14 0,0 0-9 0,0 0-11 0,0 0-6 15,0 0-7-15,-5 0-5 0,5 7-3 0,0-2-2 0,0-1-1 0,-7 1-2 16,7 5-2-16,0-1-3 0,0 0 0 0,-9 3 1 0,9 3 1 0,0-8-1 0,0 8 1 16,0-3 1-16,0 2-1 0,0 0 0 0,0-5-1 0,0 2-1 0,0 4-2 15,9-5 1-15,-9-1-1 0,0 0 2 0,7 0 2 0,-7 3 1 0,5-3 4 16,-5-3 2-16,0 2 3 0,6-3 3 0,2 0 6 0,-3-1 4 0,-5 2 7 0,8-6 6 16,-3 6 8-16,2-6 10 0,0 0 10 0,-2-6 5 0,10 6 6 0,-10-6 1 15,9 2 3-15,-1-6-1 0,0 2-4 0,0-3-2 0,1-5-5 0,4 2-7 16,3 1-6-16,-3-2-7 0,3-1-10 0,-2-2-10 0,-1-3-20 0,3 2-6 15,-2 4 0-15,-1-3 0 0,11 2-22 0,-10-4-28 0,-1 7-22 0,3-2-32 16,-2 0-37-16,-1 6-51 0,3-1-59 0,-8-1-86 0,8 1-96 0,-10 5-97 0,2 1-92 16,0 4-32-16,1 0-2 0,-9 4 18 0,2-4 32 0,1 5 40 0,-8-5 43 15,0 0 56-15,0 0 58 0,-8 0 68 0,-4-5 70 0,5-4 83 0,-5-1 82 0</inkml:trace>
  <inkml:trace contextRef="#ctx0" brushRef="#br0" timeOffset="47832.94">2891 8158 13 0,'0'0'74'0,"0"0"41"0,0 0 39 0,-7-6 34 0,7 6 32 0,0 0 29 0,0 0 22 0,0 0 22 0,0 0 19 0,0 0 11 16,0 0 6-16,0 0-26 0,0 0-47 0,0 0-36 0,0 0-31 0,0 0-29 0,0 0-30 15,0 0-21-15,0 0-20 0,0 0-11 0,0 0-9 0,0 0-5 16,0 0-2-16,0 0-2 0,0 0-2 0,0 0-1 0,0 0 0 0,0 0-4 0,0 0-1 15,0 0-4-15,0 0-3 0,0 0-5 0,0 0-4 0,0 0-4 0,0 0-4 16,0 0-5-16,0 0-7 0,0 0-3 0,0 0-3 0,0 0 2 0,0 0 8 0,0 0 4 16,7 0 7-16,1 0 7 0,-8 0 7 0,12 0 4 0,-5 0 7 0,-2 0 3 15,8 0 7-15,1 0 8 0,-2 0 8 0,2 0 7 0,4-3 5 0,-2 3-2 16,2 0-5-16,3-6-4 0,-2 6-4 0,-1 0-4 0,8-5-4 0,-6 1-1 0,8 4-1 16,-10-6-4-16,8 3-2 0,1 3-4 0,-3-6-6 0,3 2-4 0,-2 4-6 15,2-6-6-15,-7 6-6 0,7-5-5 0,-3 5-2 0,-4-4-7 0,0 4-4 0,-1 0-3 16,1 0-4-16,-7 0-2 0,0 0-3 0,0 0 0 0,-7 4-2 0,1-4-2 15,-1 0 2-15,1 0-1 0,-7 0 3 0,0 0 0 0,0 0 0 0,0 0 4 16,6 5 2-16,-6-5 0 0,0 0 2 0,0 0 1 0,0 0 1 0,0 0 3 16,0 0 1-16,0 0 1 0,0 0 3 0,0 0-2 15,0 0 2-15,-6 0-3 0,6 6 0 0,0-6-2 0,-7 0-1 0,7 0-3 0,-6 4-3 0,6-4-3 0,-7 0-7 16,1 0-8-16,-2 6-9 0,8-6-9 0,-5 0-11 0,0 3-11 0,-3-3-15 16,8 0-13-16,-6 6-17 0,-1-6-21 0,7 0-21 0,0 4-24 0,-8-4-24 0,8 0-25 15,0 5-18-15,0 1-44 0,-5-6-49 0,5 0-67 0,0 9-73 0,0-3-25 16,0-3-5-16,5 3 19 0,-5 0 25 0,0-6 34 0,0 4 34 0,0-4 40 15,8 5 38-15,-8-5 42 0,0-5 40 0,7 1 56 0,-7-8 59 0</inkml:trace>
  <inkml:trace contextRef="#ctx0" brushRef="#br0" timeOffset="59681.91">21636 8745 0 0,'0'0'43'0,"6"0"40"0,-6 0 26 0,0 0 25 15,0-6 24-15,0 6 26 0,0-5 24 0,0 5 24 0,0 0 22 0,0-4 22 0,0 4 21 0,0 0-18 0,0-6-38 0,0 6-27 0,0 0-17 16,0-3-10-16,0 3-6 0,0 0-10 0,0 0-9 0,0 0-7 0,0 0-7 16,-6-6-4-16,6 6-3 0,0 0-1 0,0 0-1 0,0 0-1 0,0 0 0 0,0 0-1 15,0 0-1-15,0 0 0 0,0 0 0 0,0 0-3 0,0 0-1 0,0 0-2 16,0 0-8-16,0 0-4 0,0 0-7 0,0 0-5 0,0 0-7 0,0 0-8 0,0 0-6 15,0 0-6-15,0 0-8 0,0 0-4 0,0 0-8 0,0 0-5 0,0 0-5 16,0 0-6-16,0 0-3 0,0 0-5 0,0 0-2 0,0 0-6 0,0 0-3 16,0 0-3-16,0-4-3 0,6 4-2 0,-6-5-2 15,0 5-1-15,7-6-1 0,-2 3 0 0,3 3-1 0,-2-7-1 0,-1 2 1 0,10 1-3 0,-10 4 2 16,9-5-1-16,-9-1 2 0,8 2-2 0,1 4 2 0,-1-4 1 0,0 4-1 0,0-5-2 16,1 5 1-16,-2-5 0 0,1 5-1 0,1 0-1 0,-9-4-1 0,11 4 1 15,-5 0-1-15,1 0 0 0,2 0-1 0,-7 0-3 0,4 0 2 0,-3 0-2 0,0 0 0 16,-3 0 0-16,1 0-1 0,1 0-1 0,-7 0 1 0,6 0-1 0,-6 0-1 15,0 0-1-15,0 0-2 0,0 0-1 0,0 0-1 0,0 0-1 0,0 0 0 16,0 0-5-16,0 0-1 0,0 0-2 0,0 0 1 0,0 0-2 0,0 0 1 0,0 4-5 16,-6 1-4-16,6-5-9 0,-7 0-10 0,7 5-12 0,-6-5-15 0,1 4-15 15,-3-4-16-15,0 4-16 0,-3-4-18 0,4 0-26 0,2 6-25 0,-9-6-25 16,1 5-27-16,-1-5-36 0,7 0-39 0,-5 0-58 0,0 4-64 0,-3-4-36 16,10 0-22-16,-9 0 8 0,9 0 20 0,-8 0 30 0,5 0 32 0,2 0 40 15,-1-4 39-15,1 4 40 0,-7-5 42 0,5-5 48 0,3 6 53 0,0-6 61 0,-4 0 75 16</inkml:trace>
  <inkml:trace contextRef="#ctx0" brushRef="#br0" timeOffset="91741.09">2860 10121 0 0,'0'0'8'0,"-8"6"46"0,8-6 28 0,-6 0 29 0,6 4 32 0,0-4 32 0,-7 0 34 0,7 0 29 0,0 0 26 0,0 0 24 0,0 0 21 0,0 0-6 0,0 0-23 16,0 0-15-16,0 0-10 0,0 0-7 0,0 0-9 0,0 0-18 0,0 0-22 16,0 0-19-16,0 0-19 0,0 0-11 0,0 0-8 0,0 0-4 0,0 0-4 15,0 0-3-15,0 0-2 0,0 0-3 0,0 0-5 0,0 0-3 0,0 0-3 0,0 0-5 16,0 0-3-16,0 0-5 0,0 0-5 0,0 0-5 0,0 0-4 0,0 0-4 16,0 0-4-16,0 0 1 0,0 0 0 0,0 0 2 0,7 0-2 0,-7 5 0 15,6-5 1-15,2 0-1 0,-3 0 3 0,0 0 0 0,3 0 4 0,5 0 1 16,-5 0 2-16,4 0-1 0,0 0-1 0,1-5-5 0,1 5-7 0,-2 0-6 15,9-4-7-15,-3 4-6 0,-4-6-7 0,4 6-3 0,3-4-7 0,-2 4-5 0,8-5-3 16,-7 1-7-16,-1 4-3 0,7-5-5 0,-8-1-2 0,9 2-2 0,-6 4-2 16,3-6-2-16,-4 6-1 0,-1-5-1 0,2 5-4 0,-2-4 0 0,1 4-3 15,-9 0-1-15,5 0-3 0,-3 0 1 0,-8 0 0 0,9 0 1 0,-9 0-1 16,-5 0 0-16,7 0 1 0,-1 0 2 16,-6 0 2-16,0 4-1 0,0-4 4 0,0 0-3 0,0 0-3 0,0 0 0 0,0 0 0 0,0 0 0 0,0 0 0 0,0 0-2 15,0 0-31-15,0 0-13 0,0 0-17 0,0 0-17 0,0 0-23 0,-6 5-25 16,6-5-32-16,0 0-33 0,-7 6-37 0,7-6-36 0,-5 4-38 0,-3-4-77 15,8 6-91-15,-6-1-69 0,1-1-50 0,-3 1-9 0,3-5 15 0,-2 4 27 0,-7 2 37 16,8-2 41-16,-1 1 47 0,2 0 49 0,-3-5 52 0,-5 0 53 0,7 0 57 0,-2 0 77 16,8-5 86-16</inkml:trace>
  <inkml:trace contextRef="#ctx0" brushRef="#br0" timeOffset="93190.7">2878 11196 34 0,'-8'0'113'0,"8"0"45"0,-5-4 36 0,5 4 29 0,0 0 24 0,-5-6 23 0,5 3 22 0,0-3 21 0,0 6 21 0,-8-4 20 0,8 4 22 0,0 0-42 0,0 0-79 16,0 0-52-16,0 0-41 0,0-5-23 0,0 5-13 0,0 0-8 16,0 0-2-16,0 0-5 0,0 0-3 0,0 0-7 0,0 0-7 0,0 0-5 0,0 0-11 15,0 0-5-15,0 0-8 0,0 0-9 0,0 0-7 0,0 0-9 0,0 0-9 16,0 0-8-16,0 0-6 0,0 0-8 0,0 0-1 0,0 0-1 0,0 0 3 0,0-6 0 16,8 6 6-16,-3 0 0 0,0 6 7 0,-5-6 4 0,8 0 5 0,-2 0 7 15,1 0 5-15,1 5 7 0,4-5 6 0,-5 0 6 0,5 0 6 0,2 4 0 16,-1-4 1-16,-8 0 1 0,16 0 0 0,-10 0 0 0,5 6 1 0,2-6-1 0,-5 0 0 15,6 0 0-15,2 0-1 0,-9 0-2 0,15 0-3 0,-8 0 0 0,2 0-5 16,2-6-3-16,-2 6-2 0,6 0-2 0,-3-4-1 0,3 4-2 0,-2-5-1 0,10 5-3 16,-3-6-1-16,-7 2-2 0,7-2 2 0,1 1-5 0,0 5-1 0,-1-4-2 15,2-1-3-15,-2 1-1 0,0-2-4 0,-4 6-3 0,4-4-1 0,-9-1-2 16,4 5-2-16,-7 0-2 0,7-6-1 0,-9 6-4 0,1 0-3 0,2 0-1 16,-8 0-3-16,8 0 1 0,-10 0-3 0,-4 0 0 0,7 0-3 0,-7 0 1 15,-2 0-1-15,1 0-2 0,2 0-1 0,-3 0 0 16,-5 0 0-16,0 6-1 0,0-6 4 0,0 0 1 0,0 0 1 0,0 0 4 0,0 0 0 0,0 0 4 0,0 0 3 15,0 0 1-15,0 0 5 0,0 0 1 0,0 0 3 0,0 0 1 0,0 0 2 0,0 0 2 16,0 0 1-16,0 0-2 0,0 0 0 0,0 0-1 0,0 0-1 0,0 0-2 16,0 0 0-16,0 0-6 0,0 0 0 0,0 0-4 0,0 0-4 0,0 0-2 15,0 0-5-15,0 0-4 0,0 0-4 0,0 0-3 0,0 0-8 0,0 0-5 16,0 0-11-16,0 0-15 0,0 0-14 0,0 0-18 0,0 0-18 0,0 0-22 16,0 0-22-16,0 0-24 0,-5 5-25 0,5-5-36 0,0 4-38 0,-8 2-60 0,8-2-68 15,-6 1-85-15,6-1-91 0,-5 1-27 16,-2 5 5-16,7-4 21 0,-14-6 34 0,14 5 36 0,-13-5 41 0,8-5 44 0,-2-1 46 0,-7 2 54 0,8-7 54 0,-6-2 69 15,3-2 73-15</inkml:trace>
  <inkml:trace contextRef="#ctx0" brushRef="#br0" timeOffset="135871.16">19129 11934 0 0,'5'0'25'0,"-5"-5"34"0,0 5 14 0,0 0 15 0,6-4 13 0,-6 4 17 0,0 0 19 0,0-5 22 0,0 5 24 0,0 0 28 0,0 0 26 0,0 0-7 0,0 0-29 0,0 0-11 0,0 0-3 0,0 0 3 31,0 0 3-31,0 0 2 0,0 0 1 0,0 0-1 0,0 0-5 0,0 0-6 16,-6-6-10-16,6 6-13 0,0 0-14 0,-5 0-11 0,5 0-11 0,0 0-6 16,0 0-7-16,0 0-1 0,-8 0-5 0,8 0-5 0,0 0-7 0,0 0-9 15,0 0-9-15,0 0-10 0,0 0-9 0,0 0-7 0,-7 0-5 0,7 0-2 0,0 0-2 16,0 0 0-16,0 0 4 0,0 0 6 0,0 0 9 0,0 0 10 0,0 0 11 16,0 0 12-16,0 0 7 0,0 0 7 0,0 0 9 0,0 0 5 0,0 0 6 0,7 0 5 15,-7 0 9-15,0 0 0 0,8-4 2 0,-8 4-1 0,5 0-6 16,-5 0-8-16,6 0-10 0,2-6-9 0,-3 6-5 0,2 0-9 0,-1 0-6 0,8-5-8 15,-2 5-7-15,-4 0-8 0,3 0-9 0,2-4-25 0,3 4-32 16,-5 0 0-16,1 0 0 0,2 0 0 0,-1 0 0 0,-5 0 0 0,5 0 0 0,-1 0 0 16,-5 0 0-16,-2 0 0 0,2 0 0 0,1 0 0 0,-3 4 0 15,2-4 0-15,-7 0 0 0,0 0 0 0,0 0 0 0,7 0 0 0,-7 0 0 0,0 0 0 16,0 0 0-16,0 0 0 0,0 0 0 0,0 0 0 0,0 0 0 0,0 0 0 16,0 0 0-16,-7 0 0 0,7 0 0 0,0 0 0 0,0 5 0 0,0-5 0 15,0 0 0-15,0 0 0 0,0 0 0 0,0 0 0 0,-7 0 0 0,7 0 0 16,0 0 0-16,0 6 0 0,0-6 0 0,0 0-50 0,0 0-32 0,0 0-8 0,-5 0-11 15,5 0-11-15,0 0-16 0,0 0-12 0,0 0-17 0,0 0-14 0,-8 0-15 16,8 0-22-16,0 0-22 0,-7 4-27 0,7-4-26 0,0 0-56 0,0 0-68 16,0 0-67-16,-5 6-61 0,5-6-13 0,0 0 15 0,-7 5 25 0,7-5 32 0,-7-5 39 15,7 5 41-15,-5-6 44 0,5 6 47 0,0-10 48 0,-8 5 48 0,8-8 64 16,-5 3 71-16</inkml:trace>
  <inkml:trace contextRef="#ctx0" brushRef="#br0" timeOffset="138320.94">26741 12984 59 0,'0'0'138'0,"0"0"49"0,0 0 39 0,0-5 33 0,0 5 31 0,0 0 29 16,0 0 27-16,0 0 26 0,0 0 24 0,0 0 25 0,0 0 22 0,0 0-53 0,0 0-98 0,0 0-62 0,0 0-45 15,0 0-26-15,0 0-18 0,0 0-11 0,0 0-9 0,0 0-8 0,0 0-7 16,0 0-6-16,0 0-5 0,5 0-9 0,-5 0-4 0,0 0-6 0,0 0-4 0,0-4-3 16,0 4-3-16,0 0 0 0,9 0-5 15,-9-6-3-15,7 6-5 0,-7 0-5 0,5-5-7 0,1 5-6 0,2 0-6 0,-3 0-4 0,3-4-3 0,-3 4-5 16,9 0-1-16,-9 0-4 0,3 0-4 0,-1-5-5 0,7 5-2 0,-9 0-5 16,0 0-8-16,3 0-16 0,5 0-22 0,-7 0-37 0,1 0-40 0,-1 5-63 0,2-5-72 15,-8 4-102-15,5-4-110 0,-5 5-46 0,7 1-15 0,-7-6 5 0,-7 4 13 0,7 1 21 16,-5 1 26-16,-3-6 39 0,2 0 44 0,-7 0 53 0,0-6 57 0,-5-3 71 15,-3-2 74-15</inkml:trace>
  <inkml:trace contextRef="#ctx0" brushRef="#br0" timeOffset="146545.07">22624 14156 17 0,'0'0'102'0,"0"0"52"0,-6 6 41 0,6-6 31 0,0 0 27 0,0 0 24 0,0 0 22 0,0 0 21 0,0 0 18 16,0 0 21-16,0 0 21 0,0 0-34 0,0 0-59 0,0 0-54 0,0 0-49 16,0 0-25-16,0 0-14 0,0 0-4 0,0 0-1 0,0 0 0 0,0 0 0 0,0 0 1 15,0 0 0-15,0 0 0 0,0 0-2 0,0 0-4 0,0 0-4 0,0 0-8 16,0 0-7-16,0 0-11 0,0 0-8 0,0 0-10 0,0 0-6 0,0 0-5 15,0 0-6-15,0 0-3 0,0 0-4 0,0 0-3 0,0 0-5 0,0 0 0 16,0 0-3-16,0 0 3 0,0 0 0 0,0 0 2 0,0-6 3 0,6 6 2 0,-6 0-2 16,7 0 1-16,-7 0-4 0,8-5-2 0,-3 5-3 0,3 0-2 0,-2 0-5 15,7 0-3-15,0-4-6 0,0 4-7 0,0 0-4 0,0-6-8 0,5 6-4 0,-4 0-4 16,4 0-5-16,-2 0-5 0,3 0-8 0,-6 0-18 0,-1 0-27 0,2 0-40 16,-1 0-49-16,-8 6-88 0,3-6-101 0,-8 0-119 0,0 4-116 0,0-4-49 15,0 0-12-15,0 0 5 0,0 0 17 0,-8-4 24 0,3-5 31 0,-3-6 43 0,3-10 51 16,-2 1 63-16,0-12 70 0,-5-7 88 0,-1-6 92 0</inkml:trace>
  <inkml:trace contextRef="#ctx0" brushRef="#br0" timeOffset="161545.72">12888 15139 0 0,'-5'0'14'0,"5"0"48"0,0 0 28 0,0 0 28 0,0 0 23 0,-7 0 25 0,7 0 25 0,0 0 23 0,0 0 23 0,0 0 19 0,-8 0 18 15,8 0-8-15,0 0-26 0,0 0-23 0,0 0-23 0,-5 0-18 0,5 0-14 0,0 0-13 16,0 0-15-16,0 0-11 0,0 0-10 0,-8 0-9 0,8 0-6 0,0 0-5 15,0 0-1-15,0 0 2 0,0 0 0 0,0 0 1 0,-6 0 4 0,6 0 1 16,0 0 1-16,0 0-1 0,0 0-3 0,0 0-3 0,0 0-3 0,0 0-6 0,0 0-7 16,0 0-6-16,0 0-7 0,0 0-10 0,0 0-6 0,0 0-5 0,0 0-4 15,-5 0-2-15,5 0 1 0,0 0 0 0,0 5 1 0,0-5 3 0,0 0 2 0,0 4 4 16,0-4 5-16,0 6 3 0,0-2 9 0,0 1 7 0,5-5 5 0,-5 4 7 16,0-4 9-16,6 5 2 0,-6-5 6 0,8 6 1 0,-8-6 3 0,5 0 2 15,3 4 0-15,-1-4 2 0,-2 0-4 0,2 0-2 0,-2 0-4 0,2 0-8 0,7 0-5 16,-7-4-12-16,-1 4-9 0,6 0-13 0,-3 0-6 0,2-6-12 15,-4 6-6-15,-2 0-8 0,4 0-7 0,3 0-5 0,-12 0-5 0,6 0-2 0,2 0-4 16,-3 0-2-16,-5 0 2 0,8 0-3 0,-8 0 2 0,5 0-2 0,-5 0 0 0,0 0-2 16,0 0 1-16,0 0-5 0,0 0-4 0,0 0-8 0,0 0-7 0,0 0-11 15,0 0-13-15,0 0-20 0,0 0-17 0,0 0-27 0,0 0-25 0,0 0-31 16,0 0-38-16,0 0-33 0,0 0-37 0,7 0-52 0,-7 0-63 0,0 0-73 0,0 0-75 16,0 0-20-16,0 0 9 0,0 0 24 0,0 10 35 0,0-10 38 0,0 0 42 0,0 0 49 15,0 0 49-15,0 0 49 0,-7-4 51 0,7-2 61 0,-5 1 68 0</inkml:trace>
  <inkml:trace contextRef="#ctx0" brushRef="#br0" timeOffset="164237.87">14477 16354 61 0,'0'0'135'0,"0"0"45"0,0 0 35 15,0 0 31-15,0 0 28 0,0-4 24 0,0 4 25 0,0 0 25 0,0 0 22 0,0 0 22 0,0 0 23 0,0 0-55 0,0 0-101 0,0 0-57 0,0 0-37 16,0 0-22-16,0 0-15 0,0 0-10 0,0 0-5 0,0 0-3 0,7-6-2 16,-7 6-2-16,7 0-1 0,-7-5-2 0,7 5 0 0,-2 0 3 0,2 0-1 0,-1 0 0 15,2 0 0-15,-2 0-2 0,6-4 0 0,-4 4-4 0,3 0-6 0,2-4-9 16,3 4-9-16,-5-5-10 0,-4 5-9 0,6-6-15 0,0 3-16 0,1 3-29 15,-1-7-34-15,-3 2-44 0,4 5-49 0,-7-4-88 0,6 4-103 0,1-5-95 16,-9-1-89-16,9 2-37 0,-7-1-5 0,-1-4 6 0,-1-1 17 0,-5-5 23 0,7 0 31 16,-7-4 40-16,-7-5 48 0,2-7 57 0,-1 2 62 0,-1-9 81 0,-7-1 83 0</inkml:trace>
  <inkml:trace contextRef="#ctx0" brushRef="#br0" timeOffset="169469.71">20209 17337 32 0,'0'0'125'0,"0"0"51"0,0 0 36 0,0 0 24 0,0 0 21 0,0 0 16 0,7-4 12 0,-7-2 16 0,6 0 12 0,-6 2 17 0,0 4 17 0,0-5-41 0,0-1-72 16,0 6-62-16,0 0-58 0,0-3-25 0,0 3-7 0,0 0-3 0,0 0 3 16,0 0 2-16,0 0 4 0,0 0 1 0,0 0-2 0,0 0-4 0,0 0-9 15,0-6-5-15,0 2-11 0,0 4-11 0,0 0-8 16,6-5-6-16,-6 5-6 0,7 0-2 0,-2 0 0 0,3-4 2 0,-8 4-1 0,13 0 4 0,-7-6 5 0,1 6 3 15,0 0 5-15,5-6 4 0,1 6 4 0,-7 0 4 0,9-4 4 0,-2 4 3 16,-2-5 2-16,2 0 3 0,1 5-1 0,-1-4-1 0,0-2-3 0,7 2-1 16,-6-1-6-16,-1 5-3 0,-3-4-5 0,4-1-5 0,6-2-5 0,-6 7-3 0,-1-3-7 15,0-3-7-15,-2 6-4 0,-4 0-5 0,7-5-5 0,-8 5-1 0,6-4-4 16,-4 4-1-16,0 0-2 0,-3 0-1 0,1 0 1 0,-6 0 2 0,0 0 2 0,0 0 1 16,0 0-4-16,0 0-4 0,0 0-4 0,0 0-8 0,0 0-8 0,0 4-16 15,0-4-20-15,-6 5-25 0,6 1-30 0,-5-3-29 0,-3 4-32 0,0-2-54 16,3-1-64-16,-8 5-76 0,8 1-81 0,-11 0-30 0,11 0-1 0,-8 5 12 15,-1-5 22-15,9-1 30 0,-9 6 36 0,1-5 39 0,1-5 44 0,-2-1 44 0,9 1 43 16,-8-1 60-16,-1-4 62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58:19.212"/>
    </inkml:context>
    <inkml:brush xml:id="br0">
      <inkml:brushProperty name="width" value="0.05292" units="cm"/>
      <inkml:brushProperty name="height" value="0.05292" units="cm"/>
      <inkml:brushProperty name="color" value="#FF0000"/>
    </inkml:brush>
  </inkml:definitions>
  <inkml:trace contextRef="#ctx0" brushRef="#br0">18724 8583 12 0,'5'0'20'0,"-5"0"6"0,7 4 9 0,-7-4 8 0,9 0 11 0,-9 6 9 0,5-6 12 0,-5 0 0 0,6 0-6 0,-6 0 0 0,0 0 5 0,7 0 5 0,-7 0 8 0,0 0 6 16,0 0 6-16,0 0 8 0,0 6 5 0,0-6 12 0,0 0 12 0,0 0 9 15,0 0 11-15,0 0 4 0,0 0 5 0,0 0 4 0,0 0 3 0,0 0 5 16,0 0 4-16,0 0 5 0,0 0 1 0,0 0-4 0,0 0-8 0,0 0-13 0,0 0-14 16,0 0-12-16,0 0-12 0,0 0-5 0,0 0-3 0,0 0-1 0,0 0-1 15,0 0 0-15,0 0 4 0,0 0 1 0,0 0 0 0,0 0 3 0,0 0 2 16,0 0 0-16,0 0 0 0,0 0-2 0,0 0-1 0,0 0-4 0,0 0-5 0,0 0-7 15,0 0-8-15,0 0-10 0,5-6-10 0,-5 0-9 0,0 2-12 0,0 4-8 16,9-5-8-16,-9 0-12 0,7 5-7 0,-2-4-11 0,1-2-6 0,-1 2-7 16,3-1-5-16,0 1-5 0,4-1-2 0,-5-2 2 0,6 4-1 0,-1 3 1 15,7-6 2-15,-3 1-14 0,-5 1-18 0,10-2-20 0,-3 1-25 0,3 1-33 16,-3 0-41-16,3-1-73 0,-2-1-84 0,-1 3-90 0,3-4-83 0,-2-2-33 0,7 4-5 16,-5-5 7-16,-2 1 16 0,-7 0 30 0,8-7 36 0,-8 1 42 0,2-3 46 0,-1-9 51 15,-8 5 57-15,2-8 75 0,2-4 76 0</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58:46.472"/>
    </inkml:context>
    <inkml:brush xml:id="br0">
      <inkml:brushProperty name="width" value="0.05292" units="cm"/>
      <inkml:brushProperty name="height" value="0.05292" units="cm"/>
      <inkml:brushProperty name="color" value="#FF0000"/>
    </inkml:brush>
  </inkml:definitions>
  <inkml:trace contextRef="#ctx0" brushRef="#br0">25991 6366 4 0,'0'0'41'0,"0"0"19"0,0 0 16 0,0 0 16 0,0 0 18 0,-5 0 17 0,5 0 21 0,-6 4 21 0,6-4 23 0,-8 5 12 0,3 0 3 0,5-5-5 0,-8 4-12 0,8 2-6 16,-7 0-6-16,1-6-5 0,6 4-3 0,-6 1-11 0,6 1-5 0,-7-6-12 0,7 3-11 16,-5 1-15-16,5 2-14 0,-8-6-14 0,8 5-16 0,0-5-8 0,-6 4-6 15,6-4-4-15,0 6 1 0,0-6 3 0,0 6 3 0,0-6 3 0,0 0 3 16,0 0 4-16,0 0 2 16,0 3 3-16,0-3 1 0,0 0 3 0,0 0 6 0,0 0 0 0,0 0 4 15,0 0 1-15,0 6 2 0,0-6 1 0,0 0-1 0,0 0 0 0,0 0-2 0,0 5-1 16,0-5-2-16,0 0-2 0,0 4-2 0,0-4-4 0,0 6-3 0,0-6-1 0,0 0-3 15,0 0-5-15,0 4-1 0,6 1-7 0,-6-5 0 0,0 4-6 0,0-4 0 0,0 5-4 0,0-5 1 0,8 0-1 16,-8 6-1-16,0-6 3 0,0 0 1 0,5 0 2 16,-5 4 6-16,0-4 3 0,7 0 6 0,-7 0 6 0,6 0 6 0,-6 0 7 0,6-4 4 0,1 4 7 0,-7-6 4 15,8 1 1-15,-3 1 2 0,9-1-2 0,-9-5-3 0,3 1-3 0,5 0-7 16,-7-3-6-16,6 3-11 0,-4-4-9 0,5 2-9 0,-2-5-42 0,-4 7-15 16,7 0 0-16,-7-1 0 0,-1 1 0 0,0-3 0 0,2 9 0 15,-1-8 0-15,-2 7 0 0,3-2 0 0,-2 6 0 0,-6-3 0 0,5-3 0 0,-5 6 0 16,8 0 0-16,-8 0 0 0,0 0 0 0,0-4 0 0,0 4 0 0,0 0 0 15,0 0-14-15,0 0-31 0,0 0-16 0,0 0-16 0,0 0-21 0,0 4-21 0,0-4-26 16,0 0-22-16,0 0-20 0,5 0-18 0,-5 0-19 0,0 6-21 0,0-6-19 16,0 3-15-16,0-3-21 0,0 0-21 0,0 6-43 0,0-6-50 0,0 0-43 15,7 9-38-15,-7-9 0 0,-7 6 21 0,7-3 25 0,0 4 32 0,-5-2 36 0,5-1 35 16,-8 1 38 0,3-5 39-16,-1 4 44 0,-2-4 47 0,-4 0 58 0,-2 6 72 0</inkml:trace>
  <inkml:trace contextRef="#ctx0" brushRef="#br0" timeOffset="6818.86">24950 7279 0 0,'0'0'20'0,"0"-6"15"0,0 2 10 0,6-1 11 0,-6 1 10 0,0-2 11 0,0 3 9 0,0-3 7 0,0 0-1 0,0 2 1 0,0-1-1 0,0 0-2 0,0 1-2 0,0-2-2 15,0 2-1-15,0 4-2 0,8-5-3 0,-8 1-2 0,0-1-5 0,0-2-1 16,0 4 1-16,0-3-2 0,0 1 1 0,6 5 2 0,-6-4-2 0,0-2 0 16,0 3-4-16,0-3-2 0,0 6-3 0,0-4-3 0,7 4-6 0,-7 0-3 0,0-5-4 15,0 5-4-15,0 0-6 0,0-6-4 0,0 6-8 0,0 0-3 0,0 0-5 16,0 0-3-16,0 0-4 0,0 0 2 0,0-4 0 0,0 4 3 0,0 0 5 15,-7 0 5-15,7 0 5 0,0-6 4 0,0 6 4 0,0 0 7 0,-6 0 7 0,6-5 7 16,0 5 6-16,0 0 8 0,-8-4 5 0,8 4 3 0,0-5 3 0,0 5 1 16,-6 0 0-16,6-6 0 0,0 6-3 0,0 0 0 0,0 0-3 0,0 0-1 15,-7-4-4-15,7 4-4 0,0 0-5 0,0-4-3 0,0 4-2 0,-5 0-1 16,5 0-3-16,0 0-1 0,0-5-1 0,0 5-3 0,-7 0-1 0,7-6-2 0,0 6-4 16,0 0-2-16,0 0-2 0,-7 0-5 0,7 0-3 0,-7 0-3 0,7 0-4 15,0 0-5-15,0 0-3 0,-6 0-5 0,6 0-2 0,-7 0-3 0,1 6-4 16,6-6-1-16,-8 5-4 0,3-5-1 0,5 4-2 0,-5 0 0 0,-3 2 0 15,2 3 0-15,-1-4 3 0,-1 1 0 0,3 4 1 0,-1-5 1 0,-2 5 0 0,3-1 1 16,-3-5 1-16,3 7-1 0,5-1 3 0,-8-5-2 0,2 4-1 0,6 1 0 16,-5-1 0-16,5 0-2 0,-7 3 0 0,7-3-1 0,-8 0 1 0,8 1-1 15,0 5 2-15,0-6 3 0,-6 0 1 0,6 7 2 0,0-7 1 0,0 2 0 0,0 4 1 16,0-5 1-16,0-1-1 0,6 0 2 0,-6 0-2 0,0 3 0 0,0-3-2 16,8 1-3-16,-8-6-3 0,7 6-1 0,-7-6-3 0,5 8 2 0,-5-9 0 0,0 3 3 15,6-2 1-15,2-4 5 0,-8 6 6 0,5-1 3 0,3-5 7 0,-3 4 7 16,-5-4 9-16,8 0 6 0,-2 0 9 0,-1 0 6 0,3-4 8 0,-1-1 5 15,-1-1 6-15,2 2 3 0,2-2 4 0,-2-3-1 0,-2-1 2 0,1 0-1 16,6-4 0-16,-6-1 1 0,0 0-3 0,5 0 2 0,-6 2-6 0,2-2 1 0,-2-5-5 16,-6 4-3-16,7 4-2 0,-2-9-4 0,-5 6-4 0,8 2-2 0,-8-3-4 15,0 2-2-15,0-1-7 0,0-1-4 0,-8 2-7 16,8 1-4-16,0 3-3 0,-5-5-6 0,5 4-4 0,-7-4-5 0,1 7-4 0,-2-3-6 0,8 1-5 0,-6 5-6 16,-1-4-4-16,2 3-9 0,-2 2-11 0,0-1-13 0,0 1-17 0,1-1-17 15,6 1-20-15,-7 4-21 0,1 0-20 0,-2 0-23 0,3 0-24 0,0 4-19 16,5 1-18-16,-8-1-26 0,2 1-23 0,-1 5-48 0,-1-1-55 0,3 6-51 15,5-4-50-15,-6 3-6 0,-2 6 15 0,3-1 26 0,-3 0 31 0,8 2 34 0,-5-3 38 16,-3 2 36-16,2 5 36 0,1-6 41 0,-10 2 44 0,9-3 56 0,0 1 69 0</inkml:trace>
  <inkml:trace contextRef="#ctx0" brushRef="#br0" timeOffset="10737.76">18945 3235 1 0,'0'-4'51'0,"0"4"28"0,-6 0 17 0,-1 0 10 0,7 0 9 0,-5-6 16 0,-4 6 18 0,4 0 20 0,5-6 20 0,-7 6 20 0,1-4 20 0,6 4-21 0,-5 0-41 0,5 0-27 15,0 0-14-15,-8 0-5 0,0 0-1 0,8 0 0 0,0 0-1 0,0 0-8 0,0 0-14 16,0 0-16-16,-5 0-18 0,5 0-20 0,-7 0-16 0,7 0-15 15,0 0-15-15,-7 4-9 0,7-4-6 0,0 0-2 0,-5 0-3 0,5 6 0 0,0-6-2 0,-7 6-6 16,7-6-4-16,0 4-1 0,-8-4 0 0,8 5 0 0,-5-1 3 16,5 1 0-16,0-1 4 0,-7 2 2 0,7-1 3 0,-7 4 1 0,7 1 1 0,-5 0 1 15,-3 1 6-15,8-2 2 0,-8 6 6 0,3-5 5 0,-1 5 4 0,1-2 3 16,-2 1 4-16,-7 2 2 0,7-1 1 0,-4 3 3 0,2-3 2 0,-3 6 3 16,6-8 3-16,-7 8 1 0,-2-2 1 0,10-5 0 0,-9 5 1 0,1 2 0 15,8-2 0-15,-9 1-1 0,9-1-2 0,-10 0 1 0,9 2-2 0,-7-3-3 0,8 3-2 16,-3 3-4-16,0-5-3 0,-3 6-1 0,4-5-2 0,2 5-4 0,-4-1 1 15,4 0-2-15,-2-5-1 0,1 5 1 0,-8 1 2 0,7-1 2 0,2 6 0 0,-3-6 1 16,2 1 2-16,1-1 3 0,-3 1-1 0,-4-7 1 0,5 6 1 0,0 3-1 16,1-5 3-16,-1-1-2 0,1 3 2 0,-7 1-2 0,6-1 0 0,1 0-2 15,-2 1 1-15,3-1-1 0,-8 1 0 0,8-1-3 0,-4 6 0 0,-3-2-1 0,4-2-1 16,-4 2 0-16,5 2-2 0,-6-2 0 16,7 2 0-16,-7 1-2 0,8 2 0 0,-11-3 0 0,11 4-1 0,-8-6-1 0,8 8-2 0,-11-8 0 0,11 8 0 15,-9-9 0-15,9 4-1 0,-10 3-1 0,10-6 1 0,-7 7-1 0,5-7 1 16,-6 2 0-16,5 0-1 0,-3-1-1 0,-5 0-2 0,11 0 1 0,-8 0 0 0,8 1-2 15,-4 1 0-15,-3-3 1 0,6 2 3 0,-7-2 0 0,5 2 0 0,3-1 0 16,-2 0-1-16,-5 4 0 0,4-2 1 0,1-1 1 0,2 3 1 0,-3-3 0 0,-3-2-2 16,3 6 2-16,1-4 3 0,1 0 1 0,0 4 3 0,-1-6 2 15,2 2 6-15,-3 0 3 0,8 0 3 0,-6 4 1 0,-1-6 1 0,1 2 0 0,1-2-1 16,5 2 2-16,-8 0-1 0,8 0-1 0,-8-2 1 0,8 6-6 0,-5-4 0 0,5-2-5 16,0 2-7-16,0 0-1 0,0 0-3 0,0 4-1 0,0-6 1 0,0 2-1 15,0 4 1-15,0-4-2 0,0-2 2 0,0 2-1 0,0 3 1 0,0-2 0 16,5-1-1-16,-5-2 1 0,0 8 1 0,8-9-1 0,-8 4-1 0,8-3-1 0,-8 2-2 15,0-1 1-15,5-4 1 0,-5 3-1 0,6 2 0 0,1 0 0 0,-7-6 2 16,6 4 1 0,2 3 0-16,-3-1 1 0,-5-8 0 0,7 8 1 0,-1 0 2 0,0-5 2 0,1 3 0 0,1 2 1 0,-3-1 3 0,1 0 0 0,2 7 2 0,-3-8-2 15,2 2 3-15,1 3-1 0,-8 1-1 0,6 2 3 0,0-3 1 0,1 1 3 16,-2 0-1-16,-5 5 2 0,8-5-1 0,-8 5 1 0,6 1 0 0,1-1 2 16,-7-5 2-16,6 9 1 0,-6-4 3 0,5 1-1 0,-5-1 0 0,7 0-4 15,2 5 1-15,-4 1-3 0,-5-2-1 0,7-4-2 0,-1 4 0 0,-1 2-4 16,4-1 1-16,-2-6-5 0,-2 8-2 0,1-3-4 15,2-4-1-15,5 1-1 0,-6-1-1 0,-2 4 2 0,7-3 1 0,-5-1 3 0,6 1 1 0,-5 2 3 0,3-2 1 16,-3-1 0-16,5 4 2 0,0-4 1 0,-8 1-1 0,11 0 3 0,-5-1 0 0,2-2 1 31,0 3 1-31,0-1-2 0,1-5-3 0,7 5-4 0,-11 1 0 0,11-1-4 16,-8-5 1-16,6 5-2 0,1 1-2 0,-1-7-2 0,0 1 1 0,1-1-1 16,7 3-1-16,-8-2-1 0,7 0 1 0,-8 0 2 0,11-4 0 0,-5-1 1 15,8 5 0-15,-4-6-1 0,4 3 1 0,2 2 1 0,-10-3-1 0,8 0 0 0,2-2-1 16,-2 3-2-16,-6-4-1 0,8 4-3 0,-2-7-5 0,-6 6-1 0,0-6-4 15,6 1 1-15,-6 3-3 0,0-2 2 0,6-4-2 0,-6-1 2 0,1 3-3 0,-1-5 1 16,1 2 1-16,-1-2 1 0,-1 2-2 0,2-3 4 0,-3-3-1 0,3 3 1 16,-1-2-1-16,0-1-2 0,1-6-3 0,-2 6-4 0,2 0-7 0,-8-5-8 15,7-1-8-15,-8 0-14 0,9 3-19 0,-6-9-22 0,5 3-26 0,-8-1-27 16,9-1-26-16,-6-4-41 0,3 0-47 0,2 0-18 0,0 0-4 0,0-4 9 0,1-1 11 16,5-4 17-16,-6-3 19 0,13 3 27 0,-5 0 26 0,3-7 32 0,-2 1 32 0,4 1 34 15,5-5 49-15</inkml:trace>
  <inkml:trace contextRef="#ctx0" brushRef="#br0" timeOffset="12346.01">27368 7153 0 0,'0'0'15'0,"0"0"21"0,0-5 14 0,0 5 15 0,0-6 17 0,0 2 13 0,0 4 16 0,0 0 14 0,0-6 15 0,-8 6 3 0,8 0-4 0,0-5 2 0,0 5 8 0,0 0 8 0,-8 0 11 15,8-4 2-15,-5 4-1 0,5-5-5 0,0 5-2 0,0 0-6 0,-6-6-1 0,6 6-1 16,0 0-6-16,-7-4-4 0,7 4-6 0,0 0-8 0,0-4-9 15,-6 4-6-15,6 0-5 0,0 0-6 16,0-5-3-16,-7 5-1 0,7-6-4 0,0 6-4 0,-8 0-4 0,8 0-3 0,0-3-4 0,-5 3-4 0,5 0-5 0,0-7-4 16,0 7-4-16,0 0-7 0,-7 0-5 0,7-5-8 0,0 5-4 0,-7 0-4 15,7 0-4-15,0 0-1 0,0 0-3 0,0-4 0 0,0 4-1 0,-5 0 0 0,5 0 1 16,0 0-3-16,0 0-1 0,0 0-2 0,0 0-4 0,0 0 0 0,0 0-6 16,-8 0-4-16,8 0-2 0,0 0-6 0,0 0-5 0,0 0-3 0,0 0-5 15,-5 4-5-15,5-4-4 16,0 0-3-16,0 0-6 0,0 5 0 0,0-5-4 0,-8 7 5 0,8-4 6 15,0 3 5-15,0-1 4 0,0-1-3 0,0 6 1 0,0-5 2 0,0 4 2 0,8-3 5 0,-8 4 0 0,0-1 3 0,0 0 1 0,0 1 4 16,5-5 2-16,-5 4-2 0,0-2-8 0,8 2-1 0,-8-4-2 0,5 5 3 0,-5-6 4 16,7 6-1-16,-7-6-2 0,7 2 3 0,-7 0 0 0,5-3 2 0,-5-3 3 15,8 6 2-15,-1-6 3 0,-7 4 5 0,6-4 5 0,1 0 6 0,-1 0 9 16,-6 0 10-16,5 0 9 0,3 0 9 16,-8 0 11-16,8-4 10 0,-3-2 9 0,-5 3 8 15,6-3 8-15,-6 6 7 0,7-10 5 0,-7 5 1 0,0-4-1 0,0 3-2 0,5-3-5 0,-5 0-11 0,0-1-9 0,0-1-10 0,-5 1-8 0,5 1-13 16,0 0-9-16,-7-1-12 0,7-1-12 0,-6 2-9 0,6-1-13 0,-5 6-10 15,-3-7-15-15,8 1-13 0,-8 5-14 0,3-4-10 0,-1 3-12 0,-1 2-14 0,1-1-17 16,-1 1-24-16,-1 4-32 0,3-5-35 0,-2 5-39 0,0 5-70 0,2-5-90 31,-3 4-60-31,3 5-46 0,-3-3-7 0,2 3 9 0,1 3 21 0,-2 2 24 0,-1-6 31 16,2 3 34-16,-1 4 44 0,-4-5 45 0,3-1 52 0,0 0 53 0,3 1 69 16,-1 4 86-16</inkml:trace>
  <inkml:trace contextRef="#ctx0" brushRef="#br0" timeOffset="14076.04">26006 8066 0 0,'0'-5'19'0,"0"5"40"0,0 0 17 0,0-6 15 0,0 2 12 0,0 4 19 0,6-6 20 0,-6 6 22 0,0-5 26 0,0 5 23 0,0 0 24 0,0-4-8 0,0 4-29 0,0-5-16 0,0 5-12 0,-6-4-2 0,6 4 1 0,0-6 1 0,0 6 1 0,0 0-9 0,0-3-12 15,0 3-14-15,0-6-15 0,0 6-12 0,0-6-11 0,0 6-9 0,0-3-5 0,0 3-5 16,0-6-3-16,0 6-1 0,0-6-1 0,-7 2 1 0,7 4 1 0,0 0 0 15,0-5 1-15,0-1 0 0,0 3 0 0,0 3 1 0,0-4 0 0,0 4-2 16,-8-6-3-16,8 6-3 0,0-5-4 0,0 5-3 0,0-4-6 0,-5 4-4 16,5 0-2-16,0-6-6 0,0 6-4 0,0 0-5 0,0 0-4 0,-6 0-3 15,6 0-7-15,-8 0-5 0,8 0-4 16,0 0-2-16,-5 0-5 0,5 0-2 0,-8 0-3 0,8 0-7 0,-7 0-2 0,7 0-6 0,-6 0-4 0,6 6-5 0,-6-6-3 16,6 0-6-16,-7 4-1 0,7 1 0 15,0 1-1-15,-5-2 1 0,5 5-1 0,0-4 0 0,-8 5 3 0,8-1 0 0,0 3 3 0,0-3 0 0,0 0 0 0,0 0 5 16,0 1 0-16,0 1 5 0,0-1-1 0,0-1 3 0,0 0-1 0,0 1 0 15,8 1 0-15,-8-7-2 0,0 5 2 0,5 1-2 0,-5-5 2 0,0 4 1 16,7-3 4-16,-7 0 1 0,6-3-1 0,-6 3 2 0,6 0 0 16,-6-2 4-16,7-4 0 0,-7 5 2 0,8-5 4 0,-3 4 4 0,-5-4 7 0,8 0 7 0,-2 0 9 15,-1 0 11-15,3-4 7 0,-8-1 14 0,7 1 9 0,-1-2 9 0,0 0 10 16,1-3 8-16,-7 3 11 0,5-3 7 0,3 0 7 0,-8 0 4 0,6-7-2 16,-6 7 0-16,7-2-7 0,-7-2-8 0,0 3-10 0,0-5-13 0,0 4-9 15,0-2-9-15,0 4-12 0,0-3-8 0,-7 3-9 0,7-1-10 0,0 5-10 0,-6-4-13 16,6 5-12-16,-8-2-17 0,3 1-16 0,5 5-17 0,-7-4-20 0,1 4-28 15,0 0-34-15,6 0-41 0,-7 4-45 0,-1 1-86 0,3 1-105 0,-9 1-71 16,14 4-55-16,-13-1-12 0,6 5 10 0,7 0 22 0,-6-2 30 0,0 2 34 0,-1 0 38 16,2-5 46-16,5 4 52 0,-8-4 54 0,2 1 59 0,6-1 78 0,-7-1 90 0</inkml:trace>
  <inkml:trace contextRef="#ctx0" brushRef="#br0" timeOffset="28877.12">21896 4929 19 0,'0'-5'61'0,"0"5"29"0,0 0 27 0,0-4 32 0,0 4 29 0,-7-5 29 0,7 5 26 0,0 0 23 0,0 0 20 0,0-4 3 0,0 4-6 15,0-6-11-15,0 6-14 0,0 0-12 0,-5-4-12 0,5-1-16 0,0-1-17 16,0 6-17-16,0 0-20 0,0-3-13 0,0-4-12 0,-9 2-7 0,9 5-6 0,0-4-6 16,0-1-5-16,0 1-7 0,-5 4-5 0,5-6-7 0,0 3-5 15,-7-3-6-15,7 0-7 0,0 3-3 0,0 3-5 0,-6-12-4 0,6 12 2 0,-5-9-3 16,5 3 0-16,-9 3-6 0,2-3 1 0,7 2-4 0,-5-1-2 0,5 5-2 16,-7-4-5-16,7-2-2 0,-7 0-5 0,7 6-4 0,-5-4-6 0,-3 4-3 15,8-5-7-15,-7 5-7 0,2-5-3 0,5 5-4 0,-7 0-6 0,0 0-4 0,2 5-3 16,-3-5-5-16,3 5-1 0,5-1 0 0,-8 2 0 0,2 4 1 0,-1-5 0 0,1 5 1 15,-2-1 1-15,3 0 2 0,-3 3-1 0,3-3 3 0,5 0 0 0,-5 6 4 16,-4-11 0-16,9 11 1 0,-5-4 1 0,5-1 2 0,0-6-4 0,-7 5 0 16,7 2 2-16,0-1-2 0,0-1 0 0,0-4 2 0,0 5 0 0,0-6-1 0,0 1 1 15,0 4 0-15,0-3 1 0,0 0 0 0,7 3 1 0,-7-9 3 0,0 10 3 16,5-7 1-16,-5 3 3 0,9-1 7 0,-4-1 9 0,0 2 14 0,3-6 16 16,-3 6 13-16,3-6 17 0,-2 3 12 0,1-3 14 0,7 0 8 0,-9 0 9 0,8-3 8 15,-6 3 7-15,5-6 7 0,3 0 6 0,-10 2 0 0,9-1-1 0,-2-4-7 16,-3-1-8-16,2 4-12 0,-4-3-10 15,-2 0-12-15,4-2-8 0,-4 1-9 0,2 1-9 0,-1 0-5 0,-1-7-6 0,-5 7-7 0,0 0-10 0,0-1-6 16,0-1-10-16,0 1-11 0,0 1-12 0,-5 0-16 0,5 0-19 0,-6-3-18 16,-1 3-22-16,2 3-22 0,-4-3-23 0,4 3-27 0,-2 3-29 0,1-3-31 0,-8 6-30 31,7-4-33-31,-5 8-33 0,5-4-53 0,2 6-62 0,-10-3-73 0,10 8-73 16,-2-1-18-16,0-1 11 0,2 6 27 0,-3-5 34 0,-5 4 40 0,7 2 42 0,-1-7 45 15,1 10 48-15,-2-4 48 0,3 0 51 0,-8 0 62 0,8-6 69 0</inkml:trace>
  <inkml:trace contextRef="#ctx0" brushRef="#br0" timeOffset="29845">21778 6551 42 0,'0'0'75'0,"0"0"29"0,0-6 30 0,0 3 30 15,-5-3 29-15,5 6 28 0,0 0 24 0,0-5 25 0,0 5 18 0,-8-4 0 0,8 4-15 0,0 0-16 16,0-6-18-16,-5 6-13 0,5-3-13 0,0 3-16 0,0-6-16 0,-8 6-17 0,8-4-15 0,0 4-11 0,0 0-9 0,0-5-6 16,0 5-2-16,-6 0-5 0,6 0 0 0,0-6-2 0,0 6-5 15,0 0-2-15,0-4-6 0,0 4-8 0,0 0-5 0,0 0-9 0,0 0-9 0,0 0-9 16,0 0-8-16,0 0-6 0,0 0-9 0,0 0-8 0,0 0-11 0,0 0-7 16,0 0-9-16,0 0-7 0,0 0-8 0,0 0-3 0,-7 4-5 0,7-4 0 0,0 0-2 15,-6 6 2-15,6-1 0 0,0-1 2 0,-8 2-1 0,8-3 2 0,-5 3 0 16,5-2 2-16,0 7 1 0,-8-8 1 0,8 3 1 0,0 4 1 0,-5-5 0 15,5 1 2-15,0 2-2 0,0-3 0 0,0 0 1 0,0 5-2 0,0-4 0 16,0-3 1-16,0 9 1 16,0-8-1-16,0 1 2 0,0-1 1 0,0 1 1 0,0 5 0 0,5-5 1 0,-5-1 1 0,0-4 1 0,8 6 7 0,-8 0 7 0,5-3 12 15,-5-3 14-15,8 6 12 0,-2-6 13 0,-6 4 10 0,7-4 5 0,-1 0 8 0,2 0 9 16,-3-4 5-16,3 4 11 0,-3-6 7 0,2 6 9 0,0-3 0 0,-2-3-1 16,2-4-5-16,6 5-10 0,-6-5-9 0,0 1-10 0,-2 4-6 0,2-5-4 15,2 1-4-15,-4-3-6 0,-5 3-5 0,6 0-10 0,-6 5-5 0,7-7-8 16,-7 1-7-16,0 4-6 0,0-3-7 0,0 4-12 15,0-5-12-15,-7 7-19 0,7-3-19 0,0 2-25 0,-6-1-33 0,6-1-33 0,-5 6-36 0,-4-4-34 0,2 4-32 16,2 4-30-16,-2 2-47 0,0-1-49 0,-6-1-81 0,6 5-90 0,2 1-33 16,-2 1 0-16,-5-2 20 0,4 1 34 0,3 5 40 15,-3-6 46-15,2 6 47 0,-7-6 45 0,5 7 47 0,3-2 45 0,-3 1 55 16,3-5 59-16</inkml:trace>
  <inkml:trace contextRef="#ctx0" brushRef="#br0" timeOffset="30718.22">21817 8314 24 0,'7'-4'107'0,"0"4"48"0,-7-6 38 0,5 1 31 0,-5 1 25 0,0-1 25 0,7 1 23 0,-7-2 23 0,0 2 20 0,0 4 21 0,9-5 22 0,-9-1-37 15,0 2-69-15,0 4-57 0,0-5-47 0,0-1-28 0,0 6-19 0,0-4-11 16,0-1-7-16,0 1-7 0,-9-2-6 0,9 6-6 0,0-3-5 0,0 3-8 16,-7-6-9-16,7 0-8 0,0 6-9 0,-5-3-5 0,5 3-8 0,-7-6-4 0,0 6-2 15,7-6-3-15,-5 6 0 0,-3 0-3 0,8-4-5 0,-7 4-2 0,2 0-4 16,5 0-1-16,-7 0 0 0,0 0-3 0,2 0 1 16,5 0-2-16,-8 4 0 0,3-4-3 0,5 6-6 0,-8-6 0 0,2 6-6 0,6-3-1 0,-7 3-4 0,7 0-1 15,-6-6 0-15,6 9-1 0,-8-5 0 0,8 1 1 0,0 5-1 0,-5-5 1 16,5-1 0-16,0 7 0 0,-8-7 2 0,8 6 2 0,0-5-1 0,0 4 2 15,0-3 3-15,0 3 4 0,0-3 3 0,0 4 8 0,0-5 3 0,0 3 8 16,0-3 4-16,8 4 7 0,-8-3 7 0,5 3 6 16,-5-3 5-16,8 4 7 0,-2-5 7 0,1-1 9 0,-1 5 8 0,2-3 4 0,-3-1 6 0,3-1 5 0,4 2 0 15,-5 0 1-15,-2-6 3 0,10 4-4 0,-3-4-1 0,-5 0 2 0,5 5 5 0,2-5 6 16,-8-5-2-16,6 5 1 0,-3 0-3 0,3-4-1 0,-6-2-7 0,7 0-4 16,-5 2-5-16,-3-1-2 0,1-1-6 0,1 2 0 0,-1-5-3 0,-6 4-9 15,0-5-12-15,8 4-19 0,-8-3-25 0,0 0-29 0,0 3-32 0,0-3-40 16,-8 0-43-16,8-1-51 0,-6-1-59 0,-1 1-62 0,1 5-67 0,-7-4-108 15,5 5-121-15,-3-2-47 0,-1 2-10 0,-2-1 15 0,1 5 32 0,-1-6 41 0,2 6 44 16,-7-4 56-16,4 4 56 16,3-5 64-16,0 5 65 0,-9-6 69 0,8 2 70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4:59:46.745"/>
    </inkml:context>
    <inkml:brush xml:id="br0">
      <inkml:brushProperty name="width" value="0.05292" units="cm"/>
      <inkml:brushProperty name="height" value="0.05292" units="cm"/>
      <inkml:brushProperty name="color" value="#FF0000"/>
    </inkml:brush>
  </inkml:definitions>
  <inkml:trace contextRef="#ctx0" brushRef="#br0">23114 8128 18 0,'0'0'84'0,"0"-3"30"0,0 3 25 0,0 0 26 0,0 0 26 0,0 0 27 0,0 0 25 0,0 0 21 0,0-6 20 0,0 6 17 0,0 0 20 16,0 0-39-16,0-4-67 0,0 4-36 0,0 0-15 0,0 0-12 0,0 0-3 15,0 0-13-15,0 0-17 0,0 0-14 0,0 0-14 0,0 0-9 0,0 0-6 0,0 0-8 16,0 0-5-16,0 0-6 0,0 0-5 0,0 0-7 0,0 0-3 0,0 0-6 16,0 0-3-16,0 0-2 0,0 0-3 0,0 0 0 0,0 0 0 0,0 0-2 15,0 0 0-15,0 0 1 0,0 0-1 0,0 0-2 0,0 0 1 0,0 0-2 0,0 0 0 16,0 0 0-16,0 0-3 0,0 0-1 0,0 0-1 0,0 0 0 0,0 0-2 15,7 0 5-15,-7 0 10 0,0 0 5 0,0 0 6 0,0 0 7 0,5 0 3 16,-5 0 4-16,8 4 4 0,-3-4 6 0,-5 6 3 0,6-6 6 0,2 0 6 0,-3 0 2 16,2 3 5-16,1-3-4 0,4 0-8 0,-5 0-7 0,6 0-8 0,-7 0-5 15,7-3-8-15,-8 3-5 0,11 0-6 0,-11 0-5 0,8 0-7 0,-7-6-6 16,9 6-8-16,-10 0-19 0,1-4-21 0,7 4-27 0,-5 0-26 0,-1-6-34 16,-2 6-36-16,2 0-51 0,0 0-54 0,-7 0-79 0,5 0-87 0,-5 0-49 0,0 0-31 15,0 0-4-15,8 0 10 0,-8-5 26 0,0-5 33 0,0 5 41 0,0-4 40 0,-8-5 48 16,3-1 50-16,-2 0 57 0,0-3 60 0</inkml:trace>
  <inkml:trace contextRef="#ctx0" brushRef="#br0" timeOffset="100298.3">24645 10404 0 0,'-7'0'8'0,"7"0"33"0,-8 6 12 0,3-6 7 0,5 0 4 0,-7 0 4 0,7 0 3 0,-7 0 3 0,2 0 3 0,5 6 2 0,-8-6 2 0,8 0-21 0,-8 3-32 0,8-3-16 15,-5 6 0-15,5-6-1 0,-6 0 5 0,6 6 3 0,-7-6 4 0,7 0 1 0,-5 0 4 16,5 4 3-16,-9-4 4 0,9 0 4 16,0 5 4-16,-5-5 2 0,5 4 2 0,-7-4 0 0,7 0 0 0,-6 5 0 0,6-5 3 0,0 4 3 0,-5-4 2 0,5 6 1 15,-9-6 2-15,9 6 1 0,0-3-4 0,-7 3 1 0,7-6 0 0,0 5-2 16,0-1 0-16,-5 2-1 0,5-2-2 0,0 1-1 0,0-5-1 0,-7 4-4 15,7 1 0-15,0 1-3 0,-6-2-1 0,6 2-2 0,0-1-2 0,0-1-2 0,-6 2-1 16,6 3-1-16,0-5-6 0,0 1-2 0,0 5-4 0,-8-5-4 0,8 4 2 16,0 3 1-16,0-4 0 0,0 2 2 0,-7 0 3 0,7-1 1 0,0 3 2 15,0 1 1-15,-5-4 0 0,5 6 2 0,0-3 2 0,-6 1 1 0,6 1 2 0,0-4-2 16,0 5-3-16,-8 0-3 0,8-6-1 0,-5 6-2 0,5 1 0 0,0-2-2 16,0-4 0-16,-8 4-2 0,8 2 3 0,0-3-1 0,0-4 0 0,0 6 2 0,0 0 0 15,0 0 0-15,0 0 2 0,0-6 1 0,0 7-1 0,0-2 2 0,0 0-4 16,0 0-1-16,8 2-4 0,-8 2 0 0,0-3-1 0,5 1 0 0,-5-2 0 15,8 1 0-15,-8 1-3 0,6-2 0 0,-1 0-3 0,-5 0-1 0,7 2 1 16,1-1-2-16,-8-6 1 0,6 6 1 0,0-6 4 0,1 6-2 0,-2-5 0 0,2-1-1 16,-7 0-2-16,9 6 0 0,-4-5-2 0,1 1-1 0,1-2 2 0,-2 1 0 15,-5 5-2-15,9-6 1 0,-4 1 0 0,2-1 0 0,-1 2 3 0,-1-2 0 16,11 7-1-16,-11-7 3 0,2 0-2 0,0 6 3 0,-2-6 7 0,10 7 4 0,-10-7 1 16,9 6 3-16,-9-6 1 0,11 7 0 0,-11-7 1 0,8 0 0 0,1 2-3 15,-9-1-1-15,8 5-2 0,-8-6 0 0,11 0 0 0,-4-3-5 0,-6 3-3 0,8 0-6 16,-7 2-3-16,4-6-4 0,2 4-2 15,-5 1-1-15,5-5-1 0,-7 4-2 0,7-2 0 0,0-4-2 0,-5 8 0 0,2-7-1 0,4 5-1 0,-7-3 0 16,6 3-1-16,-6-3-1 0,5 4-7 0,-5-5-2 0,7 4-1 0,-8-5-2 0,6 2 1 16,-4 3-2-16,3-4-1 0,-3-1 0 0,-3 3 1 0,2-2 0 0,7-1 0 15,-8 1 1-15,1-1-1 0,-2 2 0 0,4-1-1 0,-4-5 0 0,2 4-1 16,-1 1-4-16,2-1-4 0,-3 2-1 0,3-6 2 0,-3 6 2 0,9-3-1 0,-9 3 4 16,2-6 1-16,6 5 0 0,1-1 1 0,-1-4 5 0,-5 6 2 15,3-6 4-15,1 4 1 0,9-4 6 0,-10 0 4 0,5 0 1 0,-5 0 2 0,10 0-2 16,-9 0 0-16,2 0 0 0,4 0-1 0,-4 0 0 0,7 0-1 0,-9-4 0 15,-1 4 0-15,10-6-1 0,-8 6 1 0,1 0-1 0,4-4 0 0,-4-1-1 0,-2 5-3 16,7-6 1-16,-4 6-2 0,-3-3-8 0,0 3-7 0,9-6-11 0,-8 6-14 16,1-6-13-16,4 6-15 0,-4-4-18 0,-2 4-17 0,8-5-10 0,-8 5-11 0,2 0-5 31,6-4-3-31,-6 4-6 0,-2 0-1 0,-1 0 4 0,10 0 4 0,-7 0 10 16,-2 0 13-16,1-5 12 0,6 5 13 0,-6 0 15 0,1 0 13 0,-2 0 11 0,2 0 9 15,-1 0 8-15,1 0 6 0,-7 0 7 0,4 0 6 0,2 0 3 0,0 0 5 16,0-6 2-16,-7 6 3 0,9 0 7 0,-2 0 7 0,-2 0 9 0,4-4 8 0,-3 4 8 15,0 0 10-15,2-5 7 0,-1 5 8 0,8-4 10 0,-9 4 5 0,0-5 7 16,3-2 8-16,4 7 2 0,-6-4 0 0,6-1-3 0,-6 1-3 0,0-1-4 0,5 5-6 16,-2-6-4-16,2 2-8 0,-4-1-4 0,-2 1-8 0,8-8-6 0,-8 9-5 15,9-3-6-15,-10 1-5 0,10-5-2 0,-8 7 0 0,8-3 1 0,-10-3 1 16,10 3 0-16,-9-4 0 0,7 5-4 0,-6-4-2 0,6 5-3 0,-3-7-1 0,2 7-1 16,-4-5-3-16,-2 2-1 0,7-2-2 0,-6 4-1 0,0-5-4 0,1 1 1 15,-2 4-3-15,2-5-4 0,-1 1-1 0,-6 3 1 0,5-3 1 0,0-1-1 16,2 1 0-16,-7-3 2 0,4 3-2 0,5 0 1 0,-11-1-1 0,8 1-1 15,1-6-1-15,-7 6 0 0,4-2-1 0,2-4 1 0,0 5 0 0,1-3 1 16,-1-2-1-16,-1 4 0 0,2-2 0 0,-1-2-1 0,0 0 0 0,0 0 0 0,6 0 0 16,-6 5 1-16,1-5 2 0,6 1 1 0,-9 0 7 0,2 5 5 0,8-6 10 15,-8 4 5-15,1-2 8 0,-9 3 9 0,8-1 6 0,0-4 7 0,-5 6 6 0,-3-1 8 16,0-5 9-16,4 5 7 0,-4 1 6 0,-5-6 3 0,7 6 0 0,-7-6-7 16,0 5-6-16,0-1-11 0,0-2-9 0,-7-1-9 0,7 4-8 0,-5-5-9 15,5 5-6-15,-9-4-8 0,4 4-10 0,0-1-9 0,-3-4-6 0,2 2-8 0,-7 4-4 16,6-3-2-16,2-3-1 0,-4 6 2 0,4 0-1 0,-2-7 0 0,1 7 3 15,-8-6-2-15,7 6 0 0,2 0 1 0,-3-7 0 0,2 1 2 0,1 6-2 16,-3-6 0-16,3 0-1 0,-2 0-2 0,0 2 0 0,0 4-3 0,-6-12-1 0,8 11-2 16,-3-8 0-16,2 3-3 0,-7 3 3 0,0-2-4 0,5 0 2 0,-2 5-2 15,1-6 2-15,-3 0 0 0,-1 6 1 0,-1-1 2 0,1-1 0 0,0 1 2 16,2 1 0-16,-5 0-3 0,6-1-2 0,-3 5-6 0,-3-4-4 0,-2 3-2 16,4-4-2-16,-4 5-6 0,-3 1-5 0,2-5-9 0,-1 3-6 0,1 0-6 15,-2 3-4-15,-2-9-2 0,-4 8-2 0,1-1 4 0,-1 0 6 0,1 1 4 16,0-2 6-16,-1 2 5 0,4-1 3 0,-4 1 4 0,1-2 8 0,-1 0 8 0,1 3 7 15,0-3 7-15,0 1 7 0,0 1 3 0,-1-2 3 0,8 3 1 0,-7-3 2 0,8 2 1 16,-9-1 4-16,6-1 6 0,-3-4 5 0,4 5 6 0,1 1 6 0,-8-1 4 16,7-5 2-16,1 6 2 0,-7-7 2 0,8 8 4 0,-3-9 2 0,-6 3 2 15,8-1 2-15,-1 7 1 0,-4-8-4 0,3 1-3 0,3 0-4 0,-3-1-6 16,1 2 0-16,1 5-3 0,-1-5-2 0,-1-3-3 0,11 3-2 16,-11 4-4-16,2-5-3 0,6 6-3 0,-7-5-3 0,8 4 2 0,-8-1 1 0,6-4 2 0,2 5-2 15,-8 1-1-15,8-1-3 0,-9-1-3 0,10 2 0 0,-10 4-4 0,8-4-1 0,-8 4 1 16,2-5-1-16,1 5-2 0,-1 0-3 0,-9 0-7 0,9 0-11 0,0 5-16 15,-9-5-21-15,4 4-40 0,-3 0-48 0,2 7-72 0,-2-2-83 0,1-3-47 16,0 4-29-16,-1-1-6 0,3 0 5 0,4 1 10 0,-7-5 15 0,1 4 22 16,7 3 24-16,-7-8 32 0,5 1 37 0,2-1 50 0,1 2 54 0</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5:02:34.823"/>
    </inkml:context>
    <inkml:brush xml:id="br0">
      <inkml:brushProperty name="width" value="0.05292" units="cm"/>
      <inkml:brushProperty name="height" value="0.05292" units="cm"/>
      <inkml:brushProperty name="color" value="#FF0000"/>
    </inkml:brush>
  </inkml:definitions>
  <inkml:trace contextRef="#ctx0" brushRef="#br0">21915 2677 0 0,'-8'-9'1'0,"8"4"102"0,-5 1 60 0,-1-6 36 0,6 5 29 0,-7-4 20 0,2-3 18 0,-4 8 18 0,4-5 17 0,-2 0 14 0,1-3 15 0,1 9 10 0,-4-9 11 0,2 8-80 15,2-6-134-15,-2 6-64 0,0-2-30 0,2 2-12 0,-3-1-7 0,1 1-3 0,2-2-4 16,-2 6-4-16,-5-6-3 0,4 3-3 0,3-3-3 0,-9 1-1 0,7 5 0 16,-7-4-1-16,9-2 1 0,-8 3 0 0,-1-3 1 0,2 6 3 0,-1-4 2 15,-1-1 2-15,2-1 4 0,-8 6 1 0,-1-4 3 0,9 4-3 0,-7-6 2 0,0 6-3 16,-1 0 0-16,-7 0 1 0,1 0-4 0,0 0 0 0,2 6-2 0,-10-2-3 16,8 2-3-16,-6-1-5 0,-2-1-6 0,2 2 0 0,-8 3-3 0,8 0 0 15,-7-3-1-15,7 3 0 0,-7 1 0 0,-1 5-2 0,1-6-7 0,0 0 11 16,2 6 20-16,-3 1 30 0,1-7 36 0,0 6 14 0,7 0 6 0,-7 0-13 15,-2-2-25-15,2 2-14 0,8 0-15 0,-9 0-7 0,0 4 0 0,1-5 1 0,0 6 7 16,2 6-10-16,-10-7-18 0,2-1-30 0,-8 9-35 0,8-5-13 0,-7 8 0 16,1-6 17-16,-9 7 24 0,7-4 18 0,1 4 16 0,-6 2 8 0,5 1 4 0,-5 2 1 15,6-3 3-15,-1 1-2 0,-5 6 3 0,5-7-2 0,-5 7-2 0,6-7-2 16,1 6-1-16,-1 1-3 0,0 0-1 0,-1-7-3 0,7 6 1 0,2 1-3 16,-3-1-2-16,2-1-2 0,6 1 0 0,-7 1-2 0,7-2 1 0,-5 2-1 15,4 3-1-15,1-3 0 0,-1 5 1 0,0-2 0 0,1-4 2 0,7 5 0 16,-7 0 0-16,7-4 2 0,1 3-2 0,-8-4 1 0,12 1 1 0,-7-1 4 0,3-2-1 15,-2 3 3-15,-1 0 6 0,11-2 4 0,-12 2 3 0,3-1 5 0,7 5 1 16,-7-5 1-16,-3 4 2 0,10 2 2 0,-7-2-2 0,6 2-2 0,-1-2-2 16,1 6 1-16,-1 0-4 0,3-4-3 0,4 3-7 0,-7 1-4 0,8 0-5 15,-1 0-5-15,1 0-1 0,6 0-1 0,-8-1-2 0,11 7-1 0,-11-3 1 0,7-4 0 16,1 7 0-16,1 3-1 0,-2-3 0 0,1-1 0 0,8 4 3 0,-9 0 0 16,9-3 1-16,-9 3-2 0,7 0 1 0,-1-4 1 0,3 4-2 0,-1 0 0 15,-2 2-1-15,8-2 1 0,-5 7 1 0,-2-7 0 0,7 1 1 0,-6 3 1 0,6-3-1 16,0 4 4-16,-7 1 5 0,7-1 2 0,0-2 3 0,0 2 4 0,0 5 6 15,0-5 3-15,0 5 4 0,0-4 3 0,0 4 3 0,7 7 1 0,-7-8 1 0,0 1 1 16,6 6-2-16,-6-6-2 0,7 5-6 0,-2-4-3 0,-5 5-6 0,8-7-3 16,-2 6-6-16,7-3-6 0,-6 3-1 0,-1-6-4 0,7 3-1 0,1-3-1 15,-9 1-1-15,8 1-1 0,1-6 0 0,6 2 0 16,-9 2 1-16,2-3 1 0,8-1 4 0,-8 1 1 0,8 0 2 0,-3 0 3 0,-4-2 3 0,4 1 4 0,3 1 0 16,-2-1 4-16,1 2 0 0,-1-2 4 0,7 1-3 0,-8-1 2 0,9-1 1 15,-6 2 0-15,3 0 0 0,3-6 2 0,-2 2-1 0,2 2-1 0,4-2-1 0,-4-2-2 16,-1 0-4-16,8 3-3 0,-10-9-2 0,10 8-2 0,-2-7-1 0,2 1 1 15,-3 0-1-15,1-5 0 0,8 0-1 0,-8 0-1 0,7-1-1 0,8-5-2 16,-7 1 0-16,-1 1-2 0,5 0 1 0,-5-8 0 0,7 2 1 0,0 1 1 16,-7-1 1-16,5-5 0 0,4 1 0 0,-4-1 0 0,-4 0-1 0,5 0 1 15,-1-5 1-15,4 2 0 0,3-4 0 0,-5 4 3 0,-1-7 1 0,7 1 1 0,-6-1 0 16,-2 0 4-16,4 0 5 0,-4-5-1 0,9 2 2 0,-8-2 2 0,0-4 1 16,1 0 0-16,0-2 1 0,7 2 0 0,-9-4 0 0,9-7 2 0,-1 5-2 0,-7-3 2 15,8-6-2-15,-1 4-1 0,-6-8-2 0,5 4-1 0,-5-6 1 0,7 3 1 16,-1-3 0-16,-1-4 3 0,1 5 2 0,0-10 1 0,1 6 1 0,0-1 1 15,-1-5-1-15,6 0 2 16,-5 2 0-16,-3 2-1 0,2-2-2 0,1-3-2 0,0 2-2 0,0 4-3 0,-3-5-2 0,10 0-1 0,-9 6-6 0,1 0 0 0,0-6-1 16,-6 5-4-16,6-1-3 0,0 2-5 0,-6-5-1 0,6 3-4 0,-7-4-8 15,7 6-8-15,-6-4-7 0,-2-2-8 0,11-1-8 0,-10 2-11 0,5-1-7 16,-2-4-3-16,-4 4-2 0,2-4 0 0,0-2 1 0,-9 1-2 0,11 1 0 0,-4-5 4 16,-4 0 6-16,7-1 8 0,-2-3 8 0,-7-2 9 0,8 0 10 0,-8 0 9 15,1-4 9-15,8 6 3 0,-7-8 4 0,-1 2 3 16,0 1 3-16,-2 3 7 0,-2-4 7 0,2 0 7 0,-3 1 8 0,-2-3 6 0,-1 2 6 0,3 1 3 0,-2 3 7 15,-6-5 4-15,6 2 5 0,2-3 3 0,-8 2 3 0,1 1-2 0,4-1 1 16,-4 1-4-16,-2-7-3 0,-6 4-7 0,8-1-4 0,-1-2-5 0,-8-1-4 0,3-5-1 16,-2 8-3-16,1-8-3 0,0 2-1 0,0-2-4 0,-1 1-1 0,-6-5-1 15,5 1 0-15,3 3 1 0,-1-4 1 0,-8 1 2 0,7-5 2 0,1 4 1 16,-1 0-1-16,2-5-1 0,-2 0 1 0,2 1-3 0,3 3-4 0,-4-3-1 16,6-1-2-1,-6-1-3-15,6 7-2 0,-1-5-4 0,2 4-3 0,-1-5-2 0,1 5-4 16,-3-5-4-16,4 5-2 0,-1-4-1 0,-4 5-4 0,4-7 0 0,-6 7 0 15,3-1 2-15,3-6-1 0,-7 7 2 0,6-1 0 0,-7-3 0 0,8 3-1 16,-7-2 1-16,4 2-2 0,-3 1 2 0,6 4-1 0,-2-5 0 0,-1 1 0 0,5 3-1 16,-5-3 1-16,3-1-1 0,5 0-1 0,-4 0 1 0,-5 0 2 0,9 0 2 15,-4 1 2-15,4-1 2 0,-5 1 2 0,-1-1 2 0,0 0 0 0,1 0 1 16,-3 0 5-16,-4 0 2 0,7-1 2 0,-8 7 6 0,7-6 3 0,-8-5 4 16,3 5 1-16,-1 0 4 0,-8-3 3 0,9 3 2 0,-8-5 0 0,6-1 1 0,-6 7 2 15,-8-5 0-15,11-1-3 0,-5 5-1 0,-4 0-2 0,-2-5-4 0,4 5-2 16,-4 0-3-16,-5 0 0 0,7 1-4 0,-7 3-5 0,0-4-1 0,0 0-4 15,-7 6 1-15,7-6-4 0,-5 4-2 0,-4 2-1 0,4 0 0 0,-2-2 0 16,7 2-1-16,-11 3-3 0,2-4-4 0,2 6-2 0,-6-1 1 0,8-1-2 0,-1 1 2 16,-7-1 2-16,0 3-2 0,-1-4 1 0,7 7 0 0,-5-3 0 0,-2-5-2 15,-5-1-1-15,6 4-1 0,0-4-2 0,0 3 0 0,-6-5 1 0,6-3 0 16,-8 4 1-16,3-5-3 0,4 1 0 0,-4-7-1 0,-3 6-2 0,3-3 1 0,-9-2 2 16,6-1 2-16,-3-3 0 0,-3 4 3 0,-1-4 3 0,5 0 1 0,-9-2 1 15,-2 2-2-15,8 3 1 0,-14-3 1 0,8 6 3 0,0-3 1 0,-7 1-1 16,0 1 5-16,0 4 1 0,-1 5 3 0,0-5 6 0,-5 6 2 0,0-2 2 0,1 2 4 15,-4 3 2-15,-4-3 3 0,2 4 2 0,2-1 2 0,-4 1-5 16,-6 6 1-16,5-7 1 0,3 6-5 0,-2 1-4 0,-1-3-6 0,-5 7-8 0,-1 0-4 16,-1 4-2-16,2 1-5 0,-2-1-6 0,4 5-6 0,-3 7-7 0,-8-8-3 0,9 6-2 15,-8 2-2-15,8-2-1 0,-6 6 0 0,-3-3 0 0,4-2 1 0,4 10 1 16,-6-6 0-16,-1 1-3 0,3-2 2 0,3 7 1 0,-4-7 4 0,4 1 5 16,-6 7 4-16,10-7 0 0,-10-1 1 0,6 1 1 0,2 1 0 0,0 0-1 0,0-1-2 15,-2-1 0-15,1 2 0 0,2-1 1 0,-1-4-1 0,3 10 1 0,-1-8-7 16,-4 3-3-16,9-1-5 0,-8 5-5 0,1-4-9 0,-3 3-13 0,3 6-24 15,5-4-35-15,-5 4 32 0,5 4 62 0,9-4 40 0,-1 6 26 0,5-2 6 16,8 1 1-16,4 0-11 0,5-1-15 0,2-4-22 0,15 6-31 0,-8 0-35 16,7-6-40-16,2 3-77 0,-9-3-94 0,-6 6-137 0,1 0-151 0,-7-2-70 0,-1 1-28 15,-12-1 4-15,2 1 23 0,-2-1 38 0,-7 2 42 0,0-6 55 0,8-6 58 0,-2 2 68 16,14-5 70-16,0-12 98 0,6-3 98 0</inkml:trace>
  <inkml:trace contextRef="#ctx0" brushRef="#br0" timeOffset="13012.6">26212 7494 0 0,'8'0'5'0,"-8"0"46"0,0 0 24 0,0-5 24 0,0 5 20 0,0 0 18 0,0 0 17 0,0-9 14 0,0 3 13 0,0 6 14 0,0-4 12 0,0-2-11 0,0 3-29 0,0-3-17 0,0 0-11 15,8-3-14-15,-8 9-9 0,0-9-12 0,0 3-11 0,0 2-7 0,0-1-5 16,0 1-5-1,0-2 1-15,0 0-2 0,0 3-1 0,5-3 1 0,-5 1-4 0,0 1 0 0,0-2-1 0,0 3-1 16,0-3-2-16,0 6 2 0,0 0 1 0,0-9 3 0,0 9 1 0,8-6 3 0,-8 2 5 0,0 4 1 0,0-6 4 0,0 1-2 16,0 5 0-16,0-9-6 0,0 5-4 0,-8 4-4 15,8 0-6-15,0-6-5 0,0 0-10 0,-5 3-7 0,5 3-7 0,0-6-11 0,-8 6-7 0,8 0-11 0,-8-3-7 16,3 3-7-16,5-6-5 0,-6 6-4 0,-1 0-3 0,1 0-1 0,-1 0-4 16,1 0 1-16,6 0-1 0,-7 6 2 15,0-6 2-15,0 3 0 0,2-3 1 0,-8 6 0 0,7-3 2 0,-2 3 1 0,3 0 4 0,-10-2-1 0,9 5 3 0,0-4 2 16,-6 1 1-16,-4 4 3 0,11-1 2 0,-8-3 1 0,-1 3 3 15,2 0 1 1,-7 0 4-16,6 3 0 0,-1-3 2 0,-6 5 2 0,1-4 2 0,6 0 0 16,-6 5 3-16,-2-5-1 0,3 4 6 0,-3-4 0 0,2 5 1 0,1 0 2 15,-1-2-2-15,-1-2 1 0,1 2 0 0,-2 3-3 0,3-2 2 0,-3 1-3 0,1 0 2 16,1 0-2-16,-1-2 0 0,8 2-2 0,-7 1-5 0,-2-2-2 0,8 1-4 16,-6-2 0-16,6 3-1 0,-6-1-2 0,4-1 0 0,3-4-1 0,0 5-2 0,-9 0 0 15,8-2-2-15,0 8-2 0,0-6-1 0,2-2 2 0,-5 2 2 0,11 5 0 16,-8-6 2-16,0 6 0 0,0 1 2 0,-1 1 3 0,1-1 2 0,1 3 1 15,0 1 3-15,-3-1 2 0,2 6 1 0,2-7 3 0,-5 6 1 0,-2 1 4 0,4 1-1 16,2-3 2-16,-7 2 1 0,6-2 1 0,-1 2-2 0,-6 0-1 0,1-2 0 16,6 2-2-16,-6-2 0 0,7 2-2 0,-9 0 1 0,1 0-3 0,0-2-2 15,1 2-4-15,1-2-1 0,-3 2-3 0,2 1-2 0,-1 2-2 0,1-3-1 16,0 3 0-16,-1-2-2 0,1 3 0 0,-2-1 0 0,-5 7 0 0,7-7 1 0,-2 7 1 16,3-6 2-16,-1 5 3 0,1 0 6 0,-10-1 1 0,9-2 6 0</inkml:trace>
  <inkml:trace contextRef="#ctx0" brushRef="#br0" timeOffset="17311.89">24964 8670 51 0,'6'0'125'0,"1"0"39"0,-2 0 30 0,3 0 27 0,-8 0 25 0,0 0 23 0,0 0 21 0,0 0 19 0,0 0 16 0,0 0 13 0,0 0 18 0,0 0-57 0,0 0-98 15,0 0-55-15,0 0-35 0,0 0-24 0,0 0-12 0,0 0-14 0,0 0-11 16,0 0-14-16,0 0-12 0,0 0-10 0,0 0-6 0,0 0-9 0,0 0-7 0,0 0-5 16,0 0-8-16,0 0-5 0,0 0-7 0,0 0-2 0,0 0-2 0,0 0-1 15,0 0 3-15,0 0 1 0,0 0 3 0,0 0 5 0,0 0 5 0,0 11 4 16,0-7 5-16,0 1 5 0,0 2 3 0,0 2 6 0,0-4 0 0,-8 5 5 0,8-1 5 16,-5 0 4-16,-2 1 3 0,7 5 1 0,-14 0 0 0,8-1-1 0,-1 2-2 15,-5 3 0 1,-2-1-3-16,8 3 0 0,-7-2-2 0,0 5 2 0,-6 1 1 0,4-5 1 0,4 5-7 0,-2-1 0 0,0 0-3 0,-1 0 1 0,-6 1 0 0,8-1-1 15,0 0 2-15,-4 1 1 0,11-1 1 0,-13 1 1 0,9-7 0 0,-9 9 2 16,13-5 0-16,-11 5-1 16,4-9 0-16,0 6 0 0,-8 1-1 0,6-1 0 0,1 1 0 15,0-1-3-15,-5 1 1 0,4-1 0 0,-4 1-3 0,-3 4 0 0,8-4-1 0,-8-1 2 0,10 1-1 16,-10 3 0-16,2-4 1 0,6 0 3 0,-8 6 1 0,11-5 1 0,-4 5 0 0,-6-2 2 0,6-4-2 0,2 6 1 16,-2-6 1-16,1 6-3 15,8-5 0-15,-9 3 0 0,1-4-1 0,8 1-1 0,-11-1-1 0,11 6-1 0,-1-6-2 0,-7 1-2 0,6-1 2 0,1 6-2 0,-1-6 1 0,1 7-1 31,-2-9 2-31,3 8-1 0,-3-6 0 0,3 7 1 0,-2-4-3 0,0 4 3 16,2 2-2-16,-2-3 2 0,-7 4-1 0,8-4 0 0,-1 4 1 0,2-1-1 16,-3 1 1-16,-5 2 1 0,7 4-1 0,1-7 1 0,-11 1-3 0,11-1-1 0,-2 1 1 15,1 6-1-15,-7-4-1 0,5-3-1 0,3 1 0 0,-1-1-1 0,-7 1-1 16,5-3-3-16,1 2 1 0,2 7-1 0,-2-5 0 0,0-1 2 0,2 0 6 16,5-1 2-16,-8 1 3 0,8 2 2 0,-5 3 0 0,5-5 3 0,0 5 1 0,0-5 2 15,0 5 3-15,5-5 2 0,-5 6 0 0,8-3 3 0,-8-1 1 0,12 3 2 16,-5-2 3-16,-2 3 0 0,2-5 3 0,6 3-3 0,1 1-3 0,-1-5 0 15,0 6-2-15,0-7 0 0,1 3-2 0,4-2 0 0,-5-1-1 0,7 3-1 16,0-2-2-16,-1 3-4 0,1-1-6 0,-1 3-5 0,1-5-2 0,-1 5 0 0,7 1 1 16,-7-3 1-16,7 3 1 0,0-5 0 0,1 2 0 0,-1-2 0 0,0 4 0 15,1-3 0-15,5 1-3 0,0-1 0 0,1 3 1 0,-6-2-1 0,4 3 1 0,1-1 0 16,2-5-2-16,-2 5-1 0,7 1-4 0,-6-1-5 0,-1 0-9 0,0-1-8 16,2 3-10-16,-2-4-11 0,1-2-9 0,6 4-14 0,-8 1-15 0,9-2-19 15,-7 2-25-15,-1-1-41 0,7-5-51 0,-4 5-66 0,2 1-76 0,-3-3-26 0,-2 3-2 16,7-1 12-16,-7 1 16 0,-1-1 24 0,-4-6 24 0,6 7 28 0,-1-6 27 0,-5-6 36 15,4 1 38-15,-4 2 50 0,7-6 56 0</inkml:trace>
  <inkml:trace contextRef="#ctx0" brushRef="#br0" timeOffset="18484.22">26442 7300 26 0,'5'9'117'0,"2"0"46"0,6 1 31 0,-6-5 22 0,-7 4 17 0,7-3 14 0,-7-2 13 0,5 2 11 0,-5-1 9 0,7-1 8 0,2 2 9 15,-9-3-47-15,5 3-80 0,1-2-69 0,1 7-64 0,7-8-27 0,-9 9-9 16,2-3-2-16,4-5 1 0,-3 6 2 0,5-5 3 0,0 4 5 0,1 3 6 16,-2-9 4-16,2 7 2 0,-1-4 4 0,0-1 4 0,5 4 3 0,3-5 3 0,-10 2 4 15,10-1 0-15,-3-1 0 0,3 2 0 0,6-3 0 0,-8-3-3 0,1 6-1 16,4 0-5-16,3-2-2 0,-6 1-1 0,4-1 0 0,2 1-1 0,-3 1-1 15,3-2-2-15,-1 1 1 0,0 5-1 0,1-4-1 0,-2 3 0 0,2 0 0 16,-3 1 1-16,4-1 0 0,-1 2 2 0,-3 4-1 0,2-2 1 0,0 2 0 0,1 1 2 31,-1-2-3-31,0 5 1 0,6 2-2 0,-5-2 0 0,-1-1-3 0,6 3-1 16,1-2-1-16,-6 5-1 0,5-3-2 0,0-3-2 0,7 7-1 0,-6-1 0 16,5 1 1-16,-5-7-3 0,7 9 0 0,-2-3-1 0,1 4-2 0,0-3 1 0,1 4 0 15,-8-4-1-15,7 5-2 0,0-2 0 0,0 2 1 0,-6-2 0 0,6-2 1 16,-5 2-1-16,-3 3 2 0,9-4 2 0,-9 0 3 0,1 1 0 0,2 2 6 15,4-2 0-15,-12 2 4 0,14 0 3 0,-14 4 2 0,8-4 2 0,-2 3 1 0,-1 1 1 16,3-3 0-16,-2 2-1 0,-6 1 0 0,6-1-2 0,2 7-1 0,-2-4-5 16,-1 1 0-16,-4 2-5 0,6 1-1 0,-1-7-3 0,0 7-1 0,2-1-2 15,-2 1-1-15,1-1-2 0,-1-2-1 0,2-1 0 0,-2 4 1 0,-1-3 1 0,1-3-1 16,3 5 4-16,-10-4 0 0,7 3 1 0,3-2 1 0,-12 4 2 0,4-3 2 16,7 2 1-16,-8 1 3 0,-2-1-2 0,-3 0 2 0,5 1 4 0,-7-3 0 15,7 8-1-15,-7-6 0 0,1 5-1 0,0-5-2 0,0 4 2 0,-1 2-1 16,2-6 0-16,-3 5-2 0,-4-5-2 0,-2 4 1 0,7 2-4 0,-6-2 0 0,1 2-3 15,-2-2 1-15,1 3-3 0,1-4-1 0,-9 2 0 0,11 5 0 0,-11-4 0 16,8 3-1-16,-8-3 2 0,4-2 0 0,3 6 3 0,-6-6 0 0,-1 2 0 16,3-5 3-16,-8 2-2 0,8 3 4 0,-3-7-5 0,-5 7 3 0,7 0-1 15,-7-8 1-15,0 12-2 0,7-4-1 0,-7-1-1 0,-7 4-5 0,7 1 1 0,0-1-3 16,-7 1-1-16,7 5-1 0,-5-5-1 0,-3 0-2 0,0 0-1 0,3 0 2 16,-1 0-3-16,-1-4 0 0,2 3-3 0,-4 1 2 0,4-6 0 0,-2 6 0 15,1 0 0-15,1-4-1 0,-3 3 0 0,0 1 0 0,3-4-1 0,5-1-1 0,-7-2 0 16,0 3 1-16,7-7 1 0,-5 3 1 0,5-4 2 0,-8 3 0 0,1-6 0 15,7 5 3-15,-5-5-1 0,-2 2 2 0,0-2 0 0,-6-1-1 0,6 3-1 0,1-8 1 16,-5 6 0-16,-5 1-1 0,4-7 1 0,-8 8 0 0,2-8-1 0,-3 2 0 16,3-2 0-16,-3 6 0 0,-3-8-1 0,-5 2 0 0,-2 3 0 0,4-7 1 15,-5 0 0-15,1 0 0 0,-9 1 0 0,1-1 0 16,-1-5 2-16,1 2 5 0,-5-6 6 0,-4 3 8 0,4-2 5 0,-2 2 4 0,2-3 5 0,-4 0 2 0,4 0 3 16,-9 4-2-16,8-4 1 0,0 0-1 0,-8-6 1 0,9 6 0 0,-9 1-3 15,1-7-4-15,-6 6-7 0,5-2-8 0,-5 2-4 0,-8 0-7 0,6-6-5 16,-4 6-6-16,-1 0-1 0,-7 0-9 0,-1 4-5 0,2-4-11 0,-1 0-15 0,-6 4-19 15,7-5-22-15,-6 5-24 0,-1-3-33 0,-7 2-31 0,6 3-33 0,-5-2-58 16,0 1-65-16,4-2-81 0,-3 3-80 0,-2-2-27 0,0-3 2 0,1 2 16 16,6 2 29-16,-7 0 32 0,6-6 37 0,1 1 41 0,0 1 45 0,0-2 48 0,-1-6 47 15,8 3 62-15,0-2 65 0</inkml:trace>
  <inkml:trace contextRef="#ctx0" brushRef="#br0" timeOffset="21843.25">28292 4494 0 0,'0'0'59'0,"0"0"55"0,0 0 30 0,0 0 20 0,0 0 10 0,0-5 11 0,-8 1 12 0,8 0 11 0,-5-7 11 0,-3 7 8 15,8-2 6-15,-5 1-32 0,-2 1-52 0,7-1-60 0,-7-1-63 0,0 2-33 0,1 4-15 0,6-5 2 16,-7 5 6-16,2-4 6 0,-4 4 7 0,4-5 3 0,0 1 5 0,-3 4 7 16,2-6 4-16,6 6 10 0,-7-6 9 0,-1 2 7 0,3 4 10 0,-1-5 2 15,6-1 1-15,-8 2-2 16,3-1-1-16,-2 1-8 0,7-1-5 0,-6 1-8 0,-1-2-4 0,7 0-3 0,-7 3-3 0,0 3 0 0,7-6 0 0,-5 0 0 0,-3 3-1 16,8-3 3-16,-6 6-1 0,1-5-1 0,-3 1 3 0,3 4 1 0,-2-4 2 0,-2-1-1 15,4 5 0-15,-8 0 1 0,0-6-2 0,0 6-1 0,7 0 2 0,-15 6-2 16,9-6 1-16,-7 5 3 0,6-1 0 0,-6-4 4 0,-2 9 2 0,3-3 1 15,-9 3 2-15,6-3 0 0,-3 3-2 0,-2 1-2 0,0 4-1 0,0-4-2 16,5-1-4-16,-6 7-4 0,4-7-2 0,-4 6-2 16,1-1-2-16,7-4 2 0,-10 5-2 0,6 0 1 0,2-6 0 0,2 7-4 0,-8-2 2 0,7-4-3 0,1 4-1 15,-7 2 2-15,8-3-2 0,-3-4 1 0,-6 6-2 0,9 1-1 0,-3-2-2 16,-3 5-3-16,3-4-5 0,-5 6-3 0,2-3 0 0,3 3-2 0,-6-2 1 16,9-1 0-16,-8 3-1 0,7 3 2 0,-10-5 0 0,11 6 2 0,-1-4-1 0,-7 3 0 15,8 0 1-15,-3-5 0 0,2 5-1 0,-1 0-1 0,0-5 1 0,0 8-1 16,1-3 0-16,-2 0 0 0,2 5 1 0,-1-5-1 0,1 2 0 0,6 2 1 15,-6 2-1-15,-2-2 0 0,11 2 1 0,-11 0 1 0,2-2 1 0,-2 3 1 16,9-3 1-16,-7 7 1 0,-2-7-1 0,3 2 0 0,4 4 1 0,-4-4-1 0,-3 4-1 16,8-1 1-16,-6 1 1 0,6-4 0 0,-8 4-1 0,9 2 2 0,-8-8 0 15,8 6 2-15,-2-5 1 0,1 5 2 0,0-4 3 0,2 4 1 0,-5-4 0 0,11 3 1 16,-8 1 2-16,8-3 2 0,-4 2 4 0,2 1 1 0,7 2 5 0,-5-3 1 16,5 1 1-16,0 0-1 0,0 5 0 0,0-5-3 0,0 6-2 0,5-1 2 15,2 0 2-15,-7 1 1 16,9-1 1-16,1-2-3 0,-2 3-3 0,-3-1-1 0,11 0-4 0,-11 1-2 0,9-1-3 0,-1 1 1 0,-1-3-4 0,0 2 0 0,3 1-1 31,-3-7-3-31,0 7-3 0,4-1-3 0,-5 1-2 0,1-1 0 0,2 4-1 16,-1-3-1-16,0-1 1 0,0 1 0 0,0 2-3 0,1-2 2 0,-7-1 1 15,4 1 0-15,2 3 2 0,2-4-1 0,-3 1 1 0,-5-3 1 0,6 2 2 0,0 1-3 16,-2-1 1-16,-3 0-1 0,5 1-1 0,0-6 1 0,1 5-2 0,-7-1 1 16,4 7-1-16,2-6 0 0,0 0-1 0,1-1 0 0,-1 1 0 0,-1 0-1 15,-3 1-1-15,9-1 1 0,-5 1 0 0,0-1 2 0,1-5 1 0,-2 5 1 0,8-5 2 16,-8 0 1-16,7 1 1 0,1-1 1 0,-6-6 2 0,4 8 2 0,9-3 0 15,-6-3 0-15,3-2 1 0,-4 3 2 0,7 3-3 0,-3-6 3 0,4 2 0 0,-1-1-3 16,5-4 0-16,-6 8-2 0,6-2-1 0,-6-3-1 0,8 2-2 0,-11 0-2 16,9-2 1-16,3 2 0 0,-10-2-2 0,7 2 0 0,3-6 0 0,-3 7-1 15,0-7 0-15,7 6 1 0,-6-8 1 0,-1 5-1 0,2-5 0 0,3 5 2 16,-3 0 1-16,6-3-1 0,-8 1 1 0,7-1-2 0,-7 1-1 0,7 5 0 0,-7-6 1 16,8 0-1-16,-9 1 0 0,9-1 0 0,-1 6 0 0,1-6-1 0,-8 1 1 15,7-1-1-15,5 1 0 0,-4-1 0 0,-1 1 1 0,8-1 1 0,-9 0 0 16,8 1 0-16,0-1-1 0,-7 1-1 0,6-7-1 0,0 6-6 0,1-3-10 15,0-2-6-15,-1 2-3 0,2 1 1 0,-3-7-2 0,2 6 1 0,0-2-1 0,0-5 1 16,-2 7 2-16,4-8-1 0,-4 2 1 0,-5 1 2 0,7-2-1 0,-2-1 8 16,-3-2 11-16,5-1 6 0,-1 0 3 0,-5 1 3 0,4-4 1 0,2-1 1 15,-7 3 0-15,5-4 3 0,4 2-1 0,-4-4 0 0,2 3 0 0,-7-1 2 16,6-5 0-16,-6 0 0 0,8 0 0 0,-7 0-1 0,4 0 1 0,-3 0-2 0,3-5 0 16,-5 5-1-16,1-6-2 0,-2 3 0 0,1-4-1 0,0-2 1 0,1 4 0 15,-1-5-3-15,-7 7 1 0,1-8 0 0,5 1 0 0,-5-5-1 0,-1 6-3 0,2-1 3 16,-2-4 0-16,1-2 1 0,-8 1 1 0,9 2 1 0,-10-2 1 0,10 0 2 15,-8 0 2-15,1-3 3 0,-3-3 0 0,3 2 0 0,-1 4 4 0,-8-9 0 16,10 5 0-16,-9-7 3 0,0 7-3 0,2-6 1 0,-2 1-3 0,1 0-2 0,-1-6 0 16,-7 5-3-16,8 1-3 0</inkml:trace>
  <inkml:trace contextRef="#ctx0" brushRef="#br0" timeOffset="23306.38">28284 4294 35 0,'-5'0'111'0,"-3"0"39"0,3 0 28 0,-2-4 20 0,0 4 18 0,0-6 17 0,1 1 14 0,6 1 14 0,-7-1 13 0,2-5 15 0,5 6 9 0,-9-1-49 15,9-1-86-15,-5 6-57 0,5-4-42 0,0-2-22 0,0 6-13 0,0-5-10 16,0 1-9-16,0-1-6 0,5 5-8 0,-5-4-4 0,0-2-5 0,9 3-1 0,-4-3-1 15,2 0 1-15,-1 3 1 0,1-9 0 0,7 8 1 0,-9-1 4 0,8-1 2 0,1 3 4 16,-2-1 6-16,2-2 2 0,-1 1 5 0,0 1 1 0,6-2-1 0,2 0 2 16,-9 3-3-16,7-3-2 0,0 6 2 0,1-5-1 0,7 1 0 0,-8-2 0 15,-1 6 3-15,10-4 2 0,-8 4 3 0,6-5 2 0,-6 1 2 0,4 4 2 16,3-5 1-16,-1-1 3 0,1 6 3 0,-2-4 1 0,1-2 0 0,6 6 2 0,-5 0 2 16,5-5-1-16,-6 5 0 0,8 0-2 0,-3 0-2 0,1 0-1 0,0 5-1 15,2-5-1-15,-2 6-1 0,8-2-2 0,-7 2-2 0,5-1-1 0,-5-1-3 16,6 1-1-16,1-1-1 0,-2 6-2 0,-5-5 1 0,7 4-1 0,-3 3-1 15,3-8 0-15,4 7-1 0,-4-4-1 0,0 4 2 0,-1-1 0 0,0-1 4 0,-1 3-2 16,1 1 1-16,0 1-1 0,0-4-2 0,-7 5 2 0,8 0-2 0,-6 4 0 16,5-4 0-16,-7 4-2 0,2 1 1 0,-3 1-2 0,10 1-4 0,-10-1 0 15,1 3-2-15,2 0-2 0,-2 1 0 0,0-1-2 16,1 1 1-16,-1-1-1 0,2 6-1 0,-2-6-1 0,-1 1 2 0,-4 3-1 0,6-2-1 0,-6 2 0 0,5-3 0 16,-6 4-1-16,0 0 2 0,0-5 0 0,-7 6 3 0,7 1 0 0,-6-7 0 0,-1 4 3 15,1 2 4-15,-8-6 6 0,7 4 2 0,-6-1 9 0,1 1 8 0,-7 2 8 16,6-2 7-16,-7 8 6 0,1-9 5 0,-1 9 5 0,-6 4 2 0,7-7 1 15,-7 5 0-15,0 2 0 0,0-2-5 0,0 7-4 0,0-1-3 0,0 1-8 16,0-2-8-16,0 6-6 0,0-7-6 0,-7 7-7 0,7 0-5 0,0-4-6 16,7 4-1-16,-7 0-4 0,0-4-1 0,6 4-1 0,2-7-1 0,-8 2-1 0,5 4 0 15,3-3-1-15,-3 0-1 0,0-1-2 0,4 5 2 0,-4-7-1 16,2 3-2-16,1 4 2 0,-3-6-1 0,-5 8 0 0,7-8 2 0,-7 0-1 0,0 6 1 0,-7-4-1 16,7-2 1-16,-5 2 0 0,-3-2-1 0,-4 2 1 0,3-2-2 0,-1 0 0 15,-3 2-2-15,-8 0-4 0,2-1-4 0,6-2-8 0,-8 3-11 0,3-1-13 16,-8 1-15-16,6-2-25 0,-6 2-24 0,6-2-36 0,-4 6-38 0,3-10-71 15,-6 5-84-15,9 0-45 0,-8-6-26 0</inkml:trace>
  <inkml:trace contextRef="#ctx0" brushRef="#br0" timeOffset="26198.39">30942 7620 0 0,'7'5'3'0,"-7"-5"106"0,0 0 58 0,0-5 38 0,0 5 28 0,0 0 20 0,0-9 20 0,0-1 18 0,0-4 20 0,-7-2 15 0,7 7 15 0,-7-1 13 15,7 5 11-15,-5 1-81 0,5-5-136 0,-8 3-60 0,8 0-25 0,0 6-10 0,-7-3-2 0,7-3-2 16,0 2 3-16,0 4-6 0,0 0-3 0,0 0-2 0,0 0 0 0,0 0 1 15,0 0 1-15,0 0 0 0,0-5 0 0,0 5-4 0,0 0-3 0,0 0-3 16,0-6-4-16,0 6-3 0,0 0-2 0,0 0-2 0,0 0-3 0,0 0-2 0,0 0-3 16,0 0-3-16,0 0-3 0,0 0-2 0,0 0-2 0,0 0-1 0,0 0-3 15,0 0-2-15,0 0 0 0,0 0 0 0,0 0 0 0,0 0-1 0,0 0 1 0,0 0 2 16,0 0 0-16,0 0 2 0,-5 6 2 0,5-6 0 0,0 5 2 0,0-1 2 16,0 2 2-16,0-6 2 0,0 3 0 0,0 3 2 0,-9 0 1 0,9-2 1 15,0 1 0-15,0-1 0 0,-5 1 0 0,5 1-1 0,0 3 0 0,-5-5-1 0,5 8-2 16,-8-8 0-16,8 5-2 0,-5 2 0 0,5-2-2 0,-8 0-1 0,8 7-2 15,-6-7-1-15,-1 6-1 0,7 0 0 0,-6 0-2 0,6-2-1 0,-7 2-3 0,7 6 1 16,-6-8-1-16,6 7 0 0,-7 0-1 0,7-6-1 0,0 5 2 0,0 2 0 16,0-3 2-16,-6 7 4 15,6-5 0-15,0 4 3 0,0 1 2 0,0-1 2 0,0 1 4 0,0 3 1 0,0 2 7 0,0 0 4 0,0-2 5 0,0 8 4 16,0-8 3-16,0 8 2 0,0-3 0 0,0-4 1 0,0 6 1 0,0-1-1 0,-7 0-1 16,7-5 2-16,-7 5 4 0,7 0 0 0,-7 0-3 0,7-4-4 0,-5 3-4 15,-3 1-3-15,3-3-3 0,-1 2-2 0,-2 3-1 0,3-8-1 0,-2 6-4 0,-1 1-1 16,2-1-2-16,-7 0-1 0,8 5-6 0,-9-5 0 0,7 5-2 0,-6-3 1 15,-1 1-3-15,4-3 1 0,2 2 0 0,-5-3-2 16,0 1-1-16,7 2-2 0,-7-3 2 0,5 1-3 0,-5 0 3 0,7 0-1 0,-6 1-4 0,4 3-1 16,-5-3-3-16,7 3 0 0,1 1 1 0,-11 1-1 0,11-1-1 0,-1 1 2 0,-6-1-1 15,3-2 2-15,-3 3-2 0,6-1 0 0,-7-5 1 0,5 5-1 0,3-3 3 16,-9-3-3-16,9 1-2 0,-2-3-7 0,-6-9-6 0,5 8-13 0,-3-6-12 0,3 0-19 31,-5 1-17-31,7-1-29 0,-6-3-27 0,-2-2-57 0,1 5-74 0,-1-3-82 16,2-8-89-16,-1 8-29 0,-8-3-8 0,10-3 12 0,-10-6 20 0,2 3 24 15,-1-3 30-15,1-5 36 0,0-4 35 0,-1-4 44 0,1-1 45 0,-2-5 65 0,-5-5 68 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5:03:55.820"/>
    </inkml:context>
    <inkml:brush xml:id="br0">
      <inkml:brushProperty name="width" value="0.05292" units="cm"/>
      <inkml:brushProperty name="height" value="0.05292" units="cm"/>
      <inkml:brushProperty name="color" value="#FF0000"/>
    </inkml:brush>
  </inkml:definitions>
  <inkml:trace contextRef="#ctx0" brushRef="#br0">3294 7397 11 0,'0'0'68'0,"0"0"29"0,0-6 22 0,-5 6 24 0,5 0 24 0,0 0 24 0,0 0 27 0,-7 0 23 0,7 0 19 0,0-5 18 0,-7 5 16 0,7 0-33 16,0 0-65-16,-5 0-28 0,5-4-10 0,0 4-10 15,0 0-3-15,0 0-11 0,-7 0-11 0,7 0-13 0,0 0-12 0,-8-6-6 0,8 6-2 0,0 0-2 0,-5 0 2 16,5 0-1-16,0 0-1 0,-7-3 0 0,7 3-3 0,0 0-4 0,0 0-4 16,0 0-7-16,0 0-6 0,0 0-7 0,0 0-8 0,0 0-6 0,0 0-9 15,0 0-7-15,0 0-9 0,0 0-8 0,0 0-2 0,0 0-4 0,0 0-4 0,0 0-2 16,0 0-3-16,0 0 0 0,0 0 2 0,0 0-3 0,0 0-1 0,0 0 1 15,0 0 4-15,0 0 7 0,0 0 10 0,0 0 6 0,0 3 7 0,0-3 6 16,7 0 4-16,-7 0 3 0,5 0 3 0,3 0 3 0,-8 6 0 0,7-6 3 0,-2 0 0 16,2 0-1-16,0 4-2 0,-2-4-6 0,3 0-11 0,-3 0-8 0,-5 5-7 15,8-5-6-15,-2 0-5 0,-1 0-2 0,3 6-2 0,0-6-1 0,4 0 1 0,-6 3-1 16,-1-3 1-16,11 0 1 0,-11 6 4 0,8-6 4 0,1 0 8 0,-2 6 4 16,2-6 3-16,-1 4 5 0,-1-4-2 0,8 5 2 0,1-5 3 0,-11 0 1 15,11 4 3-15,-2-4 4 0,7 0 4 0,-7 0 2 0,2 0 2 0,4 0-4 16,-5 0-2-16,6 0-3 15,0 0-3-15,-7-4 2 0,9 4 1 0,-4 0 0 0,-3 0-3 0,6-5 1 0,-4 5-3 0,4-4 0 0,-6 4 1 0,5 0-3 0,0-6-2 16,-7 6 2-16,7 0-2 0,-7-6 1 0,6 6-3 0,2-3-2 0,-6 3-1 16,3 0 1-16,-4 0-3 0,7-6 1 0,-8 6-2 0,7 0-2 0,-8 0-2 15,3 0-4-15,-1 0-2 0,6 0 0 0,-8 0-1 0,3 0 2 0,-3 0 2 0,3 0 2 16,-2 0-1-16,1 0 3 0,-1 0 0 0,2 0 1 0,-3 0-1 0,2 0-1 16,1 6 0-16,-3-6 1 0,3 0-2 0,-3 0 1 15,3 0-3-15,3 0-1 0,-3 0-3 0,-3 0-1 0,3-6-3 0,-2 6 1 0,2 0-2 0,-2 0 2 0,7 0-1 16,-8 0 0-16,3 0 1 0,-3 0 1 0,1 0-1 0,2-5-1 0,-2 5 0 15,1 0 2-15,0 0-1 0,0 0 1 0,-1 0-1 0,2 0-1 0,-10 0 0 16,10 0-1-16,-3 0-1 0,-5 0 0 0,7 0-1 0,-1 0 1 0,-6 0-1 0,6 0-2 16,2 0 1-16,-8 0 1 0,6 5-2 0,-6-5 1 0,8 0-1 0,-9 0 2 15,8 0 0-15,-8 6 2 0,7-6 2 0,-6 0-1 0,1 0 2 16,6 0 2-16,-7 0 2 0,-2 3 2 0,10-3 0 0,-8 0 1 0,6 0 0 0,-6 0 1 16,1 0-3-16,5 0 2 0,-7 0-2 0,8 0 0 0,-6 0-1 0,4 0-3 0,-4 0-1 15,-1 0-1-15,8 0-2 0,-9 0-2 0,7 0-2 0,-6 0 1 0,1 0-1 0,7 0 1 16,-3 0-2-16,-4 0-1 0,4 0 1 0,-5-3-1 0,6 3-1 0,2 0 1 15,-3 0-1-15,-5 0 1 0,8 0 0 0,-10 0-1 0,10-6-1 0,-3 6 0 32,-2 0-1-32,2 0 2 0,-4 0 0 0,4 0 2 0,-5 0 2 0,7 0 3 15,-8 0 0-15,8 0 6 0,-6 0 1 0,-1-5 1 0,6 5 3 0,-6 0 3 0,7 0 3 16,-9 0 2-16,5 0 3 0,3 0-1 0,-6-4 1 0,-1 4 1 0,2 0-1 16,-1 0-1-16,6-6-1 0,-6 6-1 0,0 0-2 0,5 0 1 0,-4 0-5 15,6-3-2-15,-6 3-4 0,4 0-3 0,1 0-1 0,2-6-1 0,-8 6-3 16,8 0-4-16,-3 0-1 0,3 0 0 0,-10 0-4 0,2 0-1 0,0 0-1 15,1 0-1-15,-2 0 2 0,2 0 0 0,-8 0 0 0,6 0 1 0,-4 0 0 16,0 6 1-16,-3-6 0 0,1 0 0 0,1 0 0 0,-7 0 2 0,5 0 1 16,-5 0 3-16,0 0 1 0,0 0 2 0,0 0 2 0,9 0 3 0,-9 0 4 0,0 0-2 15,0 0 2-15,0 0 1 0,0 0 0 0,0 0 4 0,0 0-1 0,0 0 2 16,0 0-2-16,0 0 1 0,0 0-3 0,0 0 0 0,0 0-4 0,0 0-3 16,0 0-4-16,0 0-6 0,0 0 0 0,0 0 0 0,0 0 0 0,0 0 0 15,0 0 0-15,0 0 0 0,0 0 0 0,0 0 0 0,0 0 0 0,0 0 0 16,0 0 0-16,0 0 0 0,0 0 0 0,0 0 0 0,0 0 0 0,0 0-6 15,0 0-6-15,0 0-8 0,0 0-8 0,0 0-11 0,0 0-14 0,-9 0-15 16,9 3-19-16,-5-3-21 0,5 0-22 0,-7 0-29 0,1 0-29 0,1 6-34 16,-3-6-35-16,0 4-53 0,3-4-56 0,-8 0-96 0,7 5-104 0,-9-5-37 15,4 0 1-15,3 0 20 0,-5 0 32 0,6-5 36 0,-5 1 43 0,0-5 44 0,4-6 48 16,-5-1 53-16,7-2 53 0,-7-6 66 0,5-7 68 0</inkml:trace>
  <inkml:trace contextRef="#ctx0" brushRef="#br0" timeOffset="20730.77">6322 7367 8 0,'0'0'45'0,"0"0"20"0,0 0 18 0,-5 0 17 0,5 0 19 0,0-4 20 0,0 4 27 0,0-5 23 0,0 5 27 0,0 0 8 0,0-6-2 0,0 6-5 0,-6-4-7 0,6-2-6 0,0 6-5 0,0 0-6 16,0-5-2-16,0 1-5 0,0-1-5 0,-7 1-10 0,7 4-14 0,0 0-16 16,0-6-13-16,0 0-9 0,0 6-10 0,-5 0-4 0,5-3-5 0,0 3-2 15,-9-6-2-15,9 6-3 0,0-3-1 0,-7 3-3 0,7 0-2 0,-5-6-3 16,5 6-4-16,-6 0 1 0,6 0 0 0,-8 0-1 0,8 0-2 0,-5-6 2 16,5 6 2-16,-8 0-1 0,3 0 3 0,5 0 0 0,0 0 2 0,0 0-1 0,0 0-1 15,-7 0 0-15,7 0-1 0,0 0-3 0,0 0-3 0,0 0-5 0,0 0-2 0,0 0-7 16,0 0-1-16,0 0-9 0,0 0-5 0,0 0-7 0,0 0-5 15,0 0-5-15,0 0-3 0,0 0-3 0,0 0 0 0,0 0 1 0,0 0 0 0,0 0 2 16,0 0 2-16,0 0 1 0,0 0-1 0,0 0 1 0,0 0 1 0,0 0-2 16,0 0 1-16,0 0-2 0,0 0 0 0,0 0-1 0,0 0-1 0,7-4-4 15,-7 4-1-15,0 0-7 16,5 0-1-16,3-5-4 0,-3 5-4 0,3 0 0 0,-2 0-2 0,-1 0 0 0,2-6 0 0,7 6-2 0,-7 0 2 0,4 0-1 0,5-4 2 16,-11 4 0-16,8 0-1 0,1 0 2 0,-2 0-1 0,0 0 0 0,3 0 0 15,-2-5 3-15,5 5 1 0,-4 0 2 0,-1 0 4 0,0 0 2 0,6 0 3 0,-7-4-1 16,2 4 1-16,-1 0-2 0,1 0 1 0,-2 0-1 0,2-6 3 0,-1 6-1 15,-6 0 3-15,5 0-3 0,-5 0 1 0,-2 0-3 0,3-3 0 0,-3 3-2 16,-5 0 3-16,0 0 2 0,0 0 1 0,0 0 2 16,0 0 7-16,0 0 0 0,0 0 1 0,0 0 4 0,0 0 3 0,0 0 1 0,0 0 2 0,0 0 2 15,0 0-1-15,0 0 0 0,0 0-3 0,0 0-17 0,0 0-23 0,0 0 0 16,0 0 0-16,0 0 0 0,0 0 0 0,0 0 0 0,0 0 0 0,0 0 0 16,0 0 0-16,0 0 0 0,0 3 0 0,0-3 0 0,0 0 0 0,0 0 0 15,0 0 0-15,0 0-9 0,-5 0-28 0,5 0-6 0,0 0-5 0,0 0-10 0,0 0-9 31,0 0-11-31,0 0-8 0,0 0-13 0,0 6-13 0,0-2-21 0,0-4-24 0,0 5-29 0,0-1-32 0,0 2-38 0,-8-1-43 0,8 5-106 0,0-4-132 16,-5-3-53-16,5 3-6 0,-7-3 11 0,0 3 24 0,7 0 29 0,-5-6 37 0,-10 0 43 16,10-6 44-16,-2 0 53 0,-5-3 54 0,-4 0 59 0,5-6 65 0</inkml:trace>
  <inkml:trace contextRef="#ctx0" brushRef="#br0" timeOffset="28573.94">9326 15504 14 0,'0'6'37'0,"0"-6"14"0,0 0 11 0,0 0 15 0,0 0 15 0,-7-6 19 0,7 6 23 0,0 0 25 0,0 0 26 0,0 0 9 0,0 0-5 15,0 0 1-15,0 0 6 0,0 0 6 0,0 0 9 0,0 0 3 0,0 0 0 0,0 0-1 16,0 0-10-16,0-4-9 0,0 4-15 0,0 0-15 0,0 0-22 0,0 0-13 16,0 0-13-16,0 0-12 0,0 0-8 0,0 0-5 0,0 0-2 0,0 0-3 15,0 0 1-15,0 0-3 0,0 0-1 0,0 0-1 0,0 0-3 0,0 0-2 0,0 0-2 16,0 0-3-16,0 0-4 0,0 0 0 0,0 0-6 0,0 0-4 0,0 0-2 16,0 0-6-16,0 0-3 0,0 0-4 0,0 0-3 0,0 0-4 0,0-5-4 15,0 5-4-15,0 0 0 0,0 0-2 0,7-6-4 0,-7 6 0 0,0 0-2 0,6 0-1 16,-6-3-2-16,7 3 0 0,-7 0-3 0,6 0 2 0,2 0-2 0,-8-6 3 15,5 6 0-15,3 0 2 0,-3 0 0 0,0 0 2 0,4 0-3 0,-4-4 2 16,2 4 1-16,1 0-1 0,-2 0 1 0,0 0 2 0,1 0-1 0,-2 0-1 16,9 0 5-16,-7 0-1 0,6 0 0 0,-8 0 0 0,9 0 0 0,-7 0-2 0,4 4-1 15,5-4 0-15,-5 0 0 0,-3 0 0 0,4 0 1 16,1 0-1-16,1 0 0 0,-1 0 2 0,0 0 0 0,-2 6-1 0,5-6-3 0,-5 0 1 0,10 0-2 0,-9 0 1 16,1 0 0-16,1 0-3 0,-2 0 2 0,7 3-2 0,-6-3 0 0,1 0 0 15,6 0-2-15,-8 0 0 0,8 0 0 0,-1 0-1 0,-7 0-1 0,9 0 1 16,-1 0 1-16,-8 0 0 0,7 6 0 0,-6-6-1 0,8 0 1 0,-8 0 0 0,6 0 0 15,-6 0-1-15,8 5 0 0,-11-5 1 16,11 0-2-16,-7 0 4 0,4 0-1 0,-4 4 3 0,4-4-2 0,-2 0 3 0,2 0-1 0,-5 0 1 0,6 0-1 16,2 0 2-16,-9 0-2 0,7 0 1 0,2 0-3 0,-3 0 0 0,-4 0-2 15,4 0-3-15,3 0-1 0,-2 0-1 0,1-4-2 0,7 4-1 0,-8 0-1 16,1 0 0-16,-1 0-2 0,7 0 0 0,-7-5-2 0,2 5 0 0,5 0 0 0,-7 0 1 16,-1 0-2-16,1 0 1 0,1 0 2 0,-1 0-2 0,2 0-1 0,-2 0 0 15,1 0 0-15,0 0-1 0,-8 0 0 0,7 0 2 0,1 0 0 0,-6 5 1 16,4-5-1-16,-4 0 2 0,6 0 0 0,-1 0 1 0,-5 0-1 0,6 0 1 0,-8 0 0 15,8 0 0-15,-7 0 2 0,5 0 2 0,-4 0 0 0,4 0 0 0,3 0 1 16,-2 0 0-16,-4 0-1 0,4 0 1 0,-1 0-2 0,1-5 2 0,2 5 1 0,-3 0-1 16,3 0-1-16,-3 0 0 0,9-6-1 0,-6 6-3 0,-2 0 0 0,1 0-1 15,-1 0-2-15,-1-3 2 0,3 3 0 0,-2 0 0 0,-1 0-2 0,3 0 1 16,-1-6-2-16,-1 6 0 0,1 0-1 0,-8-4 2 0,9 4-4 0,-2 0 2 0,0-5 2 16,1 5-2-16,-1-6 1 0,2 6-1 0,-8-4-1 0,5 4-2 0,2-6 2 15,0 6-2-15,-1-3 2 0,2 3-2 16,-3 0 1-16,3-6 1 0,-2 6 1 0,1-5 0 0,-1 5 0 0,0-4-2 0,1 4 2 0,-1-6 0 0,-1 6 2 15,-2-5-2-15,3 5 1 0,-6 0-1 0,6-4 0 0,-6 4 0 0,-1-5 0 0,7 5 0 16,-4-4-1-16,-1 4-1 0,-4 0 1 0,4-6 0 0,-1 6 1 0,1 0-2 16,6 0 2-16,-7-4-1 0,-2 4 1 0,5 0-1 0,-5 0 0 0,1-6 1 15,4 6-2-15,-5 0 2 0,2-5 0 0,0 5 0 0,0 0-1 0,0-4 1 16,0 4-1-16,1 0-2 0,-2-6 2 0,2 6 0 0,-1 0-2 0,0 0 2 16,0-5 1-16,-2 5-1 0,5 0 1 0,-4 0 0 0,-6-4 0 0,8 4 0 0,-2 0-2 15,2 0 2-15,-9 0-1 0,10 0 1 0,-3 0 0 0,0-5 0 0,-4 5 0 16,-3 0-1-16,9 0 1 0,-9 0-1 0,3 0-1 0,0 0 2 0,5 0-1 15,-8 0 0-15,0 0 0 0,4 0-1 0,-4 0 1 0,2 0 0 0,-1 0-1 16,1 0 1-16,-1 0 0 0,2 0 0 0,-3 0 1 0,2 0-2 0,-1 0 0 16,0 5-1-16,2-5 3 0,4 0-1 0,-3 0 0 0,-4 4 1 0,0-4 0 0,8 0 1 15,-5 5-1-15,5-5 0 16,-7 6 0-16,1-6 1 0,6 4-1 0,-7-4 0 0,8 0 3 0,-7 5-1 0,6-5 0 0,-8 6-1 0,1-6-1 0,7 0 1 16,-6 4 0-16,7-4-1 0,-8 0 0 0,6 0 0 0,-3 6-1 0,3-6 1 15,-6 0-1-15,7 0 1 0,-5 4 0 0,4-4 1 0,0 0 0 0,-5 0-1 0,6 5 2 16,1-5-2-16,-9 0-2 0,10 0 2 0,-3 0 0 0,0 4 2 0,2-4-2 0,-1 0 1 15,8 0-1-15,-10 5 1 0,10-5-1 0,-3 0 2 0,-5 6-2 0,14-6 1 16,-7 0 0-16,-1 0 2 0,7 0-1 0,-8 4-1 16,9-4 2-16,-6 0-2 0,3 0 2 0,-4 0-1 0,7 0 1 0,-1 0-1 0,1 0 0 0,-3 0-2 15,-4 0 0-15,6 0-2 0,1 5 1 0,-1-5 0 0,6 0 0 0,-5 0-1 16,-1 6 1-16,6-6 0 0,-7 0 0 0,10 0 1 0,-3 0-2 0,-1 0 1 0,1 0 0 16,7 0 2-16,-5 0 0 0,-2 0 2 0,2 0-1 0,-3 0 1 0,-4-6-1 15,5 6 0-15,-1 0-2 0,-4 0 1 0,7 0 0 0,-10 0 0 0,10-5-2 16,-8 5 1-16,6 0 0 0,2 0 0 0,-2 0-1 0,-6 0 1 0,11-4-1 0,-3 4 1 15,-2 0-3-15,1 0 2 0,-1-6 1 0,2 6 0 0,4 0 1 0,-4 0 0 16,-2 0 1-16,-1-5 0 0,-2 5-1 0,2 0 2 0,1 0-2 0,-5 0 1 16,5 0 0-16,1 0-1 0,-1 0 2 0,2 0-2 0,-2 0 0 0,-1 0-1 0,1 0 0 15,2 0 0-15,5 0-1 0,-7 0 2 0,2 0 1 0,-2 0 0 0,0 0 1 16,2 0-2-16,-2 5 2 0,-1-5-2 0,3 6-2 0,-7-6 1 0,4 4 0 16,-4-4 1-16,5 5 0 0,-7-5 0 0,10 6 1 0,-12-6-2 0,9 3 1 15,3-3-1-15,-2 0 2 0,-7 0 0 16,14 0-1-16,-17 0 0 0,18 0 4 0,-15 0-1 15,6 0 1-15,1-3 0 0,-1 3-1 0,0-6 0 0,2 6-1 0,-2-5-2 16,-1 5 0-16,3-4-1 0,-2 4-1 0,2-6 2 0,6 1-1 0,-8 5 0 16,7-4 0-16,0 4-1 0,0-5 0 0,-1 5-1 0,1-4 1 0,0 4 1 0,7-6 1 15,-7 2-1-15,-7 4 2 0,7-6-4 0,0 1 1 0,1 5 1 0,-8-4-1 16,7 4-1-16,-5-6 1 0,3 6 0 0,-2-5 1 0,4 5-1 0,0-4 2 0,-7 4-1 16,7-5-1-16,-7 5 2 0,-1-4 0 0,1 4 2 0,3-6-1 0,-3 6 1 15,-7-3-1-15,2 3 1 0,-1-6-1 0,0 6 0 0,1-6-1 0,-1 6 0 16,-8-4 1-16,9 4-2 0,-1 0 1 0,-7-5 0 0,8 5-2 0,-2-6 0 15,1 6-1-15,1 0 1 0,-1-4 1 0,1 4-1 0,4-5-1 0,-4 5 2 16,-2 0 0-16,8-4 2 0,-8 4-2 0,7 0 1 0,-5 0-1 0,-1-5 1 0,1 5 1 16,4 0-1-16,-2 0 0 0,-5 0 0 0,3 0 1 0,-2 0-1 0,10 0-2 15,-12 0-1-15,4 0 1 0,-1 0 1 0,0 0-1 0,6 0 0 0,2 0 1 16,-8 0 0-16,6 0 0 0,2 5 0 0,-2-5 0 0,-1 0 0 0,1 0 1 0,-5 0 0 16,6 0 2-16,-6 0-1 0,5 0-1 0,-6 0 2 0,0 0-2 0,0 0-1 15,0 0 0-15,1 0-1 0,-3 0 0 0,3 0 1 0,-1 0-2 0,-8 0 1 16,8 0 0-16,3 0 0 0,-10 0-1 0,6 0 1 0,2 0 0 0,-8 0 0 0,7 0 1 15,1 0 0-15,-4 0 1 0,-2 0 1 0,6-5 1 0,-1 5 1 16,0 0 1-16,-8 0 2 0,9 0 1 0,-1 0 0 0,1 0 2 0,-1 0-1 0,0 0-1 16,0 0-1-16,-2 0 1 0,5 0 1 0,-5 0-2 0,10 0 0 0,-10 5-2 0,10-5-1 15,-7 0-3-15,4 4-1 0,1-4 0 0,2 0-1 0,-2 5-2 0,1-5 2 16,-1 0 0-16,2 4-1 0,-10-4 1 0,8 0 1 0,-4 6-1 0,4-6 1 16,-13 0 0-16,7 0 0 0,0 0 1 0,-7 0 0 0,10 0-2 0,-11 0 1 15,1 0-1-15,2 0-2 0,-3 0 2 0,1 0-2 0,-4 0 1 0,4 0 1 0,-7 0-2 16,8 0 2-16,-8 0-1 0,9-6 0 0,-10 6 1 0,10 0-2 0,-7 0 3 15,-2 0-1-15,8 0 0 0,-8 0 1 0,9 0 0 0,-3 0-2 0,3 0 1 16,-1 0 0-16,-8 0-1 0,7 0 2 0,1 6-1 0,-1-6-1 0,2 0-1 0,-2 5 1 16,0-5-1-16,1 0 0 0,-7 4 1 0,7-4 1 0,-8 0-1 0,7 6 2 15,-4-6-1-15,-2 6 1 0,6-6 0 0,-14 3 0 0,9-3 0 0,-1 6 0 16,0-6 1-16,-6 4 1 0,6-4-1 0,-7 0 3 0,2 5 0 0,-3-5-1 0,3 0 2 16,-3 0 3-16,0 4 6 0,4-4 3 0,-9 0 2 0,5 0 3 0,-5 0 3 15,7 0 0-15,-7 0 1 0,0 0 0 0,8 5 0 0,-8-5-1 0,0 0-1 16,0 0-3-16,5 0 3 0,-5 0-6 0,0 0-4 0,0 0-5 0,7 0-3 15,-7 0-3-15,7 0-2 0,-7 0-1 0,0 0-1 0,5 0-1 0,-5 0 1 0,8 0-1 16,-8 0-1-16,6 0 0 0,-6 0 2 0,7 0 0 0,-1 0 0 0,-6 0 1 16,5 0 0-16,2 0 1 0,2 0 0 0,-9 0 0 0,5 0 2 0,1 0 1 15,1 0 1-15,-2 0 0 0,-5 0 4 0,8 0 2 0,0 6 1 0,-3-6 1 16,-5 0 5-16,6 0 2 0,-6 0 2 0,0 0 0 0,8 0 4 0,-8 0-2 16,0 0 0-16,0 0 0 0,0 0-2 0,0 0-1 0,0 0-4 0,0 0-11 15,0 0-6-15,0 0 0 0,0 0 0 0,0 0 0 0,0 0 0 0,0 0 0 0,0 0 0 16,0 0-3-16,0 0-12 0,0 0 0 0,0 0-2 0,0 0 0 0,0 0-1 15,0 0 1-15,0 0 0 0,0 0 0 16,0 0 0-16,0 0 1 0,0 0 1 0,0 0 0 0,0 0 3 0,0 0-1 0,0 0 3 0,5 0 1 0,-5 0 1 16,0 0 4-16,0 0 0 0,0 0 3 0,0 0 0 0,0 0 2 0,8 4 2 15,-8-4 2-15,0 0 1 0,0 0 3 0,0 0 2 16,5 0 2-16,-5 0 0 0,0 0 2 0,0 0 1 0,0 0 2 0,7 0 1 0,0 0-1 0,-7 0 2 16,5 0-2-16,-5 0-1 0,7 5-2 0,-7-5 0 0,8 0-4 0,-3 0-2 15,3 0 0-15,-8 0-9 0,6 0 0 0,-1 6 0 0,2-6 0 0,2 0 0 0,-4 0 0 16,8 4 0-16,-8-4 0 0,4 0 0 0,-2 0 0 0,-2 0 0 0,1 0 0 15,-1 6 0-15,3-6 0 0,0 0 0 0,-3 0 0 0,2 0 0 0,-1 0 0 16,8 0 0-16,-14 4 0 0,7-4 0 0,-2 0 0 0,3 0 0 16,-2 0 0-16,-1 0 0 0,3 0 0 0,-8 0 0 0,7 0 0 0,-7 0 0 0,0 0 0 15,0 0 0-15,0 0 0 0,0 0 0 0,0 0 0 0,0 0 0 0,0 0 0 16,0 0 0-16,0 0 0 0,0 0 0 0,0 0 0 0,0 0 0 0,0 0 0 16,0 0 0-16,0 0 0 0,-7 0 0 0,7 0 0 0,0 0 0 0,0 0 0 0,-8 0 0 15,8 0 0-15,0 0-10 0,-5 0-15 0,5 0 2 0,-6 0 2 0,6 0 3 16,0 0 1-16,0 0 6 0,-8 0 3 0,8 0 1 0,0 0 3 0,0-4 6 15,0 4 0 1,0 0 6-16,0 0 0 0,0 0 2 0,0 0 3 0,0 0-1 0,0 0 1 0,0 0 1 0,0 0-1 0,0 0 1 0,0 0 1 0,0 0-4 16,0 0-2-16,0 0-9 0,0 0 0 0,0 0 0 0,0 0 0 0,0 0 0 15,0 0 0-15,0 0 0 0,0 0 0 0,0-6 0 0,0 6-14 0,0 0-10 16,-5 0-5-16,5 0-6 0,0 0-7 0,0 0-7 0,0-4-8 0,0 4-6 0,0 0-9 16,0 0-9-16,0 0-13 0,0 0-14 0,0-6-19 0,0 6-21 0,-7 0-25 15,7 0-26-15,0 0-35 0,-8 0-38 16,8 0-68-16,-6 0-82 0,6 0-73 0,-6-5-65 0,6 5-15 0,-7 0 8 0,2-4 25 0,-3-2 30 0,0-3 40 0,3 0 41 15,-1 0 46-15,1-7 49 0,5-4 54 0,-7 1 58 0,-2-6 72 0,4-4 78 0</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5:05:27.321"/>
    </inkml:context>
    <inkml:brush xml:id="br0">
      <inkml:brushProperty name="width" value="0.05292" units="cm"/>
      <inkml:brushProperty name="height" value="0.05292" units="cm"/>
      <inkml:brushProperty name="color" value="#FF0000"/>
    </inkml:brush>
  </inkml:definitions>
  <inkml:trace contextRef="#ctx0" brushRef="#br0">19661 2327 56 0,'0'0'112'0,"8"-5"24"0,-8-2 13 0,-8 4 12 0,8-3 10 0,0 1 13 0,0 1 15 0,-6-6 12 0,6 5 15 0,-7-4 15 0,7 3 13 16,-5 2-57-16,-3-7-96 0,8 7-38 0,-6-1-10 0,-1-1 3 16,1 2 8-16,-6 0 6 0,3-1 3 0,-2-1-1 0,-2 3 0 0,-2-4-6 15,-4 7-2-15,6-5-4 0,-6 5-6 0,-6 0 1 0,6 0 1 0,-8 0 0 0,1 0 0 16,8 5-2-16,-17-5-2 0,10 7 4 0,-2-4 3 0,1 3 1 0,0-1-2 16,-1 3-1-16,3-2-4 0,-2 3-2 0,-8 2-5 0,8-1-1 0,2 4-2 0,-3-4-3 15,-7 5-2-15,3 0-2 0,4-2-4 0,-5 7-4 0,-7 0-9 0,6-6-2 16,-6 5 1-16,6 7-1 0,-6-7 5 0,1 6 2 0,-2-1 4 0,-4 0 3 15,5 5-1-15,0-3 1 0,-2 2 2 0,-3 2 5 0,4-2 3 0,1 8 1 0,0-8 1 16,-1 6-1-16,-5 1-2 0,6-1-2 0,0 0-1 0,-1 5-3 0,8 0-4 16,-7 1-3-16,0-1-2 0,7 1-4 0,-2 2-6 0,2 2-4 0,8-5-4 0,-10 6-1 15,8-2-2-15,-1 2-1 0,-5-2-1 0,6 1 1 0,0 1-2 0,7-3-1 16,-7 7 0-16,0-4-2 0,-1 4-1 0,6 0 0 0,-2-1 0 0,2 7 2 16,-6-6 0-16,8 3 0 0,-1 3 0 0,-4-3 1 0,3 3-1 0,3-1 2 15,-3-2 1-15,10 8 2 0,-10-7-2 0,8 7 1 0,-8-8 1 0,10 8 0 16,-2-2 2-16,0 0-1 0,-1 7 1 0,1-2 0 15,0-5-2-15,0 6-2 0,8-1 0 0,-11 2-2 0,11-2-2 0,-3 1 2 0,3-2-1 0,0 1 0 0,-4 1-2 16,4 0-1-16,5 5 2 0,-7-7-2 0,7 7 1 0,0-4-1 0,0 2 1 0,0-3 2 16,0 3 1-16,7 2-1 0,-7-5-3 0,0 4 1 0,5-5 0 0,4 7 3 15,-4-2 0-15,0-5 2 0,3 5 0 0,-3 1 1 16,3 0 3-16,0-7 3 0,-3 7 5 0,8-1 1 0,-7-4 3 0,7 5 0 0,-6-7 5 0,7 7 2 0,-1-4 0 16,0 2 0-16,-2-3 2 0,4 5-2 0,-3-5-1 0,0 3 1 15,4-3-4-15,-5-1-2 0,1 1-4 0,9 4-3 0,-9-10-3 0,8 6-3 16,-6 0-2-16,6-1-2 0,-1-5-1 0,-6 6-1 0,6-6 0 0,2 2-1 0,-9-1 0 0,8-5 1 15,-2 4-1-15,3-5 0 0,-2-3 0 0,1 3-1 0,-1-4 6 0,1-1-1 16,-1-3 3 0,0 3 0-16,1-4 0 0,-1-5 0 0,8 6 0 0,-6-1 0 0,2-2 0 0,4-2-2 0,-6-1 1 0,3 1 0 0,2-1 0 0,2-5-2 15,-4 5 1-15,8-5 0 0,-4-4 0 0,4-2 1 0,-5 2 1 0,4 0 0 16,1-6 1-16,2 1 2 16,-2-1 1-16,-6-5 1 0,8 6 1 0,-2-7 1 0,0 2 2 0,-6 0-2 0,8 0 0 0,-3-2-1 0,1-2 2 0,-5 3-1 0,4-5-2 15,3 2-1-15,-2-1 0 0,2-1-2 0,-3-1-1 0,1 3-1 0,8-7-1 0,-8 2 0 16,2-2 0-16,-2 1-2 0,1-4 2 0,-1 3 0 0,2-3-2 0,-2 3 1 15,-6-5 2-15,6 1-1 0,2 5-2 0,-10-4 0 0,10-3 0 0,-2 3 0 16,-6-6 0-16,6 5 0 0,2-1-1 0,-3-4-1 0,1 6 0 0,2-6 1 0,3 0-1 31,-2 4 0-31,-3-4 1 0,1 0 2 0,-1 0 2 0,7 0 3 0,-7 0 3 16,2 0 0-16,-2 0-1 0,-1-4-1 0,3 4-2 0,-2 0 2 0,2 0-1 0,-3 0 0 16,1 0-3-16,0 0 1 0,3-6-1 0,4 6-1 0,-7 0-2 0,1 0-1 15,5 0-4-15,-5 0 0 0,-1 0 2 0,8 0 0 0,-8 0 1 0,2 0 0 16,-2 0 3-16,-1 0 0 0,3 0-2 0,-2 0 2 0,2 6-2 0,5-6 0 15,-7 0 0-15,-1 4-2 0,1-4 0 0,8 5-2 0,-8-5 1 0,7 5 0 0,-5-1 0 16,3-4-2-16,3 6 1 0,-6-2 0 0,5 2-1 0,-7-1 1 0,2-1-1 16,3 2 1-16,-4-3 1 0,-1 3-2 0,0-1 2 0,3-1 0 0,-3 2 0 0,-1-2 0 15,3 1 1-15,5 1 0 0,-7-6-2 0,2 4 2 0,5-4-1 0,-7 0 1 16,8 0 3-16,-8 0 1 0,-1 0 1 0,9-4 5 0,-9-2 4 0,3 6 6 16,-2-5 1-16,2 1 6 0,-3-2 5 0,1 2 3 0,3-1 5 0,-3-4 3 15,0 3 2-15,1 2 1 0,-1-1-1 0,7-5-1 0,-5 4 0 0,-2 2-5 0,7-6-3 16,-7 6-7-16,8-2-2 0,-9-3-3 0,9 3-7 0,-9 3-4 0,9-7-5 15,-9 4-6-15,3 1-1 0,6-5-1 0,-8 7-1 0,2-3-1 0,5-3 1 16,-2 3-2-16,3 3 2 0,-1-4-2 0,0-2 2 0,1 4-1 0,-2-1-1 16,1 2 2-16,5-1 0 0,-4 1 1 0,-1-1 0 0,-7-2-1 0,7 4-1 0,2 3 1 15,-8-6 0-15,4 2 1 0,3 4-1 0,-7-5-1 0,5-1 1 0,2 6 1 16,-1-3 0-16,0-3-1 0,1 2 1 0,-1-1 0 0,-2-1 0 0,2 2 2 16,-4-2 1-16,2 2-1 0,-3-6 1 0,-2 6-1 0,1-2 2 0,-1-3 0 0,0 0-1 15,-6-1 1-15,8-1 3 0,-2 1 1 0,2 1 2 0,-3 0 0 0,1-7-2 16,7 7 2-16,-7-6 1 0,3 1 0 0,-3 4-1 0,1-5 3 0,5 0-1 0,-5 2-2 15,-1-2 0-15,2 0-3 0,-10-4-1 0,10 4-2 0,-2 0-3 0,2-5 0 16,-10 6 1-16,10-6-2 0,-8 1 0 0,1-2 0 0,4 2 1 0,-4 1-1 16,5-9 2-16,-6 9 1 0,-1-1-1 0,2-7 2 0,-1 7 0 0,1 0 1 0,-3-5 1 15,-4 3 0-15,-1 2 2 0,8 1 0 0,-6-3 2 0,-3-3 0 0,-4 9-1 16,5-10 0-16,-7 7-1 0,3-3 1 0,4 2 0 16,-6 0-3-16,0-7 3 0,-2 8-2 0,-3-7 2 0,5 5-3 0,0-3-1 0,-8 2 0 0,9 1 0 0,-7-2 0 15,6 1-1-15,-6-3-2 0,5 4 2 0,-5-4 0 0,7 3-1 0,-8-3 2 16,1-1-2-16,6 1 1 0,-7 0 1 0,-1 0-2 0,3-1 1 0,4-5-1 15,-3 8-2-15,-4-8 0 0,1 0-1 0,6 5 0 0,-3-3-1 0,-4-2 1 0,8 6-1 16,-5-6 1-16,5 6-2 0,-8-6 2 0,9 2-1 0,-9 3 2 0,10-5 2 16,-3 2 1-16,0 4 3 0,-4-6 2 0,5 5 3 0,-2-5 2 0,5 5 0 15,-11-2 3-15,8 2 1 0,0-5-1 0,0 6 3 0,-7-6-1 0,7 2 1 0,2 3-1 16,-10-5-1-16,9 1-5 0,-1 0 0 0,-8-1-3 0,9-4-2 0,-1 4-1 16,-5-3 1-16,4 5-2 0,-1-8-2 0,-2 8-2 0,3-2 2 0,-6-4-1 15,7 4-2-15,0-4 0 0,-6 4 0 0,5 2-1 0,-4-7 2 0,4 7-1 0,-5-8 1 16,0 2 0-16,6 6-4 0,-6-8 2 0,-1 2 0 0,0 1 2 0,1-1-4 15,-2 1 2-15,3-3 2 0,-2-4-2 0,1 7 1 0,-1-7-1 0,-6 6 1 16,7-5-1-16,-1 5 0 0,2 0-1 0,-3-4 1 0,-5 4-1 0,8-2 1 16,-3 8 0-16,0-8-2 0,4 2 0 0,-4 6-1 0,2-7 1 0,1 1-2 0,4 4 0 15,-5-4 2-15,-2 6-2 0,9-8 2 0,-7 8-2 0,6-7 1 0,-8 6 2 16,4-4 0-16,3 3 1 0,-6-4 1 0,7 4 2 0,-5-4 2 0,-3 1 2 16,1-2 1-16,7 0-2 15,-6 1 3-15,-7 0 0 0,8 1 2 0,-3-3-1 0,-5 8 1 0,0-6 0 0,0 4-4 0,0-3-1 0,0 3-2 0,-5-4 1 0,5 4 0 16,-8-4 0-16,1 6 3 0,7-8 1 15,-13 8 1-15,13-7 1 0,-11 7 1 0,3-2-1 0,0-1-1 0,-3-2 4 0,4 3 0 0,2-4 3 0,-9 6 2 0,7-8-2 16,-6 3 2-16,6 3 0 0,-5-5 2 0,5 8-1 0,-5-4 3 0,4 3-1 16,-4-2-1-16,-2 1 2 0,9-1-2 0,-8 2-1 0,-1-3-1 0,1 3 1 15,0-2-1-15,0-4 0 0,0 5-1 0,-8-2 0 0,9 4-5 0,0-4-4 0,-9 3-4 16,3-2-1-16,-3 0-3 0,3-3-2 0,-2 2-1 0,0 3 0 0,-7-7 1 16,2 1-1-16,-2 4 0 0,8-4-3 0,-13 6-1 0,4-7 0 15,4 7 1-15,-8-3 0 0,-2-3 0 0,8 5-2 0,-6 4 5 0,5-3-3 0,-4-2 1 16,-3 6-1-16,9-6-2 0,-8 7 1 0,1-3-2 0,-2-2 3 0,2 3-3 0,0 1 1 15,-1 0 0-15,1-1 1 0,-7 1-1 0,0-1 4 0,-1 1-4 0,8 0 2 16,-7 3 1-16,0-3 2 0,-1 0 2 0,0 5 0 0,9-6-2 0,-8 1 2 16,-1-1-1-16,9 5 0 0,-9-5 0 0,0 1-1 0,1 0 1 0,-1 0 0 0,3 5 1 15,-2-6 0-15,-7 5 0 0,7-5 1 0,-5 7-2 0,4-1 1 0,-7-2-2 16,8 1 1 0,-6 7 0-16,0-8 0 0,5 6-2 0,-5-4 1 0,0 4-1 0,-1 0 2 0,1-3-1 0,-1 8 0 0,-6-5-1 0,5 0 0 0,-4 2-3 0,-1 1 1 15,0-2-1-15,-1 4 0 0,0 1 0 0,-5 0 3 0,6 3-2 0,-1-4-1 16,-3 5 3-16,-4 1-3 0,2-2 0 0,0 1-2 0,-8 1 3 0,9 4-2 15,-3-5-3-15,-5 5 1 0,6 0 0 0,1 0 1 0,-8 0 0 0,1 5 0 16,5-5-1-16,-3 4 0 0,-3 1 0 0,1 1-3 0,6-2 1 0,-6 1 1 0,-1 1 0 16,3-2 1-16,-3 2 2 0,6 3 4 15,-3-5 3-15,-3 1 0 0,1 5 1 16,-2-5-1-16,3 1 0 0,-1 3-1 0,-1-3 1 0,-5 2 1 0,8-3 5 16,-3 4 1-16,0-3 0 0,0 3-2 0,-5-3-2 0,8 0-2 0,-10 3-3 0,1-5-1 15,1 5 1-15,-2-3 2 0,1 3 0 0,1-3 3 0,1 0 2 0,-2 3-2 16,1-5-3-16,-9 1-1 0,10-1-2 0,-1-4 2 0,-3 5 3 0,3 1 2 15,0-2 4-15,5 1-2 0,-5 1 1 0,5-2-4 0,1 2 1 0,1-1-1 0,-2 3-5 16,1-3 1-16,7 5 0 0,-8 1 0 0,8-1-2 0,0 4-6 0,-2-1-7 16,1 2-25-16,1 6-27 0,-2-2-38 0,10 2-44 0,-8 1-65 0,-2 4-74 0,9-2-116 15,-2 4-132-15,1 3-57 0,-1-7-13 0,9 4 4 0,-2 2 16 0,0-5 23 16,0-1 31-16,7 0 44 0,8-3 50 0,-1-6 59 0,-2-6 62 0,0 1 75 0,10-6 80 16</inkml:trace>
  <inkml:trace contextRef="#ctx0" brushRef="#br0" timeOffset="3525.16">22710 3195 86 0,'8'0'160'0,"-8"-4"48"0,0-1 38 0,0 5 35 0,5 0 29 0,-5 0 28 0,0-4 25 0,-5-1 24 0,5 5 20 0,0 0 19 16,0 0 15-16,0 0-71 0,0 0-123 0,0 0-72 0,0 0-47 0,0 0-29 15,0 0-20-15,0 0-15 0,0 0-11 0,0 0-6 0,0 0-8 0,0 0 1 16,5 5 6-16,-5-1 4 0,0 1 7 0,0-1 6 0,0 2 10 0,0 3 10 16,0-4 9-16,0-1 13 0,0 8 8 0,0-3 9 0,0 0 6 0,0 1 1 15,-5-1 5-15,5 3-5 0,-8 1-5 0,8-2-4 0,-8 2-6 0,3 2-7 0,-2 0-8 16,-5 0-7-16,5 3-11 0,-6 3-8 0,-1-2-11 0,1 2-8 0,0 3-8 15,0-5-10-15,0 5-8 0,0 0-5 0,7-5-6 0,-7 6-6 0,0-1-3 16,0 2-3-16,8-3-4 0,-4-2-4 0,-3-3-4 0,6 6-12 0,-2-3-16 0,8-2-23 16,-5 2-30-16,-3-8-34 0,3 7-36 0,5-4-39 0,0-2-40 0,0-1-69 15,0 2-87-15,0 1-85 0,0-7-82 16,5 6-29-16,3-6 2 0,-8 0 18 0,5 3 31 0,-5-3 43 0,8 1 46 0,-2-10 50 0,-6 3 53 0,0-3 55 0,0 0 55 0,5 0 71 16,-5-3 76-16</inkml:trace>
  <inkml:trace contextRef="#ctx0" brushRef="#br0" timeOffset="36305.25">10198 6141 57 0,'7'-4'131'0,"-7"-1"43"0,0 5 33 0,7-7 28 0,-7 4 27 0,0-3 29 0,0 6 28 0,5-5 31 0,-5 1 29 0,0-2 31 0,0 6 30 0,0-4-47 0,0-1-92 0,0 5-51 16,0-4-30-16,0-1-14 0,0 5-3 0,7-6-6 0,-7 6-3 0,0 0-7 15,0-4-9-15,0 4-13 0,0 0-14 0,0 0-14 0,0 0-17 0,0 0-12 16,0 0-13-16,0 0-10 0,0 0-14 0,0 0-12 0,0 0-9 0,0 0-14 16,0 0-11-16,0 0-10 0,0 0-11 0,0 0-7 0,0 0-6 0,0 0 0 15,0 0 1-15,0 0 3 0,0 4 2 0,0 2 6 0,0-1 3 0,0 4 3 0,0 1 2 16,0-1 5-16,8 0 1 0,-8 3 6 15,0 1 2-15,0-4 1 0,0 6 2 0,0 1-1 0,0-7-5 0,0 6-2 0,0-1-5 0,0 2-1 0,0-3-5 16,0 2-2-16,0 6-1 0,0-6-3 0,0-2-2 0,0 1-1 0,-8 2-1 0,8-1 1 16,0-1 1-16,0 2 0 0,0-1 1 0,0-2-2 0,0-4-2 0,0 6-5 15,0-4-12-15,0 3-10 0,0-5-12 0,0 2-16 0,0 4-14 0,0-5-20 16,0-1-22-16,0-5-27 0,0 7-21 0,0-2-28 0,0-3-29 0,0-2-50 0,0 7-57 16,0-7-63-16,0 0-61 0,0-4-33 0,0 0-18 0,0 0 8 0,0 0 20 15,0 0 32-15,0 0 35 0,0 0 39 0,0 0 38 0,0-4 41 0,8 0 46 0,-8-2 54 16,5 1 59-16</inkml:trace>
  <inkml:trace contextRef="#ctx0" brushRef="#br0" timeOffset="36939.49">10564 6249 27 0,'5'-5'66'0,"-5"5"22"0,0-6 19 0,0 6 20 16,0-3 22-16,0 3 22 0,0-7 26 15,7 7 23-15,-7 0 20 0,0-5 4 0,0 5-6 0,0-4-17 0,0 4-25 0,7-5-12 0,-7 5-8 0,0 0-5 16,0 0-3-16,0-6-5 0,0 6-5 0,0-4-7 0,0 4-4 0,0-5-4 0,0 5-2 16,0 0-1-16,0-4-3 0,0 4-3 0,0 0-2 0,0-5-4 0,0 5 0 15,0 0-2-15,0-4-3 0,0 4-2 0,0-6-6 0,0 6-7 0,0 0-9 16,0-6-8-16,0 6-9 0,0 0-2 0,0 0-4 0,0 0 1 0,0-4-3 0,0 4 0 15,0 0-3 1,0-5-3-16,0 5-1 0,0 0-4 0,0-6-3 0,0 6-1 16,0-3-4-16,0 3-1 0,0 0-2 0,0-6-7 0,0 6-3 0,0 0-6 15,0 0-4-15,0-4-6 0,-7 4-7 0,7 0-3 0,0 0-7 0,-7 0-4 16,7-5-7-16,-5 5-4 0,5 0-5 0,-8 0-3 0,8 5-3 0,-5-5-3 0,-3 0 0 16,2 4 1-16,1-4-4 0,-2 6 2 0,-2-3 0 0,9 3 2 0,-5-1-1 15,0-1 3-15,-3 2-1 0,3 4 2 0,-3-5 0 0,0 4 2 0,8-5 1 0,-5 7 1 16,-1-2 1-16,6 1 0 0,-7 1 0 0,7-3 0 0,-6 3 0 0,6-2 1 15,-8 7 0-15,8-7 0 0,-5 0 3 0,5 6 1 0,0 1 0 0,0-7 0 16,-7 6 0-16,7-6 0 0,0 6-1 0,0-5 3 0,0 4-1 0,0 1-1 0,0-5-1 16,7-1 0-16,-7 2 1 0,0 3-1 0,5-5-4 0,-5 2-1 0,8-1-2 15,-8-1 1-15,6 0-3 0,1-3 1 0,-7-2-1 0,6 7 2 0,-1-8 0 16,3 3 0-16,0 0 2 0,-3-2 1 0,8-4 2 0,-8 0 2 0,4 5 3 16,3-5 3-16,-6 0 2 0,7-5 4 0,-5 5 3 0,4-4 3 0,0-2 1 0,3 0 8 15,-10-3 7-15,9 4 7 0,-9-5 9 0,9 1 6 0,-7 5 4 0,6-11 7 16,-7 4 5-16,2 2 6 0,-3-5 3 0,2 3 5 0,-1-4 3 0,1 6 1 15,0-4 0-15,0-2-6 0,-7-1-5 0,0-4-7 0,5 7-7 0,-5-2-8 16,0-6-5-16,0 8-6 0,-5-8-4 0,5 7-7 0,0 0-5 0,-7-7-5 0,0 7-7 16,7-1-3-16,-7 2-2 0,1 1-2 0,-1-3-1 0,2 6-1 0,-3 0 1 15,2 0-2-15,1-1-2 0,-3 4-2 0,1-3-3 0,7 3-4 0,-6 2-2 0,-2 4-8 16,3-5-8-16,5 5-11 0,-5-4-15 0,-4 4-15 16,4 4-17-16,5-4-16 0,-7 5-15 0,-1-1-18 0,3 2-18 0,-2-2-17 0,-5 1-21 0,4 4-20 15,3 3-17-15,-3-3-17 0,2-5-15 0,6 5-32 0,-5 2-38 0,-2-1-48 0,-2 0-49 16,9-1-26-16,0 0-5 0,-5 2 13 0,5-7 25 0,0 8 31 0,0-9 33 15,0 8 35-15,0-7 36 0,0 0 37 0,0-4 38 0,5 6 51 0,-5-6 53 0</inkml:trace>
  <inkml:trace contextRef="#ctx0" brushRef="#br0" timeOffset="37472.25">11156 6159 4 0,'0'0'87'0,"0"0"53"0,5 0 43 0,-5 0 33 0,0-3 28 0,0 3 29 0,0 0 27 0,0 0 26 0,9-6 28 0,-9 2 25 0,0 4 24 0,0 0-18 16,0-5-48-16,0 1-54 0,0 4-55 0,5 0-33 0,-5 0-19 15,0-5-10-15,0 5-8 0,0 0-4 0,0-7-6 0,0 7-7 0,0 0-5 0,0 0-6 16,0 0-7-16,0-3-7 0,0 3-7 0,0 0-5 0,-5 0-9 15,5 0-5-15,0-6-8 0,0 6-8 0,0 0-8 0,0 0-10 0,0 0-9 0,0 0-13 0,-9-5-9 16,4 5-12-16,5 0-8 0,0 0-6 0,-7 5-6 0,7-5-4 0,-6 0-5 16,1 6-3-16,-3-6-2 0,8 3 0 0,-8 4-1 0,3-2 1 0,-1-1 0 15,-1 1 3-15,1-1 0 0,-1 5 4 0,-1-3-1 0,8 3 3 0,-5 3 1 0,-2-8-2 16,0 5 0-16,2 0 2 0,-3-3-2 0,8 3 0 0,-5 3 2 0,-3-3-1 16,8 0 2-16,-6 1 1 0,6-1 1 0,-5 2 0 0,5-1-1 0,-7-1 1 15,7 0 0-15,0 1 3 0,0 1-1 0,0-1 0 0,0-1 0 0,0 0-1 0,0-3-2 16,0 3 1-16,0 0-6 0,7 3 0 0,-7-8-1 0,5 7-2 0,1-4 2 15,-6 4-4-15,8-7 4 0,-3 8 1 0,3-3 3 0,-3-4 5 0,2-1 3 0,5 6 5 16,-4-5 4-16,-1-1 7 0,6-4 10 0,-7 5 13 0,7-5 13 0,0 0 12 16,-7-5 13-16,6 5 4 0,-3-4 8 0,3-1 4 0,-6 1 2 0,8-6 9 15,-7 5 3-15,5-1 9 0,-5-3 4 0,-2 3 4 0,3-3-1 0,-1-1-5 16,-2 1-6-16,-5 0-9 16,9-3-5-16,-4 3-5 0,-5-6-6 0,0 6-6 0,5-7-4 0,-5 7-8 0,0-6-11 0,-5 2-17 0,5-2-38 0,-5 0 0 15,-4 0 0-15,4 0 0 0,-2 0 0 0,-6 0-19 0,6 6-52 0,-5-4-24 0,-9 1-26 16,8-3-30-16,-6 6-32 0,6 5-34 0,-8-5-39 0,3 4-38 0,-3 5-40 15,2 0-85-15,1 0-103 0,-1 5-54 0,4-1-31 0,2 1 4 0,-6-1 26 0,6 5 33 16,0 2 41-16,-1-7 47 0,2 8 47 0,6-3 53 0,-7 0 51 0,0 1 56 16,-1-1 57-16,1 6 80 0,1 0 92 0</inkml:trace>
  <inkml:trace contextRef="#ctx0" brushRef="#br0" timeOffset="41003.4">9761 6268 2 0,'0'0'67'0,"0"-5"38"0,8-1 31 0,-8 6 26 0,0-4 25 0,0 0 25 0,0-1 26 0,0-1 23 0,0 6 21 15,0-3 22-15,0-4 21 0,0 2-24 0,0 1-47 0,0-1-36 0,0 5-29 16,0-6-14-16,0 6-9 0,0-4-7 0,0 4-10 0,0-5-8 0,0 5-11 15,0-4-6-15,0 4-8 0,0-5-6 0,0 5-7 0,0 0-6 0,0-4-7 0,0 4-10 16,0 0-7-16,0 0-11 0,-8-6-11 0,8 6-9 0,0 0-11 0,-5 0-9 16,5 0-5-16,-6 0-8 0,6 0-5 0,-8 0-6 0,3 0-3 0,-3 0-5 15,1 6-3-15,1-6 1 0,0 4-4 0,1-4 2 0,-2 5 3 0,-1-1-2 0,2 1 2 16,-1-1 3-16,1 2 0 0,1-6 0 0,-11 9 0 0,11-4 0 0,-2 2 1 16,1-4-1-16,1 8-2 0,-4-7 0 0,2 6 1 0,2-5-2 0,-1 4-1 15,-2 1 3-15,3 1 0 0,-3-1-1 0,3-1 0 0,-2 6 3 0,0-5-1 0,2-1 1 16,5 6 0-16,-8-1 2 0,8-4 0 0,-7 5 3 0,2-2-1 0,5-2 1 15,0 5 0-15,-8-2-1 0,8 0 0 0,0-5 0 0,0 6-3 0,0-4-1 16,0 2 0-16,0-3 0 0,0 1-2 0,0-2 1 0,0 1 2 0,0-5 0 0,8 5 4 16,-8-6 1-16,5 1 3 0,-5 0 3 0,7-1 5 0,1 2 8 0,-3-6 9 15,-5 6 10-15,7-6 10 0,0 3 10 0,-2-3 8 0,3 0 8 16,5 0 3-16,-7-3 4 0,-1 3 3 0,2-6 4 0,2 0 4 0,2 2 3 0,-4-1 5 16,7-4-4-16,-7 5-3 0,4-7 0 0,-4 1-2 0,7 1-3 0,-7-2-2 15,-2 1-2-15,1 1-4 0,7-6-1 0,-5 5-4 0,-3-4-4 0,-5 0-4 0,8 3-5 16,-2-4-8-16,-6 6-3 0,0-4-6 0,5-2-6 0,-5 3-11 0,0-2-5 15,0 4-10-15,-5-3-4 0,5 1-8 0,-6 3-12 0,6-6-15 0,-8 6-20 16,3 5-20-16,-3-7-24 0,1 1-26 0,1 5-31 0,0 1-29 0,-6-1-31 0,4-1-26 16,-5 2-52-16,2 4-59 0,4-4-83 0,-7 4-87 0,1 0-25 0,-1 0 4 15,2 0 24-15,-2 0 31 0,1 4 36 0,1-4 39 0,0 4 44 0,-8 2 46 0,6-6 44 16,1 5 46-16,0-1 57 0,-5 1 66 0</inkml:trace>
  <inkml:trace contextRef="#ctx0" brushRef="#br0" timeOffset="41542.49">9060 6287 22 0,'0'0'107'0,"0"-4"49"0,0-2 36 0,0 1 32 0,0 1 28 0,5-1 30 0,-5 5 30 0,0-6 31 0,0 2 32 0,0 0 31 0,0-1 31 0,7-1-30 0,-7 3-66 0,0 3-54 0,0 0-54 16,0-7-26-16,0 7-13 0,0-5-10 0,0 5-9 0,0 0-11 0,0 0-13 16,0-4-14-16,0 4-21 0,0-5-18 0,0 5-19 0,0 0-16 0,-7-6-11 0,7 6-12 15,0 0-9-15,-5 0-9 0,-2 0-7 0,7 0-8 0,-8 0-9 0,3 0-8 16,-3 6-7-16,8-6-1 0,-6 5-5 0,1-5 0 0,-3 4 2 0,0 1-1 15,-3 5 4-15,4-4-1 0,2-1 2 0,-4 3 0 0,2 3 1 0,2-7 3 16,-1 7 0-16,1-1 2 0,-3-1 0 0,8 6 0 0,-8-6 2 0,3 0 0 0,-2 3 0 16,7 1-1-16,-7-3 2 0,7 0 1 0,-5 6-1 0,5-7 0 0,0 0 2 15,0 6-1-15,0-5 1 0,0-1 2 0,0 2-1 0,0-1 1 0,5-1-1 16,-5 0 1-16,7 1 2 0,-7 1 1 0,7-1 1 0,-2-1 3 0,3-5 2 16,0 1 1-16,-3 1 0 0,1-3 1 15,-1 3 3-15,11 0 2 0,-11-2 1 0,8-4 4 0,-8 0 1 0,11 0 2 0,-11 0 4 0,9-4 6 0,-1-2 5 0,-6 0 6 16,5 3 9-16,-5-8 5 0,6 7 3 0,0-5 5 0,-7-1 5 0,6-5 2 15,2 4 4-15,-7-2 2 0,4 3 0 0,-2-4 0 0,3-2-3 0,-6 1-6 0,1 1-5 16,-1-2-8-16,2-2-8 0,-3 3-6 0,-5-1-5 0,0 7-7 0,7-6-4 16,-7 2-10-16,0-2-7 0,-7 0-8 0,7 4-9 0,-5-2-16 0,-3 4-20 0,2-3-20 15,-1 3-26-15,-4 3-30 0,4-3-33 0,-7 5-33 16,1-1-37-16,-8 1-49 0,10 4-51 0,-10 0-68 0,2 0-67 0,7 0-44 0,-9 4-32 0,2-4 7 16,0 5 22-16,-2-1 33 0,3-4 38 0,-3 5 44 0,9-1 46 0,-8 2 47 15,1-1 47-15,-1 4 56 0,1-2 56 0,-1-4 60 0,1 8 74 0</inkml:trace>
  <inkml:trace contextRef="#ctx0" brushRef="#br0" timeOffset="42082.24">8531 6293 10 0,'0'-6'82'0,"-5"6"44"0,5-4 41 0,0 4 34 0,-7-6 33 0,7 6 27 0,0-5 28 0,0 1 24 0,-9 4 26 16,9 0 23-16,0-5 23 0,0 5-27 0,0 0-59 0,0-6-38 0,-5 6-34 15,5 0-25-15,0-4-24 0,0 4-19 0,0-4-13 0,0 4-12 0,0 0-9 16,0 0-9-16,0 0-10 0,0 0-8 0,0-5-10 0,0 5-9 0,0 0-9 0,0 0-10 15,0 0-9-15,0 0-7 0,0 0-10 0,0 0-5 0,0 0-7 0,0 0-8 16,0 0-3-16,0 0-7 0,-6 0-4 0,6 0-2 0,-7 5-3 0,7-5-2 16,-5 0 1-16,5 4-3 0,-9 0 0 0,4 2 0 0,5-1 0 0,-7-1 0 15,1 7-2-15,1-7 2 0,-3 2 0 0,8 3 0 0,-8 0 0 0,3-3 1 0,-2 3 1 16,7 0 1-16,-7 3-2 0,2 1 1 0,-2-3-2 0,7 0 1 0,-8 6 2 16,8-7-2-16,0 4 2 0,-5-2 0 0,5 5 0 0,0-2 0 0,0-4 2 15,0-1-2-15,0 6 2 0,0-5-2 0,5-1 2 0,-5 0 1 0,0 1-1 0,8 1 2 16,-8-8 1-16,7 9-1 0,-2-8 4 0,2 1-1 0,0 1 4 0,-2-2 0 15,3 0 3-15,0 1 1 0,-3 0 1 0,8-5 1 0,1 0 1 0,-9 4 1 16,8-4 5-16,1 0 6 0,-2 0 10 0,-5-4 8 0,5 4 9 0,3-5 6 0,-4 0 6 16,2 1 8-16,-5 0 8 0,5-7 5 0,-7 7 9 0,-1-8 3 0,10 3 4 15,-9 0 2-15,-6 0-1 0,8-6-2 0,-3 5-11 0,0-5-6 0,-5 0-8 16,0 0-7-16,8-4-7 0,-8 4-7 0,0 1-10 0,0-6-9 0,-8 6-9 0,8-1-5 16,-5-4-6-16,5 4-5 0,-5 0-6 0,-3 0-5 0,2 5-4 0,-1-4-6 15,-1 4-9-15,3-5-16 0,-1 12-19 0,-2-9-23 0,-5 8-26 0,8-7-30 16,-9 7-31-16,2 4-36 0,4-5-33 0,-4 5-59 15,0 0-62-15,-4 0-83 0,5 5-87 0,-1-1-30 0,-2 2 1 0,-4-1 21 0,2-1 31 0,-3 8 38 0,-1-9 41 16,1 8 46-16,-2-7 48 0,5 6 49 0,-5-1 52 0,3 2 61 0,-3-1 66 0</inkml:trace>
  <inkml:trace contextRef="#ctx0" brushRef="#br0" timeOffset="42701.98">7934 6335 16 0,'0'-3'95'0,"5"3"44"0,-5-6 36 0,0 1 31 0,5 1 30 0,-5-2 29 0,0 6 29 0,0-3 26 0,0-3 29 0,0 2 24 15,0-1 27-15,0 5-32 0,0-6-61 0,0 2-48 0,0 4-42 0,0-6-25 16,0 6-15-16,0 0-14 0,0 0-11 0,0-5-14 0,0 5-14 0,0-4-14 16,0 4-16-16,0 0-13 0,0-5-13 0,0 5-11 15,-5 0-11-15,5-6-10 0,-5 6-6 0,-4 0-6 0,9 0-9 0,-5 0-3 0,-2-4-6 0,-1 4-5 0,8 0-3 16,-5 0-2-16,-2 4 1 0,0-4-1 0,2 0 0 0,5 0 1 0,-8 6 0 0,2-6 1 15,-1 5 0-15,7-1 1 0,-6 1-3 0,1 1 2 0,5-2-1 0,-7 2 0 16,7-1 0-16,-9 5 0 0,4-7-1 0,5 7-1 0,-7 1 2 0,7-8-2 16,-6 9 3-16,6-3-3 0,-5 1 0 0,-3-1 1 0,8 6-1 0,-8-5 0 15,8 1 0-15,0 2 1 0,-5-4 1 0,5 6-1 0,0-4-1 0,0 3 0 16,0-5-1-16,0 6 1 0,0-4 1 0,0-1-1 0,0 3 3 0,0-2-1 0,5-2 1 16,-5 1 0-16,0 1-1 0,8-3 2 0,0-3-1 0,-8 4 2 0,5-3 1 15,1 3 0-15,1-3 1 0,-2 4 2 0,4-5-1 0,-2-5 1 0,-2 4 2 0,1 1 0 16,7-1 1-16,-5-4 2 0,-3 6 2 0,9-6 3 0,-9 0 4 0,10-6 6 31,-1 6 8-31,-9-4 10 0,8-1 10 0,0 1 9 0,-7-1 9 0,7 1 9 16,-6-8 7-16,6 9 8 0,-7-9 3 0,-1 3 7 0,11 0 1 0,-11-1 2 0,3 1 1 15,-8-6-4-15,5 4-7 0,1-2-9 0,-6 3-10 0,0-5-11 0,8 0-9 16,-8 0-11-16,0 0-6 0,0 0-10 0,-8 6-6 0,8-4-7 0,0-2-4 0,0-1-8 16,-6 6-7-16,1 0-10 0,5 1-12 0,-8 0-16 0,8-1-16 0,-5 4-20 15,-2-3-17-15,-2 3-22 0,4 3-21 0,-1-3-26 0,-1 2-23 0,-6 4-30 16,7-5-31-16,-1 5-52 0,1 0-62 0,-7 0-75 0,5 0-76 0,-2 0-18 0,1 5 7 15,4-1 23-15,-10 2 32 0,3-3 32 0,5 3 40 0,-6-2 39 0,0 7 41 16,2-1 45-16,-5-5 47 0,4 4 60 0,1-5 66 0</inkml:trace>
  <inkml:trace contextRef="#ctx0" brushRef="#br0" timeOffset="43447.42">7515 6418 0 0,'7'-4'47'0,"-7"1"41"0,0-3 27 0,6 1 29 0,-6 1 29 0,0-2 28 0,0 0 28 0,6 2 25 0,-6-1 25 0,0 0 20 0,0 1 21 0,0-2-21 0,0 6-45 16,0-4-28-16,7-1-23 0,-7 5-12 0,0-4-14 0,0-1-14 0,0 5-14 0,0-7-13 15,0 7-11-15,0-9-8 0,0 9-7 0,0 0-5 0,-7-5-3 16,7 1-3-16,0-2-4 0,0 6-1 0,0-3-2 0,-6-3-3 0,6 6-3 0,0-4-6 15,-6 4-6-15,6-5-7 0,-7 5-9 0,2 0-5 0,5-6-6 0,-8 6-6 16,8 0-4-16,-6 0-6 0,-1 0-6 0,7 0-6 0,-6 0-8 0,-1 0-5 0,1 6-7 16,6-6-5-16,-8 5-2 0,3-1-2 0,-3 2-3 0,3-3-1 0,5 7-1 15,-5-5-3-15,-4 4-1 0,4 3-1 0,5-3 1 0,-7 1 2 0,-1 4 3 16,8-4 1-16,-6 5 1 0,6-6 3 0,-5 6-1 0,5-5 2 0,0 5 1 0,-8 0 0 16,8-6 0-16,0 6 1 0,0-5 0 0,0-1 0 0,0 6 1 0,8-6 2 15,-8 0 0-15,0-3 1 0,5 4 2 0,-5 1 2 0,6-7 2 0,2 0 2 16,-1 6 3-16,-7-6 2 0,5 2 2 15,9-6 5-15,-9 6 1 0,3-3 8 0,5-3 5 0,-7 0 7 0,7 0 8 0,-6 0 9 0,7-3 7 0,-2-3 8 0,0 0 7 16,-5 2 6-16,6-1 7 0,1-4 7 0,-9 5 6 0,10-7 2 0,-9 1 3 0,0-5-1 16,6 6-4-16,-4-6-6 0,-2 0-7 0,1 0-7 0,-1 2-8 15,-1-2-8-15,2 0-8 0,2 0-8 0,-9-4-10 0,5 4-7 0,-5 0-8 0,0 0-8 16,0 6-5-16,0-7-7 0,0 7-6 0,0 0-9 0,-5 0-8 0,5-1-15 16,-9 5-18-16,2-5-21 0,2 10-26 0,5-6-27 15,-6 1-30-15,-7 5-33 0,5 0-32 0,3 0-32 0,-2 5-36 0,-5 1-52 0,4-2-59 0,1 2-66 0,-6 3-64 16,7 0-13-16,1 1 15 0,-10 4 27 0,9 2 35 0,0-1 42 0,-6 3 42 0,4-2 45 15,2 2 46-15,-1 3 45 0,-6-1 49 0,7-1 58 0,-2 0 64 0</inkml:trace>
  <inkml:trace contextRef="#ctx0" brushRef="#br0" timeOffset="44305.34">7333 6987 55 0,'-5'0'129'0,"-3"0"39"0,8-7 28 0,-5 4 27 0,5 3 27 0,-8-6 26 0,0 1 28 0,3 1 26 0,-1-2 25 0,6 2 27 0,-8-1 25 0,8 5-46 0,-5-4-91 16,5-1-50-16,-7-1-28 0,7 6-10 0,0-4-1 0,-6-2-2 0,6 6-6 0,-7-5-8 15,7 1-9-15,0 4-10 0,-7-6-6 0,7 6-14 0,0 0-9 0,0-5-11 16,0 5-14-16,0 0-12 0,0 0-11 0,0 0-12 0,0 0-10 0,0 0-10 16,0 0-12-16,0 0-8 0,0 0-8 0,0 0-7 0,0 0-7 0,0 0-3 15,0 0-4-15,0 0 1 0,7 0 1 0,0 0 3 0,-1 0 3 0,1 0 3 0,-2 0 3 16,9 0 3-16,-9 5 1 0,11-5 4 0,-3 0 1 0,-3 0 5 0,11 6 0 15,-8-6 3-15,6 0 3 0,-6 0 3 0,8 4-1 0,-2-4 2 0,-1 0 2 16,3 0 1-16,-2 5 1 0,1-5-1 0,-1 0 2 0,8 6 1 0,-7-6-1 0,-1 0-2 16,7 0-2-16,-8 4 0 0,9-4-2 0,-6 0 0 0,3 0 1 0,3 0-3 15,-2 6-2-15,-6-6-1 0,15 0-1 0,-8 0-3 0,1 0 2 0,5 0-3 16,-1 5 0-16,-4-5 0 0,6 0 2 0,-1 0-1 0,0 0-2 0,2 0-1 16,-2 4-5-16,-1-4 0 0,3 0-2 0,-7 0 0 0,4 0-1 0,1 5-2 0,-5-5 1 15,1 0-2-15,4 4 3 0,-8-4-1 0,10 0 0 0,-8 6-2 0,6-6 1 16,-5 4 0-16,4-4 2 0,3 0-1 0,-8 5 0 0,6-5 1 0,0 6 1 0,2-6 2 15,-8 0 1-15,6 0 2 0,2 0 0 0,-3 0-1 0,1 0 0 0,0 0 2 16,2 0-1-16,3 0-2 0,-3-6 1 0,-2 6-1 0,8-5-1 0,-7 5-1 16,6-4-1-16,-7 4 0 0,7-6-2 0,-7 2-1 0,2 4-2 0,-2-5-1 0,0 5 1 15,-6-4 0-15,8 4 1 0,-15 0-1 0,7-5-1 0,-8 5 0 0,3 0 1 16,-2-6-1-16,-6 6 0 0,1 0 1 0,-2 0-1 0,-4 0 4 0,-3 0 3 0,2 0 6 16,0 0 6-16,-7 0 5 0,0 0 4 0,0 0 5 0,0 0 1 0,0 0 4 15,0 0 2-15,0 0 0 0,0 0 2 0,0 0 0 0,0 0 4 0,0 0-2 16,0 0-2-16,0 0-6 0,0 0-4 0,0 0-4 0,0 0-3 0,0 0-3 15,0 0-2-15,0 0 1 0,0 0-3 0,0 0 2 0,0 0 0 0,0 0 0 16,0 0-2-16,0 0 2 0,0 0-3 16,0 0 1-16,0 0-4 0,0 0 0 0,0 0-1 0,0 0-3 0,0 0-2 0,0 0 0 0,0 0-3 15,0 0 0-15,0 0-2 0,0 0-3 0,0 0-1 0,0 0-2 0,0 0 0 0,0 0-2 0,0 0 1 16,0 0-1-16,0 0 1 0,0 0 0 0,0 0 1 0,0 0-3 0,0 0 1 16,0 0 0-16,0 0-1 0,0 0-1 0,5 0 3 0,-5 0 0 0,0-4 4 15,0 4-2-15,8 0 0 0,-8 0 0 0,0 0 1 0,5 0-1 0,-5 0 0 16,0 0 0-16,8 0 1 0,-8 0 1 0,0 0-1 0,0 0 0 0,0 0-1 15,6-6 0-15,-6 6-1 0,0 0 0 0,0 0 1 0,0 0 1 0,0 0 1 16,0 0 1-16,0 0 1 0,0 0 1 0,0 0 2 0,0 0 0 0,0 0 2 16,0 0-1-16,0 0 1 0,0 0-1 0,0 0 1 0,0 0-2 0,0 0-1 0,0 0-6 15,0 0-7-15,0 0-10 0,0 0-15 0,0 0-13 0,0 0-18 0,0 0-20 16,0 0-21-16,0 6-32 0,-6-6-31 0,6 4-48 0,-8-4-47 0,3 6-82 16,-3-1-91-16,8-1-86 0,-12 1-75 0,5-1-20 0,2 2 9 0,-10-6 21 0,10 4 32 15,-9-8 38-15,1-2 44 0,0 2 49 0,-5-5 51 0,4-2 61 0,1-4 64 16,-8-4 79-16,3 1 79 0</inkml:trace>
  <inkml:trace contextRef="#ctx0" brushRef="#br0" timeOffset="56297.84">23114 3377 1 0,'7'0'97'0,"-7"0"66"0,5 0 47 0,-5 0 35 0,8 0 29 0,-8 0 28 0,0 0 24 0,0 0 23 0,0 0 22 0,5-6 20 0,-5 6 16 0,0 0-23 0,0 0-49 16,0 0-77-16,0 0-93 0,0 0-49 0,0 0-25 0,0 0-15 0,0 0-10 15,0 0-8-15,0 0-9 0,0 0-7 0,0 0-5 0,0 0-5 0,0 0-1 0,0 0-1 16,0 0 0-16,0 0 1 0,0 0 0 0,-5 6 0 0,5-6 1 0,-8 0 0 16,8 0 3-16,-5 3 4 0,5-3 3 0,-7 6 4 0,7-6 1 0,-7 6 4 15,0-2 2-15,1-4-1 0,-1 5 1 0,1-5-5 0,-1 4 0 0,1-4-3 0,1 6-1 16,-3-6-2-16,0 0-5 16,3 4-3-16,-3-4-5 0,3 0-5 0,0 0-4 0,-4 0-5 0,4 0-4 0,-2 0-2 0,1 0 0 0,-2 0-3 0,8 0 0 0,-6 0 1 15,-1 0 0-15,2 0 2 0,5 0-1 0,-7-4 4 0,7 4 3 0,0 0 2 16,0 0 6-16,-7 0 2 0,7-6 7 0,0 6 2 0,0 0 6 0,-7-4 3 15,7-1 3-15,0 1 0 0,0 4 2 0,0-6-1 16,0 0-3-16,0 3 0 0,0-3 0 16,0 1-4-16,0 1-3 0,0-2-4 0,0 3-6 0,7 3-5 0,-7-6-3 15,0 0-6-15,0 6-5 0,7-3-1 0,-7-3 1 0,7 2-3 0,-7 4 0 16,5-6-3-16,-5 6-1 0,7-5 1 0,-1 5-4 0,-6-4 1 0,8 4-1 16,-2 0 0-16,1-5 0 0,-2 5 1 0,9 0 2 0,-9 0-1 0,3 0-1 0,5 5-1 15,-5-5-1-15,3 0-1 0,-4 4-1 0,-1 1-1 0,7 1 0 0,-6-6-2 16,0 4-1-16,0 5 0 0,-2-3 0 0,3 0 3 0,-3-3 1 0,-5 7 3 15,6 1 4-15,-6-2 4 0,0 1 1 0,0-1 3 0,0 1 1 0,-6 4 2 16,6 1-1-16,-5-5 4 0,-3 5 1 0,3 0 1 0,-2 0 0 0,0-6-3 16,0 6-4-16,-6 0-7 0,7-6-9 0,-1 1-7 0,-4 5-5 0,3-6-3 0,0 1-6 15,-5-1-4-15,8 2-2 0,0-1-2 0,-9-5 0 0,7 4-3 0,1-5 0 16,-2 2-2-16,-5 3 4 0,8-3 1 0,-2-3 8 0,0 4 2 0,0-2 6 0,1-1 0 16,-1 1 6-16,2-5 2 0,-4 4 3 0,4 2 1 0,0-6 1 0,-3 4 2 15,8-4 1-15,-5 0 1 0,5 5 1 0,0-5 0 0,0 0 0 0,0 0 0 16,0 0 2-16,-8 0-1 0,8 0 2 0,0 0-1 0,0 0 0 0,0 0 0 0,0 0-1 15,0 0-2-15,0 0-3 0,0 0-2 0,0 0-4 0,0 0-7 0,0 0-3 16,8 0-5-16,-8 0-3 0,0 0 2 0,5 0 6 0,-5 0 5 0,8 0 7 16,-3 0 4-16,-5 0 5 0,5 0 6 0,4 6 9 0,-4-6 10 0,8 3 8 0,-6-3 6 15,7 6 7-15,-9-6 4 0,8 0 4 0,1 6-3 0,-2-6-3 0,2 4-5 16,4-4-7-16,-2 0-4 0,-5 5-4 0,2-5-16 0,7 4-20 0,-6-4-30 16,-1 0-34-16,-2 5-35 0,2-5-39 0,-6 6-41 0,7-6-45 0,-8 4-90 0,1-4-107 15,-2 0-66-15,3 0-41 0,-2 5-11 0,-6-5 7 0,0 0 23 0,0-5 31 16,0 5 42-16,7 0 46 0,-7-10 49 0,0 5 52 0,0-4 55 0,-7-1 58 0,7 4 78 15,0-3 92-15</inkml:trace>
  <inkml:trace contextRef="#ctx0" brushRef="#br0" timeOffset="56661.14">23466 3401 0 0,'5'-5'1'0,"2"1"99"0,0-8 71 0,-2 9 52 0,3-3 43 0,-8-3 39 0,7 3 40 0,-7-3 37 0,5 3 38 0,-5-3 34 15,0-1 33-15,0 5 31 0,0-4 31 0,8 5-68 0,-8-7-122 0,0 7-69 0,0-2-38 16,0 3-24-16,0-4-21 0,0 2-17 0,0 1-19 0,0 4-18 0,0-5-18 16,0-1-16-16,0 2-14 0,0-1-15 0,0 5-13 0,-8 0-12 0,8-4-13 15,0 4-12-15,-5 0-8 0,5 0-11 0,-7 0-7 0,7 0-9 0,-8 0-6 0,3 0-7 16,-2 4-4-16,0-4-6 0,2 5 0 0,-8-1-3 0,5 2 1 0,-3-1-2 16,4-1-2-16,-7 8 3 0,1-3-3 0,-1 0 4 0,2 1 1 0,-1-1 1 15,7 2 2-15,-7-1-2 0,6-1-2 0,-5 0-1 0,5 1-4 0,-1 1 0 0,3 4 0 16,-3-6-2-16,2 1 0 0,1-1 0 15,-3 0-3-15,8 3-2 0,-7-3-2 0,7 1-1 0,-6-1-2 0,6 0 1 0,0 2 2 0,-6-7-2 0,6 5 0 16,0 3-5-16,6-8-4 0,-6 5-6 0,0-4-1 16,6 1-2-16,1 3 4 0,-7-5 2 0,8 2 2 0,-3 0 3 0,1-2 3 0,2 1-3 0,5-5-3 0,-6 4-12 15,5-4-11-15,-5 5-11 0,6-5-13 16,0 0-18-16,-7 0-20 0,6 0-26 0,2-5-29 0,-1 5-60 0,1-4-67 0,-2 4-67 0,2-5-66 0,-9 1-17 0,8-2 4 16,-6 0 18-16,5 2 28 0,-12-1 31 0,8 1 33 0,-1-2 36 0,-2 1 40 15,-5 1 43-15,0-1 45 0,8-5 58 0,-8 4 71 0</inkml:trace>
  <inkml:trace contextRef="#ctx0" brushRef="#br0" timeOffset="56961.87">23510 3366 0 0,'8'0'2'0,"-8"-4"108"0,6-2 68 0,-6 6 50 15,0-3 43-15,5-3 41 0,-5 6 41 0,0-6 39 0,0 3 43 0,8-3 38 0,-8 2 39 16,0-2 39-16,0 1 35 0,0 5-69 0,0-4-125 0,0 4-65 0,0 0-31 16,0 0-19-16,0 0-17 0,0 0-17 0,0 0-17 0,0 0-19 0,0 0-21 15,0 0-20-15,0 0-20 0,0 0-20 0,0 0-21 0,0 0-19 0,0 0-18 16,0 0-20-16,0 0-21 0,0 0-14 0,0 0-18 0,0 0-8 0,-8 4-3 15,8-4-6-15,-5 11-1 0,5-7-3 0,0 5-4 0,0 3 3 0,-6-3 1 16,6 6 3-16,0 0 2 0,-8-2 5 0,8 7 7 0,0-1 7 0,-5 2 7 0,5-2-1 16,0-1-1-16,0 3-4 0,0-2-3 0,0 2-1 0,0-3-1 0,0 1 0 15,0 2-3-15,0-3 1 0,0-3 3 0,5 6-1 0,-5-8 2 0,0 2-1 16,0 0 1-16,0 0 4 0,0 0 2 0,0-6 2 16,0 0 3-16,-5 7 4 0,5-7 3 0,-7 1 3 0,7-1 4 0,-8 3 1 0,3-3 1 0,-2 0 1 0,0 0 1 15,2 1-8-15,-8 1-8 0,-1-1-16 0,9-5-15 0,-11 4-19 0,5-5-22 16,-1 2-28-16,3-2-35 0,-9 1-50 0,11 0-59 0,-12 6-125 0,5-6-157 0,2-1-84 15,-1 1-48-15,-1-1-6 0,1 2 14 0,0-6 26 0,0 3 34 0,-8 3 39 16,10-1 44-16,-2-5 51 0,0 4 55 0,0-4 68 0,-1 6 75 0,2-6 105 0,-2 0 115 16</inkml:trace>
  <inkml:trace contextRef="#ctx0" brushRef="#br0" timeOffset="81383.78">26154 7367 28 0,'0'0'94'0,"-5"0"30"0,5-4 21 0,-8 4 16 0,8-5 13 0,-5-1 17 0,5 2 25 0,-6-2 18 0,6 1 18 0,-8-4 16 0,3 5 17 0,5-2-42 0,0 0-74 0,0 3-39 0,-7-3-19 16,7 3-10-16,0-3-5 0,-8 0 0 0,8 2 2 0,0-1-7 0,0-1-10 0,-6 2-9 15,6-5-1-15,-6 3-6 0,6 3-1 0,-7-3-4 0,7 0-4 0,-5 2-3 16,5-1 2-16,-9 0-2 0,9 1 2 0,-7-2 1 0,7 2 0 0,-5-1-3 0,-1 5-3 31,6-4-3-31,-7 4-6 0,7-5-4 0,-6 5-5 0,6-7-4 0,-8 7-5 16,8 0-3-16,-5 0-5 0,-2 0-3 0,7 0-3 0,-6 0-4 0,0 0-3 16,-1 7 2-16,-1-7 5 0,3 5 2 0,-1-1-1 0,-7 1 1 0,5-1 0 0,-5 2 1 15,0 3 0-15,0 0 2 0,0 3 0 0,2-3 5 0,-5 4 3 0,-2 2 5 16,-3 0 5-16,2 0-2 0,1 4-4 0,-1-4 0 0,-1 6 0 0,-7-3-1 15,8 3 0-15,-7-2 3 0,6 5 1 0,1-5 0 0,-8 1-2 0,6-1-1 0,3 2-2 16,-1-3-5-16,-7 1-2 0,6 2-3 0,1-2 0 0,-1 1-1 0,8-1 0 16,-9 0 1-16,3 2-1 0,4-3 1 0,-4 2-2 0,2 0-1 0,-2 0-1 15,5-1 0-15,0 1-2 0,-6-1 0 0,6 6 1 0,-1-7 0 0,-6 3-2 0,7 3 0 16,-6-5 0-16,6 6-1 0,-5-1 0 0,-3 0-2 0,10 1 0 0,-10 5 0 16,2-6 1-16,-1 6 1 0,1-2 0 0,-8 2 1 0,6-2 0 0,3 2 0 0,-3 0 0 15,3-1 1-15,-1 0-1 0,-8 0-1 0,8 0 1 0,-1 1-2 0,-6 1 1 16,7-3 0-16,-7 7 0 0,5-7 1 0,-3 6 0 0,3-4-1 0,-4 4 2 15,5 1 0-15,-6 0 1 0,0-2-2 0,6 1 3 0,-7 5 2 0,3-5 1 16,-3 5 1-16,6 1 2 0,-2 3-1 0,-5-4 3 0,1 6-3 16,8-5 3-16,-7 2-2 0,7 2-1 0,-7-5 0 0,7 6 0 0,-1-1-1 15,1 1-2-15,-2-8-5 0,3 8 0 0,-1-2-2 0,-1-3-3 0,0 5 1 0,0-3-1 0,7 2 2 16,-6-5 1-16,-1 6 2 0,8-2 2 0,-9 0 3 0,3 6 1 0,2-4 1 16,0 0 2-16,-5-2 7 0,8 5 7 0,-8-4 5 0,10 1 4 0,-10-2 1 0,9 2-1 15,-7-2-2-15,6 6 0 0,-6-4-4 0,3-2-1 0,-2 2 0 0,4-2-3 16,2 2 0-16,-7-2 3 0,6 0-4 0,0 6-6 0,-1-4-5 0,2 0-1 0,-2 4 0 15,1-6-1-15,0 0 4 0,7 6 2 0,-6-4 1 0,4-2-3 0,-5 2 1 16,7-2-3-16,-1 2 0 0,-7-2-4 0,9 1-1 0,-3 1-2 0,3-3-1 16,0 3-1-16,-4-1 2 0,2 0 0 0,2 0-3 0,-3 1-3 0,2-8-2 15,6 8 2-15,-5-2 0 0,-3 2 1 0,3-1 0 0,5 1 1 0,-7-3-1 0,0 2-1 16,7 1-1-16,0 0-3 0,0-2 1 0,0 0-2 0,0-4 0 0,0 5-3 16,0 1 1-16,0-6 0 0,7 4-1 0,-7-4 2 0,7 1-3 0,-2 5 0 0,-5-8 0 15,8 3 4-15,-3-1 0 0,9 1 2 0,-9-2 0 0,2-3 2 0,7 10-1 16,-1-8 1-16,-8 2-2 0,9 1 0 0,-1-1-2 0,8 1 1 0,-9-3-1 15,7 8 1-15,-6-11-2 0,6 5 1 0,2 0 0 0,5-4 0 0,-7 3-2 16,2 2 1-16,2-6-1 0,-2-1 2 0,6 1 1 0,-3 2 1 0,-4 4 2 0,7-7-1 16,-1 1 1-16,0-1 2 0,-7 1 0 0,7 2-1 0,0-3 4 0,1 2 2 15,-1 4 3-15,0-6 3 0,1 2 4 0,5 3 5 0,-6-4 3 0,1 2 3 0,4-2 3 16,1-1 0-16,-6 3 0 0,8-8 1 0,-2 6 0 0,2 2-1 0,3-8-1 16,-3 7-5-16,-2-7 1 0,-1 6 0 0,8-3-5 15,-7 2-4-15,8-3-2 0,-6-2-5 0,-2 2-3 0,7-6 1 0,0 7-3 0,1-13 0 0,-3 7-1 16,3-1 1-16,7-3 0 0,-3-2-1 0,-4-5-1 0,5 5-3 0,0-4-1 0,2 0 1 15,-2 0-2-15,2 0 1 0,-3 0-2 0,7-7 0 0,-4 7-2 0,-2-4 0 16,2-2-1-16,4 1 1 0,-7-5 0 0,11 5 0 0,-4-7 1 0,2 3-1 16,-2 0 0-16,0-3-2 0,2 3 0 0,-1-6 2 0,1 6-1 0,-1-6 1 15,-2 0-1-15,3 0 3 0,5 0 0 0,-5-6 0 0,6 6-1 0,-8-6 0 0,9 3-1 16,-9 3-3-16,2-6 0 0,-1 0 0 0,1 6 2 0,0-3 0 0,-3-3 2 16,2 2 1-16,1-1 1 0,-1 1 2 0,1-2-2 0,-2 0 1 0,1 3 1 15,0-8-1-15,-6 1 0 0,6 5 1 0,-7-3 0 0,8-7-1 0,-9 4 0 0,4 1-1 16,4 1 0-16,-7-6-1 0,0 6 0 0,0-6-1 0,2 0 0 0,4 2-1 15,-5-2 2-15,-1-1 0 0,2 2-1 0,-2-1 0 0,0-4 0 0,0-2 2 16,2 8-1-16,-8-8 1 0,6 3 0 16,0-3 1-16,1 2-1 0,0 1 1 0,-1-3-2 0,2 1-1 0,-2-3 1 15,0 2 0-15,-5 3 1 0,-1-7 1 0,6-1-2 0,-5 8 0 0,-9-7-2 16,9 1 1-16,-1-1-1 0,0 1-1 0,-6 5-3 0,-2-6 0 0,9 4-1 0,-7-3 2 0,-1 6 0 0,2-7 0 0,-10 5 1 16,8-5 2-16,-4 6 1 0,-1 1-2 0,-4-8 3 0,4 7 0 0,-1-6 0 0,1 7 1 15,-7-7 2-15,-1 5-1 0,0-4 0 0,2 5 1 0,-3-6 1 0,3 1 0 16,-3 3 0-16,-4-3 0 0,4-1-2 0,-5 1 1 0,8-1-1 0,-8 1 1 0,6 0-1 15,-6 0 1-15,0 0-1 0,8-7-1 0,-10 9 1 16,2-4 0-16,8-2 1 0,-8 3-2 0,0-5 0 0,0 6 1 0,-2-4-2 0,5 1 1 0,2-1 0 16,-4 4-1-16,-2 0 0 0,0-1 1 0,3 1 2 0,-3-1-2 0,0-5 2 15,3 6-2-15,-3 0 0 0,0-1-1 0,4 1 3 0,-11 0-1 0,8-1 2 0,-8 1 1 16,9-1-1-16,-7 7 2 0,-1-9 2 0,-1 3-1 0,3-1 1 0,-8 1 1 16,8 6-2-16,-8-7 5 0,0 1-1 0,0 3 0 0,0-2 5 0,0-3 0 15,0 2 0-15,0-1 2 0,-8 1-3 0,8 6 3 0,-8-7-1 0,8 1-2 0,-5-1 1 16,-1 1-2-16,6 3 2 0,-7-3-1 0,2-1-1 0,-4 1 0 0,9 6-1 15,-5-7-3-15,-2 1-1 0,1-1 0 0,1 5-2 0,-3-5 0 0,0 1 0 16,3 0 1-16,-2-1 0 0,0 1 1 0,-6 5-3 0,6-5 2 0,2 0-3 16,-2-1 1-16,0 4-2 0,-6-3 1 0,6 5-1 0,1-6 0 0,0 5 1 0,1-5 5 15,-2 7 3-15,-2-6-2 0,9 3 0 0,-5-3-2 0,-2 4 0 0,1-4-2 32,6 0 1-32,-5 5 0 0,-4-5 1 0,2 0-2 0,7 3 0 0,-5-4 0 15,-1 1-4-15,-1 6-2 0,7-7-1 0,-6 5-1 0,-2-5 0 0,3 6 1 0,5-5-3 16,-7 3 2-16,1 3-2 0,6-7 1 0,-8 5-2 0,2-3-1 0,-1 2 0 15,7 3 0-15,-5-6-2 0,5 3 1 0,-8-3-1 0,8 4 0 0,-6-4-1 16,6 3 2-16,-5-3 0 0,5 6 4 0,0-7-1 0,-8 6 3 0,8-7-1 0,-7 7 1 16,1 1 1-16,6-9-1 0,-8 9 2 0,8-1 0 0,-5-7 1 0,0 7-1 15,-3 0 1-15,2-5-2 0,-1 3 0 0,1 2 1 0,-1 1-2 0,1-3-2 0,-2 1 2 16,3 6-1-16,-3-6-1 0,3 5 0 0,-3-4 1 0,2 4 0 0,1 0-1 16,-2 2 4-16,-1-2-1 0,2 0 2 0,1 0 0 0,-3 2 0 0,-4-2-1 15,3-1 1-15,4 6 1 0,-1-4 1 0,-1-1 0 0,-7 6-1 0,9-6 1 16,-2 0-1-16,-4 6-1 0,3-7-2 0,-5 7-2 0,7-6-1 0,-7 6 0 15,6 0-1-15,-6-7 1 0,-1 5-1 0,1 4 0 0,0-4 0 0,2 1-1 0,-5 0 0 16,4-1-1-16,6 2 1 0,-8 0-1 0,2 0 1 0,-1 2-1 0,-1-2 1 16,2 0-1-16,5-1-2 0,-5 5 2 0,4-4-1 0,-5-1 1 15,7-1-2-15,-7 2 2 0,6-1-2 0,1 1 0 0,0-7 0 0,-1 7 0 0,2-6 2 0,-3 1 0 16,0-2 2-16,3 1 0 0,-1 2 0 0,-1-1 2 0,1-7 0 16,-2 7 2-16,3-6 1 0,-8 5 2 0,7-4 0 0,-2 4 0 0,-4-4 1 0,4 4 0 15,-3-3-1-15,3 3 1 0,-4-1-1 0,-2 2 0 0,1-1-2 0,0 0 2 0,0 1-1 16,-6 0-3-16,6 4 1 0,-1-5-1 0,-6 5 0 0,8-4-1 0,-8 4-1 15,7-4 1-15,-5 4 0 0,-1-5-2 0,6 0 2 0,-8 6 0 0,7-7-1 16,-4 2 2-16,-1-1-1 0,-1-1 0 0,6 3 0 0,-7-1-1 0,3-7 1 0,-3 7 2 16,10-6 2-16,-10 5-1 0,3-4 1 0,-3 4-1 0,2-3 2 0,-1-3-1 15,1 2 1-15,-7 1 0 0,7-3-1 0,-1 2 3 0,0-2-1 0,-6 3 0 16,8-1-1-16,-9-7-1 0,1 11 1 0,7-4-4 0,-7 0 0 0,0-1 0 0,-8 1-1 16,10-2 1-16,-3 3 0 0,-1 2 0 0,-4-2-1 0,8 3-1 0,-10-4 1 15,8 4 0-15,-1-5 0 0,4 6-1 0,-11-7 1 0,8 7 0 0,-1 1 2 16,3-8-1-16,3 6 0 0,-5-4-1 0,7-2-2 0,-7 3 1 0,5-1-1 0,3-2-1 15,4-3 2-15,-6 6-1 0,6-9-2 0,-4 5 1 0,5-5 2 0,0 5-2 16,-6-4 1-16,6 3 2 0,-1-3-2 0,2 3 2 0,-1-3 2 0,-1 2-1 16,2-5 2-16,-2 5-1 0,-4 0 1 0,4-2 1 0,1-3 1 0,0 5 1 0,0 0 1 15,0-6 2-15,-8 5 1 0,9 1 1 0,0-4 3 0,-1 2 2 0,-1 3 1 16,2-3 2-16,-2 3 0 0,1-3 1 0,0 7 0 0,0-5-2 0,0 3 1 16,-1-1-1-16,2 1-2 0,0 2-1 0,5-1-3 0,-6 1-2 15,-1 0-3-15,9-2-2 0,-10 3-3 0,10 3-1 0,-9-6-2 0,9 3-1 0,-3 3-1 0,-5-5 0 16,7 6 0-16,-1-1-1 0,2-1 1 0,-9 2-1 0,7-5 1 0,1 4-1 15,-8 0 0-15,7 2 0 0,2-2 1 0,-9 0-1 0,9 0 0 0,-8 0 1 16,-1 2 1-16,7-2 0 0,-6 5-1 0,0-5 1 0,7 1 1 0,-7-2 0 0,0 1 1 16,5 6 1-16,-2-6 1 0,-4 2 1 0,7 1-1 0,-6-2 0 0,-1 1 3 15,9 3-1-15,-8-5 0 0,5 4 3 0,2 2 0 0,-6-7 4 0,3 7 1 16,4 0-1-16,-8-1 1 0,8 5-2 0,-11-5-1 0,11 5-1 0,-8 1-3 0,-1-2-2 16,9 6 1-16,-8-3-5 0,0 3 0 0,-8 0-2 0,10 3-4 0,-4 3-2 15,-4-6-4-15,6 4-2 0,-6 5-3 0,-2-3-3 0,3 3-6 0,-3-3-3 16,2 3-4-16,6 0-4 0,-6 3-5 0,-1-3-3 0,1 0-2 0,-2-3-5 15,3 4-5-15,-3-1-1 0,3 0-2 0,-1 1-2 0,-2 1 2 0,3-2 1 16,-1-3 2-16,-2 3 0 0,2 1-1 0,6-6-5 0,-7 1-7 0,1 4-8 0,0-3-14 16,-1 0-20-16,0 3-20 15,8-5-30-15,-9 2-29 0,8 3-98 0,-1-4-126 0,2-1-73 0,6 2-44 0,0-1-10 0,-1-1 11 0,-1 2 20 0,8-6 29 0,0 0 31 16,0-10 38-16,0-1 42 0,0-2 47 0,8-8 51 0,-8-3 57 0,7-4 88 0,5-8 105 16</inkml:trace>
  <inkml:trace contextRef="#ctx0" brushRef="#br0" timeOffset="85668.92">28121 4357 0 0,'0'6'7'0,"-5"-6"82"0,5 6 43 0,-8-6 27 0,8-6 19 0,-6 6 15 0,1-6 12 0,-3 3 12 16,8 3 11-16,-5-12 10 0,5 9 8 0,-7-3 0 0,-2 1-6 0,9 1-55 0,-5 0-82 16,5-1-39-16,0-1-17 0,-6 2-1 0,6-2 5 0,-7 1 3 0,2 1 1 31,5 4 1-31,-8-6 1 0,8 1 2 0,-8 1 2 0,3-1 0 0,5 5-2 0,-6-4-1 16,-1-2 0-16,1 6-5 0,-2-4-4 0,3 4 0 0,-2-5-4 0,0 5-1 15,2 0 3-15,-10 0-1 0,10 0-3 0,-2 0-2 0,-5 0-2 0,4 0-6 16,-5 5-5-16,7-5-3 0,-6 4-3 0,3 2-4 0,-3-2-2 0,1 1-5 0,-5 4-4 15,4-3-2-15,0-2-2 0,-8 7-1 0,6-1 2 0,1-1-1 0,-6-5 3 16,-1 7 1-16,7-2 3 0,-6 0 6 0,0 3 2 0,7-3 5 0,-9 0 6 16,1 1 4-16,1-5 4 0,7 5 2 0,-8 0 5 0,1-1 0 0,6-4 2 0,-1 5-2 15,1-5-1-15,-8 4-3 0,9-3-3 0,0 4-2 0,5-1-7 0,-6 0-5 16,-1-3-5-16,2 3-6 0,-2 0-8 0,1 3-4 0,8-3-3 0,-9 5-3 0,1-4 2 16,0 6 0-16,0-7 2 0,7 4 1 0,-7 2 0 0,-2 1 1 0,3 2 2 15,0-3 2-15,4 6 2 0,-5-3 0 0,2 6-2 0,-4-3 2 0,9 3 0 0,-7-4-3 16,8 4 0-16,-11 0-5 0,11 1 0 0,-1-1 0 0,-1-3 0 0,-7 3-1 15,7-5 0-15,2 5-1 0,-1-3 1 0,0 1 1 0,-1-1 1 0,-1 3 1 16,3-5 0-16,-2 2 2 0,-5-2 0 0,4 5 3 0,1-3 3 0,2-3 1 16,-4 3 2-16,4 3 3 0,0-5 3 0,-9 2 2 15,7 1 4-15,1-2 1 0,-1 5 0 0,2-6 2 0,-4 6-1 0,-3-1-1 0,6 0 1 16,1 0-1-16,-4 0-4 0,2 1-1 0,2-1-2 0,-3 6-3 0,2-6-3 0,1 7-5 0,5-3-1 16,-8-4-4-16,3 6-1 0,-2-5-1 0,7 5 0 0,-7-6-1 0,7 4 0 0,-7-3 1 15,7-1 1-15,0 6-1 0,-6-6 1 0,6 1 0 0,0-1 1 16,0 6-1-16,0-6 0 0,-7 1 1 0,7-1-1 0,0 6 0 0,0-7 0 0,0 3 0 15,-5-4 0-15,5 9 1 0,0-7-1 0,0 0 1 0,0 6 1 0,0-5-1 16,0 3 0-16,0-2 0 0,0 2 0 0,0 2 2 0,0-2-1 0,0-2 1 0,5 8 0 16,-5-9 0-16,7 2 1 0,-7 4-2 0,6-1 2 0,-6-2-3 0,7 2 2 15,0-2 0-15,0 2 0 0,-2-6 1 0,3 6-1 0,-3-2 2 0,1 3-1 0,2-2 0 16,-3 1-2-16,2-2 2 0,2 2-2 0,-4-5 3 0,1 3-1 0,1 2 1 16,-2-2 1-16,4 2 1 0,-4-5 1 0,2 5 1 0,-1-2 2 0,1 2 0 15,-1-1-1-15,2 0 3 0,-3 1 0 0,0 0 0 0,4-2 0 0,3 6 1 16,-4-4-2-16,-3-1 1 0,2 0-3 0,0 1-3 0,-2 0 0 0,-5-2-1 0,15 2-2 15,-9-2-3-15,0 2 0 0,-1 0-1 0,2-2-2 0,1 2-2 0,-2-5-1 16,1 5 1-16,4-6-3 0,-3 4 2 0,5 2-1 0,-7-5-1 0,7 3 1 0,2-2 1 16,-10 2 1-16,9-4 0 0,-1 6 3 0,-1-5 1 0,8 3 5 0,-7-2 1 15,0 2 2-15,8-4 2 16,-10 6 3-16,10 1 4 0,-9-9-2 0,8 4 3 0,0 2 0 0,-1-4-1 0,0 7 0 0,-7-7-2 0,9 0 3 0,6 1-3 0,-9 3 1 16,1-1-3-16,8-5 0 0,-8 4-2 0,1 2-4 0,6-4-2 0,-8 1-1 15,9-1 1-15,-6 6 0 0,5-6 1 0,-8 1 0 0,8-1 1 0,-6 1-1 0,0 4 3 16,-1-4 2-16,2-1 0 0,-3 7-3 0,3-9 4 0,-2 8 0 0,1-6 1 15,-1 7 1-15,-6-4 2 0,6 0 0 0,2 1-1 0,-9 2-2 0,8-6-1 16,0 5-2-16,-1-5-3 0,0 2-3 0,1 2 0 16,-1-3 1-16,1-1 1 0,-1 1-1 0,0-7 1 0,8 9 0 0,-7-5 0 0,4-2 4 0,3 5-1 0,1-6 3 15,-4 5 0-15,2-3 4 0,0-3 0 0,0 3 0 0,6-2 3 0,-5-5-3 16,-1 5 3-16,8-4-3 0,-10 0 1 0,10 1-2 0,-8-7-2 0,6 6-1 0,-5-6-2 16,4 0 0-16,-5 1-2 0,9 1-2 0,-12-1 2 0,11-7-2 0,-1 3 1 15,-2-1 3-15,3-1 1 0,-2 2 1 0,2-2 5 0,-3-4 2 0,1 5 6 16,0-5-1-16,2 0 2 0,-2 6 2 0,1-6-1 0,-1 0-2 0,2 0 1 15,-2 0-2-15,-1 0 0 0,1 0-1 0,2 0-3 0,-2 0-3 0,2 0-5 16,-2 0-2-16,-6 0-2 0,6 0-2 0,2-6-3 0,-2 6 1 0,2-5 0 0,-2 5-2 16,-1-4 2-16,-4 4 0 0,5-6-1 0,1 6 0 0,-6-4 2 0,4-1 0 0,-4 5 1 15,5-6-2-15,-7 3-2 0,9-3 2 0,-10 2-1 0,10-7 0 0,-8 7 1 16,6-6 1-16,-5 0-1 0,4 0 1 0,3 1-1 0,-2 0 0 0,2-7-2 31,-10 1-1-31,10 0 3 0,-2 3 0 0,0-4 1 0,-4-4 1 0,4 4 4 0,-1-2 1 16,-4-1 3-16,5-2 2 0</inkml:trace>
  <inkml:trace contextRef="#ctx0" brushRef="#br0" timeOffset="87661.19">28128 4534 27 0,'-20'5'39'0,"-4"-5"-6"0,3 0-13 0,3 4-6 0,-3-4-1 0,-6 0-5 0,8 0-3 0,-1 0-3 0,1 0-1 0,-1 0-14 15,1-4-18-15,0 4-11 0,1 0-1 0,2-5 11 0,-2 5 31 0</inkml:trace>
  <inkml:trace contextRef="#ctx0" brushRef="#br0" timeOffset="88165.13">27515 4451 81 0,'-5'4'146'0,"-8"1"40"0,6-5 30 15,0 6 25-15,-5-6 24 0,-1 0 20 0,7 0 21 0,-7 4 17 0,6-8 18 0,-7 4 16 16,1 0 16-16,8 0-67 0,-4 0-113 0,4 0-58 0,-2 0-30 0,1 0-17 16,1 0-14-16,5-6-16 0,0 6-12 0,0 0-14 0,0 0-13 0,0 0-8 15,0 0-8-15,0-5-7 0,0 1-6 0,5 4-4 0,1-5-10 0,-6-1 0 16,7 2-4-16,-2-5 2 0,4 4 5 0,3-5 6 0,-6 4 9 0,8-3 9 0,-2-1 6 15,2 1 7-15,-1 0 2 0,-1-6 5 0,7 3 4 0,2 3 3 0,-8 0 4 16,14-6 1-16,-8 5-1 0,6 1 0 0,1-2-2 0,1-2-4 0,-1 3-3 16,6-1-7-16,-5-4-4 0,4 6-2 0,1-1 3 0,2 1-2 0,5 0-1 0,-7-7-3 15,8 5-5-15,-8 4-2 0,7-8-1 16,0 3 1-16,0 3-1 0,1 0 2 0,5-6 2 0,-5 6 3 0,-1-1 3 0,5-1-1 0,4 2-3 0,-4-5 0 16,-6 3 2-16,9 1 2 0,-3 1 0 0,4-2 3 0,-9 3 1 0,6-3 0 0,0 2 2 15,0-1 0-15,2-1 1 0,-2 8-1 0,0-7 3 0,0 1-2 0,2-3 2 16,-2 8-1-16,2-6-1 0,-3 6 0 0,2-6 0 0,-2 5 0 0,4-4-2 15,-4 2-1-15,2 4 0 0,-2-3-1 0,4 1 0 0,-4 1 0 0,-4-2-2 16,7 3 2-16,-2-3-1 0,0 6 1 0,-1-4-3 0,4 4 1 0,-4 0 1 0,2 0-2 16,-2 0 0-16,4 0-1 0,-9 0 0 0,6 0-1 0,2 4-2 0,-10-4 1 15,8 6 1-15,-6-6 2 0,1 3-3 0,0 3 1 0,-1-2 1 0,0 1 0 16,-2 4-3-16,-2-2 4 0,-3 2 3 0,1 0 4 0,-1 1 7 0,2 4 4 16,-10 2 3-16,10-1 3 0,-8 3 3 0,0 3 0 0,-2-2 4 0,-3 2 1 0,6 3 4 15,-9 0 2-15,8 4 1 0,-7 2 0 0,1-2-1 0,0 2-1 0,6 0-6 16,-5 4-5-16,-3 0-3 0,8 5-4 0,-6-3-5 0,6 1-4 0,-8-3-2 15,10 7-4-15,-1-4-4 0,-3-2-3 0,3 4-1 16,-2-3-2-16,1-3-2 0,1 1-2 0,5 6-4 0,-6-7 1 0,1 1 1 0,-1 2 0 0,6-8 1 0,-6 7-2 16,0-7 2-16,-5 2-1 0,3 4 1 0,-3-6-2 0,4-1-3 0,-5 1-5 0,-8 2-1 15,7 3-7-15,-6-2-2 0,3-4-12 0,-5 4-9 0,-3 2-21 0,-3 1-22 16,2 2-29-16,-1-3-34 0,1 1-66 0,0 6-82 0,-7-1-80 0,0 0-75 0,0 4-27 16,0-3-2-16,0-1 10 0,0 0 17 0,-7 1 27 0,7-6 28 0,-7-1 38 0,1-3 40 15,-6-7 47-15,4-3 50 0,-3 1 67 16,3-8 74-16</inkml:trace>
  <inkml:trace contextRef="#ctx0" brushRef="#br0" timeOffset="89389.58">31599 5949 31 0,'-5'6'85'0,"5"-6"26"0,-14 0 15 0,14 0 14 0,-7 0 10 0,1-6 12 0,-1 6 15 0,2-3 14 0,5 3 12 0,-8-6 13 0,2 6 7 0,6-4-34 0,-5 4-59 15,-3-5-29-15,8 5-9 0,-8 0-2 0,8 0 2 0,-5-4 1 0,-3 4 1 0,8 0-3 16,-5 0-6-16,5 0-5 0,-5 4-3 0,5-4-8 0,-9 0-3 0,4 0-6 16,5 5-6-16,-7-5-6 0,1 4-2 0,-1-4-1 0,0 6-1 0,0-3 4 15,2 3 3-15,-2-6 2 0,1 6 4 0,-2-3 3 0,2 3 2 0,-6 0 1 0,3-2-2 16,4 5-1-16,0-9-3 0,-3 9-1 0,3-3-3 0,-3-1-5 0,8 4-3 15,-8 1-4-15,3-4-4 0,-1 3-4 0,6 0-5 0,-7 6 0 0,7 1-2 0,-6-7 1 16,6 6 1-16,0 3 3 0,0-2 3 0,0 2 4 0,0 9 1 0,0-9 4 16,6 6 1-16,-6 1 1 0,7 5 0 0,-7-2 2 0,6 8 1 0,-1-3-3 15,3 1-1-15,0 0-3 0,-3 5-4 0,3 1-3 0,-3-1-4 0,0 1-2 16,4-3-2-16,-4 8-2 0,2-5 2 0,-7-1 5 0,6-2 4 0,-6 3 1 0,8-1 1 16,-8 0 1-16,-8 5 4 0,8-5 3 0,-6 6 0 0,6-2 2 15,-7 2-1-15,-7-2 2 0,9 6-1 0,-8 0-3 0,8-4-3 0,-11 4-6 0,5-1-6 0,-10 1-3 16,9 0 1-16,0-1-6 0,-3 1-5 0,3-6-4 0,-7 6-2 0,5-4-4 15,1 4-6-15,0-6-3 0,7 6 0 0,-7-5-2 0,1 5-1 0,3-5-1 16,-3 1-1-16,6 4 0 0,1-7-2 0,-4 4-2 0,-3-3-3 0,6-4-8 0,-2 6-6 16,3-8-10-16,-3 3-9 0,-4-1-12 0,5-5-14 0,2 0-17 0,-2 1-20 15,-6-1-19-15,5 0-20 0,2-4-42 0,1-2-53 0,-11 2-81 0,11 0-94 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0-29T05:08:05.202"/>
    </inkml:context>
    <inkml:brush xml:id="br0">
      <inkml:brushProperty name="width" value="0.05292" units="cm"/>
      <inkml:brushProperty name="height" value="0.05292" units="cm"/>
      <inkml:brushProperty name="color" value="#FF0000"/>
    </inkml:brush>
  </inkml:definitions>
  <inkml:trace contextRef="#ctx0" brushRef="#br0">16562 12896 0 0,'0'0'5'0,"0"6"76"0,0-6 40 0,0 0 24 0,0 0 16 0,0 0 15 0,-5 0 15 0,-4-6 14 0,9 6 15 16,0-3 12-16,-7 3 11 0,7-6-2 0,-5 0-6 0,5 3-53 0,-8 3-76 0,8-6-32 15,0 0-13-15,-6 2-1 0,6 4 2 0,0-5 3 0,0-1 0 0,-5 3-2 16,5-1-4-16,0-2-1 0,-8 0 1 0,8 3-1 0,0-3-3 0,0 0-4 15,-5 3-5-15,5-3-5 0,0-3-6 0,0 3-3 0,0 2-2 0,-7-5-5 16,7 4-1-16,0-5-1 0,-7 4-1 0,7 1-1 0,0-4-2 0,-7 5-2 0,7-6 1 16,-6 5-1-16,-1-1-1 0,2 3 2 0,-3-4-2 0,8 2 0 0,-13 1-3 15,7 4-3-15,-7-5-1 0,5 5-3 0,-11 0 0 0,7 0-2 0,-1 0 0 0,-6 0 1 16,6 5-3-16,-6-5 1 0,-2 4 2 0,3 8 0 0,-3-9 3 0,-6 3-1 16,9-1 3-16,-3 5 1 0,-3-1 0 0,3 0 1 0,3 1-1 0,-3 1 0 15,-6 2 2-15,9-3 0 0,-3 4-1 0,2-2 2 0,-1 3-3 0,-4-2-4 0,3 2 2 16,-6 6 0-16,9-8 3 0,-8 7 1 0,7-5 3 0,-7 4-1 0,0 0 1 15,-6 2-3-15,5-3-1 0,-6 6 0 0,1-3-3 0,6 3 2 0,-6 1 2 16,-8-1-2-16,8 1-1 0,-2-1-4 0,2 6-1 0,-7-7-3 0,6 7-1 0,1-6 4 16,0 1 3-16,-2-1 4 0,2 6 3 0,1-6 3 0,-3 1 6 0,2-1 5 15,-3 0 3-15,4 1 4 0,-1-1 3 0,0 0 2 0,-2 0 7 0,2-5 1 16,-1 6-2-16,6-1 0 0,-5 1-6 0,1-5-4 0,4 5-3 0,2-1-5 0,-10-6-4 16,12 7-4-16,-4-1-8 0,1-3-1 0,-1 3-5 0,-4 1-5 0,4-1-3 15,1 1-1-15,-1 3-3 0,2-2 0 0,-1-4 0 0,-1 9 0 0,-5-2 0 16,6-4 2-16,0 3-3 0,-6 2 2 0,5 0 0 15,-6-2 2-15,6-4 0 0,-5 10-1 0,9-7 1 0,-5 1 0 0,-4 2-1 16,5 3 0-16,1-3 0 0,0-2-4 0,-1 8-1 0,3-8-2 0,-2 2 0 0,0 4 1 0,-1-4-3 0,6 4 2 16,3-4 0-16,-8 3 1 0,7 1 0 0,-2 0 1 0,3 1 2 0,-1 0 1 0,-1-2 4 15,0 1 1-15,7 2 2 0,-7 1 3 0,6-1 0 0,1 3 3 0,1-6 0 16,0 5 1-16,-3-2 0 0,3-3 1 0,0 7 1 0,4-6-2 16,-5 5-1-16,7 0 0 0,1-5 1 0,-2 5 1 0,-2-5-1 0,4 6 3 15,-2-7 1-15,1 7-2 0,6-1 4 0,0 1 0 0,-5-3 2 0,5 2 1 0,0 1-2 0,0-1 3 16,0-5 1-16,0 5 1 0,0 1 0 0,0-1 0 0,5-5-1 0,-5 5-2 15,6-5 2-15,1 5-4 0,-2-5-1 0,4 5-4 0,-2-5-2 0,-2 2-3 16,1 1-1-16,7-3-2 0,0 2 0 0,-6-3-3 0,5 1-2 0,8 2-1 0,-6-3-1 16,-1-3 1-16,6 5-2 0,-6-2 2 0,7 1 2 0,-9-5 2 0,10 6 3 15,-2-5 3-15,1-2 5 0,0 2 0 0,-1-2 1 0,1-2 2 0,6 2 0 0,-7-4 4 16,7 6-1-16,0-5 2 0,-7-1-2 0,8 6 0 0,1-7-2 0,4 3-1 16,-9-2 0-16,5 1-4 0,4-1 0 0,3 0-4 0,-3 1 0 0,0-1 0 15,-1 1-2-15,3-1 0 0,-2 1-1 0,2-1 1 0,3 0 0 0,-4 4 4 16,-1 3 2-16,7-7 0 0,-6 6-2 0,1-2 3 0,3-4-2 0,2 6 1 0,-7 0 1 15,7-6 0-15,1 5-3 0,7-5 0 0,-7 6 1 0,4-6 0 0,-5 7-2 16,7-7-1-16,-2 0-1 0,4 0-1 0,-4 1 0 0,-5-1-2 0,7-5 0 0,-1 6-1 16,7-7 0-16,-4 2 1 0,-4-4-1 15,2 3-1-15,6-5 2 0,-5 2 0 0,3-2 0 0,3-4-1 0,-8-1 3 0,7 0 0 0,-6 3-1 0,5-8 4 16,-5 1-2-16,7-1 3 0,-9 2 2 0,9-3 1 0,-1-3 1 0,-7 6 2 0,8-6 1 16,-1 0 2-16,1-6 0 0,0 6 1 15,-9-3-1-15,9 3 2 0,0-6 2 0,-3 2 3 0,2-1 3 0,1 1 1 0,-3-8 0 16,5 8 0-16,-4-6-1 0,9 6-1 0,-10-6-1 0,3 1-1 0,5-2-3 0,-5 1 0 0,-2 1-4 0,0 0-1 15,2-1-5-15,-1-1-2 0,1 1-3 0,5 1-2 0,-5-6-1 16,-1 6-2-16,0 0 1 0,-1-3-3 0,1-3-1 0,1 6-2 0,0-4 3 0,0 1-1 16,-9-2 2-16,7 4-1 0,-5-3 1 0,7-2 1 0,-8 0-1 0,8 0 0 0,-9 0 2 15,2 0-1-15,6 2 0 0,-12-2 1 0,4-6-1 0,3 8 1 0,-7-7-1 32,-1 1 1-32,-1-2-1 0,1 3-1 0,0-7 2 0,7 5-2 0,-7-5 0 15,0 6-1-15,-2-5 1 0,3-1-1 0,-1 1 0 0,-5 0 2 0,3 0 0 0,3-1 0 16,-6 1 0-16,5 0 0 0,-7-1 1 0,2 1-2 0,-3-1 1 0,1 1 1 15,0-1-1-15,2 1-1 0,-2 0 1 0,1-1-1 0,6 1-2 0,-6 3-1 16,-1-3 1-16,2 5 1 0,-2-5 0 0,-1 3 3 0,1-3-2 0,2 5 1 16,-8-2 1-16,6-1-1 0,-5 1 1 0,-1 1 0 0,0 1-2 0,0 0 1 0,0-1 0 15,1 1-2-15,-3-2 0 0,10 3-2 0,-8-7 0 0,1 5-1 0,4 1-1 16,-4 0-1-16,5-2-1 0,1 3-2 0,-1-3-5 0,2 2-2 0,-2 1-3 16,-1-3-2-16,1 2-2 0,2 4-2 0,-2-5 2 0,-6 6 0 0,8-7-5 15,-2 7 2-15,-6-5-1 0,0 4 0 0,6 0 3 0,-5-4 2 0,-2 5 7 0,2-2 2 16,-3 1 6-16,3-3 4 0,-7 2 6 0,7 1 4 0,-9 1 2 0,8 1 5 15,-5-3 5-15,-10 1 5 0,10-3 5 0,-8 3 2 0,8 0 7 0,-10 0 4 16,-6-4 3-16,11 4 4 0,-11-4 1 0,2 4 3 0,5 0 0 0,-4-5-1 0,-8 6-2 16,7-6-1-16,-2 5-5 0,3-4-2 0,-2 1-2 0,-1 2-5 0,3-2-5 15,-1-3-5-15,-1 2-7 0,0-5-4 0,1 3-4 0,-2-3-6 0,9 5-2 16,-7-5-2-16,4 3-2 0,-3-3-2 0,0 5 2 0,5-6 0 16,-8 5-2-16,9-5 2 0,-9 7 0 0,8-1 0 0,-5-2 1 0,-3 3 1 0,3-3-1 0,-3 8-1 15,2-8-3-15,0 3-2 0,-7 2-6 0,7 1-3 0,-7 1-7 0,0 1-7 16,0-3-6-16,-7-4-8 0,7 5-5 0,-7 2-2 0,0-3-7 15,-6 2 0-15,8-1-2 0,-16-1 2 0,7 2 1 0,4 1 3 0,-11-2 7 0,8-1 2 0,-6 7 8 16,-7-6 8-16,5 0 7 0,2 0 10 0,-7 0 9 0,0 8 6 0,2-8 6 16,3-1 6-16,-6 2 2 0,1-1 7 0,1-1 2 0,-2 2 3 0,3 1 3 15,3-2 1-15,-6-1 5 0,2-4-1 0,-1 7 1 0,-1-3-3 0,3-4-1 0,-3 7-2 16,7-8-1-16,-13 6-4 0,8-3-2 0,-1 2-1 0,-6-2-5 0,5 3-2 16,-6 0-3-16,1 0-3 0,-2 0-3 0,-4 2-4 0,4-3 0 0,-5 2-3 0,2-1-1 15,3 6-2-15,-6-7 0 0,3 1-3 0,-2 6 1 0,5-4-4 0,-3-2 2 16,-3 4 2-16,1-4-1 0,0 7 2 0,-1-7-1 0,-5 0 2 0,6 4-2 15,-7-2 2-15,7-2 1 0,-5 5 0 0,4-5 1 0,0 1 1 0,1-2 3 0,-1 1-2 16,1 6 1-16,2-10-2 0,3 4 0 0,-5 0 0 0,7 0-2 0,-8-3 1 16,3 2 1-16,3-2 0 0,-5 3-1 0,2-6 1 15,-3 6 1-15,1-3 2 0,7-2 1 0,-7 0 1 0,-1 2-1 0,6-3 0 0,-3-2-1 0,3 2-3 16,-5 1 2-16,7-2 0 0,-2 1 1 0,3-3 1 0,-2 4 0 0,-1-4 2 16,-3 3-2-16,3-3 0 0,2 6-2 0,-7-3 1 0,7 2 3 0,-1 1 2 15,-7-3 0-15,8-3 3 0,-2 5 0 0,2-2 0 0,0 2-1 0,1-5 0 0,4 4-5 16,-6 0-1-16,6-4 0 0,-5 5-1 0,6-1-1 0,1 1-4 15,-2-5-1-15,3 3 0 0,-5 2-2 0,-2-5 1 0,4 3-3 0,1-3 1 0,-6 5 3 0,5 0-1 16,2-5 1-16,-1 3 0 0,-6 3 1 0,5-7 0 16,1 1 6-16,0 3 2 0,-1-3 3 0,9-1 1 0,-8 1 1 0,7-1 4 0,-1 1 1 0,-7 0 3 15,8 0-2-15,-2 0 3 0,3-1 1 0,-1 6 2 0,-2-5 4 0,3-2-4 16,-1 7 0-16,-1-6-1 0,1 7-4 0,6-7 1 0,-8 5 0 0,-6 1-1 0,8-2-3 16,-1 3 0-16,-4-1-2 0,3-2-1 0,-6 6 0 0,4-3-3 0,-5 2-1 15,1 2-1-15,3 0-1 0,-8 0-1 0,4 2-2 0,1-3 2 0,4 8-4 0,-4-5-1 16,1 3-2-16,-1-1-2 0,1 5 0 0,7-4-2 0,-6 3-1 15,4 2-6-15,-6-1-5 0,8 1-6 0,1-2-10 0,-9 0-13 0,7 2-16 0,1 4-13 16,-2-5-17-16,2 5-21 0,-6-5-15 0,6 5-22 0,-2 0-26 0,3 0-31 16,-3 0-33-16,-6 0-50 0,9 5-58 0,-3-5-77 0,4 5-83 0,-11-5-22 0,10 4 3 15,-9 2 22-15,6-6 28 0,-2 6 32 0,-4-6 35 0,1 0 40 0,-8 0 43 16,2-6 46-16,0 0 50 0,1 2 61 16,-9-6 66-16</inkml:trace>
  <inkml:trace contextRef="#ctx0" brushRef="#br0" timeOffset="2164.02">23550 13658 0 0,'-13'20'7'0,"0"-5"115"0,-1 4 66 0,-6-10 42 0,1 6 27 0,6-6 24 0,-6 3 17 0,-2-3 15 0,3-5 12 0,-3 5 10 0,10-3 11 0,-10 3 8 0,2-3 8 0,7 4-93 0,-9 4-150 0,10-4-73 0,-4 5-39 15,3 0-12-15,-9-2-8 0,9 7 0 0,-1 1 2 0,-1-2 0 0,-4-1 2 0,4 3 4 16,2 3 2-16,-2-4 5 0,-4 4 3 0,4 1 5 0,-6-7 4 0,7 12 3 15,-6-6 4-15,6 0 6 0,-5 1 2 0,-3-1 5 0,1 3 4 0,8-5 1 16,-9 4 4-16,-6 2 4 0,17-3 0 0,-19 5-2 0,10 0 2 0,1-2 0 16,-1 2-2-16,-8-2 2 0,8 6-2 0,-8-4-1 0,6 4 2 15,-3 1-2-15,-2-1 0 0,0 0 3 0,-1 0 1 16,1 5 2-16,0-5 4 0,-1 5 2 0,4 1 0 0,-4-2-1 0,1 6-2 0,-1-5-2 0,1 1-2 0,0 5-2 0,-1-2-4 0,9-4-4 16,-8 4-3-16,-1 2-3 15,6-2-4-15,-2-3-6 0,2 3-3 0,2 2-3 0,-8-2-2 0,7 2-4 16,1-6-1-16,6 4 0 0,-6 2-2 0,-2-1-3 15,3-2 0-15,5 3-2 0,0-5 1 0,0 3-2 0,-1-3 1 0,2 3 0 16,-2-4-1-16,1 1 3 0,8 5-1 0,-9-8 2 0,9 8-2 0,-2-7 6 16,-1 3 1-16,8-4 1 0,-6 3 2 0,6 3 2 0,-7-2 0 0,7-4 1 0,7 3-2 15,-7-1 1-15,0 1-4 0,6-1-2 0,2-1 2 0,-1-3-1 0,-2 5-3 16,9-7 0-16,-9 7-2 0,8-7-2 0,1 1 0 0,-2 2-2 0,9-2 1 0,-10-1-2 16,10 1 0-16,-8 0 0 0,8 1 0 0,-4-1 2 0,3 0-1 0,-1 0 1 15,8 2-1-15,-7-3 2 0,6 1-1 0,0-1 0 0,1 1-1 0,-3-3-1 16,3 2-1-16,-2 3 1 0,2-8 2 0,4 6-1 0,3-4 1 0,-2-1-1 15,3 5 0-15,4-4 4 0,-7-5 0 0,7 3 4 0,6 2 2 0,-6-6 0 0,0 6 5 16,7-2 2-16,-7-3 3 0,6 4 3 0,0-4 3 0,1-1 0 0,0 6 1 16,6-7 0-16,-7-2 0 0,8 3 1 0,-3 1-2 0,5-7-3 0,-4 2 0 0,9 5-3 15,-10-6-3-15,10 2-1 0,-9 3-3 0,9-6-4 0,-7 7-1 0,4-6-3 16,1 1 2-16,0 5-4 0,1-7 1 0,1 9-1 0,-2-5-1 0,2-1 0 16,4 3-3-16,-6-5 1 0,2 5-1 0,4-3 0 0,-4-3 0 0,3 2 2 0,3 0-1 15,-8-5 2-15,8 0-1 0,-1-2 1 0,0 2-4 0,-1 0-1 0,8 0 0 0,-6-6 1 16,-1 1 2-16,6 1 4 0,-5-1 2 0,-3-1-1 0,11 0 1 0,-3-3-1 15,-6-2-1-15,7 1 0 0,-1-5-1 0,0 6 2 0,0-6 2 0,3-6 1 16,-3 6 1-16,0 0 0 0,1-5-3 0,0 1-2 0,-1-2-2 0,1 1 1 0,7 1 0 16,-8-5 0-16,0-1 2 0,0-1-2 0,1 1-2 0,6-4 0 0,-7 4 1 15,1-5 1-15,1 0-1 0,4 2 2 0,-4-8 4 0,-2 6-1 0,1-3 4 0,1-1 0 16,-2-2-2-16,1 3 3 0,-1-3-2 0,0 2 1 0,1-5 3 16,-7 3 1-16,8-1 0 0,-2-5 0 0,-8 3-4 0,9-1 0 0,-6-2-4 0,7 3 0 0,-10-7-3 15,4 1 2-15,4 6-1 0,-6-5 2 0,6 0 0 0,-5-5-3 0,-3 4-1 16,4 2-3-16,-2-8-3 0,1 3 1 0,-3-1 3 0,3 3-1 0,-1-2 1 0,-1-1 0 15,-4-5 2-15,-2 5-2 0,1 0-1 0,1-5-2 0,-2 0-1 0,-5 4 1 16,-1-3 2-16,-2-2 3 0,3 1 0 0,-6-1 3 0,-2 3-1 0,-6-3 2 16,6 1 0-16,-7 6-1 0,1-7 0 0,-5 0 2 0,-2 1 1 0,-6-4-1 15,0 4 3-15,1-1 0 0,-2-5 0 0,-6 8 2 0,2-8-1 0,-8 2-3 16,0-2 3-16,0-4-2 0,-2 5 1 0,-2-4 3 0,3 0 4 0,-4 3 6 16,-3-4 6-16,-5 0 3 0,6 4 4 0,2-4 4 0,-8 11 1 0,0-7 1 0,0 3 1 15,0-3 1-15,-8 5 0 0,8-3-2 0,-6 0 0 0,6-2-5 0,-5 6-5 16,-3-5-7-16,3-1-3 0,-11 8-10 0,11-8-6 0,-8 5-7 0,7-3-3 0,-7 4-5 15,0 0-3-15,0-1-3 0,0 6-6 0,-1-5-3 0,2 5-9 0,-1-5-5 16,-6 5-6-16,3 0-5 0,5 1-5 0,-10-7-3 0,9 5-3 0,-7 1-4 16,6-4 2-16,-6 3-1 0,-1-5-1 0,6 3 2 0,-6-2 4 0,3-1 5 0,-4 0 7 15,3 2 5-15,-3-2 8 0,2 1 7 0,-1 5 5 0,0-5 7 0,0 5 8 16,-6 0 5-16,7 4 3 0,-7-4 6 0,7 6 2 0,-7-2 5 0,0 0 1 0,-1 6 5 16,-5-4-1-16,6 1 5 0,-8 5-2 0,3-5 3 0,-1 9-1 0,0-6 1 15,-7 8-3-15,-1-2-1 0,8-3 0 0,-7 2-3 0,0 4-2 0,-1 1-4 16,-7-2-1-16,10 2-3 15,-3 0-5-15,1 5-2 0,0-6-3 0,-1 4-5 0,0-2-3 0,1 3-2 0,2-5-2 0,-2 4-2 0,-1-4-4 0,-5 2 1 0,6 4 0 16,-1-7 0-16,1 1 0 0,-6 1 1 0,5-2 4 0,-4 1-1 0,5 2 0 16,-9-1 2-16,11-2 3 0,-3-3 1 15,-5 5 2-15,6-2 3 0,-6-4 3 0,-2 7-1 0,2-2 3 0,-1 0-1 0,0-4 2 0,2 4 2 0,-4 0 1 0,4 0 2 16,-7 2 0-16,4-2 4 0,2 0-1 0,-2 5-1 0,2-4 0 0,6 4 1 16,-12-5-1-16,4 6-1 0,2-2 1 0,0 1-3 0,0 6-1 0,-2-7-2 15,2 2 0-15,-1 5-4 0,0-2-1 0,7-3-4 0,-6 4 0 16,0 1-1-16,6-8 1 0,-9 9 1 0,4-3-1 0,-1 3 0 0,5-4-1 15,-4-2 1-15,-4 4-2 0,4 1 1 0,-2-2 1 0,2 1-1 0,-4 1 2 0,4-2 0 0,5 3 0 16,-9-3-1-16,4 0 2 0,6 6-2 0,-9-4-1 0,2-1 0 0,-2-1 1 0,8 6 1 16,-6-3 0-16,0 3 0 0,0 0 1 0,5-6 1 0,-7 6 1 15,10-4 0-15,-9 4-2 0,5 0 1 0,4 0-1 0,-2 0 2 0,5-5 1 0,-5 5-1 16,1 0 1-16,-1 0 1 16,5 0-1-16,-3 0 4 0,-2-6 2 0,-1 6 2 0,1 0 2 0,7 0 4 0,-7 6 2 0,-1-6 4 0,8 0 0 0,-7 5-1 0,7-5 0 15,-7 4-1-15,5 2 2 0,2-3-3 0,-8 3 1 0,8 3-4 0,-7-3-3 16,7 3-2-16,-7 1-5 0,-1 1-3 0,1-2-2 0,0 7-4 0,2-7 0 15,-3 6-3-15,1 3 1 0,-1-3-2 0,1 0-2 0,-1 4-1 0,1 0-1 0,2 2-3 16,-3-3 2 0,6 6-2-16,-3-3-2 0,-10 4-2 0,7-1 0 0,1 4-6 15,0-3-1-15,-6 4-9 0,6 1-9 0,1-2-11 0,5 6-11 0,-7-3-12 16,8 2-17-16,0-3-18 0,-2 4-19 0,11-4-27 0,-12 0-30 0,10-2-37 0,-2 2-39 16,8-2-71-16,-7 2-86 0,7-6-60 0,-9 1-46 0,9-1-6 0,1 1 14 15,4-10 26-15,-7 3 28 0,3-3 37 0,-3-3 39 0,3-8 44 0,4-4 46 0,-5 0 53 16,-1-10 54-16,1 1 71 0,-1-12 84 0</inkml:trace>
  <inkml:trace contextRef="#ctx0" brushRef="#br0" timeOffset="4163.66">19224 12011 0 0,'0'0'47'0,"-5"-4"27"0,-3-1 15 0,8-1 10 0,-5 6 8 0,5-7 8 0,-6 1 6 0,-2 1 8 0,8 1 9 0,-5-2 9 0,5-4 11 0,-7 5-24 15,7 0-48-15,-6 1-19 0,-2-2-11 0,8-3 3 0,-6 9 6 0,6-4 5 0,-7-1 7 0,2-1 5 16,-3 2 5-16,8 4 3 0,-6-6 2 0,1 1 1 0,-3 5 0 0,1-4 0 0,1-1 1 16,-2 5-1-16,3-4-2 0,5-2-2 0,-5 6-2 0,-3-4-5 0,2-1-2 15,-1 5-3-15,1-6-1 0,-1 3-1 16,1-4-3-16,-2 7-1 0,3-5 0 0,-3 1 2 0,3 4 2 0,-3-5 4 0,2 1 3 0,-6-2 6 0,4 6 7 0,2-4 3 16,1 4 8-16,-8-5 1 0,6 5 2 15,-2-6-1-15,-2 6 0 0,4 0-3 0,-7 0-5 0,9 0-9 0,-2-2994-6 0,-4 5994-13 0,3-3000-15 0,-5 5-10 16,6-1-13-16,-5-4-12 0,-3 10-7 0,10-5-8 0,-9-1-6 0,1 8-4 0,5-9-4 15,-3 8-1-15,-1-1-2 0,-2 3 0 0,7-2-2 0,-4-1 1 0,-5 4 3 16,5 0 1-16,-2-4 1 0,-2 6 0 0,3-1 2 0,0-2 2 16,4 2 1-16,-11 0 2 0,6 0 1 0,0-2 2 0,0 8-1 0,-8-6 1 0,10-2-1 15,-10 7 1-15,9-4-1 0,-8-3 1 0,0 7-1 0,9-5 1 0,-9 4-1 0,0 1 0 16,0 0-1-16,1-2 0 16,-2 2 1-16,2 1-2 0,-1 2 0 0,1-2 0 0,6 3 1 0,-6-6 0 0,-2 7-1 0,3-5 0 0,5 0-1 0,-6 4 1 31,-2-3-1-31,9-3 0 0,-7 1 0 0,6 2-1 0,-1-3 1 0,2 2-1 0,-8-4 0 15,8 3 0-15,-4-1-2 0,11 3 0 0,-8-8-1 0,-1 7 1 0,9 1-2 16,-8-2 0-16,7 0 2 0,-2 1-3 0,1 5-1 0,2-7 0 0,-9 1-1 16,9 8 1-16,-3-9-1 0,8 6-3 0,-7 1 2 0,1-6-1 0,0 7 0 0,6-3-1 15,-7 3 1-15,7-2 1 0,0 0-2 0,-5 5 2 0,5-5 1 0,0 6 1 16,0-6-2-16,0 6 2 0,0-6 2 0,5 5 1 0,-5-5 3 0,7 6 0 16,-7-6 1-16,6 1-1 0,0-1-1 0,1 1 1 0,1-1 1 0,-3 1 0 0,1-1-1 15,2 0-1-15,4 1 0 0,-4-1-1 0,-2 1 1 0,7-5-2 0,0 4 1 16,0 1-1-16,-2-1 4 0,5-5 2 0,-4 5 1 0,-1-3 2 0,10 1 1 15,-7-1-1-15,6 3 2 0,-3-5 3 0,3 2-1 0,-1-3 1 0,2 6 1 16,-3-3 1-16,3-2 0 0,6 2-1 0,-9-2 1 0,8-1-2 0,1 3-1 0,-8-2 3 16,7 2-1-16,1-3-1 0,-2 1 1 0,1 2 0 0,6-6 1 0,-5 3-1 15,4-2-1-15,3-2 2 0,-2 0 0 0,2 0 1 0,-3-2-1 0,10 3 0 16,-10-8 1-16,9 4-1 0,-1-1-1 0,1 5 2 0,-1-10-1 0,0 5-1 16,-2-1 0-16,3 0-2 0,-1-3-1 0,6 4-2 0,-5-1 0 0,5-3-1 0,-6 3-1 15,6-5-1-15,2 1 1 0,-2 4-2 0,1-3-1 0,0 4 0 0,-1-5 1 16,2 1-1-16,-3 2 1 0,2-3-1 0,-2 4 2 0,4-3-1 0,-4 0-2 0,4 3 1 15,2-3 0-15,2-2 1 0,-7 1-1 0,8-1 0 0,0 1 1 16,-1-1-1-16,-2 2 1 0,3-6-4 0,0 5 2 0,-1-1 0 0,1-4 2 0,-2 0 0 16,0 6-1-16,8-6 0 0,-7 0 2 0,1 0-1 0,-3 6 0 0,10-6 1 15,-7 0-3-15,0 0-1 0,-9 3 1 0,9-3 1 0,-3 0 0 0,3 6 0 0,-8-6 0 16,7 4 2-16,-4-4-1 0,3 0 2 0,0 0-1 0,-3 0 1 0,-4 0 1 16,7 0 0-16,-4 0 1 0,-2 0 2 0,2 0 0 0,-2 0 1 0,8-4 0 0,-9 4-1 15,4 0-2-15,-4-6 0 0,1 6 0 0,8 0 1 0,-8 0 0 0,0-3 0 16,0 3-2-16,2 0-1 0,-8-6-2 0,6 6-2 0,-6 0-2 0,0 0-1 15,7 0 0-15,-7 0 1 0,0 0 0 0,1 0 0 0,-2-6-1 0,1 6 0 16,6 0-1-16,-6 0-1 0,0 0 2 0,0 0 2 0,2 0 1 0,-2-4 2 0,0 4-1 16,-7 0 2-16,8-5 0 0,-1 5-1 0,-7-6 2 0,7 6-2 0,-7-4 2 15,8-1-2-15,-1 1 2 0,0-1 0 0,-2 1-2 0,3-8-1 0,-6 9 0 0,5-3-1 16,-2-4 0-16,2 0 1 0,-4 6 2 0,2-6-2 0,-3 1 0 0,-2-3-1 16,1 3 0-16,-1 4 0 0,0-5 0 0,2 1 1 0,-2 0 1 0,1-1-1 15,-1-1 2-15,2 2 0 0,-2-1 0 0,-1 1 0 0,-4 0-2 0,5-3 1 16,1 3 0-16,-1-1 0 0,3 1 1 0,-12 0 1 0,9-3 0 0,-4 3-2 15,4 0-1-15,-5-1-6 0,5-4-5 0,-6 4-7 0,0-5-7 0,6 0-7 16,-5 0-6-16,-1 0-4 0,8 0-4 0,-10 2-5 0,2-8 0 0,0 6-1 0,0-3-2 16,1-2 4-16,-6 6 0 0,2-5 7 0,-2-2 6 0,-2 2 9 0,8-2 9 15,-14 7 10-15,6-5 9 0,1 1 9 0,-7-3 12 0,0 2 8 0,6 4 9 16,-6-6 8-16,1 3 4 0,-2-1 8 0,1-2 3 0,-7 7 2 0,9-6 1 16,-4 2 1-16,2 3 0 0,0-6-1 0,-5 2-4 0,3 5-4 0,4-5-8 0,-9 3-4 15,7 2-9-15,-8-1-7 0,9-4-6 0,-1 4-9 0,-6 0-2 0,7 0-3 16,-9 1-3-16,8-6-2 0,-5 5-1 0,-2 2 0 0,6-2-2 0,-4 0 0 15,-2-3 2-15,-1 2-1 0,3-4 2 0,-3 7-2 0,2-8 2 0,2 2-3 0,2-2 0 16,-11 3-1-16,12-1-4 0,-3-2 1 0,-4 1-3 16,2 1 0-16,-1 0 0 0,7-5-3 0,-5 3 1 0,2 2-1 0,-1 1 3 0,3-3-2 0,-4 6 0 0,4-3 2 15,-5-3 2-15,6 2 1 0,-5 0 6 0,-3 4 3 0,1-5 2 0,-1 7 3 16,2-8 2-16,2 6 4 0,-4-4 3 0,-5 4 0 0,0 0 2 0,0 0 1 16,0 2 2-16,-5-2 2 0,5 0 0 0,-9 0 0 0,-3 0-4 0,6 0-2 15,-7 0 1-15,0 8-5 0,-1-8-1 0,1 3-3 0,1-3-3 0,-7 6 1 0,-2 0 1 16,8-1-1-16,-6 0-2 0,1 0 1 0,-3 0-1 0,2 6 1 0,-1-5 0 15,0 4 1-15,1-5-1 0,-1 4 0 16,-1-3 0-16,3 0 1 0,-8 3 1 0,7-3-3 0,-2 0-1 0,-5-3 1 0,7 3-1 16,-7-1 1-16,-1-4 3 0,9 4 3 0,-15-5 1 0,6 5 3 0,3-4-1 0,-10-2 3 0,2 2-1 0,6 0 2 15,-8 0-2-15,2-2 2 0,0 1 0 0,1 2-1 0,-3-2-3 0,2 0-2 16,-2 4-4-16,3-2-1 0,-2-2-2 0,-1 5-3 0,-3-1-1 0,3-2-2 16,-3 4 1-16,-2-3 0 0,4 3 0 0,-4 0-1 0,2-2-1 15,-2 3 1-15,-1-3 1 0,0 1 0 0,1 1-3 16,0-2 0-16,-1 2-2 0,1-1-1 0,2 6 0 0,-2-7 0 0,-1 1-2 0,-7 1 2 0,10 4-2 0,-9-5 1 0,0 1 2 0,-7 3 1 15,8-3 3-15,0 3 2 0,0-3 2 0,-7 3 3 0,5-1 1 0,2 1 3 16,-1-3 1-16,-5-3 1 0,3 8 3 0,4-6 0 0,-7 6 2 0,-4-6-1 16,11 1 0-16,-7-2-2 0,-2 1 0 0,1 5-2 0,-1-8-4 0,9 7 1 0,-9-9-3 15,7 5 0-15,-5 1 0 0,-2 0 1 0,7-1-1 0,-6-1 4 0,7 2 1 16,-7-1 2-16,7 1 1 0,-2 4 3 0,2-5 1 16,0 5 1-16,0-4 0 0,-2 2 2 0,7 3-3 0,-4 4 1 0,-1 0-4 0,5 0-2 0,-5 0-3 0,-2 4-4 15,3-4-4-15,-9 12-5 0,8-8-4 0,0 5-4 0,-10 2-7 0,5 2-5 16,-3 2-9-16,1 0-6 0,2 4-8 0,-3 2-9 0,-5-2-6 0,5 5-8 15,-5 0-7-15,-10 0-6 0,13 3-6 0,-12 1-7 0,7-4-3 0,-11 6-7 0,8-1-4 16,-3 0 2-16,-7 0 0 0,9 0 1 0,-7 1 4 0,0 5 3 0,-3-6 5 16,3 1 6-16,0-2 9 0,-3-3 8 0,11 4 7 0,-8 0 6 15,5-5 8-15,1 2 7 0,7-7 3 0,-1 6 1 0,-1-7-3 0,9 3-9 0,0-6-15 0,3 4-21 32,11-5-28-32,-2 2-69 0,5-3-94 0,2 7-75 0,0-10-65 0,11 5-26 15,-3-6-4-15,3 1 8 0,3-5 16 0,-3-1 20 0,3-4 27 0,4-4 32 0,1-11 40 16,-8 0 42-16,9-4 50 0,0-10 69 0,-3-5 84 0</inkml:trace>
  <inkml:trace contextRef="#ctx0" brushRef="#br0" timeOffset="7077.5">22684 7567 0 0,'0'4'2'0,"-6"8"105"0,6-8 62 0,-7 1 40 0,-1-1 29 0,3 1 23 0,-1-5 18 0,6 0 14 0,-8 0 15 0,3 0 11 16,-3-5 13-16,8 5 8 0,-7-4 12 0,7 4-86 0,0 0-136 0,-6 0-70 16,6 0-33-16,0 0-17 0,0 0-11 0,-6 0-5 0,6 0-2 0,0 0-2 0,0 0-2 15,-7 0 0-15,2 0-1 0,5 0 1 0,-8 0 1 0,2 0-1 0,6 0 1 16,-7 4 1-16,1-4 0 0,1 0 1 0,-3 5 2 0,8-5 3 0,-8 0 2 16,-4 6 0-16,6-6 1 0,1 4 0 0,-4-4 1 0,-3 0 0 0,6 5-2 0,-7-5-2 15,0 4 1-15,-1 1 1 0,1 1-1 0,1-6 1 0,-2 4 0 0,-5 2 2 16,6-1 2-16,-8 5 4 0,3-7 5 0,4 3 3 0,-6 3 5 0,-4 0 4 15,3-2 4-15,3 2 5 0,-3 0 5 0,2 2 6 0,-8-2 3 16,7 1 6-16,1 5 4 0,-1-5 3 0,3-1 2 0,-4 0-2 0,3 7-1 0,-3-6-3 0,8 0-3 16,-8 3-4-16,10 2-3 0,-2-4-7 0,-8 2-2 0,10-3-6 0,-4 5-6 15,9 0-6-15,-7-6-5 0,0 6-5 0,5 0-5 0,-3 0-2 0,4-2-2 0,2 2-1 16,-9 6-2-16,7-6 2 0,1 3 0 0,1-2 1 0,-11 3 1 0,11 1 0 16,-2 5 0-16,0-7 1 0,-6 6 1 0,6-3 1 0,-5 4 2 0,5-1 1 15,2 0-3-15,-8 1 3 0,-1-1-1 0,7 1 2 0,-7-1 1 0,1 0-1 0,8 4 2 16,-9-1 2-16,2-5 1 0,-1 8 0 0,7 0 4 0,-7-5-1 0,6 3 2 15,-7-2-1-15,8 2 0 0,-6 2-1 0,3-2-1 0,4 2-1 0,-2 0-4 0,1-2-2 16,1 2-2-16,5-2-3 0,0 2-1 0,-8 4-2 0,8-4-1 0,0 0 0 16,0 4-2-16,0-4 2 0,8 3 2 0,-8-2 3 0,5 2 1 0,-5-4 3 15,6 6 3-15,1-7 1 0,-2 8 7 0,4-8 0 0,-4 6 4 0,2 2 0 16,-1-3 2-16,2-5-2 0,5 7 1 0,-8 0 0 0,9-1-1 0,-9-1-1 16,10 3 0-16,-1 1-4 0,-9-2 1 0,8 3-6 0,0-2-1 0,0 1-2 0,1 3-1 15,-1-1-2-15,-1 0-2 0,0 1 0 0,3-1 1 0,-3 1-2 0,0-3-1 16,4 3-2-16,-5 4 1 0,10-9 0 0,-9 7 0 0,-1-2-2 0,10-1 0 0,-8 6 1 15,8-8-1-15,-2 3 1 0,-6 5 0 0,6-6 0 0,1 5-2 0,4-5 4 16,-3-1-2-16,-3 7 1 0,3-6-1 0,6 0 1 0,-8-1 1 0,6 3 3 16,-6-4 2-16,8 3 0 0,-1-5 2 0,1 3 3 0,-7-4 1 0,4 5 4 0,3-3 4 15,-1-3 3-15,0 1 1 0,1 0 4 0,-2 5 1 16,2-5 3-16,-3 2 4 0,10-3 0 0,-8 1 1 0,6 0 4 0,-6 0 2 0,6 1-3 0,-5-1 0 16,6 0-3-16,-6-1-4 0,-4 7-1 0,12-6-3 0,-10 2-2 0,7-3-1 0,-5 1-3 15,-1-1-3-15,6 3-5 0,-6-2-1 0,8-1-5 0,-10 2-2 0,10 0-2 16,-2-2-3-16,2-2 0 0,-3 3-1 0,1-1 0 0,0-3 0 0,2-2-1 15,6 3-1-15,-8 2 2 0,7-3 2 0,-6-2 1 0,-1-3 3 0,0 4 2 16,7 0 1-16,-12 0 0 0,4 2 1 0,3-7 1 0,-2 4-1 0,3-1 1 16,-4 1 1-16,-5-4-3 0,6 0 2 0,0 0-1 0,2 1-2 0,-8-1-2 0,5 1 1 15,1-1-2-15,3 3-1 0,-10-9 1 0,7 7-2 0,-5-1 0 0,-1 1 0 16,0-1 0-16,6 0 0 0,-13-3-2 0,8 1 0 0,-2 5-3 0,2-9 0 0,-7 7-3 16,7-6 1-16,-3 5 0 0,-4-3-1 0,7 3-1 0,-8-6 2 0,7 3 1 15,0 3 2-15,-5-4 1 0,3-2 3 0,3 8 4 0,-1-7 1 0,-1 0 4 16,2 2 2-16,-1 3 1 15,1-6 4-15,-3 3 1 0,3-8 1 0,1 8 3 0,-5-6-1 0,4-2 1 16,-1 2 1-16,8 0-1 0,-10 0 1 0,8 0 2 0,-3-6-2 0,2 0 2 0,-4 1-2 0,5 1 1 0,-1-1-3 0,3-6 0 0,-2 6-2 16,2-6 0-16,-3 2 1 0,1-6-3 15,0 4 1-15,7 2-3 0,-4-6-2 0,-3 0-1 0,1 5-2 0,-1-5-2 0,2 0 0 0,-2 0 1 0,0 0-3 0,-1 0 1 16,3 0-1-16,-2 0-2 0,7-5-1 0,-5 5-2 0,4 0 0 0,1-6 0 16,6 2 0-16,-5 4-1 0,4-6-2 0,-5 2 1 0,9-6-2 0,-4 6 2 15,2-2-2-15,-2-3 0 0,4 0 0 0,-4-1-1 16,3-1 2-16,-2 1-2 0,1 1 1 0,-2 0-1 0,11 0 1 0,-11-3-1 0,2 3 0 15,-2-1 1-15,4 1 1 0,-4 0-1 0,2-3 0 0,-7-3 0 0,5 6 2 0,-4-4 1 0,0 1-1 16,-1-2 2-16,1 0 2 0,-1-7-2 0,-2 7 1 0,2-5-1 0,1 0 1 16,-1-1 0-16,-7 1 1 0,7-2-1 0,-7 2 1 0,2 1 0 0,-2-3 0 0,1-3 1 15,0 5-1-15,1-7 1 0,-2 3-3 0,0-3 0 0,-6 4 0 0,6-5 0 16,-7 5-3-16,10-8 2 0,-12 5 0 0,11-5-2 0,-8 2 1 0,6-2-1 16,-5 0 2-16,-1 0-1 0,1-4 0 0,-1 6 1 0,0-7 1 0,0 1 2 0,-7-4 0 15,7 3 2-15,-8-5-2 0,3 3 4 0,-9 1 0 0,8-3-1 0,-6-4 0 16,-1 4 3-16,-1-1-1 0,-5 1-3 0,5 1 0 0,-4-1-2 0,-2-6-1 15,1 5-4-15,-7-2 1 0,6 2-3 0,-6-3 0 0,0-2-2 0,0 1 0 0,0-4-1 16,0 3-1-16,0-3 1 0,0-1-1 0,0 5 0 0,-6-5 3 0,6 1 1 16,-7-1 2-16,1 4 0 0,6-4-1 0,-8 6 0 0,3-2 0 0,-2 2 2 15,0-2-1-15,2 2 4 16,-10 0-1-16,10-2 1 0,-9 6 0 0,1-5 3 0,0-1 0 0,0 8 1 0,-1-4 1 0,-4-3 5 0,5 5 0 0,-7 2-1 0,0-4 0 31,2 3-1-31,-3 4-2 0,2-1-1 0,-7 1-1 0,8 0-3 0,-9-1-4 16,6 6 1-16,-5-4-1 0,1 2-3 0,-2-2-3 0,3 3-1 0,3 2 1 0,-6-8-4 15,2 7 1-15,-2 0 1 0,3-5 0 0,-3 4 0 0,1-4 1 0,-8 0 1 16,10 1 0-16,-3-7 1 0,-6 5 1 0,7-2 1 0,-6 1 1 0,0 2-1 16,0-5 3-16,-2 5 1 0,0 0 1 0,3 0 0 0,-1-1 0 0,-2 1 0 15,-3 0 1-15,3 4-1 0,2-3-1 0,1 3 0 0,-10 2 1 0,8-3-1 0,-4 4 1 16,3-4 1-16,-5 7 3 0,7-1-1 0,-14 1 1 0,13 3 0 0,-6-1-2 16,0 1 2-16,0-3-2 0,0 5 1 0,0-1 3 0,7 1-2 0,-7-2-3 0,4 6-4 15,-4-3 1-15,8-1-3 0,-1 4-1 0,0-4-2 0,-2 4 2 0,2-6-2 16,-1 7 1-16,1-5-1 0,-2 3-1 0,2 2 2 0,1-5-2 0,-1 4 0 15,-3 0 3-15,-2 2 1 0,3-2-1 0,2-1 1 0,-1 2 1 0,1-1 0 16,5-4-2-16,-4 4 1 0,-3 0 0 0,7-3 1 0,-4 2-2 0,4 1 1 0,1-3 0 16,-6 2 0-16,-2 2 0 0,11-1 0 0,-12-5 1 0,3 6 1 0,-1-1-2 15,6-1 1-15,-5 7 3 0,1-6-2 0,-1 2 2 0,-2-1 0 0,8 2 0 0,-6 3-1 16,-2-6 1-16,10 6 0 0,-2-1-3 0,-7 0-2 0,6-1-3 0,3 2-1 16,-10 0 0-16,7-1-1 0,3 1-3 0,-10-3 1 0,8 3 1 0,-6 0 1 15,-2 0 3-15,3-1-1 0,-1-1-1 0,-2 1 1 0,2 1 1 0,-1 0 5 0,1-6 3 16,5 5 1-16,-5-1-1 0,1-2 0 0,-3 4 0 0,2-6 0 0,6 3-1 15,-6-1-1-15,5 4-1 0,-6-3 2 0,6 3 4 0,-4-6-1 0,4 6 5 0,-5 0-1 16,-1 3 0-16,1-4-1 0,-2 5 1 0,2-5 3 0,1 5-1 0,-1 1 2 16,-2-1 2-16,2 1-4 0,-2-2 1 0,2 6-3 0,6-4-3 0,-6-1-3 15,6 5-2-15,-8 0-3 0,10-6 0 0,-10 6-1 0,8 0-2 0,-6 0-1 16,6 0 0-16,-1 0 0 0,-5 0-1 0,0 0 0 0,4 0 0 0,-4 0-1 0,8 0-2 16,-10 0 2-16,8-4 0 0,-1 4-1 0,2 0-2 0,-1-6-4 0,6 1-1 15,0 5-9-15,-4-4-8 0,10-5-13 0,-6 3-13 0,7 3-22 0,2-3-26 0,-5-3-39 16,3-3-50-16,8 3-87 0,0 3-105 0,-9-1-96 0,7-8-89 0,1 3-32 15,6-6-3-15,-8 3 16 0,2-10 25 0,-1 7 32 0,2-13 37 0,-2 3 42 0,-7-7 50 16,1 1 62-16,-1-5 65 0,4-4 87 0,-3-6 85 0</inkml:trace>
  <inkml:trace contextRef="#ctx0" brushRef="#br0" timeOffset="8712.92">18939 6917 0 0,'0'11'5'0,"-7"4"115"0,7-2 64 0,-5-3 41 0,-4 1 30 0,-3-1 19 0,6-1 16 0,-7-4 14 0,0 5 14 0,-1-7 10 0,2 3 9 0,-1 3 10 0,-1-3 10 16,1 4-90-16,-6 4-146 0,7-4-71 0,-2 4-36 0,-4 2-14 0,2-3-3 15,5 2 0-15,-10 6 4 0,2-3 4 0,7-3 4 0,-9 10 4 0,2-6 3 0,6 1 6 16,-5 4 4-16,-3 1 3 0,3-7 3 0,-3 7 1 0,1 1 1 0,0-3 0 16,1-3 0-16,0 5 0 0,6-1 0 0,-13-5-2 0,13 5 1 0,-8 0-2 15,2-3-3-15,-1 3 0 0,-4-4-6 0,3 4-1 0,3-4 0 0,-3 5-2 16,2-1 2-16,0-5-1 0,-9 5 1 0,11 1 2 0,-11-1 4 0,10 1 2 16,-9-1 3-16,1 6 4 0,7-2 3 0,-7-2 3 0,0 2 1 0,7 2 2 0,-8-2 1 15,1 8 1-15,8-2-2 0,-11-1 0 0,3 1 2 0,7 2-4 0,-6 1-3 16,-2 3-5-16,3-1-4 0,3 6-6 0,-6-8-4 0,2 3-4 0,6 5-3 0,-8-2-4 15,1-4-2-15,-1 5-3 16,2 1-1-16,6-1-3 0,-7-6-2 0,-1 7-1 0,1-2 1 0,-1 0 0 0,4 8 0 0,2-8 0 0,-6 2 0 0,9 4 1 16,-8-6-2-16,-1 0 2 0,7 6 0 0,-7-4 0 0,9 4 0 0,-1-4-1 15,-8-3-1-15,8 7 0 0,-1-5-2 0,-6 1-2 16,8 3 2-16,-3-5-2 0,-6 6-1 0,8 0 0 0,-1-4 1 0,1 3-1 0,-7 1 0 16,8 0 0-16,-3 0 0 0,2 0 1 0,-7 0 2 0,5-1 1 0,2-3 1 15,-1 3-1-15,3 1 3 0,2 0 1 0,-4-5 2 0,6 4-1 16,0-3 2-16,0 4-1 0,-1-6 1 0,2 2 0 0,6 4 2 0,-2-6 0 0,3 2 0 0,-3-2 1 0,8 2-1 0,0-7 1 15,0 7 0-15,0-6-1 0,8 1-2 0,-3-3 2 0,3 2-2 0,-2-3 0 16,6-3 1-16,2 1 0 0,-1 0-3 0,0 0-1 0,6-4 0 0,-6 0 1 16,7-2-2-16,-1 2-2 0,2 0 2 0,5-2-1 0,-7-3-1 0,2-1-1 15,2 0 2-15,-2 6-1 0,6-11 1 0,-8 5 0 0,6 0-1 0,-6-3 4 0,8 4-1 16,-6-6 0-16,2 1 1 0,-2-2 1 0,6 2-1 0,-9 0 0 0,8-4 0 16,-7 2 0-16,10-3-1 0,-5 3 0 0,-4-2 0 0,7-1 1 0,-3-1-1 0,3-3 0 15,6 3-3-15,-6 1-2 0,-3-2-1 0,3-1-1 0,5-3 1 0,-5 6-2 16,4-6-3-16,-4 7-2 0,-1-7 0 0,1 0-4 0,-1 1-1 0,0-1-2 15,0 2-3-15,-2-1 1 16,-3-1 1-16,6 0 0 0,-3 1 1 0,-4-5-1 0,7 4 3 0,-6-3-2 0,3 4 2 0,-4-5-3 0,7 1-1 0,-3-2-2 0,3-1 1 16,-1 3 0-16,-1-1-3 0,7-1 1 0,-5-4-3 0,6 0 1 0,-6 6-1 15,-3-6 2-15,10 0 0 0,-8 0 1 0,6 0 4 0,-5 0 1 0,-1 0 7 0,6 0 0 16,-6-6 3-16,1 6 4 0,-2-4 1 0,1-1 2 0,6 5 3 0,-5-6 0 16,4 3 2-16,-2-1 0 0,3 4-1 0,-8-6 2 0,10 1 0 0,-2 1 1 15,1-8 0-15,6 8 0 0,-7-6 2 0,3 0-1 16,-3-3 0-16,7 2 1 0,-7-8 1 0,-1 4-1 0,3 0-2 0,-2-4-2 15,7 4 0-15,-7-3 1 0,2-3-1 0,-3 2 0 0,10-2-1 0,-10 3 0 0,8-1 2 0,-7-2-2 0,7 3 0 16,-7-3 2-16,8-3-1 0,-6 0-1 0,3 4 4 0,-3-9-1 0,5 4-1 16,-7 1-5-16,1-4-5 0,8 3-5 0,-10-5-6 0,1 0-6 0,7 2-7 15,-7-2-5-15,7-4-4 0,-7 4-3 0,8-3-3 0,-6-1-1 0,3 0-1 0,-3-5 1 32,5 3 0-32,-7-1 7 0,2-3 4 0,-2 1 5 0,0-1 8 0,-5-2 6 15,4-3 10-15,-3 5 10 0,-4-9 10 0,-3 6 12 0,5-2 13 0,-7 2 8 16,7 0 5-16,-7-2 7 0,1 5 2 0,-1-2 1 0,2-4 2 0,-10 7 2 0,10-4-2 15,-3 3-2-15,-2 1-2 0,3-4-6 0,-1 4-9 0,1-1-8 0,-4-3-10 16,4 4-8-16,-7-6-4 0,8 2-2 0,1-2 1 0,-3 1 1 0,-5 2 1 16,7-3 4-16,0-4 3 0,-8 0 2 0,7 0 2 0,-4 0-1 0,4 0 1 15,0 1 0-15,-6-1 3 0,8-6-3 0,-8 4-2 0,6-10-1 0,-7 3-3 0,2 4-4 16,4-10-2-16,-4 2-3 0,-1 4-4 0,-1-6-2 0,2 1-2 0,-9-7-3 16,8 6-4-16,-5 2-2 0,5-1-7 0,-13-7-8 0,6 7-4 0,2-1-8 15,-8 2-9-15,5-2-8 0,-10 4-6 0,5 2-9 0,-8 4-8 0,2-5-2 0,1 11-4 16,-11-1-8-16,3 6-2 0,-6-2-4 0,1 6-4 0,-3 5-5 0,-5 4-9 15,-1 1-21-15,-4 5-27 0,-1 0-36 0,-7 3-42 0,7 3-49 0,-7 2-55 16,0 2-16-16,-2 4-1 0,2 1 11 0,0 0 17 0,7 3 18 0,-8 0 23 0,9 2 26 16,-1-1 29-16,-2 1 39 0,8-2 42 0,-6-3 47 0,5 4 62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121CDD-2C88-4ECC-944B-F0ACF9D2B514}" type="datetimeFigureOut">
              <a:rPr lang="en-IN" smtClean="0"/>
              <a:t>03-11-2025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24E50-6B72-4FCC-8AE5-40F563B66625}" type="slidenum">
              <a:rPr lang="en-IN" smtClean="0"/>
              <a:t>‹#›</a:t>
            </a:fld>
            <a:endParaRPr lang="en-IN"/>
          </a:p>
        </p:txBody>
      </p:sp>
    </p:spTree>
    <p:extLst>
      <p:ext uri="{BB962C8B-B14F-4D97-AF65-F5344CB8AC3E}">
        <p14:creationId xmlns:p14="http://schemas.microsoft.com/office/powerpoint/2010/main" val="1663426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AEE35-B180-3A72-3C6D-8FE3D2736B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24D762F-96EA-7AEE-F63D-4CF865945D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57834A-6071-7FEB-D934-9E9AF44DB211}"/>
              </a:ext>
            </a:extLst>
          </p:cNvPr>
          <p:cNvSpPr>
            <a:spLocks noGrp="1"/>
          </p:cNvSpPr>
          <p:nvPr>
            <p:ph type="dt" sz="half" idx="10"/>
          </p:nvPr>
        </p:nvSpPr>
        <p:spPr/>
        <p:txBody>
          <a:bodyPr/>
          <a:lstStyle/>
          <a:p>
            <a:fld id="{9687FA74-3CEC-4D80-BBCF-F4D3B0324181}" type="datetimeFigureOut">
              <a:rPr lang="en-IN" smtClean="0"/>
              <a:t>03-11-2025</a:t>
            </a:fld>
            <a:endParaRPr lang="en-IN"/>
          </a:p>
        </p:txBody>
      </p:sp>
      <p:sp>
        <p:nvSpPr>
          <p:cNvPr id="5" name="Footer Placeholder 4">
            <a:extLst>
              <a:ext uri="{FF2B5EF4-FFF2-40B4-BE49-F238E27FC236}">
                <a16:creationId xmlns:a16="http://schemas.microsoft.com/office/drawing/2014/main" id="{2393E90B-93B8-D5A2-F47B-D5D41D6A7E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DD22B6-04E9-EB96-EFCB-59165783F799}"/>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583330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EEB8-CFF9-78EE-3B84-487A81CF74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DB96AF-C1E1-672E-A6C2-F627010706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BFE1F7-6F6D-9FDA-6BA3-5D6A212BDE05}"/>
              </a:ext>
            </a:extLst>
          </p:cNvPr>
          <p:cNvSpPr>
            <a:spLocks noGrp="1"/>
          </p:cNvSpPr>
          <p:nvPr>
            <p:ph type="dt" sz="half" idx="10"/>
          </p:nvPr>
        </p:nvSpPr>
        <p:spPr/>
        <p:txBody>
          <a:bodyPr/>
          <a:lstStyle/>
          <a:p>
            <a:fld id="{9687FA74-3CEC-4D80-BBCF-F4D3B0324181}" type="datetimeFigureOut">
              <a:rPr lang="en-IN" smtClean="0"/>
              <a:t>03-11-2025</a:t>
            </a:fld>
            <a:endParaRPr lang="en-IN"/>
          </a:p>
        </p:txBody>
      </p:sp>
      <p:sp>
        <p:nvSpPr>
          <p:cNvPr id="5" name="Footer Placeholder 4">
            <a:extLst>
              <a:ext uri="{FF2B5EF4-FFF2-40B4-BE49-F238E27FC236}">
                <a16:creationId xmlns:a16="http://schemas.microsoft.com/office/drawing/2014/main" id="{A7ADB0E2-B82A-368C-DD2C-0530B67CE8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95BD33-01D6-DB6A-AEB7-ED7C1E0D5C94}"/>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249762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6CD42-F4C0-4084-00DC-500F07A3B7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B56880-E088-0907-EE96-529AD8233B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4D6CF2-C4CE-908B-A1B2-BC119028AA44}"/>
              </a:ext>
            </a:extLst>
          </p:cNvPr>
          <p:cNvSpPr>
            <a:spLocks noGrp="1"/>
          </p:cNvSpPr>
          <p:nvPr>
            <p:ph type="dt" sz="half" idx="10"/>
          </p:nvPr>
        </p:nvSpPr>
        <p:spPr/>
        <p:txBody>
          <a:bodyPr/>
          <a:lstStyle/>
          <a:p>
            <a:fld id="{9687FA74-3CEC-4D80-BBCF-F4D3B0324181}" type="datetimeFigureOut">
              <a:rPr lang="en-IN" smtClean="0"/>
              <a:t>03-11-2025</a:t>
            </a:fld>
            <a:endParaRPr lang="en-IN"/>
          </a:p>
        </p:txBody>
      </p:sp>
      <p:sp>
        <p:nvSpPr>
          <p:cNvPr id="5" name="Footer Placeholder 4">
            <a:extLst>
              <a:ext uri="{FF2B5EF4-FFF2-40B4-BE49-F238E27FC236}">
                <a16:creationId xmlns:a16="http://schemas.microsoft.com/office/drawing/2014/main" id="{7F3D803F-9C80-DB8B-84CA-9ED863C764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84EB11-F3D7-3443-FDEB-5376DE3B2BF5}"/>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1680067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E2716-2CC0-A800-9E3B-B5C51192CD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7AF0EB-B81E-DC0C-DDE9-DBC91F3F96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D00EB-0082-E3DE-770F-2429EC2569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1DDC8E8-DD9D-E17E-7340-385E58A31E0B}"/>
              </a:ext>
            </a:extLst>
          </p:cNvPr>
          <p:cNvSpPr>
            <a:spLocks noGrp="1"/>
          </p:cNvSpPr>
          <p:nvPr>
            <p:ph type="dt" sz="half" idx="10"/>
          </p:nvPr>
        </p:nvSpPr>
        <p:spPr/>
        <p:txBody>
          <a:bodyPr/>
          <a:lstStyle/>
          <a:p>
            <a:fld id="{9687FA74-3CEC-4D80-BBCF-F4D3B0324181}" type="datetimeFigureOut">
              <a:rPr lang="en-IN" smtClean="0"/>
              <a:t>03-11-2025</a:t>
            </a:fld>
            <a:endParaRPr lang="en-IN"/>
          </a:p>
        </p:txBody>
      </p:sp>
      <p:sp>
        <p:nvSpPr>
          <p:cNvPr id="6" name="Footer Placeholder 5">
            <a:extLst>
              <a:ext uri="{FF2B5EF4-FFF2-40B4-BE49-F238E27FC236}">
                <a16:creationId xmlns:a16="http://schemas.microsoft.com/office/drawing/2014/main" id="{13D03032-CF82-8974-06F2-58016AEBEC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2472E7-A035-4B68-D23E-64E0FC1332DB}"/>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1698997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A1ABD-7BF2-3EBD-0A5F-13574DC3B7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11AF6D-7711-0CE4-96B7-EAA32AD437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5599E6-A130-FDE0-E148-17A27FD8A0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262069-B1A5-D373-5A98-C5C433767E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9DB36A-1C53-FDE2-B21A-91974B4762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F37F52-D08E-640A-DF01-A0DB01A32CF4}"/>
              </a:ext>
            </a:extLst>
          </p:cNvPr>
          <p:cNvSpPr>
            <a:spLocks noGrp="1"/>
          </p:cNvSpPr>
          <p:nvPr>
            <p:ph type="dt" sz="half" idx="10"/>
          </p:nvPr>
        </p:nvSpPr>
        <p:spPr/>
        <p:txBody>
          <a:bodyPr/>
          <a:lstStyle/>
          <a:p>
            <a:fld id="{9687FA74-3CEC-4D80-BBCF-F4D3B0324181}" type="datetimeFigureOut">
              <a:rPr lang="en-IN" smtClean="0"/>
              <a:t>03-11-2025</a:t>
            </a:fld>
            <a:endParaRPr lang="en-IN"/>
          </a:p>
        </p:txBody>
      </p:sp>
      <p:sp>
        <p:nvSpPr>
          <p:cNvPr id="8" name="Footer Placeholder 7">
            <a:extLst>
              <a:ext uri="{FF2B5EF4-FFF2-40B4-BE49-F238E27FC236}">
                <a16:creationId xmlns:a16="http://schemas.microsoft.com/office/drawing/2014/main" id="{6D9417BB-FEA5-EF53-7BBB-5E6F54BEE6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DED46A-E200-DBB3-E386-036A7D2BF151}"/>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2101701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5F491-83C3-83F6-785C-3344B4F3A8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27FF308-E1C9-8F84-46BE-1B7267404D58}"/>
              </a:ext>
            </a:extLst>
          </p:cNvPr>
          <p:cNvSpPr>
            <a:spLocks noGrp="1"/>
          </p:cNvSpPr>
          <p:nvPr>
            <p:ph type="dt" sz="half" idx="10"/>
          </p:nvPr>
        </p:nvSpPr>
        <p:spPr/>
        <p:txBody>
          <a:bodyPr/>
          <a:lstStyle/>
          <a:p>
            <a:fld id="{9687FA74-3CEC-4D80-BBCF-F4D3B0324181}" type="datetimeFigureOut">
              <a:rPr lang="en-IN" smtClean="0"/>
              <a:t>03-11-2025</a:t>
            </a:fld>
            <a:endParaRPr lang="en-IN"/>
          </a:p>
        </p:txBody>
      </p:sp>
      <p:sp>
        <p:nvSpPr>
          <p:cNvPr id="4" name="Footer Placeholder 3">
            <a:extLst>
              <a:ext uri="{FF2B5EF4-FFF2-40B4-BE49-F238E27FC236}">
                <a16:creationId xmlns:a16="http://schemas.microsoft.com/office/drawing/2014/main" id="{391271DD-20A8-9AE2-5677-F2A89FFB04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ACAE61-ED15-EC01-BB84-F25CA0177627}"/>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2720864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55D47D-17C5-F2BA-D853-486151CC3DC8}"/>
              </a:ext>
            </a:extLst>
          </p:cNvPr>
          <p:cNvSpPr>
            <a:spLocks noGrp="1"/>
          </p:cNvSpPr>
          <p:nvPr>
            <p:ph type="dt" sz="half" idx="10"/>
          </p:nvPr>
        </p:nvSpPr>
        <p:spPr/>
        <p:txBody>
          <a:bodyPr/>
          <a:lstStyle/>
          <a:p>
            <a:fld id="{9687FA74-3CEC-4D80-BBCF-F4D3B0324181}" type="datetimeFigureOut">
              <a:rPr lang="en-IN" smtClean="0"/>
              <a:t>03-11-2025</a:t>
            </a:fld>
            <a:endParaRPr lang="en-IN"/>
          </a:p>
        </p:txBody>
      </p:sp>
      <p:sp>
        <p:nvSpPr>
          <p:cNvPr id="3" name="Footer Placeholder 2">
            <a:extLst>
              <a:ext uri="{FF2B5EF4-FFF2-40B4-BE49-F238E27FC236}">
                <a16:creationId xmlns:a16="http://schemas.microsoft.com/office/drawing/2014/main" id="{96727BFE-5B46-67A3-0A23-8683220FBCF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F91FC0-41BE-7F70-B0F1-5A36FCC1D84A}"/>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494031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FF645-110A-BAC1-A089-B9E23409E5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256772A-8097-BE10-74DF-281D671B45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D79D07-13DD-0E9B-A350-CBDFF5155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4D78BC-0D4C-1589-76C2-394C5CD3032E}"/>
              </a:ext>
            </a:extLst>
          </p:cNvPr>
          <p:cNvSpPr>
            <a:spLocks noGrp="1"/>
          </p:cNvSpPr>
          <p:nvPr>
            <p:ph type="dt" sz="half" idx="10"/>
          </p:nvPr>
        </p:nvSpPr>
        <p:spPr/>
        <p:txBody>
          <a:bodyPr/>
          <a:lstStyle/>
          <a:p>
            <a:fld id="{9687FA74-3CEC-4D80-BBCF-F4D3B0324181}" type="datetimeFigureOut">
              <a:rPr lang="en-IN" smtClean="0"/>
              <a:t>03-11-2025</a:t>
            </a:fld>
            <a:endParaRPr lang="en-IN"/>
          </a:p>
        </p:txBody>
      </p:sp>
      <p:sp>
        <p:nvSpPr>
          <p:cNvPr id="6" name="Footer Placeholder 5">
            <a:extLst>
              <a:ext uri="{FF2B5EF4-FFF2-40B4-BE49-F238E27FC236}">
                <a16:creationId xmlns:a16="http://schemas.microsoft.com/office/drawing/2014/main" id="{96086CBD-678E-F7A5-E6DE-7A85FC099C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B2044F-B8C8-F5CE-8B50-3BFFFB882415}"/>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1194450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5F01-AD5D-475F-4518-5570C553DC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F3328ED-F2D3-6CD3-99D1-14F7784DDA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59D25B4-6414-6E75-2120-CB356BFD21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70582-629B-4F66-6CA0-D7F826612592}"/>
              </a:ext>
            </a:extLst>
          </p:cNvPr>
          <p:cNvSpPr>
            <a:spLocks noGrp="1"/>
          </p:cNvSpPr>
          <p:nvPr>
            <p:ph type="dt" sz="half" idx="10"/>
          </p:nvPr>
        </p:nvSpPr>
        <p:spPr/>
        <p:txBody>
          <a:bodyPr/>
          <a:lstStyle/>
          <a:p>
            <a:fld id="{9687FA74-3CEC-4D80-BBCF-F4D3B0324181}" type="datetimeFigureOut">
              <a:rPr lang="en-IN" smtClean="0"/>
              <a:t>03-11-2025</a:t>
            </a:fld>
            <a:endParaRPr lang="en-IN"/>
          </a:p>
        </p:txBody>
      </p:sp>
      <p:sp>
        <p:nvSpPr>
          <p:cNvPr id="6" name="Footer Placeholder 5">
            <a:extLst>
              <a:ext uri="{FF2B5EF4-FFF2-40B4-BE49-F238E27FC236}">
                <a16:creationId xmlns:a16="http://schemas.microsoft.com/office/drawing/2014/main" id="{3598FD68-38DC-6696-5B43-F50714E4B6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823A62-A411-3BC2-A5EE-A9B29E6F2C4A}"/>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3072351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5264-107B-1BBC-EBBC-5E4F9EDFA3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5DD131-9196-4EED-962E-E346351046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47CA0-9303-F464-1A16-DD6A084F5816}"/>
              </a:ext>
            </a:extLst>
          </p:cNvPr>
          <p:cNvSpPr>
            <a:spLocks noGrp="1"/>
          </p:cNvSpPr>
          <p:nvPr>
            <p:ph type="dt" sz="half" idx="10"/>
          </p:nvPr>
        </p:nvSpPr>
        <p:spPr/>
        <p:txBody>
          <a:bodyPr/>
          <a:lstStyle/>
          <a:p>
            <a:fld id="{9687FA74-3CEC-4D80-BBCF-F4D3B0324181}" type="datetimeFigureOut">
              <a:rPr lang="en-IN" smtClean="0"/>
              <a:t>03-11-2025</a:t>
            </a:fld>
            <a:endParaRPr lang="en-IN"/>
          </a:p>
        </p:txBody>
      </p:sp>
      <p:sp>
        <p:nvSpPr>
          <p:cNvPr id="5" name="Footer Placeholder 4">
            <a:extLst>
              <a:ext uri="{FF2B5EF4-FFF2-40B4-BE49-F238E27FC236}">
                <a16:creationId xmlns:a16="http://schemas.microsoft.com/office/drawing/2014/main" id="{B2721C57-E4F1-39C0-A78A-B772EAAB8B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8922C6-89DA-6303-64C9-7223793CC841}"/>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2926682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0AB632-CA0B-8F37-C63F-DE79A43676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F4960E-E96F-9A11-0276-B642C845E1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43C7C3-7BDF-7B37-DDFD-F55CCED60C0C}"/>
              </a:ext>
            </a:extLst>
          </p:cNvPr>
          <p:cNvSpPr>
            <a:spLocks noGrp="1"/>
          </p:cNvSpPr>
          <p:nvPr>
            <p:ph type="dt" sz="half" idx="10"/>
          </p:nvPr>
        </p:nvSpPr>
        <p:spPr/>
        <p:txBody>
          <a:bodyPr/>
          <a:lstStyle/>
          <a:p>
            <a:fld id="{9687FA74-3CEC-4D80-BBCF-F4D3B0324181}" type="datetimeFigureOut">
              <a:rPr lang="en-IN" smtClean="0"/>
              <a:t>03-11-2025</a:t>
            </a:fld>
            <a:endParaRPr lang="en-IN"/>
          </a:p>
        </p:txBody>
      </p:sp>
      <p:sp>
        <p:nvSpPr>
          <p:cNvPr id="5" name="Footer Placeholder 4">
            <a:extLst>
              <a:ext uri="{FF2B5EF4-FFF2-40B4-BE49-F238E27FC236}">
                <a16:creationId xmlns:a16="http://schemas.microsoft.com/office/drawing/2014/main" id="{2AD6B566-DEB2-5661-CD23-E025A07EB6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4E917B-7CAB-3C41-260C-F71933353FB8}"/>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239820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E5B45E-88FD-4C08-E271-E4BCEAF190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8E33A4-E7F4-B146-AECE-A2B193B6E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0526F3-587E-CF0F-894F-906E491F1E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87FA74-3CEC-4D80-BBCF-F4D3B0324181}" type="datetimeFigureOut">
              <a:rPr lang="en-IN" smtClean="0"/>
              <a:t>03-11-2025</a:t>
            </a:fld>
            <a:endParaRPr lang="en-IN"/>
          </a:p>
        </p:txBody>
      </p:sp>
      <p:sp>
        <p:nvSpPr>
          <p:cNvPr id="5" name="Footer Placeholder 4">
            <a:extLst>
              <a:ext uri="{FF2B5EF4-FFF2-40B4-BE49-F238E27FC236}">
                <a16:creationId xmlns:a16="http://schemas.microsoft.com/office/drawing/2014/main" id="{80ADE222-61AE-1E7A-F343-AD50361B7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6EA8686-3861-06E5-10B4-DEEBFD0998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725B22-2347-4A70-95AE-EBF4E70C28EC}" type="slidenum">
              <a:rPr lang="en-IN" smtClean="0"/>
              <a:t>‹#›</a:t>
            </a:fld>
            <a:endParaRPr lang="en-IN"/>
          </a:p>
        </p:txBody>
      </p:sp>
    </p:spTree>
    <p:extLst>
      <p:ext uri="{BB962C8B-B14F-4D97-AF65-F5344CB8AC3E}">
        <p14:creationId xmlns:p14="http://schemas.microsoft.com/office/powerpoint/2010/main" val="2963533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customXml" Target="../ink/ink20.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92CBB-FD12-7B0E-E61E-1055CD0B6A1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3CBEEF5-36A3-B1A4-AC8E-DD23AC040EB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93308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B4946-BED6-AF0B-BB1E-DC828960C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93EE05-C74A-23C3-EC5A-1D3F967E813A}"/>
              </a:ext>
            </a:extLst>
          </p:cNvPr>
          <p:cNvSpPr>
            <a:spLocks noGrp="1"/>
          </p:cNvSpPr>
          <p:nvPr>
            <p:ph type="title"/>
          </p:nvPr>
        </p:nvSpPr>
        <p:spPr/>
        <p:txBody>
          <a:bodyPr/>
          <a:lstStyle/>
          <a:p>
            <a:r>
              <a:rPr lang="en-IN" dirty="0"/>
              <a:t>Today’s topics</a:t>
            </a:r>
          </a:p>
        </p:txBody>
      </p:sp>
      <p:sp>
        <p:nvSpPr>
          <p:cNvPr id="3" name="Content Placeholder 2">
            <a:extLst>
              <a:ext uri="{FF2B5EF4-FFF2-40B4-BE49-F238E27FC236}">
                <a16:creationId xmlns:a16="http://schemas.microsoft.com/office/drawing/2014/main" id="{92D41956-BA5A-C58F-9DEE-534AB19A69EC}"/>
              </a:ext>
            </a:extLst>
          </p:cNvPr>
          <p:cNvSpPr>
            <a:spLocks noGrp="1"/>
          </p:cNvSpPr>
          <p:nvPr>
            <p:ph idx="1"/>
          </p:nvPr>
        </p:nvSpPr>
        <p:spPr/>
        <p:txBody>
          <a:bodyPr/>
          <a:lstStyle/>
          <a:p>
            <a:r>
              <a:rPr lang="en-IN" dirty="0"/>
              <a:t>Switching fabric</a:t>
            </a:r>
          </a:p>
          <a:p>
            <a:r>
              <a:rPr lang="en-IN" dirty="0"/>
              <a:t>Packet scheduling</a:t>
            </a:r>
          </a:p>
          <a:p>
            <a:r>
              <a:rPr lang="en-IN" dirty="0"/>
              <a:t>Network Interface</a:t>
            </a:r>
          </a:p>
          <a:p>
            <a:r>
              <a:rPr lang="en-IN" dirty="0"/>
              <a:t>Subnet</a:t>
            </a:r>
          </a:p>
          <a:p>
            <a:r>
              <a:rPr lang="en-IN" dirty="0"/>
              <a:t>Classless interdomain routing</a:t>
            </a:r>
          </a:p>
          <a:p>
            <a:endParaRPr lang="en-IN" dirty="0"/>
          </a:p>
          <a:p>
            <a:endParaRPr lang="en-IN" dirty="0"/>
          </a:p>
        </p:txBody>
      </p:sp>
    </p:spTree>
    <p:extLst>
      <p:ext uri="{BB962C8B-B14F-4D97-AF65-F5344CB8AC3E}">
        <p14:creationId xmlns:p14="http://schemas.microsoft.com/office/powerpoint/2010/main" val="2307867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18B90-C563-6304-513E-F7AC811136B2}"/>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09EF17F8-EA11-2062-D511-A0053114108B}"/>
              </a:ext>
            </a:extLst>
          </p:cNvPr>
          <p:cNvSpPr>
            <a:spLocks noGrp="1"/>
          </p:cNvSpPr>
          <p:nvPr>
            <p:ph idx="1"/>
          </p:nvPr>
        </p:nvSpPr>
        <p:spPr/>
        <p:txBody>
          <a:bodyPr/>
          <a:lstStyle/>
          <a:p>
            <a:r>
              <a:rPr lang="en-IN" dirty="0"/>
              <a:t>Read Chapter-4.2, 4.3 from the Kurose and Ross book</a:t>
            </a:r>
          </a:p>
        </p:txBody>
      </p:sp>
    </p:spTree>
    <p:extLst>
      <p:ext uri="{BB962C8B-B14F-4D97-AF65-F5344CB8AC3E}">
        <p14:creationId xmlns:p14="http://schemas.microsoft.com/office/powerpoint/2010/main" val="1238038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A16ED-74BC-BA74-9894-64956C046D45}"/>
              </a:ext>
            </a:extLst>
          </p:cNvPr>
          <p:cNvSpPr>
            <a:spLocks noGrp="1"/>
          </p:cNvSpPr>
          <p:nvPr>
            <p:ph type="title"/>
          </p:nvPr>
        </p:nvSpPr>
        <p:spPr/>
        <p:txBody>
          <a:bodyPr/>
          <a:lstStyle/>
          <a:p>
            <a:r>
              <a:rPr lang="en-IN" dirty="0"/>
              <a:t>How does the forwarding table look like?</a:t>
            </a:r>
          </a:p>
        </p:txBody>
      </p:sp>
      <p:graphicFrame>
        <p:nvGraphicFramePr>
          <p:cNvPr id="4" name="Content Placeholder 3">
            <a:extLst>
              <a:ext uri="{FF2B5EF4-FFF2-40B4-BE49-F238E27FC236}">
                <a16:creationId xmlns:a16="http://schemas.microsoft.com/office/drawing/2014/main" id="{2E1CA039-6D94-5410-4701-38CEFB3BD5E8}"/>
              </a:ext>
            </a:extLst>
          </p:cNvPr>
          <p:cNvGraphicFramePr>
            <a:graphicFrameLocks noGrp="1"/>
          </p:cNvGraphicFramePr>
          <p:nvPr>
            <p:ph idx="1"/>
            <p:extLst>
              <p:ext uri="{D42A27DB-BD31-4B8C-83A1-F6EECF244321}">
                <p14:modId xmlns:p14="http://schemas.microsoft.com/office/powerpoint/2010/main" val="1613877550"/>
              </p:ext>
            </p:extLst>
          </p:nvPr>
        </p:nvGraphicFramePr>
        <p:xfrm>
          <a:off x="838200" y="1825625"/>
          <a:ext cx="6085114" cy="1854200"/>
        </p:xfrm>
        <a:graphic>
          <a:graphicData uri="http://schemas.openxmlformats.org/drawingml/2006/table">
            <a:tbl>
              <a:tblPr firstRow="1" bandRow="1">
                <a:tableStyleId>{5C22544A-7EE6-4342-B048-85BDC9FD1C3A}</a:tableStyleId>
              </a:tblPr>
              <a:tblGrid>
                <a:gridCol w="3042557">
                  <a:extLst>
                    <a:ext uri="{9D8B030D-6E8A-4147-A177-3AD203B41FA5}">
                      <a16:colId xmlns:a16="http://schemas.microsoft.com/office/drawing/2014/main" val="1395518046"/>
                    </a:ext>
                  </a:extLst>
                </a:gridCol>
                <a:gridCol w="3042557">
                  <a:extLst>
                    <a:ext uri="{9D8B030D-6E8A-4147-A177-3AD203B41FA5}">
                      <a16:colId xmlns:a16="http://schemas.microsoft.com/office/drawing/2014/main" val="1860384619"/>
                    </a:ext>
                  </a:extLst>
                </a:gridCol>
              </a:tblGrid>
              <a:tr h="370840">
                <a:tc>
                  <a:txBody>
                    <a:bodyPr/>
                    <a:lstStyle/>
                    <a:p>
                      <a:r>
                        <a:rPr lang="en-IN" dirty="0"/>
                        <a:t>DESTINATION 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OUTPUT 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1064537"/>
                  </a:ext>
                </a:extLst>
              </a:tr>
              <a:tr h="370840">
                <a:tc>
                  <a:txBody>
                    <a:bodyPr/>
                    <a:lstStyle/>
                    <a:p>
                      <a:r>
                        <a:rPr lang="en-IN" dirty="0">
                          <a:latin typeface="Arial" panose="020B0604020202020204" pitchFamily="34" charset="0"/>
                          <a:cs typeface="Arial" panose="020B0604020202020204" pitchFamily="34" charset="0"/>
                        </a:rPr>
                        <a:t>200.23.16.0/21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264773"/>
                  </a:ext>
                </a:extLst>
              </a:tr>
              <a:tr h="370840">
                <a:tc>
                  <a:txBody>
                    <a:bodyPr/>
                    <a:lstStyle/>
                    <a:p>
                      <a:r>
                        <a:rPr lang="en-IN" dirty="0">
                          <a:latin typeface="Arial" panose="020B0604020202020204" pitchFamily="34" charset="0"/>
                          <a:cs typeface="Arial" panose="020B0604020202020204" pitchFamily="34" charset="0"/>
                        </a:rPr>
                        <a:t>200.23.24.0/24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6260091"/>
                  </a:ext>
                </a:extLst>
              </a:tr>
              <a:tr h="370840">
                <a:tc>
                  <a:txBody>
                    <a:bodyPr/>
                    <a:lstStyle/>
                    <a:p>
                      <a:r>
                        <a:rPr lang="en-IN" dirty="0">
                          <a:latin typeface="Arial" panose="020B0604020202020204" pitchFamily="34" charset="0"/>
                          <a:cs typeface="Arial" panose="020B0604020202020204" pitchFamily="34" charset="0"/>
                        </a:rPr>
                        <a:t>200.23.25.0/21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4345330"/>
                  </a:ext>
                </a:extLst>
              </a:tr>
              <a:tr h="370840">
                <a:tc>
                  <a:txBody>
                    <a:bodyPr/>
                    <a:lstStyle/>
                    <a:p>
                      <a:r>
                        <a:rPr lang="en-IN" dirty="0">
                          <a:latin typeface="Arial" panose="020B0604020202020204" pitchFamily="34" charset="0"/>
                          <a:cs typeface="Arial" panose="020B0604020202020204" pitchFamily="34" charset="0"/>
                        </a:rPr>
                        <a:t>Otherwise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Arial" panose="020B0604020202020204" pitchFamily="34" charset="0"/>
                          <a:cs typeface="Arial" panose="020B06040202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7091545"/>
                  </a:ext>
                </a:extLst>
              </a:tr>
            </a:tbl>
          </a:graphicData>
        </a:graphic>
      </p:graphicFrame>
      <p:sp>
        <p:nvSpPr>
          <p:cNvPr id="5" name="TextBox 4">
            <a:extLst>
              <a:ext uri="{FF2B5EF4-FFF2-40B4-BE49-F238E27FC236}">
                <a16:creationId xmlns:a16="http://schemas.microsoft.com/office/drawing/2014/main" id="{35050C5D-281A-9911-F567-981718CA38E7}"/>
              </a:ext>
            </a:extLst>
          </p:cNvPr>
          <p:cNvSpPr txBox="1"/>
          <p:nvPr/>
        </p:nvSpPr>
        <p:spPr>
          <a:xfrm>
            <a:off x="555171" y="4201886"/>
            <a:ext cx="11125200" cy="1477328"/>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Top 21 bits of 200.23.16.0 == Top 21 bits of the destination address, forward the packet to the output port 0.</a:t>
            </a:r>
          </a:p>
          <a:p>
            <a:r>
              <a:rPr lang="en-IN" dirty="0">
                <a:latin typeface="Arial" panose="020B0604020202020204" pitchFamily="34" charset="0"/>
                <a:cs typeface="Arial" panose="020B0604020202020204" pitchFamily="34" charset="0"/>
              </a:rPr>
              <a:t>Top 24 bits of 200.23.24.0 == Top 21 bits of the destination address, forward the packet to the output port 1.</a:t>
            </a:r>
          </a:p>
          <a:p>
            <a:r>
              <a:rPr lang="en-IN" dirty="0">
                <a:latin typeface="Arial" panose="020B0604020202020204" pitchFamily="34" charset="0"/>
                <a:cs typeface="Arial" panose="020B0604020202020204" pitchFamily="34" charset="0"/>
              </a:rPr>
              <a:t>Top 21 bits of 200.23.25.0 == Top 21 bits of the destination address, forward the packet to the output port 2.</a:t>
            </a:r>
          </a:p>
          <a:p>
            <a:r>
              <a:rPr lang="en-IN" dirty="0">
                <a:latin typeface="Arial" panose="020B0604020202020204" pitchFamily="34" charset="0"/>
                <a:cs typeface="Arial" panose="020B0604020202020204" pitchFamily="34" charset="0"/>
              </a:rPr>
              <a:t>Otherwise, forward the packet to the output port 3.</a:t>
            </a:r>
          </a:p>
          <a:p>
            <a:endParaRPr lang="en-IN"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9836D9E7-AAE2-A755-7CFF-3C996804E558}"/>
                  </a:ext>
                </a:extLst>
              </p14:cNvPr>
              <p14:cNvContentPartPr/>
              <p14:nvPr/>
            </p14:nvContentPartPr>
            <p14:xfrm>
              <a:off x="876960" y="2254680"/>
              <a:ext cx="3636360" cy="330840"/>
            </p14:xfrm>
          </p:contentPart>
        </mc:Choice>
        <mc:Fallback xmlns="">
          <p:pic>
            <p:nvPicPr>
              <p:cNvPr id="3" name="Ink 2">
                <a:extLst>
                  <a:ext uri="{FF2B5EF4-FFF2-40B4-BE49-F238E27FC236}">
                    <a16:creationId xmlns:a16="http://schemas.microsoft.com/office/drawing/2014/main" id="{9836D9E7-AAE2-A755-7CFF-3C996804E558}"/>
                  </a:ext>
                </a:extLst>
              </p:cNvPr>
              <p:cNvPicPr/>
              <p:nvPr/>
            </p:nvPicPr>
            <p:blipFill>
              <a:blip r:embed="rId3"/>
              <a:stretch>
                <a:fillRect/>
              </a:stretch>
            </p:blipFill>
            <p:spPr>
              <a:xfrm>
                <a:off x="867600" y="2245320"/>
                <a:ext cx="3655080" cy="349560"/>
              </a:xfrm>
              <a:prstGeom prst="rect">
                <a:avLst/>
              </a:prstGeom>
            </p:spPr>
          </p:pic>
        </mc:Fallback>
      </mc:AlternateContent>
    </p:spTree>
    <p:extLst>
      <p:ext uri="{BB962C8B-B14F-4D97-AF65-F5344CB8AC3E}">
        <p14:creationId xmlns:p14="http://schemas.microsoft.com/office/powerpoint/2010/main" val="2631281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3EAC-A7DB-27A5-F164-83F85227F7DC}"/>
              </a:ext>
            </a:extLst>
          </p:cNvPr>
          <p:cNvSpPr>
            <a:spLocks noGrp="1"/>
          </p:cNvSpPr>
          <p:nvPr>
            <p:ph type="title"/>
          </p:nvPr>
        </p:nvSpPr>
        <p:spPr/>
        <p:txBody>
          <a:bodyPr/>
          <a:lstStyle/>
          <a:p>
            <a:r>
              <a:rPr lang="en-IN" dirty="0"/>
              <a:t>Switching fabric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A47B8E-9CA1-1540-C913-8932B49B3CC4}"/>
                  </a:ext>
                </a:extLst>
              </p:cNvPr>
              <p:cNvSpPr>
                <a:spLocks noGrp="1"/>
              </p:cNvSpPr>
              <p:nvPr>
                <p:ph idx="1"/>
              </p:nvPr>
            </p:nvSpPr>
            <p:spPr>
              <a:xfrm>
                <a:off x="838200" y="1825625"/>
                <a:ext cx="7060687" cy="4351338"/>
              </a:xfrm>
            </p:spPr>
            <p:txBody>
              <a:bodyPr>
                <a:normAutofit lnSpcReduction="10000"/>
              </a:bodyPr>
              <a:lstStyle/>
              <a:p>
                <a:r>
                  <a:rPr lang="en-IN" dirty="0"/>
                  <a:t>Switching via an interconnection network</a:t>
                </a:r>
              </a:p>
              <a:p>
                <a:pPr lvl="1"/>
                <a:r>
                  <a:rPr lang="en-IN" dirty="0"/>
                  <a:t>Interconnection network consists of </a:t>
                </a:r>
                <a14:m>
                  <m:oMath xmlns:m="http://schemas.openxmlformats.org/officeDocument/2006/math">
                    <m:r>
                      <a:rPr lang="en-IN" i="1" dirty="0" smtClean="0">
                        <a:latin typeface="Cambria Math" panose="02040503050406030204" pitchFamily="18" charset="0"/>
                      </a:rPr>
                      <m:t>2</m:t>
                    </m:r>
                    <m:r>
                      <a:rPr lang="en-IN" i="1" dirty="0" smtClean="0">
                        <a:latin typeface="Cambria Math" panose="02040503050406030204" pitchFamily="18" charset="0"/>
                      </a:rPr>
                      <m:t>𝑁</m:t>
                    </m:r>
                  </m:oMath>
                </a14:m>
                <a:r>
                  <a:rPr lang="en-IN" dirty="0"/>
                  <a:t> buses that connect </a:t>
                </a:r>
                <a14:m>
                  <m:oMath xmlns:m="http://schemas.openxmlformats.org/officeDocument/2006/math">
                    <m:r>
                      <a:rPr lang="en-IN" i="1" dirty="0" smtClean="0">
                        <a:latin typeface="Cambria Math" panose="02040503050406030204" pitchFamily="18" charset="0"/>
                      </a:rPr>
                      <m:t>𝑁</m:t>
                    </m:r>
                  </m:oMath>
                </a14:m>
                <a:r>
                  <a:rPr lang="en-IN" dirty="0"/>
                  <a:t> input ports to </a:t>
                </a:r>
                <a14:m>
                  <m:oMath xmlns:m="http://schemas.openxmlformats.org/officeDocument/2006/math">
                    <m:r>
                      <a:rPr lang="en-IN" i="1" dirty="0" smtClean="0">
                        <a:latin typeface="Cambria Math" panose="02040503050406030204" pitchFamily="18" charset="0"/>
                      </a:rPr>
                      <m:t>𝑁</m:t>
                    </m:r>
                  </m:oMath>
                </a14:m>
                <a:r>
                  <a:rPr lang="en-IN" dirty="0"/>
                  <a:t> output ports</a:t>
                </a:r>
              </a:p>
              <a:p>
                <a:pPr lvl="1"/>
                <a:r>
                  <a:rPr lang="en-IN" dirty="0"/>
                  <a:t>Two input ports can set data to two different output ports in parallel</a:t>
                </a:r>
              </a:p>
              <a:p>
                <a:pPr lvl="1"/>
                <a:r>
                  <a:rPr lang="en-IN" dirty="0"/>
                  <a:t>However, if two input ports want to send data to the same output port, then one of them has to wait for the other to finish its transfer </a:t>
                </a:r>
              </a:p>
              <a:p>
                <a:pPr lvl="1"/>
                <a:r>
                  <a:rPr lang="en-IN" dirty="0"/>
                  <a:t>The interconnection network is typically implemented using a crossbar switch, where the crosspoint (crossbar) can be ON or OFF</a:t>
                </a:r>
              </a:p>
              <a:p>
                <a:pPr lvl="2"/>
                <a:r>
                  <a:rPr lang="en-IN" dirty="0"/>
                  <a:t>If the crossbar is ON, the data can be transferred to the corresponding output port</a:t>
                </a:r>
              </a:p>
            </p:txBody>
          </p:sp>
        </mc:Choice>
        <mc:Fallback xmlns="">
          <p:sp>
            <p:nvSpPr>
              <p:cNvPr id="3" name="Content Placeholder 2">
                <a:extLst>
                  <a:ext uri="{FF2B5EF4-FFF2-40B4-BE49-F238E27FC236}">
                    <a16:creationId xmlns:a16="http://schemas.microsoft.com/office/drawing/2014/main" id="{C5A47B8E-9CA1-1540-C913-8932B49B3CC4}"/>
                  </a:ext>
                </a:extLst>
              </p:cNvPr>
              <p:cNvSpPr>
                <a:spLocks noGrp="1" noRot="1" noChangeAspect="1" noMove="1" noResize="1" noEditPoints="1" noAdjustHandles="1" noChangeArrowheads="1" noChangeShapeType="1" noTextEdit="1"/>
              </p:cNvSpPr>
              <p:nvPr>
                <p:ph idx="1"/>
              </p:nvPr>
            </p:nvSpPr>
            <p:spPr>
              <a:xfrm>
                <a:off x="838200" y="1825625"/>
                <a:ext cx="7060687" cy="4351338"/>
              </a:xfrm>
              <a:blipFill>
                <a:blip r:embed="rId2"/>
                <a:stretch>
                  <a:fillRect l="-1554" t="-3081" r="-1036"/>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F34704EB-34D3-E6FC-74D5-35DA75ED0671}"/>
              </a:ext>
            </a:extLst>
          </p:cNvPr>
          <p:cNvGrpSpPr/>
          <p:nvPr/>
        </p:nvGrpSpPr>
        <p:grpSpPr>
          <a:xfrm>
            <a:off x="8357675" y="2487417"/>
            <a:ext cx="2854919" cy="2066925"/>
            <a:chOff x="6675121" y="4485654"/>
            <a:chExt cx="2854919" cy="2066925"/>
          </a:xfrm>
        </p:grpSpPr>
        <p:grpSp>
          <p:nvGrpSpPr>
            <p:cNvPr id="5" name="Group 118">
              <a:extLst>
                <a:ext uri="{FF2B5EF4-FFF2-40B4-BE49-F238E27FC236}">
                  <a16:creationId xmlns:a16="http://schemas.microsoft.com/office/drawing/2014/main" id="{176A08F9-5477-3005-E7FB-F28AC05B2FDD}"/>
                </a:ext>
              </a:extLst>
            </p:cNvPr>
            <p:cNvGrpSpPr>
              <a:grpSpLocks/>
            </p:cNvGrpSpPr>
            <p:nvPr/>
          </p:nvGrpSpPr>
          <p:grpSpPr bwMode="auto">
            <a:xfrm>
              <a:off x="7469465" y="4485654"/>
              <a:ext cx="890587" cy="215900"/>
              <a:chOff x="876" y="2800"/>
              <a:chExt cx="642" cy="175"/>
            </a:xfrm>
          </p:grpSpPr>
          <p:sp>
            <p:nvSpPr>
              <p:cNvPr id="54" name="Rectangle 119">
                <a:extLst>
                  <a:ext uri="{FF2B5EF4-FFF2-40B4-BE49-F238E27FC236}">
                    <a16:creationId xmlns:a16="http://schemas.microsoft.com/office/drawing/2014/main" id="{27A0DCD8-5D1B-F1E5-4CBE-4098594B95C1}"/>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 name="Rectangle 120">
                <a:extLst>
                  <a:ext uri="{FF2B5EF4-FFF2-40B4-BE49-F238E27FC236}">
                    <a16:creationId xmlns:a16="http://schemas.microsoft.com/office/drawing/2014/main" id="{2E9116F8-7C3E-F79C-345F-795D42E992DB}"/>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 name="Rectangle 121">
                <a:extLst>
                  <a:ext uri="{FF2B5EF4-FFF2-40B4-BE49-F238E27FC236}">
                    <a16:creationId xmlns:a16="http://schemas.microsoft.com/office/drawing/2014/main" id="{E1C9B2A7-DE0E-10F0-4A51-341AE4022A6E}"/>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Rectangle 122">
                <a:extLst>
                  <a:ext uri="{FF2B5EF4-FFF2-40B4-BE49-F238E27FC236}">
                    <a16:creationId xmlns:a16="http://schemas.microsoft.com/office/drawing/2014/main" id="{B01360FF-FAA6-9357-E2CA-7C0890A5AFB2}"/>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8" name="Line 123">
                <a:extLst>
                  <a:ext uri="{FF2B5EF4-FFF2-40B4-BE49-F238E27FC236}">
                    <a16:creationId xmlns:a16="http://schemas.microsoft.com/office/drawing/2014/main" id="{42164D14-C625-BBD3-55C8-F9F778B6A27B}"/>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124">
              <a:extLst>
                <a:ext uri="{FF2B5EF4-FFF2-40B4-BE49-F238E27FC236}">
                  <a16:creationId xmlns:a16="http://schemas.microsoft.com/office/drawing/2014/main" id="{373C5F2B-1F8D-C9CF-691F-F1D7B045AA4E}"/>
                </a:ext>
              </a:extLst>
            </p:cNvPr>
            <p:cNvGrpSpPr>
              <a:grpSpLocks/>
            </p:cNvGrpSpPr>
            <p:nvPr/>
          </p:nvGrpSpPr>
          <p:grpSpPr bwMode="auto">
            <a:xfrm>
              <a:off x="7445652" y="4880941"/>
              <a:ext cx="890588" cy="215900"/>
              <a:chOff x="876" y="2800"/>
              <a:chExt cx="642" cy="175"/>
            </a:xfrm>
          </p:grpSpPr>
          <p:sp>
            <p:nvSpPr>
              <p:cNvPr id="49" name="Rectangle 125">
                <a:extLst>
                  <a:ext uri="{FF2B5EF4-FFF2-40B4-BE49-F238E27FC236}">
                    <a16:creationId xmlns:a16="http://schemas.microsoft.com/office/drawing/2014/main" id="{79EC5FD8-6A94-D248-B202-C58AF72BE7E1}"/>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 name="Rectangle 126">
                <a:extLst>
                  <a:ext uri="{FF2B5EF4-FFF2-40B4-BE49-F238E27FC236}">
                    <a16:creationId xmlns:a16="http://schemas.microsoft.com/office/drawing/2014/main" id="{D406FA26-5952-5B90-19C7-8105F0627110}"/>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 name="Rectangle 127">
                <a:extLst>
                  <a:ext uri="{FF2B5EF4-FFF2-40B4-BE49-F238E27FC236}">
                    <a16:creationId xmlns:a16="http://schemas.microsoft.com/office/drawing/2014/main" id="{2ACC37F4-0AEF-23F1-1890-C41E107039EA}"/>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Rectangle 128">
                <a:extLst>
                  <a:ext uri="{FF2B5EF4-FFF2-40B4-BE49-F238E27FC236}">
                    <a16:creationId xmlns:a16="http://schemas.microsoft.com/office/drawing/2014/main" id="{21CBC4DF-19E1-34E1-C8BB-C1399587B878}"/>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 name="Line 129">
                <a:extLst>
                  <a:ext uri="{FF2B5EF4-FFF2-40B4-BE49-F238E27FC236}">
                    <a16:creationId xmlns:a16="http://schemas.microsoft.com/office/drawing/2014/main" id="{95480B0A-4B84-0FDC-C124-0C6B7A7F8938}"/>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 name="Group 130">
              <a:extLst>
                <a:ext uri="{FF2B5EF4-FFF2-40B4-BE49-F238E27FC236}">
                  <a16:creationId xmlns:a16="http://schemas.microsoft.com/office/drawing/2014/main" id="{32F9DE3F-6855-7116-4792-C668735E9886}"/>
                </a:ext>
              </a:extLst>
            </p:cNvPr>
            <p:cNvGrpSpPr>
              <a:grpSpLocks/>
            </p:cNvGrpSpPr>
            <p:nvPr/>
          </p:nvGrpSpPr>
          <p:grpSpPr bwMode="auto">
            <a:xfrm>
              <a:off x="7440890" y="5307979"/>
              <a:ext cx="890587" cy="215900"/>
              <a:chOff x="876" y="2800"/>
              <a:chExt cx="642" cy="175"/>
            </a:xfrm>
          </p:grpSpPr>
          <p:sp>
            <p:nvSpPr>
              <p:cNvPr id="44" name="Rectangle 131">
                <a:extLst>
                  <a:ext uri="{FF2B5EF4-FFF2-40B4-BE49-F238E27FC236}">
                    <a16:creationId xmlns:a16="http://schemas.microsoft.com/office/drawing/2014/main" id="{91E60DBB-6AFC-3FCF-ED1C-CAD5027285E0}"/>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Rectangle 132">
                <a:extLst>
                  <a:ext uri="{FF2B5EF4-FFF2-40B4-BE49-F238E27FC236}">
                    <a16:creationId xmlns:a16="http://schemas.microsoft.com/office/drawing/2014/main" id="{0440A01B-34B3-C28A-AD18-908ED09E7621}"/>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 name="Rectangle 133">
                <a:extLst>
                  <a:ext uri="{FF2B5EF4-FFF2-40B4-BE49-F238E27FC236}">
                    <a16:creationId xmlns:a16="http://schemas.microsoft.com/office/drawing/2014/main" id="{DABE46C6-3016-6FFE-68AD-6E5F78CA05AE}"/>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 name="Rectangle 134">
                <a:extLst>
                  <a:ext uri="{FF2B5EF4-FFF2-40B4-BE49-F238E27FC236}">
                    <a16:creationId xmlns:a16="http://schemas.microsoft.com/office/drawing/2014/main" id="{1B0B8FAD-3512-8CAB-F943-F30820BE94B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 name="Line 135">
                <a:extLst>
                  <a:ext uri="{FF2B5EF4-FFF2-40B4-BE49-F238E27FC236}">
                    <a16:creationId xmlns:a16="http://schemas.microsoft.com/office/drawing/2014/main" id="{A682399F-8564-2638-4A08-8BA3DB53F8DF}"/>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 name="Group 154">
              <a:extLst>
                <a:ext uri="{FF2B5EF4-FFF2-40B4-BE49-F238E27FC236}">
                  <a16:creationId xmlns:a16="http://schemas.microsoft.com/office/drawing/2014/main" id="{5167FACA-DFF4-E3B3-E469-0F1683063313}"/>
                </a:ext>
              </a:extLst>
            </p:cNvPr>
            <p:cNvGrpSpPr>
              <a:grpSpLocks/>
            </p:cNvGrpSpPr>
            <p:nvPr/>
          </p:nvGrpSpPr>
          <p:grpSpPr bwMode="auto">
            <a:xfrm rot="5400000">
              <a:off x="8564840" y="5504829"/>
              <a:ext cx="895350" cy="1035050"/>
              <a:chOff x="2954" y="2776"/>
              <a:chExt cx="564" cy="652"/>
            </a:xfrm>
          </p:grpSpPr>
          <p:grpSp>
            <p:nvGrpSpPr>
              <p:cNvPr id="26" name="Group 136">
                <a:extLst>
                  <a:ext uri="{FF2B5EF4-FFF2-40B4-BE49-F238E27FC236}">
                    <a16:creationId xmlns:a16="http://schemas.microsoft.com/office/drawing/2014/main" id="{F9A6F3FA-0F24-BD2F-4695-E010950700F4}"/>
                  </a:ext>
                </a:extLst>
              </p:cNvPr>
              <p:cNvGrpSpPr>
                <a:grpSpLocks/>
              </p:cNvGrpSpPr>
              <p:nvPr/>
            </p:nvGrpSpPr>
            <p:grpSpPr bwMode="auto">
              <a:xfrm>
                <a:off x="2954" y="2776"/>
                <a:ext cx="561" cy="136"/>
                <a:chOff x="455" y="3463"/>
                <a:chExt cx="561" cy="136"/>
              </a:xfrm>
            </p:grpSpPr>
            <p:sp>
              <p:nvSpPr>
                <p:cNvPr id="39" name="Rectangle 137">
                  <a:extLst>
                    <a:ext uri="{FF2B5EF4-FFF2-40B4-BE49-F238E27FC236}">
                      <a16:creationId xmlns:a16="http://schemas.microsoft.com/office/drawing/2014/main" id="{401268F1-306E-E488-ABA6-6C538F747F04}"/>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 name="Rectangle 138">
                  <a:extLst>
                    <a:ext uri="{FF2B5EF4-FFF2-40B4-BE49-F238E27FC236}">
                      <a16:creationId xmlns:a16="http://schemas.microsoft.com/office/drawing/2014/main" id="{D0C656B7-B4A9-C48B-C26C-E6368BCB4CF7}"/>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 name="Rectangle 139">
                  <a:extLst>
                    <a:ext uri="{FF2B5EF4-FFF2-40B4-BE49-F238E27FC236}">
                      <a16:creationId xmlns:a16="http://schemas.microsoft.com/office/drawing/2014/main" id="{95540259-622A-AB87-F52E-32FC194F128F}"/>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 name="Rectangle 140">
                  <a:extLst>
                    <a:ext uri="{FF2B5EF4-FFF2-40B4-BE49-F238E27FC236}">
                      <a16:creationId xmlns:a16="http://schemas.microsoft.com/office/drawing/2014/main" id="{46AA9B68-0159-7692-2821-57F3B6F0773A}"/>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 name="Line 141">
                  <a:extLst>
                    <a:ext uri="{FF2B5EF4-FFF2-40B4-BE49-F238E27FC236}">
                      <a16:creationId xmlns:a16="http://schemas.microsoft.com/office/drawing/2014/main" id="{A708E347-9AC3-2ADE-8477-5EB52458E2A1}"/>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7" name="Group 142">
                <a:extLst>
                  <a:ext uri="{FF2B5EF4-FFF2-40B4-BE49-F238E27FC236}">
                    <a16:creationId xmlns:a16="http://schemas.microsoft.com/office/drawing/2014/main" id="{D562ED3E-5B15-F737-4931-218CE43BF75A}"/>
                  </a:ext>
                </a:extLst>
              </p:cNvPr>
              <p:cNvGrpSpPr>
                <a:grpSpLocks/>
              </p:cNvGrpSpPr>
              <p:nvPr/>
            </p:nvGrpSpPr>
            <p:grpSpPr bwMode="auto">
              <a:xfrm>
                <a:off x="2957" y="3023"/>
                <a:ext cx="561" cy="136"/>
                <a:chOff x="455" y="3463"/>
                <a:chExt cx="561" cy="136"/>
              </a:xfrm>
            </p:grpSpPr>
            <p:sp>
              <p:nvSpPr>
                <p:cNvPr id="34" name="Rectangle 143">
                  <a:extLst>
                    <a:ext uri="{FF2B5EF4-FFF2-40B4-BE49-F238E27FC236}">
                      <a16:creationId xmlns:a16="http://schemas.microsoft.com/office/drawing/2014/main" id="{D5B7FFB1-9324-05F1-E5D3-7A5CD3CF7B47}"/>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 name="Rectangle 144">
                  <a:extLst>
                    <a:ext uri="{FF2B5EF4-FFF2-40B4-BE49-F238E27FC236}">
                      <a16:creationId xmlns:a16="http://schemas.microsoft.com/office/drawing/2014/main" id="{9E9BE071-C353-7499-8FE1-0F4C676DE949}"/>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Rectangle 145">
                  <a:extLst>
                    <a:ext uri="{FF2B5EF4-FFF2-40B4-BE49-F238E27FC236}">
                      <a16:creationId xmlns:a16="http://schemas.microsoft.com/office/drawing/2014/main" id="{00137D40-CEC2-9714-C902-6DA664DB98C6}"/>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Rectangle 146">
                  <a:extLst>
                    <a:ext uri="{FF2B5EF4-FFF2-40B4-BE49-F238E27FC236}">
                      <a16:creationId xmlns:a16="http://schemas.microsoft.com/office/drawing/2014/main" id="{E0654F0C-5FCF-94AF-0F99-35680BAC1EC7}"/>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 name="Line 147">
                  <a:extLst>
                    <a:ext uri="{FF2B5EF4-FFF2-40B4-BE49-F238E27FC236}">
                      <a16:creationId xmlns:a16="http://schemas.microsoft.com/office/drawing/2014/main" id="{83243808-FD90-3390-D9EE-CA717DB6CE49}"/>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8" name="Group 148">
                <a:extLst>
                  <a:ext uri="{FF2B5EF4-FFF2-40B4-BE49-F238E27FC236}">
                    <a16:creationId xmlns:a16="http://schemas.microsoft.com/office/drawing/2014/main" id="{23BF3C64-028E-3DEB-F2C3-BA10943CCF9D}"/>
                  </a:ext>
                </a:extLst>
              </p:cNvPr>
              <p:cNvGrpSpPr>
                <a:grpSpLocks/>
              </p:cNvGrpSpPr>
              <p:nvPr/>
            </p:nvGrpSpPr>
            <p:grpSpPr bwMode="auto">
              <a:xfrm>
                <a:off x="2954" y="3292"/>
                <a:ext cx="561" cy="136"/>
                <a:chOff x="455" y="3463"/>
                <a:chExt cx="561" cy="136"/>
              </a:xfrm>
            </p:grpSpPr>
            <p:sp>
              <p:nvSpPr>
                <p:cNvPr id="29" name="Rectangle 149">
                  <a:extLst>
                    <a:ext uri="{FF2B5EF4-FFF2-40B4-BE49-F238E27FC236}">
                      <a16:creationId xmlns:a16="http://schemas.microsoft.com/office/drawing/2014/main" id="{2F133940-DEA8-89C8-7695-2E5FD99031F8}"/>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 name="Rectangle 150">
                  <a:extLst>
                    <a:ext uri="{FF2B5EF4-FFF2-40B4-BE49-F238E27FC236}">
                      <a16:creationId xmlns:a16="http://schemas.microsoft.com/office/drawing/2014/main" id="{6ECD4B52-B364-6AD7-F12A-E55C1B0EC971}"/>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Rectangle 151">
                  <a:extLst>
                    <a:ext uri="{FF2B5EF4-FFF2-40B4-BE49-F238E27FC236}">
                      <a16:creationId xmlns:a16="http://schemas.microsoft.com/office/drawing/2014/main" id="{99D7A4B8-AB06-98B8-9D09-45649EBCEF79}"/>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 name="Rectangle 152">
                  <a:extLst>
                    <a:ext uri="{FF2B5EF4-FFF2-40B4-BE49-F238E27FC236}">
                      <a16:creationId xmlns:a16="http://schemas.microsoft.com/office/drawing/2014/main" id="{857F5A80-E93C-8DCC-6F3F-332D4BC57C72}"/>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 name="Line 153">
                  <a:extLst>
                    <a:ext uri="{FF2B5EF4-FFF2-40B4-BE49-F238E27FC236}">
                      <a16:creationId xmlns:a16="http://schemas.microsoft.com/office/drawing/2014/main" id="{521CFE12-B929-230E-A62D-9E0CC1C111C8}"/>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9" name="Line 155">
              <a:extLst>
                <a:ext uri="{FF2B5EF4-FFF2-40B4-BE49-F238E27FC236}">
                  <a16:creationId xmlns:a16="http://schemas.microsoft.com/office/drawing/2014/main" id="{C2AEEB81-FA7E-259D-3AE5-F5247BB996DC}"/>
                </a:ext>
              </a:extLst>
            </p:cNvPr>
            <p:cNvSpPr>
              <a:spLocks noChangeShapeType="1"/>
            </p:cNvSpPr>
            <p:nvPr/>
          </p:nvSpPr>
          <p:spPr bwMode="auto">
            <a:xfrm>
              <a:off x="8360052" y="4592016"/>
              <a:ext cx="10636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Line 156">
              <a:extLst>
                <a:ext uri="{FF2B5EF4-FFF2-40B4-BE49-F238E27FC236}">
                  <a16:creationId xmlns:a16="http://schemas.microsoft.com/office/drawing/2014/main" id="{5BA19732-2911-990F-7527-329FF055798E}"/>
                </a:ext>
              </a:extLst>
            </p:cNvPr>
            <p:cNvSpPr>
              <a:spLocks noChangeShapeType="1"/>
            </p:cNvSpPr>
            <p:nvPr/>
          </p:nvSpPr>
          <p:spPr bwMode="auto">
            <a:xfrm flipV="1">
              <a:off x="8321952" y="4979366"/>
              <a:ext cx="1111250" cy="3175"/>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 name="Line 157">
              <a:extLst>
                <a:ext uri="{FF2B5EF4-FFF2-40B4-BE49-F238E27FC236}">
                  <a16:creationId xmlns:a16="http://schemas.microsoft.com/office/drawing/2014/main" id="{CFE14287-CFF6-6D60-2633-529F45AA1AB3}"/>
                </a:ext>
              </a:extLst>
            </p:cNvPr>
            <p:cNvSpPr>
              <a:spLocks noChangeShapeType="1"/>
            </p:cNvSpPr>
            <p:nvPr/>
          </p:nvSpPr>
          <p:spPr bwMode="auto">
            <a:xfrm>
              <a:off x="8321952" y="5411166"/>
              <a:ext cx="11017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 name="Line 158">
              <a:extLst>
                <a:ext uri="{FF2B5EF4-FFF2-40B4-BE49-F238E27FC236}">
                  <a16:creationId xmlns:a16="http://schemas.microsoft.com/office/drawing/2014/main" id="{9F7927F7-DBE6-9ADB-7A78-9047C921624E}"/>
                </a:ext>
              </a:extLst>
            </p:cNvPr>
            <p:cNvSpPr>
              <a:spLocks noChangeShapeType="1"/>
            </p:cNvSpPr>
            <p:nvPr/>
          </p:nvSpPr>
          <p:spPr bwMode="auto">
            <a:xfrm flipV="1">
              <a:off x="8604527"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 name="Line 159">
              <a:extLst>
                <a:ext uri="{FF2B5EF4-FFF2-40B4-BE49-F238E27FC236}">
                  <a16:creationId xmlns:a16="http://schemas.microsoft.com/office/drawing/2014/main" id="{D312E37B-2894-FFA5-02D1-0020242FA71F}"/>
                </a:ext>
              </a:extLst>
            </p:cNvPr>
            <p:cNvSpPr>
              <a:spLocks noChangeShapeType="1"/>
            </p:cNvSpPr>
            <p:nvPr/>
          </p:nvSpPr>
          <p:spPr bwMode="auto">
            <a:xfrm flipV="1">
              <a:off x="9026802"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 name="Line 160">
              <a:extLst>
                <a:ext uri="{FF2B5EF4-FFF2-40B4-BE49-F238E27FC236}">
                  <a16:creationId xmlns:a16="http://schemas.microsoft.com/office/drawing/2014/main" id="{CD99388C-C540-EAB4-4B1B-6B2FDC37CB70}"/>
                </a:ext>
              </a:extLst>
            </p:cNvPr>
            <p:cNvSpPr>
              <a:spLocks noChangeShapeType="1"/>
            </p:cNvSpPr>
            <p:nvPr/>
          </p:nvSpPr>
          <p:spPr bwMode="auto">
            <a:xfrm flipV="1">
              <a:off x="9423677" y="4582491"/>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 name="Oval 161">
              <a:extLst>
                <a:ext uri="{FF2B5EF4-FFF2-40B4-BE49-F238E27FC236}">
                  <a16:creationId xmlns:a16="http://schemas.microsoft.com/office/drawing/2014/main" id="{1FA7F6D4-14E1-B389-E0D3-75136797080F}"/>
                </a:ext>
              </a:extLst>
            </p:cNvPr>
            <p:cNvSpPr>
              <a:spLocks noChangeArrowheads="1"/>
            </p:cNvSpPr>
            <p:nvPr/>
          </p:nvSpPr>
          <p:spPr bwMode="auto">
            <a:xfrm>
              <a:off x="856325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 name="Oval 162">
              <a:extLst>
                <a:ext uri="{FF2B5EF4-FFF2-40B4-BE49-F238E27FC236}">
                  <a16:creationId xmlns:a16="http://schemas.microsoft.com/office/drawing/2014/main" id="{5CCB75A7-2C0C-E4B1-E812-41E38767A1BF}"/>
                </a:ext>
              </a:extLst>
            </p:cNvPr>
            <p:cNvSpPr>
              <a:spLocks noChangeArrowheads="1"/>
            </p:cNvSpPr>
            <p:nvPr/>
          </p:nvSpPr>
          <p:spPr bwMode="auto">
            <a:xfrm>
              <a:off x="856325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 name="Oval 163">
              <a:extLst>
                <a:ext uri="{FF2B5EF4-FFF2-40B4-BE49-F238E27FC236}">
                  <a16:creationId xmlns:a16="http://schemas.microsoft.com/office/drawing/2014/main" id="{93F8FD8F-7A91-502C-F7DB-4177071206D2}"/>
                </a:ext>
              </a:extLst>
            </p:cNvPr>
            <p:cNvSpPr>
              <a:spLocks noChangeArrowheads="1"/>
            </p:cNvSpPr>
            <p:nvPr/>
          </p:nvSpPr>
          <p:spPr bwMode="auto">
            <a:xfrm>
              <a:off x="855690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 name="Oval 164">
              <a:extLst>
                <a:ext uri="{FF2B5EF4-FFF2-40B4-BE49-F238E27FC236}">
                  <a16:creationId xmlns:a16="http://schemas.microsoft.com/office/drawing/2014/main" id="{9F3C431D-1C08-9053-8863-E872043CE50F}"/>
                </a:ext>
              </a:extLst>
            </p:cNvPr>
            <p:cNvSpPr>
              <a:spLocks noChangeArrowheads="1"/>
            </p:cNvSpPr>
            <p:nvPr/>
          </p:nvSpPr>
          <p:spPr bwMode="auto">
            <a:xfrm>
              <a:off x="898870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 name="Oval 165">
              <a:extLst>
                <a:ext uri="{FF2B5EF4-FFF2-40B4-BE49-F238E27FC236}">
                  <a16:creationId xmlns:a16="http://schemas.microsoft.com/office/drawing/2014/main" id="{65E9E20E-2D41-07EA-9D52-DF0E88CAC811}"/>
                </a:ext>
              </a:extLst>
            </p:cNvPr>
            <p:cNvSpPr>
              <a:spLocks noChangeArrowheads="1"/>
            </p:cNvSpPr>
            <p:nvPr/>
          </p:nvSpPr>
          <p:spPr bwMode="auto">
            <a:xfrm>
              <a:off x="898870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 name="Oval 166">
              <a:extLst>
                <a:ext uri="{FF2B5EF4-FFF2-40B4-BE49-F238E27FC236}">
                  <a16:creationId xmlns:a16="http://schemas.microsoft.com/office/drawing/2014/main" id="{6339FE05-2CAE-471B-0BE3-F14A012029F9}"/>
                </a:ext>
              </a:extLst>
            </p:cNvPr>
            <p:cNvSpPr>
              <a:spLocks noChangeArrowheads="1"/>
            </p:cNvSpPr>
            <p:nvPr/>
          </p:nvSpPr>
          <p:spPr bwMode="auto">
            <a:xfrm>
              <a:off x="898235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 name="Oval 167">
              <a:extLst>
                <a:ext uri="{FF2B5EF4-FFF2-40B4-BE49-F238E27FC236}">
                  <a16:creationId xmlns:a16="http://schemas.microsoft.com/office/drawing/2014/main" id="{DD31EEA8-1A3D-08CC-A744-303A565F8387}"/>
                </a:ext>
              </a:extLst>
            </p:cNvPr>
            <p:cNvSpPr>
              <a:spLocks noChangeArrowheads="1"/>
            </p:cNvSpPr>
            <p:nvPr/>
          </p:nvSpPr>
          <p:spPr bwMode="auto">
            <a:xfrm>
              <a:off x="9379227"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 name="Oval 168">
              <a:extLst>
                <a:ext uri="{FF2B5EF4-FFF2-40B4-BE49-F238E27FC236}">
                  <a16:creationId xmlns:a16="http://schemas.microsoft.com/office/drawing/2014/main" id="{63D7B1C3-D090-4993-76CE-5478DB8427F8}"/>
                </a:ext>
              </a:extLst>
            </p:cNvPr>
            <p:cNvSpPr>
              <a:spLocks noChangeArrowheads="1"/>
            </p:cNvSpPr>
            <p:nvPr/>
          </p:nvSpPr>
          <p:spPr bwMode="auto">
            <a:xfrm>
              <a:off x="9379227"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 name="Oval 169">
              <a:extLst>
                <a:ext uri="{FF2B5EF4-FFF2-40B4-BE49-F238E27FC236}">
                  <a16:creationId xmlns:a16="http://schemas.microsoft.com/office/drawing/2014/main" id="{DA311F35-6832-7C41-D9C4-0173695339A3}"/>
                </a:ext>
              </a:extLst>
            </p:cNvPr>
            <p:cNvSpPr>
              <a:spLocks noChangeArrowheads="1"/>
            </p:cNvSpPr>
            <p:nvPr/>
          </p:nvSpPr>
          <p:spPr bwMode="auto">
            <a:xfrm>
              <a:off x="9372877"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 name="Text Box 170">
              <a:extLst>
                <a:ext uri="{FF2B5EF4-FFF2-40B4-BE49-F238E27FC236}">
                  <a16:creationId xmlns:a16="http://schemas.microsoft.com/office/drawing/2014/main" id="{532BBFAD-EE03-5057-5ADD-6C667E94AC67}"/>
                </a:ext>
              </a:extLst>
            </p:cNvPr>
            <p:cNvSpPr txBox="1">
              <a:spLocks noChangeArrowheads="1"/>
            </p:cNvSpPr>
            <p:nvPr/>
          </p:nvSpPr>
          <p:spPr bwMode="auto">
            <a:xfrm>
              <a:off x="6675121" y="5767934"/>
              <a:ext cx="174919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interconnection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network</a:t>
              </a:r>
            </a:p>
          </p:txBody>
        </p:sp>
        <p:sp>
          <p:nvSpPr>
            <p:cNvPr id="25" name="Freeform 173">
              <a:extLst>
                <a:ext uri="{FF2B5EF4-FFF2-40B4-BE49-F238E27FC236}">
                  <a16:creationId xmlns:a16="http://schemas.microsoft.com/office/drawing/2014/main" id="{48CF77A6-DCB7-D368-6813-4296A16B8780}"/>
                </a:ext>
              </a:extLst>
            </p:cNvPr>
            <p:cNvSpPr>
              <a:spLocks/>
            </p:cNvSpPr>
            <p:nvPr/>
          </p:nvSpPr>
          <p:spPr bwMode="auto">
            <a:xfrm>
              <a:off x="7417077" y="4538041"/>
              <a:ext cx="1543050" cy="2014538"/>
            </a:xfrm>
            <a:custGeom>
              <a:avLst/>
              <a:gdLst>
                <a:gd name="T0" fmla="*/ 0 w 972"/>
                <a:gd name="T1" fmla="*/ 2147483647 h 1266"/>
                <a:gd name="T2" fmla="*/ 2147483647 w 972"/>
                <a:gd name="T3" fmla="*/ 0 h 1266"/>
                <a:gd name="T4" fmla="*/ 2147483647 w 972"/>
                <a:gd name="T5" fmla="*/ 2147483647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0" name="TextBox 59">
            <a:extLst>
              <a:ext uri="{FF2B5EF4-FFF2-40B4-BE49-F238E27FC236}">
                <a16:creationId xmlns:a16="http://schemas.microsoft.com/office/drawing/2014/main" id="{70C5C747-6053-6869-F3B3-8BADAA7FB804}"/>
              </a:ext>
            </a:extLst>
          </p:cNvPr>
          <p:cNvSpPr txBox="1"/>
          <p:nvPr/>
        </p:nvSpPr>
        <p:spPr>
          <a:xfrm>
            <a:off x="8741229" y="2376066"/>
            <a:ext cx="379743" cy="381181"/>
          </a:xfrm>
          <a:prstGeom prst="rect">
            <a:avLst/>
          </a:prstGeom>
          <a:noFill/>
        </p:spPr>
        <p:txBody>
          <a:bodyPr wrap="square" rtlCol="0">
            <a:spAutoFit/>
          </a:bodyPr>
          <a:lstStyle/>
          <a:p>
            <a:r>
              <a:rPr lang="en-IN" dirty="0"/>
              <a:t>A</a:t>
            </a:r>
          </a:p>
        </p:txBody>
      </p:sp>
      <p:sp>
        <p:nvSpPr>
          <p:cNvPr id="61" name="TextBox 60">
            <a:extLst>
              <a:ext uri="{FF2B5EF4-FFF2-40B4-BE49-F238E27FC236}">
                <a16:creationId xmlns:a16="http://schemas.microsoft.com/office/drawing/2014/main" id="{3CDCD194-5702-34EF-9611-EAC5D64277C3}"/>
              </a:ext>
            </a:extLst>
          </p:cNvPr>
          <p:cNvSpPr txBox="1"/>
          <p:nvPr/>
        </p:nvSpPr>
        <p:spPr>
          <a:xfrm>
            <a:off x="8763001" y="2789723"/>
            <a:ext cx="379743" cy="381181"/>
          </a:xfrm>
          <a:prstGeom prst="rect">
            <a:avLst/>
          </a:prstGeom>
          <a:noFill/>
        </p:spPr>
        <p:txBody>
          <a:bodyPr wrap="square" rtlCol="0">
            <a:spAutoFit/>
          </a:bodyPr>
          <a:lstStyle/>
          <a:p>
            <a:r>
              <a:rPr lang="en-IN" dirty="0"/>
              <a:t>B</a:t>
            </a:r>
          </a:p>
        </p:txBody>
      </p:sp>
      <p:sp>
        <p:nvSpPr>
          <p:cNvPr id="62" name="TextBox 61">
            <a:extLst>
              <a:ext uri="{FF2B5EF4-FFF2-40B4-BE49-F238E27FC236}">
                <a16:creationId xmlns:a16="http://schemas.microsoft.com/office/drawing/2014/main" id="{E596777C-FF1C-B11A-B6C5-6E4794C75FF0}"/>
              </a:ext>
            </a:extLst>
          </p:cNvPr>
          <p:cNvSpPr txBox="1"/>
          <p:nvPr/>
        </p:nvSpPr>
        <p:spPr>
          <a:xfrm>
            <a:off x="10167257" y="4477008"/>
            <a:ext cx="379743" cy="369332"/>
          </a:xfrm>
          <a:prstGeom prst="rect">
            <a:avLst/>
          </a:prstGeom>
          <a:noFill/>
        </p:spPr>
        <p:txBody>
          <a:bodyPr wrap="square" rtlCol="0">
            <a:spAutoFit/>
          </a:bodyPr>
          <a:lstStyle/>
          <a:p>
            <a:r>
              <a:rPr lang="en-IN" dirty="0"/>
              <a:t>0</a:t>
            </a:r>
          </a:p>
        </p:txBody>
      </p:sp>
      <p:sp>
        <p:nvSpPr>
          <p:cNvPr id="63" name="TextBox 62">
            <a:extLst>
              <a:ext uri="{FF2B5EF4-FFF2-40B4-BE49-F238E27FC236}">
                <a16:creationId xmlns:a16="http://schemas.microsoft.com/office/drawing/2014/main" id="{39055200-FA7B-242E-DCCF-C92FD207860F}"/>
              </a:ext>
            </a:extLst>
          </p:cNvPr>
          <p:cNvSpPr txBox="1"/>
          <p:nvPr/>
        </p:nvSpPr>
        <p:spPr>
          <a:xfrm>
            <a:off x="10580913" y="4487894"/>
            <a:ext cx="379743" cy="369332"/>
          </a:xfrm>
          <a:prstGeom prst="rect">
            <a:avLst/>
          </a:prstGeom>
          <a:noFill/>
        </p:spPr>
        <p:txBody>
          <a:bodyPr wrap="square" rtlCol="0">
            <a:spAutoFit/>
          </a:bodyPr>
          <a:lstStyle/>
          <a:p>
            <a:r>
              <a:rPr lang="en-IN" dirty="0"/>
              <a:t>1</a:t>
            </a:r>
          </a:p>
        </p:txBody>
      </p:sp>
      <p:sp>
        <p:nvSpPr>
          <p:cNvPr id="64" name="TextBox 63">
            <a:extLst>
              <a:ext uri="{FF2B5EF4-FFF2-40B4-BE49-F238E27FC236}">
                <a16:creationId xmlns:a16="http://schemas.microsoft.com/office/drawing/2014/main" id="{06563BFD-FE80-FBF7-5B4F-F2FA60B8F9D6}"/>
              </a:ext>
            </a:extLst>
          </p:cNvPr>
          <p:cNvSpPr txBox="1"/>
          <p:nvPr/>
        </p:nvSpPr>
        <p:spPr>
          <a:xfrm>
            <a:off x="10961913" y="4466124"/>
            <a:ext cx="379743" cy="369332"/>
          </a:xfrm>
          <a:prstGeom prst="rect">
            <a:avLst/>
          </a:prstGeom>
          <a:noFill/>
        </p:spPr>
        <p:txBody>
          <a:bodyPr wrap="square" rtlCol="0">
            <a:spAutoFit/>
          </a:bodyPr>
          <a:lstStyle/>
          <a:p>
            <a:r>
              <a:rPr lang="en-IN" dirty="0"/>
              <a:t>2</a:t>
            </a:r>
          </a:p>
        </p:txBody>
      </p:sp>
      <p:sp>
        <p:nvSpPr>
          <p:cNvPr id="65" name="TextBox 64">
            <a:extLst>
              <a:ext uri="{FF2B5EF4-FFF2-40B4-BE49-F238E27FC236}">
                <a16:creationId xmlns:a16="http://schemas.microsoft.com/office/drawing/2014/main" id="{465EAD7E-94BE-646C-F666-1AB95B46FE03}"/>
              </a:ext>
            </a:extLst>
          </p:cNvPr>
          <p:cNvSpPr txBox="1"/>
          <p:nvPr/>
        </p:nvSpPr>
        <p:spPr>
          <a:xfrm>
            <a:off x="8784772" y="3236036"/>
            <a:ext cx="379743" cy="381181"/>
          </a:xfrm>
          <a:prstGeom prst="rect">
            <a:avLst/>
          </a:prstGeom>
          <a:noFill/>
        </p:spPr>
        <p:txBody>
          <a:bodyPr wrap="square" rtlCol="0">
            <a:spAutoFit/>
          </a:bodyPr>
          <a:lstStyle/>
          <a:p>
            <a:r>
              <a:rPr lang="en-IN" dirty="0"/>
              <a:t>C</a:t>
            </a:r>
          </a:p>
        </p:txBody>
      </p:sp>
      <mc:AlternateContent xmlns:mc="http://schemas.openxmlformats.org/markup-compatibility/2006" xmlns:p14="http://schemas.microsoft.com/office/powerpoint/2010/main">
        <mc:Choice Requires="p14">
          <p:contentPart p14:bwMode="auto" r:id="rId3">
            <p14:nvContentPartPr>
              <p14:cNvPr id="59" name="Ink 58">
                <a:extLst>
                  <a:ext uri="{FF2B5EF4-FFF2-40B4-BE49-F238E27FC236}">
                    <a16:creationId xmlns:a16="http://schemas.microsoft.com/office/drawing/2014/main" id="{08242F0D-3B16-8A16-C0AE-9C8DBFF115B6}"/>
                  </a:ext>
                </a:extLst>
              </p14:cNvPr>
              <p14:cNvContentPartPr/>
              <p14:nvPr/>
            </p14:nvContentPartPr>
            <p14:xfrm>
              <a:off x="10208880" y="2249640"/>
              <a:ext cx="1289520" cy="902520"/>
            </p14:xfrm>
          </p:contentPart>
        </mc:Choice>
        <mc:Fallback xmlns="">
          <p:pic>
            <p:nvPicPr>
              <p:cNvPr id="59" name="Ink 58">
                <a:extLst>
                  <a:ext uri="{FF2B5EF4-FFF2-40B4-BE49-F238E27FC236}">
                    <a16:creationId xmlns:a16="http://schemas.microsoft.com/office/drawing/2014/main" id="{08242F0D-3B16-8A16-C0AE-9C8DBFF115B6}"/>
                  </a:ext>
                </a:extLst>
              </p:cNvPr>
              <p:cNvPicPr/>
              <p:nvPr/>
            </p:nvPicPr>
            <p:blipFill>
              <a:blip r:embed="rId4"/>
              <a:stretch>
                <a:fillRect/>
              </a:stretch>
            </p:blipFill>
            <p:spPr>
              <a:xfrm>
                <a:off x="10199520" y="2240280"/>
                <a:ext cx="1308240" cy="921240"/>
              </a:xfrm>
              <a:prstGeom prst="rect">
                <a:avLst/>
              </a:prstGeom>
            </p:spPr>
          </p:pic>
        </mc:Fallback>
      </mc:AlternateContent>
      <p:sp>
        <p:nvSpPr>
          <p:cNvPr id="66" name="TextBox 28">
            <a:extLst>
              <a:ext uri="{FF2B5EF4-FFF2-40B4-BE49-F238E27FC236}">
                <a16:creationId xmlns:a16="http://schemas.microsoft.com/office/drawing/2014/main" id="{F78E59EB-C229-1FC8-FC24-E30824C993DB}"/>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3636210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C43A6-5369-68D2-8FBA-9160E150F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943B3-AED0-CA19-A1CE-FE1CA5DE4248}"/>
              </a:ext>
            </a:extLst>
          </p:cNvPr>
          <p:cNvSpPr>
            <a:spLocks noGrp="1"/>
          </p:cNvSpPr>
          <p:nvPr>
            <p:ph type="title"/>
          </p:nvPr>
        </p:nvSpPr>
        <p:spPr/>
        <p:txBody>
          <a:bodyPr/>
          <a:lstStyle/>
          <a:p>
            <a:r>
              <a:rPr lang="en-IN" dirty="0"/>
              <a:t>Switching fabric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66FF5A-D9E1-E8D3-2362-6616DED5BF3D}"/>
                  </a:ext>
                </a:extLst>
              </p:cNvPr>
              <p:cNvSpPr>
                <a:spLocks noGrp="1"/>
              </p:cNvSpPr>
              <p:nvPr>
                <p:ph idx="1"/>
              </p:nvPr>
            </p:nvSpPr>
            <p:spPr>
              <a:xfrm>
                <a:off x="838200" y="1825625"/>
                <a:ext cx="6531609" cy="4351338"/>
              </a:xfrm>
            </p:spPr>
            <p:txBody>
              <a:bodyPr/>
              <a:lstStyle/>
              <a:p>
                <a:r>
                  <a:rPr lang="en-IN" dirty="0"/>
                  <a:t>Switching via an interconnection network</a:t>
                </a:r>
              </a:p>
              <a:p>
                <a:pPr lvl="1"/>
                <a14:m>
                  <m:oMath xmlns:m="http://schemas.openxmlformats.org/officeDocument/2006/math">
                    <m:r>
                      <a:rPr lang="en-IN" b="0" i="1" smtClean="0">
                        <a:latin typeface="Cambria Math" panose="02040503050406030204" pitchFamily="18" charset="0"/>
                      </a:rPr>
                      <m:t>𝐴</m:t>
                    </m:r>
                    <m:r>
                      <a:rPr lang="en-IN" b="0" i="1" smtClean="0">
                        <a:latin typeface="Cambria Math" panose="02040503050406030204" pitchFamily="18" charset="0"/>
                      </a:rPr>
                      <m:t> →1</m:t>
                    </m:r>
                  </m:oMath>
                </a14:m>
                <a:endParaRPr lang="en-IN" b="0" dirty="0"/>
              </a:p>
              <a:p>
                <a:pPr lvl="1"/>
                <a14:m>
                  <m:oMath xmlns:m="http://schemas.openxmlformats.org/officeDocument/2006/math">
                    <m:r>
                      <a:rPr lang="en-IN" b="0" i="1" smtClean="0">
                        <a:latin typeface="Cambria Math" panose="02040503050406030204" pitchFamily="18" charset="0"/>
                      </a:rPr>
                      <m:t>𝐵</m:t>
                    </m:r>
                    <m:r>
                      <a:rPr lang="en-IN" b="0" i="1" smtClean="0">
                        <a:latin typeface="Cambria Math" panose="02040503050406030204" pitchFamily="18" charset="0"/>
                      </a:rPr>
                      <m:t> →2</m:t>
                    </m:r>
                  </m:oMath>
                </a14:m>
                <a:endParaRPr lang="en-IN" b="0" dirty="0"/>
              </a:p>
              <a:p>
                <a:pPr lvl="1"/>
                <a14:m>
                  <m:oMath xmlns:m="http://schemas.openxmlformats.org/officeDocument/2006/math">
                    <m:r>
                      <a:rPr lang="en-IN" b="0" i="1" smtClean="0">
                        <a:latin typeface="Cambria Math" panose="02040503050406030204" pitchFamily="18" charset="0"/>
                      </a:rPr>
                      <m:t>𝐶</m:t>
                    </m:r>
                    <m:r>
                      <a:rPr lang="en-IN" b="0" i="1" smtClean="0">
                        <a:latin typeface="Cambria Math" panose="02040503050406030204" pitchFamily="18" charset="0"/>
                      </a:rPr>
                      <m:t> →0</m:t>
                    </m:r>
                  </m:oMath>
                </a14:m>
                <a:endParaRPr lang="en-IN" dirty="0"/>
              </a:p>
              <a:p>
                <a:pPr lvl="1"/>
                <a:r>
                  <a:rPr lang="en-IN" dirty="0"/>
                  <a:t>       means ON</a:t>
                </a:r>
              </a:p>
              <a:p>
                <a:pPr lvl="1"/>
                <a:r>
                  <a:rPr lang="en-IN" dirty="0"/>
                  <a:t>However, multiple crossbars on the same column can’t be ON simultaneously</a:t>
                </a:r>
              </a:p>
              <a:p>
                <a:pPr marL="457200" lvl="1" indent="0">
                  <a:buNone/>
                </a:pPr>
                <a:endParaRPr lang="en-IN" dirty="0"/>
              </a:p>
            </p:txBody>
          </p:sp>
        </mc:Choice>
        <mc:Fallback xmlns="">
          <p:sp>
            <p:nvSpPr>
              <p:cNvPr id="3" name="Content Placeholder 2">
                <a:extLst>
                  <a:ext uri="{FF2B5EF4-FFF2-40B4-BE49-F238E27FC236}">
                    <a16:creationId xmlns:a16="http://schemas.microsoft.com/office/drawing/2014/main" id="{C666FF5A-D9E1-E8D3-2362-6616DED5BF3D}"/>
                  </a:ext>
                </a:extLst>
              </p:cNvPr>
              <p:cNvSpPr>
                <a:spLocks noGrp="1" noRot="1" noChangeAspect="1" noMove="1" noResize="1" noEditPoints="1" noAdjustHandles="1" noChangeArrowheads="1" noChangeShapeType="1" noTextEdit="1"/>
              </p:cNvSpPr>
              <p:nvPr>
                <p:ph idx="1"/>
              </p:nvPr>
            </p:nvSpPr>
            <p:spPr>
              <a:xfrm>
                <a:off x="838200" y="1825625"/>
                <a:ext cx="6531609" cy="4351338"/>
              </a:xfrm>
              <a:blipFill>
                <a:blip r:embed="rId2"/>
                <a:stretch>
                  <a:fillRect l="-1681" t="-2241"/>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0C993AF7-9FF9-3846-44C0-E332278374B9}"/>
              </a:ext>
            </a:extLst>
          </p:cNvPr>
          <p:cNvGrpSpPr/>
          <p:nvPr/>
        </p:nvGrpSpPr>
        <p:grpSpPr>
          <a:xfrm>
            <a:off x="8357675" y="2487417"/>
            <a:ext cx="2854919" cy="1984375"/>
            <a:chOff x="6675121" y="4485654"/>
            <a:chExt cx="2854919" cy="1984375"/>
          </a:xfrm>
        </p:grpSpPr>
        <p:grpSp>
          <p:nvGrpSpPr>
            <p:cNvPr id="5" name="Group 118">
              <a:extLst>
                <a:ext uri="{FF2B5EF4-FFF2-40B4-BE49-F238E27FC236}">
                  <a16:creationId xmlns:a16="http://schemas.microsoft.com/office/drawing/2014/main" id="{B556070C-09EB-F84F-9DC8-230C32BDE07F}"/>
                </a:ext>
              </a:extLst>
            </p:cNvPr>
            <p:cNvGrpSpPr>
              <a:grpSpLocks/>
            </p:cNvGrpSpPr>
            <p:nvPr/>
          </p:nvGrpSpPr>
          <p:grpSpPr bwMode="auto">
            <a:xfrm>
              <a:off x="7469465" y="4485654"/>
              <a:ext cx="890587" cy="215900"/>
              <a:chOff x="876" y="2800"/>
              <a:chExt cx="642" cy="175"/>
            </a:xfrm>
          </p:grpSpPr>
          <p:sp>
            <p:nvSpPr>
              <p:cNvPr id="54" name="Rectangle 119">
                <a:extLst>
                  <a:ext uri="{FF2B5EF4-FFF2-40B4-BE49-F238E27FC236}">
                    <a16:creationId xmlns:a16="http://schemas.microsoft.com/office/drawing/2014/main" id="{16169789-67EB-8060-9CF1-CF495CAD18AD}"/>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 name="Rectangle 120">
                <a:extLst>
                  <a:ext uri="{FF2B5EF4-FFF2-40B4-BE49-F238E27FC236}">
                    <a16:creationId xmlns:a16="http://schemas.microsoft.com/office/drawing/2014/main" id="{30F72EFC-2850-0C4C-8F51-B3055359AD25}"/>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 name="Rectangle 121">
                <a:extLst>
                  <a:ext uri="{FF2B5EF4-FFF2-40B4-BE49-F238E27FC236}">
                    <a16:creationId xmlns:a16="http://schemas.microsoft.com/office/drawing/2014/main" id="{60681827-8891-6DBF-6574-E17F01C8587F}"/>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Rectangle 122">
                <a:extLst>
                  <a:ext uri="{FF2B5EF4-FFF2-40B4-BE49-F238E27FC236}">
                    <a16:creationId xmlns:a16="http://schemas.microsoft.com/office/drawing/2014/main" id="{5FA3FA47-4DFB-4F8C-8CE5-3779630E4154}"/>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8" name="Line 123">
                <a:extLst>
                  <a:ext uri="{FF2B5EF4-FFF2-40B4-BE49-F238E27FC236}">
                    <a16:creationId xmlns:a16="http://schemas.microsoft.com/office/drawing/2014/main" id="{B09556FE-ED96-ABC6-7815-9D5F7ECD077D}"/>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124">
              <a:extLst>
                <a:ext uri="{FF2B5EF4-FFF2-40B4-BE49-F238E27FC236}">
                  <a16:creationId xmlns:a16="http://schemas.microsoft.com/office/drawing/2014/main" id="{FF30E0D9-835B-2B97-AC6B-D881EF724838}"/>
                </a:ext>
              </a:extLst>
            </p:cNvPr>
            <p:cNvGrpSpPr>
              <a:grpSpLocks/>
            </p:cNvGrpSpPr>
            <p:nvPr/>
          </p:nvGrpSpPr>
          <p:grpSpPr bwMode="auto">
            <a:xfrm>
              <a:off x="7445652" y="4880941"/>
              <a:ext cx="890588" cy="215900"/>
              <a:chOff x="876" y="2800"/>
              <a:chExt cx="642" cy="175"/>
            </a:xfrm>
          </p:grpSpPr>
          <p:sp>
            <p:nvSpPr>
              <p:cNvPr id="49" name="Rectangle 125">
                <a:extLst>
                  <a:ext uri="{FF2B5EF4-FFF2-40B4-BE49-F238E27FC236}">
                    <a16:creationId xmlns:a16="http://schemas.microsoft.com/office/drawing/2014/main" id="{86F48C3E-FFAC-7346-892C-636BC8E0A6DD}"/>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 name="Rectangle 126">
                <a:extLst>
                  <a:ext uri="{FF2B5EF4-FFF2-40B4-BE49-F238E27FC236}">
                    <a16:creationId xmlns:a16="http://schemas.microsoft.com/office/drawing/2014/main" id="{31058815-BB02-FB23-4544-122FABC4CAF8}"/>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 name="Rectangle 127">
                <a:extLst>
                  <a:ext uri="{FF2B5EF4-FFF2-40B4-BE49-F238E27FC236}">
                    <a16:creationId xmlns:a16="http://schemas.microsoft.com/office/drawing/2014/main" id="{4547DEAD-58F7-6C42-A4F9-D3C221B4C9DA}"/>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Rectangle 128">
                <a:extLst>
                  <a:ext uri="{FF2B5EF4-FFF2-40B4-BE49-F238E27FC236}">
                    <a16:creationId xmlns:a16="http://schemas.microsoft.com/office/drawing/2014/main" id="{4EDA23FD-A17A-5D23-6AAA-54A62D483CB6}"/>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 name="Line 129">
                <a:extLst>
                  <a:ext uri="{FF2B5EF4-FFF2-40B4-BE49-F238E27FC236}">
                    <a16:creationId xmlns:a16="http://schemas.microsoft.com/office/drawing/2014/main" id="{C1AA0537-2AA6-3EFF-B76F-97DA9BB2A81B}"/>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 name="Group 130">
              <a:extLst>
                <a:ext uri="{FF2B5EF4-FFF2-40B4-BE49-F238E27FC236}">
                  <a16:creationId xmlns:a16="http://schemas.microsoft.com/office/drawing/2014/main" id="{C61CF722-9D01-F632-DBB4-96ED35CCBCCF}"/>
                </a:ext>
              </a:extLst>
            </p:cNvPr>
            <p:cNvGrpSpPr>
              <a:grpSpLocks/>
            </p:cNvGrpSpPr>
            <p:nvPr/>
          </p:nvGrpSpPr>
          <p:grpSpPr bwMode="auto">
            <a:xfrm>
              <a:off x="7440890" y="5307979"/>
              <a:ext cx="890587" cy="215900"/>
              <a:chOff x="876" y="2800"/>
              <a:chExt cx="642" cy="175"/>
            </a:xfrm>
          </p:grpSpPr>
          <p:sp>
            <p:nvSpPr>
              <p:cNvPr id="44" name="Rectangle 131">
                <a:extLst>
                  <a:ext uri="{FF2B5EF4-FFF2-40B4-BE49-F238E27FC236}">
                    <a16:creationId xmlns:a16="http://schemas.microsoft.com/office/drawing/2014/main" id="{15986FA3-EFED-8E69-460E-73FB249BE2AF}"/>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Rectangle 132">
                <a:extLst>
                  <a:ext uri="{FF2B5EF4-FFF2-40B4-BE49-F238E27FC236}">
                    <a16:creationId xmlns:a16="http://schemas.microsoft.com/office/drawing/2014/main" id="{270CFE88-4985-460B-68BE-C6A613466116}"/>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 name="Rectangle 133">
                <a:extLst>
                  <a:ext uri="{FF2B5EF4-FFF2-40B4-BE49-F238E27FC236}">
                    <a16:creationId xmlns:a16="http://schemas.microsoft.com/office/drawing/2014/main" id="{6303C7A9-EB32-7982-FD7B-8E718D6C3AA6}"/>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 name="Rectangle 134">
                <a:extLst>
                  <a:ext uri="{FF2B5EF4-FFF2-40B4-BE49-F238E27FC236}">
                    <a16:creationId xmlns:a16="http://schemas.microsoft.com/office/drawing/2014/main" id="{C5564105-41CC-42A8-409A-F9B82C21C8C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 name="Line 135">
                <a:extLst>
                  <a:ext uri="{FF2B5EF4-FFF2-40B4-BE49-F238E27FC236}">
                    <a16:creationId xmlns:a16="http://schemas.microsoft.com/office/drawing/2014/main" id="{40025FCC-9D2B-EF96-8E33-3872BF75278F}"/>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 name="Group 154">
              <a:extLst>
                <a:ext uri="{FF2B5EF4-FFF2-40B4-BE49-F238E27FC236}">
                  <a16:creationId xmlns:a16="http://schemas.microsoft.com/office/drawing/2014/main" id="{24C72F96-006D-EEB0-4B06-F09699EE5EDE}"/>
                </a:ext>
              </a:extLst>
            </p:cNvPr>
            <p:cNvGrpSpPr>
              <a:grpSpLocks/>
            </p:cNvGrpSpPr>
            <p:nvPr/>
          </p:nvGrpSpPr>
          <p:grpSpPr bwMode="auto">
            <a:xfrm rot="5400000">
              <a:off x="8564840" y="5504829"/>
              <a:ext cx="895350" cy="1035050"/>
              <a:chOff x="2954" y="2776"/>
              <a:chExt cx="564" cy="652"/>
            </a:xfrm>
          </p:grpSpPr>
          <p:grpSp>
            <p:nvGrpSpPr>
              <p:cNvPr id="26" name="Group 136">
                <a:extLst>
                  <a:ext uri="{FF2B5EF4-FFF2-40B4-BE49-F238E27FC236}">
                    <a16:creationId xmlns:a16="http://schemas.microsoft.com/office/drawing/2014/main" id="{7CFD7976-E858-A128-CC87-743A198E8A35}"/>
                  </a:ext>
                </a:extLst>
              </p:cNvPr>
              <p:cNvGrpSpPr>
                <a:grpSpLocks/>
              </p:cNvGrpSpPr>
              <p:nvPr/>
            </p:nvGrpSpPr>
            <p:grpSpPr bwMode="auto">
              <a:xfrm>
                <a:off x="2954" y="2776"/>
                <a:ext cx="561" cy="136"/>
                <a:chOff x="455" y="3463"/>
                <a:chExt cx="561" cy="136"/>
              </a:xfrm>
            </p:grpSpPr>
            <p:sp>
              <p:nvSpPr>
                <p:cNvPr id="39" name="Rectangle 137">
                  <a:extLst>
                    <a:ext uri="{FF2B5EF4-FFF2-40B4-BE49-F238E27FC236}">
                      <a16:creationId xmlns:a16="http://schemas.microsoft.com/office/drawing/2014/main" id="{0AA28578-56ED-DD0F-128E-23C016C0F864}"/>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 name="Rectangle 138">
                  <a:extLst>
                    <a:ext uri="{FF2B5EF4-FFF2-40B4-BE49-F238E27FC236}">
                      <a16:creationId xmlns:a16="http://schemas.microsoft.com/office/drawing/2014/main" id="{225C047B-794A-1ED5-4BC5-0946E27FA16B}"/>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 name="Rectangle 139">
                  <a:extLst>
                    <a:ext uri="{FF2B5EF4-FFF2-40B4-BE49-F238E27FC236}">
                      <a16:creationId xmlns:a16="http://schemas.microsoft.com/office/drawing/2014/main" id="{6F91C502-351A-7055-2AC7-65911477C222}"/>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 name="Rectangle 140">
                  <a:extLst>
                    <a:ext uri="{FF2B5EF4-FFF2-40B4-BE49-F238E27FC236}">
                      <a16:creationId xmlns:a16="http://schemas.microsoft.com/office/drawing/2014/main" id="{340ECC51-A246-FEF8-4B84-511E1225D9EC}"/>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 name="Line 141">
                  <a:extLst>
                    <a:ext uri="{FF2B5EF4-FFF2-40B4-BE49-F238E27FC236}">
                      <a16:creationId xmlns:a16="http://schemas.microsoft.com/office/drawing/2014/main" id="{29E21D51-73CC-7741-78F0-31BC9775A400}"/>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7" name="Group 142">
                <a:extLst>
                  <a:ext uri="{FF2B5EF4-FFF2-40B4-BE49-F238E27FC236}">
                    <a16:creationId xmlns:a16="http://schemas.microsoft.com/office/drawing/2014/main" id="{C5B39D62-8CE3-BA11-7107-FDBE80A596B2}"/>
                  </a:ext>
                </a:extLst>
              </p:cNvPr>
              <p:cNvGrpSpPr>
                <a:grpSpLocks/>
              </p:cNvGrpSpPr>
              <p:nvPr/>
            </p:nvGrpSpPr>
            <p:grpSpPr bwMode="auto">
              <a:xfrm>
                <a:off x="2957" y="3023"/>
                <a:ext cx="561" cy="136"/>
                <a:chOff x="455" y="3463"/>
                <a:chExt cx="561" cy="136"/>
              </a:xfrm>
            </p:grpSpPr>
            <p:sp>
              <p:nvSpPr>
                <p:cNvPr id="34" name="Rectangle 143">
                  <a:extLst>
                    <a:ext uri="{FF2B5EF4-FFF2-40B4-BE49-F238E27FC236}">
                      <a16:creationId xmlns:a16="http://schemas.microsoft.com/office/drawing/2014/main" id="{748F0D8C-7D34-A701-3CAF-431E52A31BF0}"/>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 name="Rectangle 144">
                  <a:extLst>
                    <a:ext uri="{FF2B5EF4-FFF2-40B4-BE49-F238E27FC236}">
                      <a16:creationId xmlns:a16="http://schemas.microsoft.com/office/drawing/2014/main" id="{E7A824CA-47CB-5963-E354-C2396DAF9F00}"/>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Rectangle 145">
                  <a:extLst>
                    <a:ext uri="{FF2B5EF4-FFF2-40B4-BE49-F238E27FC236}">
                      <a16:creationId xmlns:a16="http://schemas.microsoft.com/office/drawing/2014/main" id="{104BE7A4-5219-10B5-75CF-8686E47F6966}"/>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Rectangle 146">
                  <a:extLst>
                    <a:ext uri="{FF2B5EF4-FFF2-40B4-BE49-F238E27FC236}">
                      <a16:creationId xmlns:a16="http://schemas.microsoft.com/office/drawing/2014/main" id="{1CD91E13-C748-CD0D-478D-854E04283FE1}"/>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 name="Line 147">
                  <a:extLst>
                    <a:ext uri="{FF2B5EF4-FFF2-40B4-BE49-F238E27FC236}">
                      <a16:creationId xmlns:a16="http://schemas.microsoft.com/office/drawing/2014/main" id="{325C5EB6-F926-1BEA-B8C7-57CC3608E2B8}"/>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8" name="Group 148">
                <a:extLst>
                  <a:ext uri="{FF2B5EF4-FFF2-40B4-BE49-F238E27FC236}">
                    <a16:creationId xmlns:a16="http://schemas.microsoft.com/office/drawing/2014/main" id="{F10F5E68-E606-10A6-F0C4-C1B8644335BA}"/>
                  </a:ext>
                </a:extLst>
              </p:cNvPr>
              <p:cNvGrpSpPr>
                <a:grpSpLocks/>
              </p:cNvGrpSpPr>
              <p:nvPr/>
            </p:nvGrpSpPr>
            <p:grpSpPr bwMode="auto">
              <a:xfrm>
                <a:off x="2954" y="3292"/>
                <a:ext cx="561" cy="136"/>
                <a:chOff x="455" y="3463"/>
                <a:chExt cx="561" cy="136"/>
              </a:xfrm>
            </p:grpSpPr>
            <p:sp>
              <p:nvSpPr>
                <p:cNvPr id="29" name="Rectangle 149">
                  <a:extLst>
                    <a:ext uri="{FF2B5EF4-FFF2-40B4-BE49-F238E27FC236}">
                      <a16:creationId xmlns:a16="http://schemas.microsoft.com/office/drawing/2014/main" id="{847040F4-80B8-83CE-3AB5-EBF5D964F0EC}"/>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 name="Rectangle 150">
                  <a:extLst>
                    <a:ext uri="{FF2B5EF4-FFF2-40B4-BE49-F238E27FC236}">
                      <a16:creationId xmlns:a16="http://schemas.microsoft.com/office/drawing/2014/main" id="{CB73F606-7C9F-6002-DFBC-BC2A13769C11}"/>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Rectangle 151">
                  <a:extLst>
                    <a:ext uri="{FF2B5EF4-FFF2-40B4-BE49-F238E27FC236}">
                      <a16:creationId xmlns:a16="http://schemas.microsoft.com/office/drawing/2014/main" id="{E9EB605E-EF82-0F5A-DDF1-14058A90C015}"/>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 name="Rectangle 152">
                  <a:extLst>
                    <a:ext uri="{FF2B5EF4-FFF2-40B4-BE49-F238E27FC236}">
                      <a16:creationId xmlns:a16="http://schemas.microsoft.com/office/drawing/2014/main" id="{2A1EFF41-B2F3-F37C-C2AA-3CD3C169FB79}"/>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 name="Line 153">
                  <a:extLst>
                    <a:ext uri="{FF2B5EF4-FFF2-40B4-BE49-F238E27FC236}">
                      <a16:creationId xmlns:a16="http://schemas.microsoft.com/office/drawing/2014/main" id="{A2BCC7A8-4C61-CAC9-14B9-7DAF8169670B}"/>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9" name="Line 155">
              <a:extLst>
                <a:ext uri="{FF2B5EF4-FFF2-40B4-BE49-F238E27FC236}">
                  <a16:creationId xmlns:a16="http://schemas.microsoft.com/office/drawing/2014/main" id="{633AECE5-A171-0C5D-BCCF-1E31E80964AE}"/>
                </a:ext>
              </a:extLst>
            </p:cNvPr>
            <p:cNvSpPr>
              <a:spLocks noChangeShapeType="1"/>
            </p:cNvSpPr>
            <p:nvPr/>
          </p:nvSpPr>
          <p:spPr bwMode="auto">
            <a:xfrm>
              <a:off x="8360052" y="4592016"/>
              <a:ext cx="10636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Line 156">
              <a:extLst>
                <a:ext uri="{FF2B5EF4-FFF2-40B4-BE49-F238E27FC236}">
                  <a16:creationId xmlns:a16="http://schemas.microsoft.com/office/drawing/2014/main" id="{938F8EA1-A2E4-7EBC-6042-6E38BC7031EA}"/>
                </a:ext>
              </a:extLst>
            </p:cNvPr>
            <p:cNvSpPr>
              <a:spLocks noChangeShapeType="1"/>
            </p:cNvSpPr>
            <p:nvPr/>
          </p:nvSpPr>
          <p:spPr bwMode="auto">
            <a:xfrm flipV="1">
              <a:off x="8321952" y="4979366"/>
              <a:ext cx="1111250" cy="3175"/>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 name="Line 157">
              <a:extLst>
                <a:ext uri="{FF2B5EF4-FFF2-40B4-BE49-F238E27FC236}">
                  <a16:creationId xmlns:a16="http://schemas.microsoft.com/office/drawing/2014/main" id="{0817BFC7-E479-6C3B-80B0-B4D63DA05876}"/>
                </a:ext>
              </a:extLst>
            </p:cNvPr>
            <p:cNvSpPr>
              <a:spLocks noChangeShapeType="1"/>
            </p:cNvSpPr>
            <p:nvPr/>
          </p:nvSpPr>
          <p:spPr bwMode="auto">
            <a:xfrm>
              <a:off x="8321952" y="5411166"/>
              <a:ext cx="11017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 name="Line 158">
              <a:extLst>
                <a:ext uri="{FF2B5EF4-FFF2-40B4-BE49-F238E27FC236}">
                  <a16:creationId xmlns:a16="http://schemas.microsoft.com/office/drawing/2014/main" id="{721E8176-4ECA-B1E8-B31E-F0C883E0921D}"/>
                </a:ext>
              </a:extLst>
            </p:cNvPr>
            <p:cNvSpPr>
              <a:spLocks noChangeShapeType="1"/>
            </p:cNvSpPr>
            <p:nvPr/>
          </p:nvSpPr>
          <p:spPr bwMode="auto">
            <a:xfrm flipV="1">
              <a:off x="8604527"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 name="Line 159">
              <a:extLst>
                <a:ext uri="{FF2B5EF4-FFF2-40B4-BE49-F238E27FC236}">
                  <a16:creationId xmlns:a16="http://schemas.microsoft.com/office/drawing/2014/main" id="{8A3DD2E2-5CF7-7E3B-F211-E9F86E2DF872}"/>
                </a:ext>
              </a:extLst>
            </p:cNvPr>
            <p:cNvSpPr>
              <a:spLocks noChangeShapeType="1"/>
            </p:cNvSpPr>
            <p:nvPr/>
          </p:nvSpPr>
          <p:spPr bwMode="auto">
            <a:xfrm flipV="1">
              <a:off x="9026802"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 name="Line 160">
              <a:extLst>
                <a:ext uri="{FF2B5EF4-FFF2-40B4-BE49-F238E27FC236}">
                  <a16:creationId xmlns:a16="http://schemas.microsoft.com/office/drawing/2014/main" id="{D7099FA8-B660-F206-380B-ABAFDB800E75}"/>
                </a:ext>
              </a:extLst>
            </p:cNvPr>
            <p:cNvSpPr>
              <a:spLocks noChangeShapeType="1"/>
            </p:cNvSpPr>
            <p:nvPr/>
          </p:nvSpPr>
          <p:spPr bwMode="auto">
            <a:xfrm flipV="1">
              <a:off x="9423677" y="4582491"/>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 name="Oval 161">
              <a:extLst>
                <a:ext uri="{FF2B5EF4-FFF2-40B4-BE49-F238E27FC236}">
                  <a16:creationId xmlns:a16="http://schemas.microsoft.com/office/drawing/2014/main" id="{5ACAF9FC-7008-A710-EE8F-C5DAD6580E6A}"/>
                </a:ext>
              </a:extLst>
            </p:cNvPr>
            <p:cNvSpPr>
              <a:spLocks noChangeArrowheads="1"/>
            </p:cNvSpPr>
            <p:nvPr/>
          </p:nvSpPr>
          <p:spPr bwMode="auto">
            <a:xfrm>
              <a:off x="856325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 name="Oval 162">
              <a:extLst>
                <a:ext uri="{FF2B5EF4-FFF2-40B4-BE49-F238E27FC236}">
                  <a16:creationId xmlns:a16="http://schemas.microsoft.com/office/drawing/2014/main" id="{516CC9BE-4C37-A545-0190-1B5C12DBA4CC}"/>
                </a:ext>
              </a:extLst>
            </p:cNvPr>
            <p:cNvSpPr>
              <a:spLocks noChangeArrowheads="1"/>
            </p:cNvSpPr>
            <p:nvPr/>
          </p:nvSpPr>
          <p:spPr bwMode="auto">
            <a:xfrm>
              <a:off x="856325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 name="Oval 163">
              <a:extLst>
                <a:ext uri="{FF2B5EF4-FFF2-40B4-BE49-F238E27FC236}">
                  <a16:creationId xmlns:a16="http://schemas.microsoft.com/office/drawing/2014/main" id="{9929D375-2011-E017-7519-B434873271C8}"/>
                </a:ext>
              </a:extLst>
            </p:cNvPr>
            <p:cNvSpPr>
              <a:spLocks noChangeArrowheads="1"/>
            </p:cNvSpPr>
            <p:nvPr/>
          </p:nvSpPr>
          <p:spPr bwMode="auto">
            <a:xfrm>
              <a:off x="855690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 name="Oval 164">
              <a:extLst>
                <a:ext uri="{FF2B5EF4-FFF2-40B4-BE49-F238E27FC236}">
                  <a16:creationId xmlns:a16="http://schemas.microsoft.com/office/drawing/2014/main" id="{2D7DACB7-C2C6-2B2C-30D2-45EF34C169E4}"/>
                </a:ext>
              </a:extLst>
            </p:cNvPr>
            <p:cNvSpPr>
              <a:spLocks noChangeArrowheads="1"/>
            </p:cNvSpPr>
            <p:nvPr/>
          </p:nvSpPr>
          <p:spPr bwMode="auto">
            <a:xfrm>
              <a:off x="898870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 name="Oval 165">
              <a:extLst>
                <a:ext uri="{FF2B5EF4-FFF2-40B4-BE49-F238E27FC236}">
                  <a16:creationId xmlns:a16="http://schemas.microsoft.com/office/drawing/2014/main" id="{1E06AE65-B1B9-9AFB-5903-429F8397AFA6}"/>
                </a:ext>
              </a:extLst>
            </p:cNvPr>
            <p:cNvSpPr>
              <a:spLocks noChangeArrowheads="1"/>
            </p:cNvSpPr>
            <p:nvPr/>
          </p:nvSpPr>
          <p:spPr bwMode="auto">
            <a:xfrm>
              <a:off x="898870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 name="Oval 166">
              <a:extLst>
                <a:ext uri="{FF2B5EF4-FFF2-40B4-BE49-F238E27FC236}">
                  <a16:creationId xmlns:a16="http://schemas.microsoft.com/office/drawing/2014/main" id="{0A1A1F21-F495-0734-C4B9-7A9FAB97BAF0}"/>
                </a:ext>
              </a:extLst>
            </p:cNvPr>
            <p:cNvSpPr>
              <a:spLocks noChangeArrowheads="1"/>
            </p:cNvSpPr>
            <p:nvPr/>
          </p:nvSpPr>
          <p:spPr bwMode="auto">
            <a:xfrm>
              <a:off x="898235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 name="Oval 167">
              <a:extLst>
                <a:ext uri="{FF2B5EF4-FFF2-40B4-BE49-F238E27FC236}">
                  <a16:creationId xmlns:a16="http://schemas.microsoft.com/office/drawing/2014/main" id="{9F4F06AD-3E8C-581C-DA9E-DF52B30AEEB3}"/>
                </a:ext>
              </a:extLst>
            </p:cNvPr>
            <p:cNvSpPr>
              <a:spLocks noChangeArrowheads="1"/>
            </p:cNvSpPr>
            <p:nvPr/>
          </p:nvSpPr>
          <p:spPr bwMode="auto">
            <a:xfrm>
              <a:off x="9379227"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 name="Oval 168">
              <a:extLst>
                <a:ext uri="{FF2B5EF4-FFF2-40B4-BE49-F238E27FC236}">
                  <a16:creationId xmlns:a16="http://schemas.microsoft.com/office/drawing/2014/main" id="{1E2792CB-5EDA-EB7B-1C7F-5CB3B02D2DEB}"/>
                </a:ext>
              </a:extLst>
            </p:cNvPr>
            <p:cNvSpPr>
              <a:spLocks noChangeArrowheads="1"/>
            </p:cNvSpPr>
            <p:nvPr/>
          </p:nvSpPr>
          <p:spPr bwMode="auto">
            <a:xfrm>
              <a:off x="9379227"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 name="Oval 169">
              <a:extLst>
                <a:ext uri="{FF2B5EF4-FFF2-40B4-BE49-F238E27FC236}">
                  <a16:creationId xmlns:a16="http://schemas.microsoft.com/office/drawing/2014/main" id="{C5EBD203-6137-E13F-C18E-0F39BAE3B2A7}"/>
                </a:ext>
              </a:extLst>
            </p:cNvPr>
            <p:cNvSpPr>
              <a:spLocks noChangeArrowheads="1"/>
            </p:cNvSpPr>
            <p:nvPr/>
          </p:nvSpPr>
          <p:spPr bwMode="auto">
            <a:xfrm>
              <a:off x="9372877"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 name="Text Box 170">
              <a:extLst>
                <a:ext uri="{FF2B5EF4-FFF2-40B4-BE49-F238E27FC236}">
                  <a16:creationId xmlns:a16="http://schemas.microsoft.com/office/drawing/2014/main" id="{E668B82F-7917-DAE5-1D76-9ED12BF0319D}"/>
                </a:ext>
              </a:extLst>
            </p:cNvPr>
            <p:cNvSpPr txBox="1">
              <a:spLocks noChangeArrowheads="1"/>
            </p:cNvSpPr>
            <p:nvPr/>
          </p:nvSpPr>
          <p:spPr bwMode="auto">
            <a:xfrm>
              <a:off x="6675121" y="5767934"/>
              <a:ext cx="174919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interconnection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network</a:t>
              </a:r>
            </a:p>
          </p:txBody>
        </p:sp>
      </p:grpSp>
      <p:sp>
        <p:nvSpPr>
          <p:cNvPr id="59" name="Star: 5 Points 58">
            <a:extLst>
              <a:ext uri="{FF2B5EF4-FFF2-40B4-BE49-F238E27FC236}">
                <a16:creationId xmlns:a16="http://schemas.microsoft.com/office/drawing/2014/main" id="{2FC9C2A5-A4EC-3418-F256-59E2DB413A23}"/>
              </a:ext>
            </a:extLst>
          </p:cNvPr>
          <p:cNvSpPr/>
          <p:nvPr/>
        </p:nvSpPr>
        <p:spPr>
          <a:xfrm>
            <a:off x="10557863" y="2422102"/>
            <a:ext cx="307616" cy="33496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Star: 5 Points 59">
            <a:extLst>
              <a:ext uri="{FF2B5EF4-FFF2-40B4-BE49-F238E27FC236}">
                <a16:creationId xmlns:a16="http://schemas.microsoft.com/office/drawing/2014/main" id="{15A55D3F-2955-768D-7E8D-5ACEC752ECB5}"/>
              </a:ext>
            </a:extLst>
          </p:cNvPr>
          <p:cNvSpPr/>
          <p:nvPr/>
        </p:nvSpPr>
        <p:spPr>
          <a:xfrm>
            <a:off x="1653358" y="3445360"/>
            <a:ext cx="307616" cy="33496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Star: 5 Points 60">
            <a:extLst>
              <a:ext uri="{FF2B5EF4-FFF2-40B4-BE49-F238E27FC236}">
                <a16:creationId xmlns:a16="http://schemas.microsoft.com/office/drawing/2014/main" id="{BDECD25C-B420-A115-874A-C28D9C2837C7}"/>
              </a:ext>
            </a:extLst>
          </p:cNvPr>
          <p:cNvSpPr/>
          <p:nvPr/>
        </p:nvSpPr>
        <p:spPr>
          <a:xfrm>
            <a:off x="10938862" y="2792217"/>
            <a:ext cx="307616" cy="33496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Star: 5 Points 61">
            <a:extLst>
              <a:ext uri="{FF2B5EF4-FFF2-40B4-BE49-F238E27FC236}">
                <a16:creationId xmlns:a16="http://schemas.microsoft.com/office/drawing/2014/main" id="{96F98656-0407-99C1-FAB9-B02BE5BBFC5B}"/>
              </a:ext>
            </a:extLst>
          </p:cNvPr>
          <p:cNvSpPr/>
          <p:nvPr/>
        </p:nvSpPr>
        <p:spPr>
          <a:xfrm>
            <a:off x="10165975" y="3238531"/>
            <a:ext cx="307616" cy="33496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a:extLst>
              <a:ext uri="{FF2B5EF4-FFF2-40B4-BE49-F238E27FC236}">
                <a16:creationId xmlns:a16="http://schemas.microsoft.com/office/drawing/2014/main" id="{1DFF0C8C-0571-9470-FA83-5939BA3D1469}"/>
              </a:ext>
            </a:extLst>
          </p:cNvPr>
          <p:cNvSpPr txBox="1"/>
          <p:nvPr/>
        </p:nvSpPr>
        <p:spPr>
          <a:xfrm>
            <a:off x="8741229" y="2376066"/>
            <a:ext cx="379743" cy="381181"/>
          </a:xfrm>
          <a:prstGeom prst="rect">
            <a:avLst/>
          </a:prstGeom>
          <a:noFill/>
        </p:spPr>
        <p:txBody>
          <a:bodyPr wrap="square" rtlCol="0">
            <a:spAutoFit/>
          </a:bodyPr>
          <a:lstStyle/>
          <a:p>
            <a:r>
              <a:rPr lang="en-IN" dirty="0"/>
              <a:t>A</a:t>
            </a:r>
          </a:p>
        </p:txBody>
      </p:sp>
      <p:sp>
        <p:nvSpPr>
          <p:cNvPr id="64" name="TextBox 63">
            <a:extLst>
              <a:ext uri="{FF2B5EF4-FFF2-40B4-BE49-F238E27FC236}">
                <a16:creationId xmlns:a16="http://schemas.microsoft.com/office/drawing/2014/main" id="{9F537E88-9BD6-90C3-5B86-775786D58064}"/>
              </a:ext>
            </a:extLst>
          </p:cNvPr>
          <p:cNvSpPr txBox="1"/>
          <p:nvPr/>
        </p:nvSpPr>
        <p:spPr>
          <a:xfrm>
            <a:off x="8763001" y="2789723"/>
            <a:ext cx="379743" cy="381181"/>
          </a:xfrm>
          <a:prstGeom prst="rect">
            <a:avLst/>
          </a:prstGeom>
          <a:noFill/>
        </p:spPr>
        <p:txBody>
          <a:bodyPr wrap="square" rtlCol="0">
            <a:spAutoFit/>
          </a:bodyPr>
          <a:lstStyle/>
          <a:p>
            <a:r>
              <a:rPr lang="en-IN" dirty="0"/>
              <a:t>B</a:t>
            </a:r>
          </a:p>
        </p:txBody>
      </p:sp>
      <p:sp>
        <p:nvSpPr>
          <p:cNvPr id="65" name="TextBox 64">
            <a:extLst>
              <a:ext uri="{FF2B5EF4-FFF2-40B4-BE49-F238E27FC236}">
                <a16:creationId xmlns:a16="http://schemas.microsoft.com/office/drawing/2014/main" id="{4A8FDC5D-D8FE-7B1A-89C6-3E7B9D152FFA}"/>
              </a:ext>
            </a:extLst>
          </p:cNvPr>
          <p:cNvSpPr txBox="1"/>
          <p:nvPr/>
        </p:nvSpPr>
        <p:spPr>
          <a:xfrm>
            <a:off x="8784772" y="3236036"/>
            <a:ext cx="379743" cy="381181"/>
          </a:xfrm>
          <a:prstGeom prst="rect">
            <a:avLst/>
          </a:prstGeom>
          <a:noFill/>
        </p:spPr>
        <p:txBody>
          <a:bodyPr wrap="square" rtlCol="0">
            <a:spAutoFit/>
          </a:bodyPr>
          <a:lstStyle/>
          <a:p>
            <a:r>
              <a:rPr lang="en-IN" dirty="0"/>
              <a:t>C</a:t>
            </a:r>
          </a:p>
        </p:txBody>
      </p:sp>
      <p:sp>
        <p:nvSpPr>
          <p:cNvPr id="66" name="TextBox 65">
            <a:extLst>
              <a:ext uri="{FF2B5EF4-FFF2-40B4-BE49-F238E27FC236}">
                <a16:creationId xmlns:a16="http://schemas.microsoft.com/office/drawing/2014/main" id="{8AC20E06-1F3F-C9A0-6C36-A915C4508093}"/>
              </a:ext>
            </a:extLst>
          </p:cNvPr>
          <p:cNvSpPr txBox="1"/>
          <p:nvPr/>
        </p:nvSpPr>
        <p:spPr>
          <a:xfrm>
            <a:off x="10167257" y="4477008"/>
            <a:ext cx="379743" cy="369332"/>
          </a:xfrm>
          <a:prstGeom prst="rect">
            <a:avLst/>
          </a:prstGeom>
          <a:noFill/>
        </p:spPr>
        <p:txBody>
          <a:bodyPr wrap="square" rtlCol="0">
            <a:spAutoFit/>
          </a:bodyPr>
          <a:lstStyle/>
          <a:p>
            <a:r>
              <a:rPr lang="en-IN" dirty="0"/>
              <a:t>0</a:t>
            </a:r>
          </a:p>
        </p:txBody>
      </p:sp>
      <p:sp>
        <p:nvSpPr>
          <p:cNvPr id="67" name="TextBox 66">
            <a:extLst>
              <a:ext uri="{FF2B5EF4-FFF2-40B4-BE49-F238E27FC236}">
                <a16:creationId xmlns:a16="http://schemas.microsoft.com/office/drawing/2014/main" id="{386E7818-7BA5-BDA9-CA44-9ABE27D45137}"/>
              </a:ext>
            </a:extLst>
          </p:cNvPr>
          <p:cNvSpPr txBox="1"/>
          <p:nvPr/>
        </p:nvSpPr>
        <p:spPr>
          <a:xfrm>
            <a:off x="10580913" y="4487894"/>
            <a:ext cx="379743" cy="369332"/>
          </a:xfrm>
          <a:prstGeom prst="rect">
            <a:avLst/>
          </a:prstGeom>
          <a:noFill/>
        </p:spPr>
        <p:txBody>
          <a:bodyPr wrap="square" rtlCol="0">
            <a:spAutoFit/>
          </a:bodyPr>
          <a:lstStyle/>
          <a:p>
            <a:r>
              <a:rPr lang="en-IN" dirty="0"/>
              <a:t>1</a:t>
            </a:r>
          </a:p>
        </p:txBody>
      </p:sp>
      <p:sp>
        <p:nvSpPr>
          <p:cNvPr id="68" name="TextBox 67">
            <a:extLst>
              <a:ext uri="{FF2B5EF4-FFF2-40B4-BE49-F238E27FC236}">
                <a16:creationId xmlns:a16="http://schemas.microsoft.com/office/drawing/2014/main" id="{A976B359-2CA7-F0A2-1520-9288A75E2BAF}"/>
              </a:ext>
            </a:extLst>
          </p:cNvPr>
          <p:cNvSpPr txBox="1"/>
          <p:nvPr/>
        </p:nvSpPr>
        <p:spPr>
          <a:xfrm>
            <a:off x="10961913" y="4466124"/>
            <a:ext cx="379743" cy="369332"/>
          </a:xfrm>
          <a:prstGeom prst="rect">
            <a:avLst/>
          </a:prstGeom>
          <a:noFill/>
        </p:spPr>
        <p:txBody>
          <a:bodyPr wrap="square" rtlCol="0">
            <a:spAutoFit/>
          </a:bodyPr>
          <a:lstStyle/>
          <a:p>
            <a:r>
              <a:rPr lang="en-IN" dirty="0"/>
              <a:t>2</a:t>
            </a:r>
          </a:p>
        </p:txBody>
      </p:sp>
      <p:sp>
        <p:nvSpPr>
          <p:cNvPr id="25" name="TextBox 28">
            <a:extLst>
              <a:ext uri="{FF2B5EF4-FFF2-40B4-BE49-F238E27FC236}">
                <a16:creationId xmlns:a16="http://schemas.microsoft.com/office/drawing/2014/main" id="{D31B8AA6-0E7E-B4B0-8F5F-026074D08463}"/>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247626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4A68B-F5B4-E17C-A490-A62B26B88EB9}"/>
              </a:ext>
            </a:extLst>
          </p:cNvPr>
          <p:cNvSpPr>
            <a:spLocks noGrp="1"/>
          </p:cNvSpPr>
          <p:nvPr>
            <p:ph type="title"/>
          </p:nvPr>
        </p:nvSpPr>
        <p:spPr/>
        <p:txBody>
          <a:bodyPr/>
          <a:lstStyle/>
          <a:p>
            <a:r>
              <a:rPr lang="en-IN" dirty="0"/>
              <a:t>Interconnection network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0CA451-35ED-7759-8464-4876915D9C1D}"/>
                  </a:ext>
                </a:extLst>
              </p:cNvPr>
              <p:cNvSpPr>
                <a:spLocks noGrp="1"/>
              </p:cNvSpPr>
              <p:nvPr>
                <p:ph idx="1"/>
              </p:nvPr>
            </p:nvSpPr>
            <p:spPr/>
            <p:txBody>
              <a:bodyPr/>
              <a:lstStyle/>
              <a:p>
                <a:r>
                  <a:rPr lang="en-IN" dirty="0"/>
                  <a:t>The interconnection network is the most common type of switching fabric found in high-speed routers</a:t>
                </a:r>
              </a:p>
              <a:p>
                <a:endParaRPr lang="en-IN" dirty="0"/>
              </a:p>
              <a:p>
                <a:r>
                  <a:rPr lang="en-US" dirty="0"/>
                  <a:t>At each round, an efficient algorithm is needed to compute the set of input-output ports for transferring the packets</a:t>
                </a:r>
              </a:p>
              <a:p>
                <a:pPr lvl="1"/>
                <a:r>
                  <a:rPr lang="en-IN" dirty="0"/>
                  <a:t>e.g., </a:t>
                </a:r>
                <a14:m>
                  <m:oMath xmlns:m="http://schemas.openxmlformats.org/officeDocument/2006/math">
                    <m:r>
                      <a:rPr lang="en-IN" b="0" i="1" smtClean="0">
                        <a:latin typeface="Cambria Math" panose="02040503050406030204" pitchFamily="18" charset="0"/>
                      </a:rPr>
                      <m:t>𝑖</m:t>
                    </m:r>
                    <m:r>
                      <a:rPr lang="en-IN" b="0" i="1" smtClean="0">
                        <a:latin typeface="Cambria Math" panose="02040503050406030204" pitchFamily="18" charset="0"/>
                      </a:rPr>
                      <m:t>1 →</m:t>
                    </m:r>
                    <m:r>
                      <a:rPr lang="en-IN" b="0" i="1" smtClean="0">
                        <a:latin typeface="Cambria Math" panose="02040503050406030204" pitchFamily="18" charset="0"/>
                      </a:rPr>
                      <m:t>𝑜</m:t>
                    </m:r>
                    <m:r>
                      <a:rPr lang="en-IN" b="0" i="1" smtClean="0">
                        <a:latin typeface="Cambria Math" panose="02040503050406030204" pitchFamily="18" charset="0"/>
                      </a:rPr>
                      <m:t>1, </m:t>
                    </m:r>
                    <m:r>
                      <a:rPr lang="en-IN" b="0" i="1" smtClean="0">
                        <a:latin typeface="Cambria Math" panose="02040503050406030204" pitchFamily="18" charset="0"/>
                      </a:rPr>
                      <m:t>𝑜</m:t>
                    </m:r>
                    <m:r>
                      <a:rPr lang="en-IN" b="0" i="1" smtClean="0">
                        <a:latin typeface="Cambria Math" panose="02040503050406030204" pitchFamily="18" charset="0"/>
                      </a:rPr>
                      <m:t>2;  </m:t>
                    </m:r>
                    <m:r>
                      <a:rPr lang="en-IN" b="0" i="1" smtClean="0">
                        <a:latin typeface="Cambria Math" panose="02040503050406030204" pitchFamily="18" charset="0"/>
                      </a:rPr>
                      <m:t>𝑖</m:t>
                    </m:r>
                    <m:r>
                      <a:rPr lang="en-IN" b="0" i="1" smtClean="0">
                        <a:latin typeface="Cambria Math" panose="02040503050406030204" pitchFamily="18" charset="0"/>
                      </a:rPr>
                      <m:t>2 →</m:t>
                    </m:r>
                    <m:r>
                      <a:rPr lang="en-IN" b="0" i="1" smtClean="0">
                        <a:latin typeface="Cambria Math" panose="02040503050406030204" pitchFamily="18" charset="0"/>
                      </a:rPr>
                      <m:t>𝑜</m:t>
                    </m:r>
                    <m:r>
                      <a:rPr lang="en-IN" b="0" i="1" smtClean="0">
                        <a:latin typeface="Cambria Math" panose="02040503050406030204" pitchFamily="18" charset="0"/>
                      </a:rPr>
                      <m:t>1;</m:t>
                    </m:r>
                    <m:r>
                      <a:rPr lang="en-IN" b="0" i="1" smtClean="0">
                        <a:latin typeface="Cambria Math" panose="02040503050406030204" pitchFamily="18" charset="0"/>
                      </a:rPr>
                      <m:t>𝑖</m:t>
                    </m:r>
                    <m:r>
                      <a:rPr lang="en-IN" b="0" i="1" smtClean="0">
                        <a:latin typeface="Cambria Math" panose="02040503050406030204" pitchFamily="18" charset="0"/>
                      </a:rPr>
                      <m:t>3 →</m:t>
                    </m:r>
                    <m:r>
                      <a:rPr lang="en-IN" b="0" i="1" smtClean="0">
                        <a:latin typeface="Cambria Math" panose="02040503050406030204" pitchFamily="18" charset="0"/>
                      </a:rPr>
                      <m:t>𝑜</m:t>
                    </m:r>
                    <m:r>
                      <a:rPr lang="en-IN" b="0" i="1" smtClean="0">
                        <a:latin typeface="Cambria Math" panose="02040503050406030204" pitchFamily="18" charset="0"/>
                      </a:rPr>
                      <m:t>2, </m:t>
                    </m:r>
                    <m:r>
                      <a:rPr lang="en-IN" b="0" i="1" smtClean="0">
                        <a:latin typeface="Cambria Math" panose="02040503050406030204" pitchFamily="18" charset="0"/>
                      </a:rPr>
                      <m:t>𝑜</m:t>
                    </m:r>
                    <m:r>
                      <a:rPr lang="en-IN" b="0" i="1" smtClean="0">
                        <a:latin typeface="Cambria Math" panose="02040503050406030204" pitchFamily="18" charset="0"/>
                      </a:rPr>
                      <m:t>3 </m:t>
                    </m:r>
                  </m:oMath>
                </a14:m>
                <a:endParaRPr lang="en-IN" dirty="0"/>
              </a:p>
              <a:p>
                <a:pPr lvl="2"/>
                <a:r>
                  <a:rPr lang="en-IN" dirty="0"/>
                  <a:t>optimal solution:</a:t>
                </a:r>
              </a:p>
            </p:txBody>
          </p:sp>
        </mc:Choice>
        <mc:Fallback xmlns="">
          <p:sp>
            <p:nvSpPr>
              <p:cNvPr id="3" name="Content Placeholder 2">
                <a:extLst>
                  <a:ext uri="{FF2B5EF4-FFF2-40B4-BE49-F238E27FC236}">
                    <a16:creationId xmlns:a16="http://schemas.microsoft.com/office/drawing/2014/main" id="{8F0CA451-35ED-7759-8464-4876915D9C1D}"/>
                  </a:ext>
                </a:extLst>
              </p:cNvPr>
              <p:cNvSpPr>
                <a:spLocks noGrp="1" noRot="1" noChangeAspect="1" noMove="1" noResize="1" noEditPoints="1" noAdjustHandles="1" noChangeArrowheads="1" noChangeShapeType="1" noTextEdit="1"/>
              </p:cNvSpPr>
              <p:nvPr>
                <p:ph idx="1"/>
              </p:nvPr>
            </p:nvSpPr>
            <p:spPr>
              <a:blipFill>
                <a:blip r:embed="rId2"/>
                <a:stretch>
                  <a:fillRect l="-1043" t="-2241" r="-696"/>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026BC3BB-DD82-5A01-40A5-0F6362BD66B4}"/>
                  </a:ext>
                </a:extLst>
              </p14:cNvPr>
              <p14:cNvContentPartPr/>
              <p14:nvPr/>
            </p14:nvContentPartPr>
            <p14:xfrm>
              <a:off x="2201400" y="4417200"/>
              <a:ext cx="7034400" cy="1649880"/>
            </p14:xfrm>
          </p:contentPart>
        </mc:Choice>
        <mc:Fallback xmlns="">
          <p:pic>
            <p:nvPicPr>
              <p:cNvPr id="4" name="Ink 3">
                <a:extLst>
                  <a:ext uri="{FF2B5EF4-FFF2-40B4-BE49-F238E27FC236}">
                    <a16:creationId xmlns:a16="http://schemas.microsoft.com/office/drawing/2014/main" id="{026BC3BB-DD82-5A01-40A5-0F6362BD66B4}"/>
                  </a:ext>
                </a:extLst>
              </p:cNvPr>
              <p:cNvPicPr/>
              <p:nvPr/>
            </p:nvPicPr>
            <p:blipFill>
              <a:blip r:embed="rId4"/>
              <a:stretch>
                <a:fillRect/>
              </a:stretch>
            </p:blipFill>
            <p:spPr>
              <a:xfrm>
                <a:off x="2192040" y="4407840"/>
                <a:ext cx="7053120" cy="1668600"/>
              </a:xfrm>
              <a:prstGeom prst="rect">
                <a:avLst/>
              </a:prstGeom>
            </p:spPr>
          </p:pic>
        </mc:Fallback>
      </mc:AlternateContent>
    </p:spTree>
    <p:extLst>
      <p:ext uri="{BB962C8B-B14F-4D97-AF65-F5344CB8AC3E}">
        <p14:creationId xmlns:p14="http://schemas.microsoft.com/office/powerpoint/2010/main" val="951389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DBFFA-8D9F-77B7-22D6-26375DD78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9EEB2-91E0-DBAB-FF11-CC903D8812D1}"/>
              </a:ext>
            </a:extLst>
          </p:cNvPr>
          <p:cNvSpPr>
            <a:spLocks noGrp="1"/>
          </p:cNvSpPr>
          <p:nvPr>
            <p:ph type="title"/>
          </p:nvPr>
        </p:nvSpPr>
        <p:spPr/>
        <p:txBody>
          <a:bodyPr/>
          <a:lstStyle/>
          <a:p>
            <a:r>
              <a:rPr lang="en-IN" dirty="0"/>
              <a:t>Interconnection network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BD6ACA-94A6-E329-068C-FEDDF115D758}"/>
                  </a:ext>
                </a:extLst>
              </p:cNvPr>
              <p:cNvSpPr>
                <a:spLocks noGrp="1"/>
              </p:cNvSpPr>
              <p:nvPr>
                <p:ph idx="1"/>
              </p:nvPr>
            </p:nvSpPr>
            <p:spPr/>
            <p:txBody>
              <a:bodyPr/>
              <a:lstStyle/>
              <a:p>
                <a:r>
                  <a:rPr lang="en-IN" dirty="0"/>
                  <a:t>The interconnection network is the most common type of switching fabric found in high-speed routers</a:t>
                </a:r>
              </a:p>
              <a:p>
                <a:endParaRPr lang="en-IN" dirty="0"/>
              </a:p>
              <a:p>
                <a:r>
                  <a:rPr lang="en-US" dirty="0"/>
                  <a:t>At each round, an efficient algorithm is needed to compute the set of input-output ports for transferring the packets</a:t>
                </a:r>
              </a:p>
              <a:p>
                <a:pPr lvl="1"/>
                <a:r>
                  <a:rPr lang="en-IN" dirty="0"/>
                  <a:t>e.g., </a:t>
                </a:r>
                <a14:m>
                  <m:oMath xmlns:m="http://schemas.openxmlformats.org/officeDocument/2006/math">
                    <m:r>
                      <a:rPr lang="en-IN" b="0" i="1" smtClean="0">
                        <a:latin typeface="Cambria Math" panose="02040503050406030204" pitchFamily="18" charset="0"/>
                      </a:rPr>
                      <m:t>𝑖</m:t>
                    </m:r>
                    <m:r>
                      <a:rPr lang="en-IN" b="0" i="1" smtClean="0">
                        <a:latin typeface="Cambria Math" panose="02040503050406030204" pitchFamily="18" charset="0"/>
                      </a:rPr>
                      <m:t>1 →</m:t>
                    </m:r>
                    <m:r>
                      <a:rPr lang="en-IN" b="0" i="1" smtClean="0">
                        <a:latin typeface="Cambria Math" panose="02040503050406030204" pitchFamily="18" charset="0"/>
                      </a:rPr>
                      <m:t>𝑜</m:t>
                    </m:r>
                    <m:r>
                      <a:rPr lang="en-IN" b="0" i="1" smtClean="0">
                        <a:latin typeface="Cambria Math" panose="02040503050406030204" pitchFamily="18" charset="0"/>
                      </a:rPr>
                      <m:t>1, </m:t>
                    </m:r>
                    <m:r>
                      <a:rPr lang="en-IN" b="0" i="1" smtClean="0">
                        <a:latin typeface="Cambria Math" panose="02040503050406030204" pitchFamily="18" charset="0"/>
                      </a:rPr>
                      <m:t>𝑜</m:t>
                    </m:r>
                    <m:r>
                      <a:rPr lang="en-IN" b="0" i="1" smtClean="0">
                        <a:latin typeface="Cambria Math" panose="02040503050406030204" pitchFamily="18" charset="0"/>
                      </a:rPr>
                      <m:t>2;  </m:t>
                    </m:r>
                    <m:r>
                      <a:rPr lang="en-IN" b="0" i="1" smtClean="0">
                        <a:latin typeface="Cambria Math" panose="02040503050406030204" pitchFamily="18" charset="0"/>
                      </a:rPr>
                      <m:t>𝑖</m:t>
                    </m:r>
                    <m:r>
                      <a:rPr lang="en-IN" b="0" i="1" smtClean="0">
                        <a:latin typeface="Cambria Math" panose="02040503050406030204" pitchFamily="18" charset="0"/>
                      </a:rPr>
                      <m:t>2 →</m:t>
                    </m:r>
                    <m:r>
                      <a:rPr lang="en-IN" b="0" i="1" smtClean="0">
                        <a:latin typeface="Cambria Math" panose="02040503050406030204" pitchFamily="18" charset="0"/>
                      </a:rPr>
                      <m:t>𝑜</m:t>
                    </m:r>
                    <m:r>
                      <a:rPr lang="en-IN" b="0" i="1" smtClean="0">
                        <a:latin typeface="Cambria Math" panose="02040503050406030204" pitchFamily="18" charset="0"/>
                      </a:rPr>
                      <m:t>1;</m:t>
                    </m:r>
                    <m:r>
                      <a:rPr lang="en-IN" b="0" i="1" smtClean="0">
                        <a:latin typeface="Cambria Math" panose="02040503050406030204" pitchFamily="18" charset="0"/>
                      </a:rPr>
                      <m:t>𝑖</m:t>
                    </m:r>
                    <m:r>
                      <a:rPr lang="en-IN" b="0" i="1" smtClean="0">
                        <a:latin typeface="Cambria Math" panose="02040503050406030204" pitchFamily="18" charset="0"/>
                      </a:rPr>
                      <m:t>3 →</m:t>
                    </m:r>
                    <m:r>
                      <a:rPr lang="en-IN" b="0" i="1" smtClean="0">
                        <a:latin typeface="Cambria Math" panose="02040503050406030204" pitchFamily="18" charset="0"/>
                      </a:rPr>
                      <m:t>𝑜</m:t>
                    </m:r>
                    <m:r>
                      <a:rPr lang="en-IN" b="0" i="1" smtClean="0">
                        <a:latin typeface="Cambria Math" panose="02040503050406030204" pitchFamily="18" charset="0"/>
                      </a:rPr>
                      <m:t>2, </m:t>
                    </m:r>
                    <m:r>
                      <a:rPr lang="en-IN" b="0" i="1" smtClean="0">
                        <a:latin typeface="Cambria Math" panose="02040503050406030204" pitchFamily="18" charset="0"/>
                      </a:rPr>
                      <m:t>𝑜</m:t>
                    </m:r>
                    <m:r>
                      <a:rPr lang="en-IN" b="0" i="1" smtClean="0">
                        <a:latin typeface="Cambria Math" panose="02040503050406030204" pitchFamily="18" charset="0"/>
                      </a:rPr>
                      <m:t>3 </m:t>
                    </m:r>
                  </m:oMath>
                </a14:m>
                <a:endParaRPr lang="en-IN" dirty="0"/>
              </a:p>
              <a:p>
                <a:pPr lvl="2"/>
                <a:r>
                  <a:rPr lang="en-IN" dirty="0"/>
                  <a:t>optimal solution: </a:t>
                </a:r>
                <a14:m>
                  <m:oMath xmlns:m="http://schemas.openxmlformats.org/officeDocument/2006/math">
                    <m:r>
                      <a:rPr lang="en-IN" b="0" i="1" smtClean="0">
                        <a:latin typeface="Cambria Math" panose="02040503050406030204" pitchFamily="18" charset="0"/>
                      </a:rPr>
                      <m:t>𝑖</m:t>
                    </m:r>
                    <m:r>
                      <a:rPr lang="en-IN" b="0" i="1" smtClean="0">
                        <a:latin typeface="Cambria Math" panose="02040503050406030204" pitchFamily="18" charset="0"/>
                      </a:rPr>
                      <m:t>1 →</m:t>
                    </m:r>
                    <m:r>
                      <a:rPr lang="en-IN" b="0" i="1" smtClean="0">
                        <a:latin typeface="Cambria Math" panose="02040503050406030204" pitchFamily="18" charset="0"/>
                      </a:rPr>
                      <m:t>𝑜</m:t>
                    </m:r>
                    <m:r>
                      <a:rPr lang="en-IN" b="0" i="1" smtClean="0">
                        <a:latin typeface="Cambria Math" panose="02040503050406030204" pitchFamily="18" charset="0"/>
                      </a:rPr>
                      <m:t>2,  </m:t>
                    </m:r>
                    <m:r>
                      <a:rPr lang="en-IN" b="0" i="1" smtClean="0">
                        <a:latin typeface="Cambria Math" panose="02040503050406030204" pitchFamily="18" charset="0"/>
                      </a:rPr>
                      <m:t>𝑖</m:t>
                    </m:r>
                    <m:r>
                      <a:rPr lang="en-IN" b="0" i="1" smtClean="0">
                        <a:latin typeface="Cambria Math" panose="02040503050406030204" pitchFamily="18" charset="0"/>
                      </a:rPr>
                      <m:t>2 →</m:t>
                    </m:r>
                    <m:r>
                      <a:rPr lang="en-IN" b="0" i="1" smtClean="0">
                        <a:latin typeface="Cambria Math" panose="02040503050406030204" pitchFamily="18" charset="0"/>
                      </a:rPr>
                      <m:t>𝑜</m:t>
                    </m:r>
                    <m:r>
                      <a:rPr lang="en-IN" b="0" i="1" smtClean="0">
                        <a:latin typeface="Cambria Math" panose="02040503050406030204" pitchFamily="18" charset="0"/>
                      </a:rPr>
                      <m:t>1, </m:t>
                    </m:r>
                    <m:r>
                      <a:rPr lang="en-IN" b="0" i="1" smtClean="0">
                        <a:latin typeface="Cambria Math" panose="02040503050406030204" pitchFamily="18" charset="0"/>
                      </a:rPr>
                      <m:t>𝑖</m:t>
                    </m:r>
                    <m:r>
                      <a:rPr lang="en-IN" b="0" i="1" smtClean="0">
                        <a:latin typeface="Cambria Math" panose="02040503050406030204" pitchFamily="18" charset="0"/>
                      </a:rPr>
                      <m:t>3 →</m:t>
                    </m:r>
                    <m:r>
                      <a:rPr lang="en-IN" b="0" i="1" smtClean="0">
                        <a:latin typeface="Cambria Math" panose="02040503050406030204" pitchFamily="18" charset="0"/>
                      </a:rPr>
                      <m:t>𝑜</m:t>
                    </m:r>
                    <m:r>
                      <a:rPr lang="en-IN" b="0" i="1" smtClean="0">
                        <a:latin typeface="Cambria Math" panose="02040503050406030204" pitchFamily="18" charset="0"/>
                      </a:rPr>
                      <m:t>3</m:t>
                    </m:r>
                  </m:oMath>
                </a14:m>
                <a:endParaRPr lang="en-IN" dirty="0"/>
              </a:p>
              <a:p>
                <a:pPr lvl="2"/>
                <a:r>
                  <a:rPr lang="en-IN" dirty="0"/>
                  <a:t>The routers don’t implement algorithms for an optimal solution, because of the nanosecond time budget for packet transfer</a:t>
                </a:r>
              </a:p>
              <a:p>
                <a:endParaRPr lang="en-IN" dirty="0"/>
              </a:p>
            </p:txBody>
          </p:sp>
        </mc:Choice>
        <mc:Fallback xmlns="">
          <p:sp>
            <p:nvSpPr>
              <p:cNvPr id="3" name="Content Placeholder 2">
                <a:extLst>
                  <a:ext uri="{FF2B5EF4-FFF2-40B4-BE49-F238E27FC236}">
                    <a16:creationId xmlns:a16="http://schemas.microsoft.com/office/drawing/2014/main" id="{46BD6ACA-94A6-E329-068C-FEDDF115D758}"/>
                  </a:ext>
                </a:extLst>
              </p:cNvPr>
              <p:cNvSpPr>
                <a:spLocks noGrp="1" noRot="1" noChangeAspect="1" noMove="1" noResize="1" noEditPoints="1" noAdjustHandles="1" noChangeArrowheads="1" noChangeShapeType="1" noTextEdit="1"/>
              </p:cNvSpPr>
              <p:nvPr>
                <p:ph idx="1"/>
              </p:nvPr>
            </p:nvSpPr>
            <p:spPr>
              <a:blipFill>
                <a:blip r:embed="rId2"/>
                <a:stretch>
                  <a:fillRect l="-1043" t="-2241" r="-696"/>
                </a:stretch>
              </a:blipFill>
            </p:spPr>
            <p:txBody>
              <a:bodyPr/>
              <a:lstStyle/>
              <a:p>
                <a:r>
                  <a:rPr lang="en-IN">
                    <a:noFill/>
                  </a:rPr>
                  <a:t> </a:t>
                </a:r>
              </a:p>
            </p:txBody>
          </p:sp>
        </mc:Fallback>
      </mc:AlternateContent>
    </p:spTree>
    <p:extLst>
      <p:ext uri="{BB962C8B-B14F-4D97-AF65-F5344CB8AC3E}">
        <p14:creationId xmlns:p14="http://schemas.microsoft.com/office/powerpoint/2010/main" val="966385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7B06B-E9B9-AA5F-C416-9F5C995412D6}"/>
              </a:ext>
            </a:extLst>
          </p:cNvPr>
          <p:cNvSpPr>
            <a:spLocks noGrp="1"/>
          </p:cNvSpPr>
          <p:nvPr>
            <p:ph type="title"/>
          </p:nvPr>
        </p:nvSpPr>
        <p:spPr/>
        <p:txBody>
          <a:bodyPr/>
          <a:lstStyle/>
          <a:p>
            <a:r>
              <a:rPr lang="en-IN" dirty="0"/>
              <a:t>Queuing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64162E-6DEC-F1B2-3C2F-6CE11AA7CB84}"/>
                  </a:ext>
                </a:extLst>
              </p:cNvPr>
              <p:cNvSpPr>
                <a:spLocks noGrp="1"/>
              </p:cNvSpPr>
              <p:nvPr>
                <p:ph idx="1"/>
              </p:nvPr>
            </p:nvSpPr>
            <p:spPr/>
            <p:txBody>
              <a:bodyPr/>
              <a:lstStyle/>
              <a:p>
                <a:r>
                  <a:rPr lang="en-IN" dirty="0"/>
                  <a:t>Suppose there are </a:t>
                </a:r>
                <a14:m>
                  <m:oMath xmlns:m="http://schemas.openxmlformats.org/officeDocument/2006/math">
                    <m:r>
                      <a:rPr lang="en-IN" i="1" dirty="0" smtClean="0">
                        <a:latin typeface="Cambria Math" panose="02040503050406030204" pitchFamily="18" charset="0"/>
                      </a:rPr>
                      <m:t>𝑁</m:t>
                    </m:r>
                  </m:oMath>
                </a14:m>
                <a:r>
                  <a:rPr lang="en-IN" dirty="0"/>
                  <a:t> input queues and </a:t>
                </a:r>
                <a14:m>
                  <m:oMath xmlns:m="http://schemas.openxmlformats.org/officeDocument/2006/math">
                    <m:r>
                      <a:rPr lang="en-IN" i="1" dirty="0" smtClean="0">
                        <a:latin typeface="Cambria Math" panose="02040503050406030204" pitchFamily="18" charset="0"/>
                      </a:rPr>
                      <m:t>𝑁</m:t>
                    </m:r>
                  </m:oMath>
                </a14:m>
                <a:r>
                  <a:rPr lang="en-IN" dirty="0"/>
                  <a:t> output queues</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𝑙𝑖𝑛𝑒</m:t>
                        </m:r>
                      </m:sub>
                    </m:sSub>
                  </m:oMath>
                </a14:m>
                <a:r>
                  <a:rPr lang="en-IN" dirty="0"/>
                  <a:t> is the link transmission rate at all input and output ports</a:t>
                </a:r>
              </a:p>
              <a:p>
                <a:r>
                  <a:rPr lang="en-IN" dirty="0"/>
                  <a: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𝑠𝑤𝑖𝑡𝑐h</m:t>
                        </m:r>
                      </m:sub>
                    </m:sSub>
                  </m:oMath>
                </a14:m>
                <a:r>
                  <a:rPr lang="en-IN" dirty="0"/>
                  <a:t> is the rate at which the packets can be moved from an input to an output port</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𝑠𝑤𝑖𝑡𝑐h</m:t>
                        </m:r>
                      </m:sub>
                    </m:sSub>
                  </m:oMath>
                </a14:m>
                <a:r>
                  <a:rPr lang="en-IN" dirty="0"/>
                  <a:t> = </a:t>
                </a:r>
                <a14:m>
                  <m:oMath xmlns:m="http://schemas.openxmlformats.org/officeDocument/2006/math">
                    <m:r>
                      <a:rPr lang="en-IN" b="0" i="1" smtClean="0">
                        <a:latin typeface="Cambria Math" panose="02040503050406030204" pitchFamily="18" charset="0"/>
                      </a:rPr>
                      <m:t>𝑁</m:t>
                    </m:r>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𝑙𝑖𝑛𝑒</m:t>
                        </m:r>
                      </m:sub>
                    </m:sSub>
                  </m:oMath>
                </a14:m>
                <a:endParaRPr lang="en-IN" dirty="0"/>
              </a:p>
              <a:p>
                <a:r>
                  <a:rPr lang="en-IN" dirty="0"/>
                  <a:t>Is significant queueing possible at input ports</a:t>
                </a:r>
              </a:p>
            </p:txBody>
          </p:sp>
        </mc:Choice>
        <mc:Fallback xmlns="">
          <p:sp>
            <p:nvSpPr>
              <p:cNvPr id="3" name="Content Placeholder 2">
                <a:extLst>
                  <a:ext uri="{FF2B5EF4-FFF2-40B4-BE49-F238E27FC236}">
                    <a16:creationId xmlns:a16="http://schemas.microsoft.com/office/drawing/2014/main" id="{5264162E-6DEC-F1B2-3C2F-6CE11AA7CB8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5223924-4C64-6085-F9C3-687C60E829A0}"/>
                  </a:ext>
                </a:extLst>
              </p14:cNvPr>
              <p14:cNvContentPartPr/>
              <p14:nvPr/>
            </p14:nvContentPartPr>
            <p14:xfrm>
              <a:off x="6947280" y="-756000"/>
              <a:ext cx="4862880" cy="3312000"/>
            </p14:xfrm>
          </p:contentPart>
        </mc:Choice>
        <mc:Fallback xmlns="">
          <p:pic>
            <p:nvPicPr>
              <p:cNvPr id="4" name="Ink 3">
                <a:extLst>
                  <a:ext uri="{FF2B5EF4-FFF2-40B4-BE49-F238E27FC236}">
                    <a16:creationId xmlns:a16="http://schemas.microsoft.com/office/drawing/2014/main" id="{F5223924-4C64-6085-F9C3-687C60E829A0}"/>
                  </a:ext>
                </a:extLst>
              </p:cNvPr>
              <p:cNvPicPr/>
              <p:nvPr/>
            </p:nvPicPr>
            <p:blipFill>
              <a:blip r:embed="rId4"/>
              <a:stretch>
                <a:fillRect/>
              </a:stretch>
            </p:blipFill>
            <p:spPr>
              <a:xfrm>
                <a:off x="6937920" y="-765360"/>
                <a:ext cx="4881600" cy="3330720"/>
              </a:xfrm>
              <a:prstGeom prst="rect">
                <a:avLst/>
              </a:prstGeom>
            </p:spPr>
          </p:pic>
        </mc:Fallback>
      </mc:AlternateContent>
    </p:spTree>
    <p:extLst>
      <p:ext uri="{BB962C8B-B14F-4D97-AF65-F5344CB8AC3E}">
        <p14:creationId xmlns:p14="http://schemas.microsoft.com/office/powerpoint/2010/main" val="251920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148E4-5A30-B4A4-0C77-1CD4B5282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5CC4D-04C0-9F2F-3708-EB05B1E3E94E}"/>
              </a:ext>
            </a:extLst>
          </p:cNvPr>
          <p:cNvSpPr>
            <a:spLocks noGrp="1"/>
          </p:cNvSpPr>
          <p:nvPr>
            <p:ph type="title"/>
          </p:nvPr>
        </p:nvSpPr>
        <p:spPr/>
        <p:txBody>
          <a:bodyPr/>
          <a:lstStyle/>
          <a:p>
            <a:r>
              <a:rPr lang="en-IN" dirty="0"/>
              <a:t>Queuing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F4C3E9-4A8E-2C16-6E9B-3485BFF0347D}"/>
                  </a:ext>
                </a:extLst>
              </p:cNvPr>
              <p:cNvSpPr>
                <a:spLocks noGrp="1"/>
              </p:cNvSpPr>
              <p:nvPr>
                <p:ph idx="1"/>
              </p:nvPr>
            </p:nvSpPr>
            <p:spPr/>
            <p:txBody>
              <a:bodyPr/>
              <a:lstStyle/>
              <a:p>
                <a:r>
                  <a:rPr lang="en-IN" dirty="0"/>
                  <a:t>Suppose there are </a:t>
                </a:r>
                <a14:m>
                  <m:oMath xmlns:m="http://schemas.openxmlformats.org/officeDocument/2006/math">
                    <m:r>
                      <a:rPr lang="en-IN" i="1" dirty="0" smtClean="0">
                        <a:latin typeface="Cambria Math" panose="02040503050406030204" pitchFamily="18" charset="0"/>
                      </a:rPr>
                      <m:t>𝑁</m:t>
                    </m:r>
                  </m:oMath>
                </a14:m>
                <a:r>
                  <a:rPr lang="en-IN" dirty="0"/>
                  <a:t> input queues and </a:t>
                </a:r>
                <a14:m>
                  <m:oMath xmlns:m="http://schemas.openxmlformats.org/officeDocument/2006/math">
                    <m:r>
                      <a:rPr lang="en-IN" i="1" dirty="0" smtClean="0">
                        <a:latin typeface="Cambria Math" panose="02040503050406030204" pitchFamily="18" charset="0"/>
                      </a:rPr>
                      <m:t>𝑁</m:t>
                    </m:r>
                  </m:oMath>
                </a14:m>
                <a:r>
                  <a:rPr lang="en-IN" dirty="0"/>
                  <a:t> output queues</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𝑙𝑖𝑛𝑒</m:t>
                        </m:r>
                      </m:sub>
                    </m:sSub>
                  </m:oMath>
                </a14:m>
                <a:r>
                  <a:rPr lang="en-IN" dirty="0"/>
                  <a:t> is the link transmission rate at all input and output ports</a:t>
                </a:r>
              </a:p>
              <a:p>
                <a:r>
                  <a:rPr lang="en-IN" dirty="0"/>
                  <a: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𝑠𝑤𝑖𝑡𝑐h</m:t>
                        </m:r>
                      </m:sub>
                    </m:sSub>
                  </m:oMath>
                </a14:m>
                <a:r>
                  <a:rPr lang="en-IN" dirty="0"/>
                  <a:t> is the rate at which the packets can be moved from an input to an output port</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𝑠𝑤𝑖𝑡𝑐h</m:t>
                        </m:r>
                      </m:sub>
                    </m:sSub>
                  </m:oMath>
                </a14:m>
                <a:r>
                  <a:rPr lang="en-IN" dirty="0"/>
                  <a:t> = </a:t>
                </a:r>
                <a14:m>
                  <m:oMath xmlns:m="http://schemas.openxmlformats.org/officeDocument/2006/math">
                    <m:r>
                      <a:rPr lang="en-IN" b="0" i="1" smtClean="0">
                        <a:latin typeface="Cambria Math" panose="02040503050406030204" pitchFamily="18" charset="0"/>
                      </a:rPr>
                      <m:t>𝑁</m:t>
                    </m:r>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𝑙𝑖𝑛𝑒</m:t>
                        </m:r>
                      </m:sub>
                    </m:sSub>
                  </m:oMath>
                </a14:m>
                <a:endParaRPr lang="en-IN" dirty="0"/>
              </a:p>
              <a:p>
                <a:r>
                  <a:rPr lang="en-IN" dirty="0"/>
                  <a:t>Is significant queueing possible at input ports</a:t>
                </a:r>
              </a:p>
              <a:p>
                <a:pPr lvl="1"/>
                <a:r>
                  <a:rPr lang="en-IN" dirty="0"/>
                  <a:t>No, because even in the worst case, when all </a:t>
                </a:r>
                <a14:m>
                  <m:oMath xmlns:m="http://schemas.openxmlformats.org/officeDocument/2006/math">
                    <m:r>
                      <a:rPr lang="en-IN" b="0" i="1" smtClean="0">
                        <a:latin typeface="Cambria Math" panose="02040503050406030204" pitchFamily="18" charset="0"/>
                      </a:rPr>
                      <m:t>𝑁</m:t>
                    </m:r>
                  </m:oMath>
                </a14:m>
                <a:r>
                  <a:rPr lang="en-IN" dirty="0"/>
                  <a:t> input ports try to send a packet to the same output port, all of them can transfer the packet before the next packet arrives </a:t>
                </a:r>
              </a:p>
              <a:p>
                <a:pPr lvl="1"/>
                <a:r>
                  <a:rPr lang="en-IN" dirty="0"/>
                  <a:t>Assuming all packets are of the same size</a:t>
                </a:r>
              </a:p>
              <a:p>
                <a:pPr lvl="1"/>
                <a:endParaRPr lang="en-IN" dirty="0"/>
              </a:p>
            </p:txBody>
          </p:sp>
        </mc:Choice>
        <mc:Fallback xmlns="">
          <p:sp>
            <p:nvSpPr>
              <p:cNvPr id="3" name="Content Placeholder 2">
                <a:extLst>
                  <a:ext uri="{FF2B5EF4-FFF2-40B4-BE49-F238E27FC236}">
                    <a16:creationId xmlns:a16="http://schemas.microsoft.com/office/drawing/2014/main" id="{C1F4C3E9-4A8E-2C16-6E9B-3485BFF0347D}"/>
                  </a:ext>
                </a:extLst>
              </p:cNvPr>
              <p:cNvSpPr>
                <a:spLocks noGrp="1" noRot="1" noChangeAspect="1" noMove="1" noResize="1" noEditPoints="1" noAdjustHandles="1" noChangeArrowheads="1" noChangeShapeType="1" noTextEdit="1"/>
              </p:cNvSpPr>
              <p:nvPr>
                <p:ph idx="1"/>
              </p:nvPr>
            </p:nvSpPr>
            <p:spPr>
              <a:blipFill>
                <a:blip r:embed="rId2"/>
                <a:stretch>
                  <a:fillRect l="-1043" t="-2241" r="-1217" b="-3081"/>
                </a:stretch>
              </a:blipFill>
            </p:spPr>
            <p:txBody>
              <a:bodyPr/>
              <a:lstStyle/>
              <a:p>
                <a:r>
                  <a:rPr lang="en-IN">
                    <a:noFill/>
                  </a:rPr>
                  <a:t> </a:t>
                </a:r>
              </a:p>
            </p:txBody>
          </p:sp>
        </mc:Fallback>
      </mc:AlternateContent>
    </p:spTree>
    <p:extLst>
      <p:ext uri="{BB962C8B-B14F-4D97-AF65-F5344CB8AC3E}">
        <p14:creationId xmlns:p14="http://schemas.microsoft.com/office/powerpoint/2010/main" val="2604425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FCC38-8578-AD4D-46BB-7A7953E64402}"/>
              </a:ext>
            </a:extLst>
          </p:cNvPr>
          <p:cNvSpPr>
            <a:spLocks noGrp="1"/>
          </p:cNvSpPr>
          <p:nvPr>
            <p:ph type="title"/>
          </p:nvPr>
        </p:nvSpPr>
        <p:spPr/>
        <p:txBody>
          <a:bodyPr/>
          <a:lstStyle/>
          <a:p>
            <a:r>
              <a:rPr lang="en-IN" dirty="0"/>
              <a:t>Queuing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FC48E4-BA9B-AC55-54D0-A4CA667E2CBF}"/>
                  </a:ext>
                </a:extLst>
              </p:cNvPr>
              <p:cNvSpPr>
                <a:spLocks noGrp="1"/>
              </p:cNvSpPr>
              <p:nvPr>
                <p:ph idx="1"/>
              </p:nvPr>
            </p:nvSpPr>
            <p:spPr/>
            <p:txBody>
              <a:bodyPr/>
              <a:lstStyle/>
              <a:p>
                <a:r>
                  <a:rPr lang="en-IN" dirty="0"/>
                  <a:t>What if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𝑠𝑤𝑖𝑡𝑐h</m:t>
                        </m:r>
                      </m:sub>
                    </m:sSub>
                  </m:oMath>
                </a14:m>
                <a:r>
                  <a:rPr lang="en-IN" dirty="0"/>
                  <a:t> =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𝑙𝑖𝑛𝑒</m:t>
                        </m:r>
                      </m:sub>
                    </m:sSub>
                  </m:oMath>
                </a14:m>
                <a:endParaRPr lang="en-IN" b="0" dirty="0"/>
              </a:p>
              <a:p>
                <a:pPr lvl="1"/>
                <a:r>
                  <a:rPr lang="en-IN" dirty="0"/>
                  <a:t>Is queuing possible?</a:t>
                </a:r>
              </a:p>
            </p:txBody>
          </p:sp>
        </mc:Choice>
        <mc:Fallback xmlns="">
          <p:sp>
            <p:nvSpPr>
              <p:cNvPr id="3" name="Content Placeholder 2">
                <a:extLst>
                  <a:ext uri="{FF2B5EF4-FFF2-40B4-BE49-F238E27FC236}">
                    <a16:creationId xmlns:a16="http://schemas.microsoft.com/office/drawing/2014/main" id="{D3FC48E4-BA9B-AC55-54D0-A4CA667E2CB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588948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11D32-145A-070F-13DC-D9DAC97EF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1F1B3-3EE2-F158-453C-057263398656}"/>
              </a:ext>
            </a:extLst>
          </p:cNvPr>
          <p:cNvSpPr>
            <a:spLocks noGrp="1"/>
          </p:cNvSpPr>
          <p:nvPr>
            <p:ph type="title"/>
          </p:nvPr>
        </p:nvSpPr>
        <p:spPr/>
        <p:txBody>
          <a:bodyPr/>
          <a:lstStyle/>
          <a:p>
            <a:r>
              <a:rPr lang="en-IN" dirty="0"/>
              <a:t>Queuing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8EF176-881C-8542-D8EB-328FB8D8456E}"/>
                  </a:ext>
                </a:extLst>
              </p:cNvPr>
              <p:cNvSpPr>
                <a:spLocks noGrp="1"/>
              </p:cNvSpPr>
              <p:nvPr>
                <p:ph idx="1"/>
              </p:nvPr>
            </p:nvSpPr>
            <p:spPr/>
            <p:txBody>
              <a:bodyPr/>
              <a:lstStyle/>
              <a:p>
                <a:r>
                  <a:rPr lang="en-IN" dirty="0"/>
                  <a:t>What if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𝑠𝑤𝑖𝑡𝑐h</m:t>
                        </m:r>
                      </m:sub>
                    </m:sSub>
                  </m:oMath>
                </a14:m>
                <a:r>
                  <a:rPr lang="en-IN" dirty="0"/>
                  <a:t> =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𝑙𝑖𝑛𝑒</m:t>
                        </m:r>
                      </m:sub>
                    </m:sSub>
                  </m:oMath>
                </a14:m>
                <a:endParaRPr lang="en-IN" b="0" dirty="0"/>
              </a:p>
              <a:p>
                <a:pPr lvl="1"/>
                <a:r>
                  <a:rPr lang="en-IN" dirty="0"/>
                  <a:t>Is queuing possible?</a:t>
                </a:r>
              </a:p>
              <a:p>
                <a:pPr lvl="2"/>
                <a:r>
                  <a:rPr lang="en-IN" dirty="0"/>
                  <a:t>Yes</a:t>
                </a:r>
              </a:p>
            </p:txBody>
          </p:sp>
        </mc:Choice>
        <mc:Fallback xmlns="">
          <p:sp>
            <p:nvSpPr>
              <p:cNvPr id="3" name="Content Placeholder 2">
                <a:extLst>
                  <a:ext uri="{FF2B5EF4-FFF2-40B4-BE49-F238E27FC236}">
                    <a16:creationId xmlns:a16="http://schemas.microsoft.com/office/drawing/2014/main" id="{CD8EF176-881C-8542-D8EB-328FB8D8456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53735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15CB2-1B3A-6A65-1514-5DE3DBA0049C}"/>
              </a:ext>
            </a:extLst>
          </p:cNvPr>
          <p:cNvSpPr>
            <a:spLocks noGrp="1"/>
          </p:cNvSpPr>
          <p:nvPr>
            <p:ph type="title"/>
          </p:nvPr>
        </p:nvSpPr>
        <p:spPr/>
        <p:txBody>
          <a:bodyPr/>
          <a:lstStyle/>
          <a:p>
            <a:r>
              <a:rPr lang="en-IN" dirty="0"/>
              <a:t>Head-of-the-line (HOL) blocking</a:t>
            </a:r>
          </a:p>
        </p:txBody>
      </p:sp>
      <p:sp>
        <p:nvSpPr>
          <p:cNvPr id="3" name="Content Placeholder 2">
            <a:extLst>
              <a:ext uri="{FF2B5EF4-FFF2-40B4-BE49-F238E27FC236}">
                <a16:creationId xmlns:a16="http://schemas.microsoft.com/office/drawing/2014/main" id="{F4E10B7A-06F0-453B-0F07-8B6D1A93503E}"/>
              </a:ext>
            </a:extLst>
          </p:cNvPr>
          <p:cNvSpPr>
            <a:spLocks noGrp="1"/>
          </p:cNvSpPr>
          <p:nvPr>
            <p:ph idx="1"/>
          </p:nvPr>
        </p:nvSpPr>
        <p:spPr/>
        <p:txBody>
          <a:bodyPr/>
          <a:lstStyle/>
          <a:p>
            <a:r>
              <a:rPr lang="en-IN" dirty="0"/>
              <a:t>Even though the green packet at the third input port can be transferred along with the red packet at the first input port, it has to wait because it’s not at the head of the queue</a:t>
            </a:r>
          </a:p>
        </p:txBody>
      </p:sp>
      <p:sp>
        <p:nvSpPr>
          <p:cNvPr id="4" name="Text Box 62">
            <a:extLst>
              <a:ext uri="{FF2B5EF4-FFF2-40B4-BE49-F238E27FC236}">
                <a16:creationId xmlns:a16="http://schemas.microsoft.com/office/drawing/2014/main" id="{929A3A84-6610-5F85-AA03-A5446B4B76CA}"/>
              </a:ext>
            </a:extLst>
          </p:cNvPr>
          <p:cNvSpPr txBox="1">
            <a:spLocks noChangeArrowheads="1"/>
          </p:cNvSpPr>
          <p:nvPr/>
        </p:nvSpPr>
        <p:spPr bwMode="auto">
          <a:xfrm>
            <a:off x="1800666" y="5728188"/>
            <a:ext cx="445945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output port contention: only one red datagram can be transferred. lower red packet is </a:t>
            </a:r>
            <a:r>
              <a:rPr kumimoji="0" lang="en-US" altLang="en-US" sz="20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blocked</a:t>
            </a:r>
          </a:p>
        </p:txBody>
      </p:sp>
      <p:grpSp>
        <p:nvGrpSpPr>
          <p:cNvPr id="5" name="Group 4">
            <a:extLst>
              <a:ext uri="{FF2B5EF4-FFF2-40B4-BE49-F238E27FC236}">
                <a16:creationId xmlns:a16="http://schemas.microsoft.com/office/drawing/2014/main" id="{8EF530B7-17AE-58EA-D558-1A93727BB878}"/>
              </a:ext>
            </a:extLst>
          </p:cNvPr>
          <p:cNvGrpSpPr/>
          <p:nvPr/>
        </p:nvGrpSpPr>
        <p:grpSpPr>
          <a:xfrm>
            <a:off x="2528548" y="3841801"/>
            <a:ext cx="3027362" cy="1817687"/>
            <a:chOff x="2908374" y="3743325"/>
            <a:chExt cx="3027362" cy="1817687"/>
          </a:xfrm>
        </p:grpSpPr>
        <p:grpSp>
          <p:nvGrpSpPr>
            <p:cNvPr id="6" name="Group 7">
              <a:extLst>
                <a:ext uri="{FF2B5EF4-FFF2-40B4-BE49-F238E27FC236}">
                  <a16:creationId xmlns:a16="http://schemas.microsoft.com/office/drawing/2014/main" id="{2DFB05D7-1C9D-6B75-426D-A5016416C2F2}"/>
                </a:ext>
              </a:extLst>
            </p:cNvPr>
            <p:cNvGrpSpPr>
              <a:grpSpLocks/>
            </p:cNvGrpSpPr>
            <p:nvPr/>
          </p:nvGrpSpPr>
          <p:grpSpPr bwMode="auto">
            <a:xfrm>
              <a:off x="2908374" y="3751262"/>
              <a:ext cx="3027362" cy="1809750"/>
              <a:chOff x="523" y="976"/>
              <a:chExt cx="2099" cy="1356"/>
            </a:xfrm>
          </p:grpSpPr>
          <p:sp>
            <p:nvSpPr>
              <p:cNvPr id="16" name="Rectangle 8">
                <a:extLst>
                  <a:ext uri="{FF2B5EF4-FFF2-40B4-BE49-F238E27FC236}">
                    <a16:creationId xmlns:a16="http://schemas.microsoft.com/office/drawing/2014/main" id="{9EEB0FF6-BBAC-5B41-BD2B-1787A21FD155}"/>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7" name="Group 9">
                <a:extLst>
                  <a:ext uri="{FF2B5EF4-FFF2-40B4-BE49-F238E27FC236}">
                    <a16:creationId xmlns:a16="http://schemas.microsoft.com/office/drawing/2014/main" id="{A744AA5B-7E1C-A179-82D4-3335E0BEC70D}"/>
                  </a:ext>
                </a:extLst>
              </p:cNvPr>
              <p:cNvGrpSpPr>
                <a:grpSpLocks/>
              </p:cNvGrpSpPr>
              <p:nvPr/>
            </p:nvGrpSpPr>
            <p:grpSpPr bwMode="auto">
              <a:xfrm>
                <a:off x="804" y="997"/>
                <a:ext cx="249" cy="1295"/>
                <a:chOff x="748" y="997"/>
                <a:chExt cx="249" cy="1295"/>
              </a:xfrm>
            </p:grpSpPr>
            <p:sp>
              <p:nvSpPr>
                <p:cNvPr id="36" name="Rectangle 10">
                  <a:extLst>
                    <a:ext uri="{FF2B5EF4-FFF2-40B4-BE49-F238E27FC236}">
                      <a16:creationId xmlns:a16="http://schemas.microsoft.com/office/drawing/2014/main" id="{19C59B10-59A9-1FE8-C492-F462F5A0990F}"/>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Rectangle 11">
                  <a:extLst>
                    <a:ext uri="{FF2B5EF4-FFF2-40B4-BE49-F238E27FC236}">
                      <a16:creationId xmlns:a16="http://schemas.microsoft.com/office/drawing/2014/main" id="{7BB59609-8FD3-2FD9-B5C2-3F7E4B2E7DF1}"/>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 name="Rectangle 12">
                  <a:extLst>
                    <a:ext uri="{FF2B5EF4-FFF2-40B4-BE49-F238E27FC236}">
                      <a16:creationId xmlns:a16="http://schemas.microsoft.com/office/drawing/2014/main" id="{19CBADDC-17BD-D59A-A7D3-BC1BAA464FDF}"/>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8" name="Group 13">
                <a:extLst>
                  <a:ext uri="{FF2B5EF4-FFF2-40B4-BE49-F238E27FC236}">
                    <a16:creationId xmlns:a16="http://schemas.microsoft.com/office/drawing/2014/main" id="{4CD72BA8-CFA0-2ECB-E547-24D58A8FA44D}"/>
                  </a:ext>
                </a:extLst>
              </p:cNvPr>
              <p:cNvGrpSpPr>
                <a:grpSpLocks/>
              </p:cNvGrpSpPr>
              <p:nvPr/>
            </p:nvGrpSpPr>
            <p:grpSpPr bwMode="auto">
              <a:xfrm>
                <a:off x="2109" y="1002"/>
                <a:ext cx="249" cy="1295"/>
                <a:chOff x="748" y="997"/>
                <a:chExt cx="249" cy="1295"/>
              </a:xfrm>
            </p:grpSpPr>
            <p:sp>
              <p:nvSpPr>
                <p:cNvPr id="33" name="Rectangle 14">
                  <a:extLst>
                    <a:ext uri="{FF2B5EF4-FFF2-40B4-BE49-F238E27FC236}">
                      <a16:creationId xmlns:a16="http://schemas.microsoft.com/office/drawing/2014/main" id="{ED342E2A-E34F-8503-E97D-14DE0BA0AD08}"/>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 name="Rectangle 15">
                  <a:extLst>
                    <a:ext uri="{FF2B5EF4-FFF2-40B4-BE49-F238E27FC236}">
                      <a16:creationId xmlns:a16="http://schemas.microsoft.com/office/drawing/2014/main" id="{EDA1D344-8071-4703-F92F-CA161CC6C0EE}"/>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 name="Rectangle 16">
                  <a:extLst>
                    <a:ext uri="{FF2B5EF4-FFF2-40B4-BE49-F238E27FC236}">
                      <a16:creationId xmlns:a16="http://schemas.microsoft.com/office/drawing/2014/main" id="{95DAE6F3-43D7-0521-3442-9ABA80259582}"/>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9" name="Line 17">
                <a:extLst>
                  <a:ext uri="{FF2B5EF4-FFF2-40B4-BE49-F238E27FC236}">
                    <a16:creationId xmlns:a16="http://schemas.microsoft.com/office/drawing/2014/main" id="{A1670448-7419-B577-5C91-FE727D4D2FAE}"/>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 name="Line 18">
                <a:extLst>
                  <a:ext uri="{FF2B5EF4-FFF2-40B4-BE49-F238E27FC236}">
                    <a16:creationId xmlns:a16="http://schemas.microsoft.com/office/drawing/2014/main" id="{34924ADB-EB3A-4B20-A61D-ED6B371F8AEE}"/>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 name="Line 19">
                <a:extLst>
                  <a:ext uri="{FF2B5EF4-FFF2-40B4-BE49-F238E27FC236}">
                    <a16:creationId xmlns:a16="http://schemas.microsoft.com/office/drawing/2014/main" id="{CB011AF9-2F42-FCDE-AF8E-5455D063EED8}"/>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 name="Line 20">
                <a:extLst>
                  <a:ext uri="{FF2B5EF4-FFF2-40B4-BE49-F238E27FC236}">
                    <a16:creationId xmlns:a16="http://schemas.microsoft.com/office/drawing/2014/main" id="{E694CDE8-934E-7AA2-7591-493645FCA1F3}"/>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 name="Line 21">
                <a:extLst>
                  <a:ext uri="{FF2B5EF4-FFF2-40B4-BE49-F238E27FC236}">
                    <a16:creationId xmlns:a16="http://schemas.microsoft.com/office/drawing/2014/main" id="{DE410760-6FD7-9277-E6DA-790F1909B4E1}"/>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 name="Line 22">
                <a:extLst>
                  <a:ext uri="{FF2B5EF4-FFF2-40B4-BE49-F238E27FC236}">
                    <a16:creationId xmlns:a16="http://schemas.microsoft.com/office/drawing/2014/main" id="{7050375E-3E06-D85E-5931-DEF97B9486C4}"/>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5" name="Group 23">
                <a:extLst>
                  <a:ext uri="{FF2B5EF4-FFF2-40B4-BE49-F238E27FC236}">
                    <a16:creationId xmlns:a16="http://schemas.microsoft.com/office/drawing/2014/main" id="{8B7FBC08-F1F9-7C7F-B818-5B79E6D6BFA7}"/>
                  </a:ext>
                </a:extLst>
              </p:cNvPr>
              <p:cNvGrpSpPr>
                <a:grpSpLocks/>
              </p:cNvGrpSpPr>
              <p:nvPr/>
            </p:nvGrpSpPr>
            <p:grpSpPr bwMode="auto">
              <a:xfrm>
                <a:off x="523" y="1169"/>
                <a:ext cx="288" cy="939"/>
                <a:chOff x="-60" y="1148"/>
                <a:chExt cx="168" cy="939"/>
              </a:xfrm>
            </p:grpSpPr>
            <p:sp>
              <p:nvSpPr>
                <p:cNvPr id="30" name="Line 24">
                  <a:extLst>
                    <a:ext uri="{FF2B5EF4-FFF2-40B4-BE49-F238E27FC236}">
                      <a16:creationId xmlns:a16="http://schemas.microsoft.com/office/drawing/2014/main" id="{C36A90D8-6823-6CB5-9E71-84A34C6D554F}"/>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Line 25">
                  <a:extLst>
                    <a:ext uri="{FF2B5EF4-FFF2-40B4-BE49-F238E27FC236}">
                      <a16:creationId xmlns:a16="http://schemas.microsoft.com/office/drawing/2014/main" id="{4D8C33C0-405B-973F-A14C-ACFF59131C8E}"/>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 name="Line 26">
                  <a:extLst>
                    <a:ext uri="{FF2B5EF4-FFF2-40B4-BE49-F238E27FC236}">
                      <a16:creationId xmlns:a16="http://schemas.microsoft.com/office/drawing/2014/main" id="{B4A420BD-E220-C391-0388-0AAD923AC33B}"/>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6" name="Group 27">
                <a:extLst>
                  <a:ext uri="{FF2B5EF4-FFF2-40B4-BE49-F238E27FC236}">
                    <a16:creationId xmlns:a16="http://schemas.microsoft.com/office/drawing/2014/main" id="{EDB8E5CC-2712-773E-E5C4-A04CEBC1BA92}"/>
                  </a:ext>
                </a:extLst>
              </p:cNvPr>
              <p:cNvGrpSpPr>
                <a:grpSpLocks/>
              </p:cNvGrpSpPr>
              <p:nvPr/>
            </p:nvGrpSpPr>
            <p:grpSpPr bwMode="auto">
              <a:xfrm>
                <a:off x="2334" y="1173"/>
                <a:ext cx="288" cy="939"/>
                <a:chOff x="-60" y="1148"/>
                <a:chExt cx="168" cy="939"/>
              </a:xfrm>
            </p:grpSpPr>
            <p:sp>
              <p:nvSpPr>
                <p:cNvPr id="27" name="Line 28">
                  <a:extLst>
                    <a:ext uri="{FF2B5EF4-FFF2-40B4-BE49-F238E27FC236}">
                      <a16:creationId xmlns:a16="http://schemas.microsoft.com/office/drawing/2014/main" id="{3C893679-7F59-8451-94CD-00821802835F}"/>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 name="Line 29">
                  <a:extLst>
                    <a:ext uri="{FF2B5EF4-FFF2-40B4-BE49-F238E27FC236}">
                      <a16:creationId xmlns:a16="http://schemas.microsoft.com/office/drawing/2014/main" id="{E1CC3398-DE14-CABE-346D-D37BF3EEA311}"/>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 name="Line 30">
                  <a:extLst>
                    <a:ext uri="{FF2B5EF4-FFF2-40B4-BE49-F238E27FC236}">
                      <a16:creationId xmlns:a16="http://schemas.microsoft.com/office/drawing/2014/main" id="{48B2C472-E201-970F-DACF-E4D9E8D12A02}"/>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7" name="Rectangle 55">
              <a:extLst>
                <a:ext uri="{FF2B5EF4-FFF2-40B4-BE49-F238E27FC236}">
                  <a16:creationId xmlns:a16="http://schemas.microsoft.com/office/drawing/2014/main" id="{34848EB6-D2E5-CC99-514C-E20ED564C58E}"/>
                </a:ext>
              </a:extLst>
            </p:cNvPr>
            <p:cNvSpPr>
              <a:spLocks noChangeArrowheads="1"/>
            </p:cNvSpPr>
            <p:nvPr/>
          </p:nvSpPr>
          <p:spPr bwMode="auto">
            <a:xfrm>
              <a:off x="3360811" y="3748087"/>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 name="Rectangle 56">
              <a:extLst>
                <a:ext uri="{FF2B5EF4-FFF2-40B4-BE49-F238E27FC236}">
                  <a16:creationId xmlns:a16="http://schemas.microsoft.com/office/drawing/2014/main" id="{825141C3-226B-5EFA-12F7-659C2BDBDF51}"/>
                </a:ext>
              </a:extLst>
            </p:cNvPr>
            <p:cNvSpPr>
              <a:spLocks noChangeArrowheads="1"/>
            </p:cNvSpPr>
            <p:nvPr/>
          </p:nvSpPr>
          <p:spPr bwMode="auto">
            <a:xfrm>
              <a:off x="3346524" y="4479925"/>
              <a:ext cx="252412"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 name="Rectangle 57">
              <a:extLst>
                <a:ext uri="{FF2B5EF4-FFF2-40B4-BE49-F238E27FC236}">
                  <a16:creationId xmlns:a16="http://schemas.microsoft.com/office/drawing/2014/main" id="{5F9F8E3F-E107-0CD8-E30C-3AA9BAA86F0D}"/>
                </a:ext>
              </a:extLst>
            </p:cNvPr>
            <p:cNvSpPr>
              <a:spLocks noChangeArrowheads="1"/>
            </p:cNvSpPr>
            <p:nvPr/>
          </p:nvSpPr>
          <p:spPr bwMode="auto">
            <a:xfrm>
              <a:off x="3344936" y="5114925"/>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Rectangle 58">
              <a:extLst>
                <a:ext uri="{FF2B5EF4-FFF2-40B4-BE49-F238E27FC236}">
                  <a16:creationId xmlns:a16="http://schemas.microsoft.com/office/drawing/2014/main" id="{A493A14F-CF88-A3BF-87F2-48261D2FEB68}"/>
                </a:ext>
              </a:extLst>
            </p:cNvPr>
            <p:cNvSpPr>
              <a:spLocks noChangeArrowheads="1"/>
            </p:cNvSpPr>
            <p:nvPr/>
          </p:nvSpPr>
          <p:spPr bwMode="auto">
            <a:xfrm>
              <a:off x="3002036" y="3743325"/>
              <a:ext cx="252413"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 name="Rectangle 59">
              <a:extLst>
                <a:ext uri="{FF2B5EF4-FFF2-40B4-BE49-F238E27FC236}">
                  <a16:creationId xmlns:a16="http://schemas.microsoft.com/office/drawing/2014/main" id="{D88C4CCF-0E6C-2776-91F5-7AD00014F583}"/>
                </a:ext>
              </a:extLst>
            </p:cNvPr>
            <p:cNvSpPr>
              <a:spLocks noChangeArrowheads="1"/>
            </p:cNvSpPr>
            <p:nvPr/>
          </p:nvSpPr>
          <p:spPr bwMode="auto">
            <a:xfrm>
              <a:off x="2997274" y="5103812"/>
              <a:ext cx="252412" cy="13176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 name="Line 60">
              <a:extLst>
                <a:ext uri="{FF2B5EF4-FFF2-40B4-BE49-F238E27FC236}">
                  <a16:creationId xmlns:a16="http://schemas.microsoft.com/office/drawing/2014/main" id="{27F067CE-9D6A-8E19-1E55-6D9A3FECF5F8}"/>
                </a:ext>
              </a:extLst>
            </p:cNvPr>
            <p:cNvSpPr>
              <a:spLocks noChangeShapeType="1"/>
            </p:cNvSpPr>
            <p:nvPr/>
          </p:nvSpPr>
          <p:spPr bwMode="auto">
            <a:xfrm>
              <a:off x="3652911" y="3803650"/>
              <a:ext cx="1479550" cy="1587"/>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 name="Freeform 61">
              <a:extLst>
                <a:ext uri="{FF2B5EF4-FFF2-40B4-BE49-F238E27FC236}">
                  <a16:creationId xmlns:a16="http://schemas.microsoft.com/office/drawing/2014/main" id="{C35B8FDD-4B9C-74F6-5218-D579B1BCC783}"/>
                </a:ext>
              </a:extLst>
            </p:cNvPr>
            <p:cNvSpPr>
              <a:spLocks/>
            </p:cNvSpPr>
            <p:nvPr/>
          </p:nvSpPr>
          <p:spPr bwMode="auto">
            <a:xfrm>
              <a:off x="3697361" y="4202112"/>
              <a:ext cx="1395413" cy="979488"/>
            </a:xfrm>
            <a:custGeom>
              <a:avLst/>
              <a:gdLst>
                <a:gd name="T0" fmla="*/ 0 w 967"/>
                <a:gd name="T1" fmla="*/ 2147483647 h 735"/>
                <a:gd name="T2" fmla="*/ 2147483647 w 967"/>
                <a:gd name="T3" fmla="*/ 2147483647 h 735"/>
                <a:gd name="T4" fmla="*/ 214748364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 name="Text Box 64">
              <a:extLst>
                <a:ext uri="{FF2B5EF4-FFF2-40B4-BE49-F238E27FC236}">
                  <a16:creationId xmlns:a16="http://schemas.microsoft.com/office/drawing/2014/main" id="{47C1F8F7-28C0-D978-0645-18B5C8AFD0D1}"/>
                </a:ext>
              </a:extLst>
            </p:cNvPr>
            <p:cNvSpPr txBox="1">
              <a:spLocks noChangeArrowheads="1"/>
            </p:cNvSpPr>
            <p:nvPr/>
          </p:nvSpPr>
          <p:spPr bwMode="auto">
            <a:xfrm>
              <a:off x="4046611" y="4548187"/>
              <a:ext cx="7477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5" name="Line 73">
              <a:extLst>
                <a:ext uri="{FF2B5EF4-FFF2-40B4-BE49-F238E27FC236}">
                  <a16:creationId xmlns:a16="http://schemas.microsoft.com/office/drawing/2014/main" id="{53A4023B-32B8-847E-DEB1-777D823FD7F3}"/>
                </a:ext>
              </a:extLst>
            </p:cNvPr>
            <p:cNvSpPr>
              <a:spLocks noChangeShapeType="1"/>
            </p:cNvSpPr>
            <p:nvPr/>
          </p:nvSpPr>
          <p:spPr bwMode="auto">
            <a:xfrm>
              <a:off x="3643386" y="4548187"/>
              <a:ext cx="1458913" cy="19050"/>
            </a:xfrm>
            <a:prstGeom prst="line">
              <a:avLst/>
            </a:prstGeom>
            <a:noFill/>
            <a:ln w="28575">
              <a:solidFill>
                <a:srgbClr val="000099"/>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9" name="Group 79">
            <a:extLst>
              <a:ext uri="{FF2B5EF4-FFF2-40B4-BE49-F238E27FC236}">
                <a16:creationId xmlns:a16="http://schemas.microsoft.com/office/drawing/2014/main" id="{3F2798ED-86FB-7F47-02F2-70CD919911D8}"/>
              </a:ext>
            </a:extLst>
          </p:cNvPr>
          <p:cNvGrpSpPr>
            <a:grpSpLocks/>
          </p:cNvGrpSpPr>
          <p:nvPr/>
        </p:nvGrpSpPr>
        <p:grpSpPr bwMode="auto">
          <a:xfrm>
            <a:off x="7144970" y="3842241"/>
            <a:ext cx="3587750" cy="2570163"/>
            <a:chOff x="2950" y="2025"/>
            <a:chExt cx="2260" cy="1619"/>
          </a:xfrm>
        </p:grpSpPr>
        <p:grpSp>
          <p:nvGrpSpPr>
            <p:cNvPr id="40" name="Group 31">
              <a:extLst>
                <a:ext uri="{FF2B5EF4-FFF2-40B4-BE49-F238E27FC236}">
                  <a16:creationId xmlns:a16="http://schemas.microsoft.com/office/drawing/2014/main" id="{FDC998C5-AD52-5B41-C3FA-A6538EA85A9A}"/>
                </a:ext>
              </a:extLst>
            </p:cNvPr>
            <p:cNvGrpSpPr>
              <a:grpSpLocks/>
            </p:cNvGrpSpPr>
            <p:nvPr/>
          </p:nvGrpSpPr>
          <p:grpSpPr bwMode="auto">
            <a:xfrm>
              <a:off x="3074" y="2047"/>
              <a:ext cx="1907" cy="1140"/>
              <a:chOff x="523" y="976"/>
              <a:chExt cx="2099" cy="1356"/>
            </a:xfrm>
          </p:grpSpPr>
          <p:sp>
            <p:nvSpPr>
              <p:cNvPr id="50" name="Rectangle 32">
                <a:extLst>
                  <a:ext uri="{FF2B5EF4-FFF2-40B4-BE49-F238E27FC236}">
                    <a16:creationId xmlns:a16="http://schemas.microsoft.com/office/drawing/2014/main" id="{1E0518EE-72C3-F34A-08F9-E57F65BDC49B}"/>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51" name="Group 33">
                <a:extLst>
                  <a:ext uri="{FF2B5EF4-FFF2-40B4-BE49-F238E27FC236}">
                    <a16:creationId xmlns:a16="http://schemas.microsoft.com/office/drawing/2014/main" id="{B4DB481D-E27C-9A8A-5530-EE299D56A413}"/>
                  </a:ext>
                </a:extLst>
              </p:cNvPr>
              <p:cNvGrpSpPr>
                <a:grpSpLocks/>
              </p:cNvGrpSpPr>
              <p:nvPr/>
            </p:nvGrpSpPr>
            <p:grpSpPr bwMode="auto">
              <a:xfrm>
                <a:off x="804" y="997"/>
                <a:ext cx="249" cy="1295"/>
                <a:chOff x="748" y="997"/>
                <a:chExt cx="249" cy="1295"/>
              </a:xfrm>
            </p:grpSpPr>
            <p:sp>
              <p:nvSpPr>
                <p:cNvPr id="70" name="Rectangle 34">
                  <a:extLst>
                    <a:ext uri="{FF2B5EF4-FFF2-40B4-BE49-F238E27FC236}">
                      <a16:creationId xmlns:a16="http://schemas.microsoft.com/office/drawing/2014/main" id="{E81DE093-9739-B11F-CC19-A037BB4D2059}"/>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1" name="Rectangle 35">
                  <a:extLst>
                    <a:ext uri="{FF2B5EF4-FFF2-40B4-BE49-F238E27FC236}">
                      <a16:creationId xmlns:a16="http://schemas.microsoft.com/office/drawing/2014/main" id="{A7F91235-0E10-D225-C61A-9102AF08CE35}"/>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2" name="Rectangle 36">
                  <a:extLst>
                    <a:ext uri="{FF2B5EF4-FFF2-40B4-BE49-F238E27FC236}">
                      <a16:creationId xmlns:a16="http://schemas.microsoft.com/office/drawing/2014/main" id="{DF290200-7E36-81F0-094A-DE1C8BD11CCC}"/>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 name="Group 37">
                <a:extLst>
                  <a:ext uri="{FF2B5EF4-FFF2-40B4-BE49-F238E27FC236}">
                    <a16:creationId xmlns:a16="http://schemas.microsoft.com/office/drawing/2014/main" id="{E9AFCA12-EB26-7478-1655-37BDF8B2C240}"/>
                  </a:ext>
                </a:extLst>
              </p:cNvPr>
              <p:cNvGrpSpPr>
                <a:grpSpLocks/>
              </p:cNvGrpSpPr>
              <p:nvPr/>
            </p:nvGrpSpPr>
            <p:grpSpPr bwMode="auto">
              <a:xfrm>
                <a:off x="2109" y="1002"/>
                <a:ext cx="249" cy="1295"/>
                <a:chOff x="748" y="997"/>
                <a:chExt cx="249" cy="1295"/>
              </a:xfrm>
            </p:grpSpPr>
            <p:sp>
              <p:nvSpPr>
                <p:cNvPr id="67" name="Rectangle 38">
                  <a:extLst>
                    <a:ext uri="{FF2B5EF4-FFF2-40B4-BE49-F238E27FC236}">
                      <a16:creationId xmlns:a16="http://schemas.microsoft.com/office/drawing/2014/main" id="{DD215A5B-D2C0-3DE9-7148-865B60F9C709}"/>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 name="Rectangle 39">
                  <a:extLst>
                    <a:ext uri="{FF2B5EF4-FFF2-40B4-BE49-F238E27FC236}">
                      <a16:creationId xmlns:a16="http://schemas.microsoft.com/office/drawing/2014/main" id="{0E281E93-A578-CB1F-9F93-4B1ADC9E4FE1}"/>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9" name="Rectangle 40">
                  <a:extLst>
                    <a:ext uri="{FF2B5EF4-FFF2-40B4-BE49-F238E27FC236}">
                      <a16:creationId xmlns:a16="http://schemas.microsoft.com/office/drawing/2014/main" id="{B5D00A88-08DD-D569-F80A-2EDC3A0FF138}"/>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3" name="Line 41">
                <a:extLst>
                  <a:ext uri="{FF2B5EF4-FFF2-40B4-BE49-F238E27FC236}">
                    <a16:creationId xmlns:a16="http://schemas.microsoft.com/office/drawing/2014/main" id="{6E5EDBC9-896D-4628-B2AC-AAB7341BEF2D}"/>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4" name="Line 42">
                <a:extLst>
                  <a:ext uri="{FF2B5EF4-FFF2-40B4-BE49-F238E27FC236}">
                    <a16:creationId xmlns:a16="http://schemas.microsoft.com/office/drawing/2014/main" id="{03A9152D-2C82-0128-5794-77B4C875673A}"/>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 name="Line 43">
                <a:extLst>
                  <a:ext uri="{FF2B5EF4-FFF2-40B4-BE49-F238E27FC236}">
                    <a16:creationId xmlns:a16="http://schemas.microsoft.com/office/drawing/2014/main" id="{A76167B2-05A9-ED0D-18E2-7E464B42D7E9}"/>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 name="Line 44">
                <a:extLst>
                  <a:ext uri="{FF2B5EF4-FFF2-40B4-BE49-F238E27FC236}">
                    <a16:creationId xmlns:a16="http://schemas.microsoft.com/office/drawing/2014/main" id="{3F35EBFC-3006-EC8D-3006-95632C392EE7}"/>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Line 45">
                <a:extLst>
                  <a:ext uri="{FF2B5EF4-FFF2-40B4-BE49-F238E27FC236}">
                    <a16:creationId xmlns:a16="http://schemas.microsoft.com/office/drawing/2014/main" id="{C93154BE-0667-A0F1-406D-625494F6D9E1}"/>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8" name="Line 46">
                <a:extLst>
                  <a:ext uri="{FF2B5EF4-FFF2-40B4-BE49-F238E27FC236}">
                    <a16:creationId xmlns:a16="http://schemas.microsoft.com/office/drawing/2014/main" id="{27147A9C-9F76-8FEC-27C5-CB3A64848F5E}"/>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59" name="Group 47">
                <a:extLst>
                  <a:ext uri="{FF2B5EF4-FFF2-40B4-BE49-F238E27FC236}">
                    <a16:creationId xmlns:a16="http://schemas.microsoft.com/office/drawing/2014/main" id="{F0D914E7-FEC0-0F1B-3A9E-ADC6C909CF21}"/>
                  </a:ext>
                </a:extLst>
              </p:cNvPr>
              <p:cNvGrpSpPr>
                <a:grpSpLocks/>
              </p:cNvGrpSpPr>
              <p:nvPr/>
            </p:nvGrpSpPr>
            <p:grpSpPr bwMode="auto">
              <a:xfrm>
                <a:off x="523" y="1169"/>
                <a:ext cx="288" cy="939"/>
                <a:chOff x="-60" y="1148"/>
                <a:chExt cx="168" cy="939"/>
              </a:xfrm>
            </p:grpSpPr>
            <p:sp>
              <p:nvSpPr>
                <p:cNvPr id="64" name="Line 48">
                  <a:extLst>
                    <a:ext uri="{FF2B5EF4-FFF2-40B4-BE49-F238E27FC236}">
                      <a16:creationId xmlns:a16="http://schemas.microsoft.com/office/drawing/2014/main" id="{924E547E-B917-85E1-4114-D67CDE70774B}"/>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5" name="Line 49">
                  <a:extLst>
                    <a:ext uri="{FF2B5EF4-FFF2-40B4-BE49-F238E27FC236}">
                      <a16:creationId xmlns:a16="http://schemas.microsoft.com/office/drawing/2014/main" id="{F67FD898-FE64-E19E-2407-3E8B4371971E}"/>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 name="Line 50">
                  <a:extLst>
                    <a:ext uri="{FF2B5EF4-FFF2-40B4-BE49-F238E27FC236}">
                      <a16:creationId xmlns:a16="http://schemas.microsoft.com/office/drawing/2014/main" id="{5FDC2D68-FF3C-DEAF-482D-7D0DC1510D18}"/>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0" name="Group 51">
                <a:extLst>
                  <a:ext uri="{FF2B5EF4-FFF2-40B4-BE49-F238E27FC236}">
                    <a16:creationId xmlns:a16="http://schemas.microsoft.com/office/drawing/2014/main" id="{E0EE223C-9D62-C9E1-988C-5C334DADCDA7}"/>
                  </a:ext>
                </a:extLst>
              </p:cNvPr>
              <p:cNvGrpSpPr>
                <a:grpSpLocks/>
              </p:cNvGrpSpPr>
              <p:nvPr/>
            </p:nvGrpSpPr>
            <p:grpSpPr bwMode="auto">
              <a:xfrm>
                <a:off x="2334" y="1173"/>
                <a:ext cx="288" cy="939"/>
                <a:chOff x="-60" y="1148"/>
                <a:chExt cx="168" cy="939"/>
              </a:xfrm>
            </p:grpSpPr>
            <p:sp>
              <p:nvSpPr>
                <p:cNvPr id="61" name="Line 52">
                  <a:extLst>
                    <a:ext uri="{FF2B5EF4-FFF2-40B4-BE49-F238E27FC236}">
                      <a16:creationId xmlns:a16="http://schemas.microsoft.com/office/drawing/2014/main" id="{02743075-77B8-69C0-A2C0-E71421345F93}"/>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2" name="Line 53">
                  <a:extLst>
                    <a:ext uri="{FF2B5EF4-FFF2-40B4-BE49-F238E27FC236}">
                      <a16:creationId xmlns:a16="http://schemas.microsoft.com/office/drawing/2014/main" id="{3D6198CE-7ACE-7278-C57D-65CD859CA8CE}"/>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 name="Line 54">
                  <a:extLst>
                    <a:ext uri="{FF2B5EF4-FFF2-40B4-BE49-F238E27FC236}">
                      <a16:creationId xmlns:a16="http://schemas.microsoft.com/office/drawing/2014/main" id="{C40B78B9-6C92-0D8A-FCD3-4B1211BC2ABC}"/>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41" name="Text Box 63">
              <a:extLst>
                <a:ext uri="{FF2B5EF4-FFF2-40B4-BE49-F238E27FC236}">
                  <a16:creationId xmlns:a16="http://schemas.microsoft.com/office/drawing/2014/main" id="{14681BC5-63E9-4C68-0541-4D1B793C3D2B}"/>
                </a:ext>
              </a:extLst>
            </p:cNvPr>
            <p:cNvSpPr txBox="1">
              <a:spLocks noChangeArrowheads="1"/>
            </p:cNvSpPr>
            <p:nvPr/>
          </p:nvSpPr>
          <p:spPr bwMode="auto">
            <a:xfrm>
              <a:off x="2950" y="3237"/>
              <a:ext cx="226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one packet time later: green packet experiences HOL blocking</a:t>
              </a:r>
              <a:endParaRPr kumimoji="0" lang="en-US" altLang="en-US" sz="2000" b="0" i="1"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2" name="Text Box 65">
              <a:extLst>
                <a:ext uri="{FF2B5EF4-FFF2-40B4-BE49-F238E27FC236}">
                  <a16:creationId xmlns:a16="http://schemas.microsoft.com/office/drawing/2014/main" id="{50D18D92-469A-0986-106B-7C822E6CBCC0}"/>
                </a:ext>
              </a:extLst>
            </p:cNvPr>
            <p:cNvSpPr txBox="1">
              <a:spLocks noChangeArrowheads="1"/>
            </p:cNvSpPr>
            <p:nvPr/>
          </p:nvSpPr>
          <p:spPr bwMode="auto">
            <a:xfrm>
              <a:off x="3778" y="2507"/>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43" name="Rectangle 66">
              <a:extLst>
                <a:ext uri="{FF2B5EF4-FFF2-40B4-BE49-F238E27FC236}">
                  <a16:creationId xmlns:a16="http://schemas.microsoft.com/office/drawing/2014/main" id="{721B15CC-745D-E554-86F7-1C0C08559B5D}"/>
                </a:ext>
              </a:extLst>
            </p:cNvPr>
            <p:cNvSpPr>
              <a:spLocks noChangeArrowheads="1"/>
            </p:cNvSpPr>
            <p:nvPr/>
          </p:nvSpPr>
          <p:spPr bwMode="auto">
            <a:xfrm>
              <a:off x="4551" y="2025"/>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 name="Rectangle 69">
              <a:extLst>
                <a:ext uri="{FF2B5EF4-FFF2-40B4-BE49-F238E27FC236}">
                  <a16:creationId xmlns:a16="http://schemas.microsoft.com/office/drawing/2014/main" id="{51602579-7303-545D-9665-B91231A1ABFC}"/>
                </a:ext>
              </a:extLst>
            </p:cNvPr>
            <p:cNvSpPr>
              <a:spLocks noChangeArrowheads="1"/>
            </p:cNvSpPr>
            <p:nvPr/>
          </p:nvSpPr>
          <p:spPr bwMode="auto">
            <a:xfrm>
              <a:off x="3363" y="2050"/>
              <a:ext cx="159" cy="8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Rectangle 70">
              <a:extLst>
                <a:ext uri="{FF2B5EF4-FFF2-40B4-BE49-F238E27FC236}">
                  <a16:creationId xmlns:a16="http://schemas.microsoft.com/office/drawing/2014/main" id="{49D82844-61E7-F6A2-C2DE-2BF9ACB3A30A}"/>
                </a:ext>
              </a:extLst>
            </p:cNvPr>
            <p:cNvSpPr>
              <a:spLocks noChangeArrowheads="1"/>
            </p:cNvSpPr>
            <p:nvPr/>
          </p:nvSpPr>
          <p:spPr bwMode="auto">
            <a:xfrm>
              <a:off x="3360" y="2916"/>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 name="Freeform 71">
              <a:extLst>
                <a:ext uri="{FF2B5EF4-FFF2-40B4-BE49-F238E27FC236}">
                  <a16:creationId xmlns:a16="http://schemas.microsoft.com/office/drawing/2014/main" id="{D40342B5-848A-F190-373B-9741D7FF4751}"/>
                </a:ext>
              </a:extLst>
            </p:cNvPr>
            <p:cNvSpPr>
              <a:spLocks/>
            </p:cNvSpPr>
            <p:nvPr/>
          </p:nvSpPr>
          <p:spPr bwMode="auto">
            <a:xfrm>
              <a:off x="3585" y="2324"/>
              <a:ext cx="878" cy="618"/>
            </a:xfrm>
            <a:custGeom>
              <a:avLst/>
              <a:gdLst>
                <a:gd name="T0" fmla="*/ 0 w 967"/>
                <a:gd name="T1" fmla="*/ 65 h 735"/>
                <a:gd name="T2" fmla="*/ 134 w 967"/>
                <a:gd name="T3" fmla="*/ 65 h 735"/>
                <a:gd name="T4" fmla="*/ 251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 name="Freeform 72">
              <a:extLst>
                <a:ext uri="{FF2B5EF4-FFF2-40B4-BE49-F238E27FC236}">
                  <a16:creationId xmlns:a16="http://schemas.microsoft.com/office/drawing/2014/main" id="{37A61045-43ED-765B-142E-9C079F33A4D3}"/>
                </a:ext>
              </a:extLst>
            </p:cNvPr>
            <p:cNvSpPr>
              <a:spLocks/>
            </p:cNvSpPr>
            <p:nvPr/>
          </p:nvSpPr>
          <p:spPr bwMode="auto">
            <a:xfrm>
              <a:off x="3573" y="2134"/>
              <a:ext cx="860" cy="437"/>
            </a:xfrm>
            <a:custGeom>
              <a:avLst/>
              <a:gdLst>
                <a:gd name="T0" fmla="*/ 0 w 860"/>
                <a:gd name="T1" fmla="*/ 3 h 437"/>
                <a:gd name="T2" fmla="*/ 468 w 860"/>
                <a:gd name="T3" fmla="*/ 0 h 437"/>
                <a:gd name="T4" fmla="*/ 860 w 860"/>
                <a:gd name="T5" fmla="*/ 437 h 437"/>
                <a:gd name="T6" fmla="*/ 0 60000 65536"/>
                <a:gd name="T7" fmla="*/ 0 60000 65536"/>
                <a:gd name="T8" fmla="*/ 0 60000 65536"/>
                <a:gd name="T9" fmla="*/ 0 w 860"/>
                <a:gd name="T10" fmla="*/ 0 h 437"/>
                <a:gd name="T11" fmla="*/ 860 w 860"/>
                <a:gd name="T12" fmla="*/ 437 h 437"/>
              </a:gdLst>
              <a:ahLst/>
              <a:cxnLst>
                <a:cxn ang="T6">
                  <a:pos x="T0" y="T1"/>
                </a:cxn>
                <a:cxn ang="T7">
                  <a:pos x="T2" y="T3"/>
                </a:cxn>
                <a:cxn ang="T8">
                  <a:pos x="T4" y="T5"/>
                </a:cxn>
              </a:cxnLst>
              <a:rect l="T9" t="T10" r="T11" b="T12"/>
              <a:pathLst>
                <a:path w="860" h="437">
                  <a:moveTo>
                    <a:pt x="0" y="3"/>
                  </a:moveTo>
                  <a:lnTo>
                    <a:pt x="468" y="0"/>
                  </a:lnTo>
                  <a:lnTo>
                    <a:pt x="860" y="437"/>
                  </a:lnTo>
                </a:path>
              </a:pathLst>
            </a:custGeom>
            <a:noFill/>
            <a:ln w="28575" cap="flat" cmpd="sng">
              <a:solidFill>
                <a:srgbClr val="000099"/>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 name="Rectangle 76">
              <a:extLst>
                <a:ext uri="{FF2B5EF4-FFF2-40B4-BE49-F238E27FC236}">
                  <a16:creationId xmlns:a16="http://schemas.microsoft.com/office/drawing/2014/main" id="{05C0C69E-6BC8-A17B-370A-823B834A35E1}"/>
                </a:ext>
              </a:extLst>
            </p:cNvPr>
            <p:cNvSpPr>
              <a:spLocks noChangeArrowheads="1"/>
            </p:cNvSpPr>
            <p:nvPr/>
          </p:nvSpPr>
          <p:spPr bwMode="auto">
            <a:xfrm>
              <a:off x="3141" y="2890"/>
              <a:ext cx="159" cy="8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 name="Rectangle 77">
              <a:extLst>
                <a:ext uri="{FF2B5EF4-FFF2-40B4-BE49-F238E27FC236}">
                  <a16:creationId xmlns:a16="http://schemas.microsoft.com/office/drawing/2014/main" id="{84E78540-8863-D1EC-F794-8595AA72CD37}"/>
                </a:ext>
              </a:extLst>
            </p:cNvPr>
            <p:cNvSpPr>
              <a:spLocks noChangeArrowheads="1"/>
            </p:cNvSpPr>
            <p:nvPr/>
          </p:nvSpPr>
          <p:spPr bwMode="auto">
            <a:xfrm>
              <a:off x="4542" y="2518"/>
              <a:ext cx="159" cy="83"/>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mc:AlternateContent xmlns:mc="http://schemas.openxmlformats.org/markup-compatibility/2006" xmlns:p14="http://schemas.microsoft.com/office/powerpoint/2010/main">
        <mc:Choice Requires="p14">
          <p:contentPart p14:bwMode="auto" r:id="rId2">
            <p14:nvContentPartPr>
              <p14:cNvPr id="73" name="Ink 72">
                <a:extLst>
                  <a:ext uri="{FF2B5EF4-FFF2-40B4-BE49-F238E27FC236}">
                    <a16:creationId xmlns:a16="http://schemas.microsoft.com/office/drawing/2014/main" id="{5082F7D3-6191-1019-895A-00C1112EA8A9}"/>
                  </a:ext>
                </a:extLst>
              </p14:cNvPr>
              <p14:cNvContentPartPr/>
              <p14:nvPr/>
            </p14:nvContentPartPr>
            <p14:xfrm>
              <a:off x="2081880" y="3645720"/>
              <a:ext cx="840240" cy="1948320"/>
            </p14:xfrm>
          </p:contentPart>
        </mc:Choice>
        <mc:Fallback xmlns="">
          <p:pic>
            <p:nvPicPr>
              <p:cNvPr id="73" name="Ink 72">
                <a:extLst>
                  <a:ext uri="{FF2B5EF4-FFF2-40B4-BE49-F238E27FC236}">
                    <a16:creationId xmlns:a16="http://schemas.microsoft.com/office/drawing/2014/main" id="{5082F7D3-6191-1019-895A-00C1112EA8A9}"/>
                  </a:ext>
                </a:extLst>
              </p:cNvPr>
              <p:cNvPicPr/>
              <p:nvPr/>
            </p:nvPicPr>
            <p:blipFill>
              <a:blip r:embed="rId3"/>
              <a:stretch>
                <a:fillRect/>
              </a:stretch>
            </p:blipFill>
            <p:spPr>
              <a:xfrm>
                <a:off x="2072520" y="3636360"/>
                <a:ext cx="858960" cy="1967040"/>
              </a:xfrm>
              <a:prstGeom prst="rect">
                <a:avLst/>
              </a:prstGeom>
            </p:spPr>
          </p:pic>
        </mc:Fallback>
      </mc:AlternateContent>
      <p:sp>
        <p:nvSpPr>
          <p:cNvPr id="74" name="TextBox 28">
            <a:extLst>
              <a:ext uri="{FF2B5EF4-FFF2-40B4-BE49-F238E27FC236}">
                <a16:creationId xmlns:a16="http://schemas.microsoft.com/office/drawing/2014/main" id="{DFF343A5-DE78-8BF4-5218-7F8CE15A059D}"/>
              </a:ext>
            </a:extLst>
          </p:cNvPr>
          <p:cNvSpPr txBox="1"/>
          <p:nvPr/>
        </p:nvSpPr>
        <p:spPr>
          <a:xfrm>
            <a:off x="7522022" y="6433845"/>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3978563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8FFB9-654C-1DBB-2966-A1BF1C08B403}"/>
              </a:ext>
            </a:extLst>
          </p:cNvPr>
          <p:cNvSpPr>
            <a:spLocks noGrp="1"/>
          </p:cNvSpPr>
          <p:nvPr>
            <p:ph type="title"/>
          </p:nvPr>
        </p:nvSpPr>
        <p:spPr/>
        <p:txBody>
          <a:bodyPr/>
          <a:lstStyle/>
          <a:p>
            <a:r>
              <a:rPr lang="en-IN" dirty="0"/>
              <a:t>HOL blocking</a:t>
            </a:r>
          </a:p>
        </p:txBody>
      </p:sp>
      <p:sp>
        <p:nvSpPr>
          <p:cNvPr id="3" name="Content Placeholder 2">
            <a:extLst>
              <a:ext uri="{FF2B5EF4-FFF2-40B4-BE49-F238E27FC236}">
                <a16:creationId xmlns:a16="http://schemas.microsoft.com/office/drawing/2014/main" id="{C5BA44D4-AAF6-D003-4692-C0477317A83C}"/>
              </a:ext>
            </a:extLst>
          </p:cNvPr>
          <p:cNvSpPr>
            <a:spLocks noGrp="1"/>
          </p:cNvSpPr>
          <p:nvPr>
            <p:ph idx="1"/>
          </p:nvPr>
        </p:nvSpPr>
        <p:spPr/>
        <p:txBody>
          <a:bodyPr/>
          <a:lstStyle/>
          <a:p>
            <a:r>
              <a:rPr lang="en-IN" dirty="0"/>
              <a:t>How can we eliminate HOL blocking?</a:t>
            </a:r>
          </a:p>
        </p:txBody>
      </p:sp>
    </p:spTree>
    <p:extLst>
      <p:ext uri="{BB962C8B-B14F-4D97-AF65-F5344CB8AC3E}">
        <p14:creationId xmlns:p14="http://schemas.microsoft.com/office/powerpoint/2010/main" val="1042192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A59C6-03D4-F5E7-DCC7-E64DA219B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1D989-7CF2-8A0E-4FD8-81A7833C78F4}"/>
              </a:ext>
            </a:extLst>
          </p:cNvPr>
          <p:cNvSpPr>
            <a:spLocks noGrp="1"/>
          </p:cNvSpPr>
          <p:nvPr>
            <p:ph type="title"/>
          </p:nvPr>
        </p:nvSpPr>
        <p:spPr/>
        <p:txBody>
          <a:bodyPr/>
          <a:lstStyle/>
          <a:p>
            <a:r>
              <a:rPr lang="en-IN" dirty="0"/>
              <a:t>HOL blocking</a:t>
            </a:r>
          </a:p>
        </p:txBody>
      </p:sp>
      <p:sp>
        <p:nvSpPr>
          <p:cNvPr id="3" name="Content Placeholder 2">
            <a:extLst>
              <a:ext uri="{FF2B5EF4-FFF2-40B4-BE49-F238E27FC236}">
                <a16:creationId xmlns:a16="http://schemas.microsoft.com/office/drawing/2014/main" id="{BEEC74A1-B3B4-0D90-D383-3CC6D5455D0D}"/>
              </a:ext>
            </a:extLst>
          </p:cNvPr>
          <p:cNvSpPr>
            <a:spLocks noGrp="1"/>
          </p:cNvSpPr>
          <p:nvPr>
            <p:ph idx="1"/>
          </p:nvPr>
        </p:nvSpPr>
        <p:spPr/>
        <p:txBody>
          <a:bodyPr/>
          <a:lstStyle/>
          <a:p>
            <a:r>
              <a:rPr lang="en-IN" dirty="0"/>
              <a:t>How can we eliminate HOL blocking?</a:t>
            </a:r>
          </a:p>
          <a:p>
            <a:pPr lvl="1"/>
            <a:r>
              <a:rPr lang="en-IN" dirty="0"/>
              <a:t>Multiple queues corresponding to each output port at each input port</a:t>
            </a:r>
          </a:p>
        </p:txBody>
      </p:sp>
    </p:spTree>
    <p:extLst>
      <p:ext uri="{BB962C8B-B14F-4D97-AF65-F5344CB8AC3E}">
        <p14:creationId xmlns:p14="http://schemas.microsoft.com/office/powerpoint/2010/main" val="2603111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CD7EF-777D-6411-6078-9AA4FD146170}"/>
              </a:ext>
            </a:extLst>
          </p:cNvPr>
          <p:cNvSpPr>
            <a:spLocks noGrp="1"/>
          </p:cNvSpPr>
          <p:nvPr>
            <p:ph type="title"/>
          </p:nvPr>
        </p:nvSpPr>
        <p:spPr/>
        <p:txBody>
          <a:bodyPr/>
          <a:lstStyle/>
          <a:p>
            <a:r>
              <a:rPr lang="en-IN" dirty="0"/>
              <a:t>Output queuing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5EF210-6497-4520-2183-75E7D07A101C}"/>
                  </a:ext>
                </a:extLst>
              </p:cNvPr>
              <p:cNvSpPr>
                <a:spLocks noGrp="1"/>
              </p:cNvSpPr>
              <p:nvPr>
                <p:ph idx="1"/>
              </p:nvPr>
            </p:nvSpPr>
            <p:spPr/>
            <p:txBody>
              <a:bodyPr/>
              <a:lstStyle/>
              <a:p>
                <a:r>
                  <a:rPr lang="en-IN" dirty="0"/>
                  <a:t>Queuing at the output port may occur if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𝑠𝑤𝑖𝑡𝑐h</m:t>
                        </m:r>
                      </m:sub>
                    </m:sSub>
                  </m:oMath>
                </a14:m>
                <a:r>
                  <a:rPr lang="en-IN" dirty="0"/>
                  <a:t> is much faster than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𝑙𝑖𝑛𝑒</m:t>
                        </m:r>
                      </m:sub>
                    </m:sSub>
                  </m:oMath>
                </a14:m>
                <a:endParaRPr lang="en-IN" dirty="0"/>
              </a:p>
              <a:p>
                <a:pPr lvl="1"/>
                <a:r>
                  <a:rPr lang="en-IN" dirty="0"/>
                  <a:t>e.g., if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𝑠𝑤𝑖𝑡𝑐h</m:t>
                        </m:r>
                      </m:sub>
                    </m:sSub>
                  </m:oMath>
                </a14:m>
                <a:r>
                  <a:rPr lang="en-IN" dirty="0"/>
                  <a:t> = </a:t>
                </a:r>
                <a14:m>
                  <m:oMath xmlns:m="http://schemas.openxmlformats.org/officeDocument/2006/math">
                    <m:r>
                      <a:rPr lang="en-IN" b="0" i="1" smtClean="0">
                        <a:latin typeface="Cambria Math" panose="02040503050406030204" pitchFamily="18" charset="0"/>
                      </a:rPr>
                      <m:t>𝑁</m:t>
                    </m:r>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𝑙𝑖𝑛𝑒</m:t>
                        </m:r>
                      </m:sub>
                    </m:sSub>
                  </m:oMath>
                </a14:m>
                <a:r>
                  <a:rPr lang="en-IN" dirty="0"/>
                  <a:t>, </a:t>
                </a:r>
                <a14:m>
                  <m:oMath xmlns:m="http://schemas.openxmlformats.org/officeDocument/2006/math">
                    <m:r>
                      <a:rPr lang="en-IN" i="1" dirty="0" smtClean="0">
                        <a:latin typeface="Cambria Math" panose="02040503050406030204" pitchFamily="18" charset="0"/>
                      </a:rPr>
                      <m:t>𝑁</m:t>
                    </m:r>
                    <m:r>
                      <a:rPr lang="en-IN" b="0" i="1" dirty="0" smtClean="0">
                        <a:latin typeface="Cambria Math" panose="02040503050406030204" pitchFamily="18" charset="0"/>
                      </a:rPr>
                      <m:t>−1</m:t>
                    </m:r>
                  </m:oMath>
                </a14:m>
                <a:r>
                  <a:rPr lang="en-IN" dirty="0"/>
                  <a:t> additional packets may arrive while the output port is transmitting the first packet, </a:t>
                </a:r>
                <a14:m>
                  <m:oMath xmlns:m="http://schemas.openxmlformats.org/officeDocument/2006/math">
                    <m:r>
                      <a:rPr lang="en-IN" b="0" i="1" smtClean="0">
                        <a:latin typeface="Cambria Math" panose="02040503050406030204" pitchFamily="18" charset="0"/>
                      </a:rPr>
                      <m:t>𝑁</m:t>
                    </m:r>
                  </m:oMath>
                </a14:m>
                <a:r>
                  <a:rPr lang="en-IN" dirty="0"/>
                  <a:t> additional packets may arrive while the port is transmitting the second packet, and so on. Eventually, the memory will be exhausted, and packet drops will occur. </a:t>
                </a:r>
              </a:p>
              <a:p>
                <a:pPr lvl="1"/>
                <a:r>
                  <a:rPr lang="en-IN" dirty="0"/>
                  <a:t>The buffer management policy dictates which packet to drop or mark to signal congestion (ECN bits in network header)</a:t>
                </a:r>
              </a:p>
            </p:txBody>
          </p:sp>
        </mc:Choice>
        <mc:Fallback xmlns="">
          <p:sp>
            <p:nvSpPr>
              <p:cNvPr id="3" name="Content Placeholder 2">
                <a:extLst>
                  <a:ext uri="{FF2B5EF4-FFF2-40B4-BE49-F238E27FC236}">
                    <a16:creationId xmlns:a16="http://schemas.microsoft.com/office/drawing/2014/main" id="{465EF210-6497-4520-2183-75E7D07A101C}"/>
                  </a:ext>
                </a:extLst>
              </p:cNvPr>
              <p:cNvSpPr>
                <a:spLocks noGrp="1" noRot="1" noChangeAspect="1" noMove="1" noResize="1" noEditPoints="1" noAdjustHandles="1" noChangeArrowheads="1" noChangeShapeType="1" noTextEdit="1"/>
              </p:cNvSpPr>
              <p:nvPr>
                <p:ph idx="1"/>
              </p:nvPr>
            </p:nvSpPr>
            <p:spPr>
              <a:blipFill>
                <a:blip r:embed="rId2"/>
                <a:stretch>
                  <a:fillRect l="-1043" t="-2241" r="-1449"/>
                </a:stretch>
              </a:blipFill>
            </p:spPr>
            <p:txBody>
              <a:bodyPr/>
              <a:lstStyle/>
              <a:p>
                <a:r>
                  <a:rPr lang="en-IN">
                    <a:noFill/>
                  </a:rPr>
                  <a:t> </a:t>
                </a:r>
              </a:p>
            </p:txBody>
          </p:sp>
        </mc:Fallback>
      </mc:AlternateContent>
    </p:spTree>
    <p:extLst>
      <p:ext uri="{BB962C8B-B14F-4D97-AF65-F5344CB8AC3E}">
        <p14:creationId xmlns:p14="http://schemas.microsoft.com/office/powerpoint/2010/main" val="3914127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12DB5-859F-4336-C4EA-73759C13D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FDF75B-C792-6043-A6C2-1A94E9B89CF6}"/>
              </a:ext>
            </a:extLst>
          </p:cNvPr>
          <p:cNvSpPr>
            <a:spLocks noGrp="1"/>
          </p:cNvSpPr>
          <p:nvPr>
            <p:ph type="title"/>
          </p:nvPr>
        </p:nvSpPr>
        <p:spPr/>
        <p:txBody>
          <a:bodyPr/>
          <a:lstStyle/>
          <a:p>
            <a:r>
              <a:rPr lang="en-IN" dirty="0"/>
              <a:t>Buffer size</a:t>
            </a:r>
          </a:p>
        </p:txBody>
      </p:sp>
      <p:sp>
        <p:nvSpPr>
          <p:cNvPr id="3" name="Content Placeholder 2">
            <a:extLst>
              <a:ext uri="{FF2B5EF4-FFF2-40B4-BE49-F238E27FC236}">
                <a16:creationId xmlns:a16="http://schemas.microsoft.com/office/drawing/2014/main" id="{5C7FA172-D8A4-201A-FCCD-AC7F07962A35}"/>
              </a:ext>
            </a:extLst>
          </p:cNvPr>
          <p:cNvSpPr>
            <a:spLocks noGrp="1"/>
          </p:cNvSpPr>
          <p:nvPr>
            <p:ph idx="1"/>
          </p:nvPr>
        </p:nvSpPr>
        <p:spPr/>
        <p:txBody>
          <a:bodyPr/>
          <a:lstStyle/>
          <a:p>
            <a:r>
              <a:rPr lang="en-IN" dirty="0"/>
              <a:t>What should be an ideal buffer size at an output port</a:t>
            </a:r>
          </a:p>
          <a:p>
            <a:pPr lvl="1"/>
            <a:r>
              <a:rPr lang="en-IN" dirty="0"/>
              <a:t>An ideal buffer size would the total outstanding data in flight</a:t>
            </a:r>
          </a:p>
        </p:txBody>
      </p:sp>
    </p:spTree>
    <p:extLst>
      <p:ext uri="{BB962C8B-B14F-4D97-AF65-F5344CB8AC3E}">
        <p14:creationId xmlns:p14="http://schemas.microsoft.com/office/powerpoint/2010/main" val="3207787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60911-9CED-2858-99F0-28E17D848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393A6-FF90-0864-C263-0627449AD9A3}"/>
              </a:ext>
            </a:extLst>
          </p:cNvPr>
          <p:cNvSpPr>
            <a:spLocks noGrp="1"/>
          </p:cNvSpPr>
          <p:nvPr>
            <p:ph type="title"/>
          </p:nvPr>
        </p:nvSpPr>
        <p:spPr/>
        <p:txBody>
          <a:bodyPr/>
          <a:lstStyle/>
          <a:p>
            <a:r>
              <a:rPr lang="en-IN" dirty="0"/>
              <a:t>Buffer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49725D-4A47-CD16-C591-CBB40C030BFA}"/>
                  </a:ext>
                </a:extLst>
              </p:cNvPr>
              <p:cNvSpPr>
                <a:spLocks noGrp="1"/>
              </p:cNvSpPr>
              <p:nvPr>
                <p:ph idx="1"/>
              </p:nvPr>
            </p:nvSpPr>
            <p:spPr/>
            <p:txBody>
              <a:bodyPr/>
              <a:lstStyle/>
              <a:p>
                <a:r>
                  <a:rPr lang="en-IN" dirty="0"/>
                  <a:t>What should be an ideal buffer size at an output port</a:t>
                </a:r>
              </a:p>
              <a:p>
                <a:pPr lvl="1"/>
                <a:r>
                  <a:rPr lang="en-IN" dirty="0"/>
                  <a:t>An ideal buffer size would be the total outstanding data in flight</a:t>
                </a:r>
              </a:p>
              <a:p>
                <a:pPr lvl="2"/>
                <a:r>
                  <a:rPr lang="en-IN" dirty="0" err="1"/>
                  <a:t>BufferSize</a:t>
                </a:r>
                <a:r>
                  <a:rPr lang="en-IN" dirty="0"/>
                  <a:t> = </a:t>
                </a:r>
                <a14:m>
                  <m:oMath xmlns:m="http://schemas.openxmlformats.org/officeDocument/2006/math">
                    <m:r>
                      <a:rPr lang="en-IN" i="1" dirty="0" smtClean="0">
                        <a:latin typeface="Cambria Math" panose="02040503050406030204" pitchFamily="18" charset="0"/>
                      </a:rPr>
                      <m:t>𝑅𝑇𝑇</m:t>
                    </m:r>
                  </m:oMath>
                </a14:m>
                <a:r>
                  <a:rPr lang="en-IN" dirty="0"/>
                  <a:t> *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𝑙𝑖𝑛𝑘</m:t>
                        </m:r>
                      </m:sub>
                    </m:sSub>
                  </m:oMath>
                </a14:m>
                <a:endParaRPr lang="en-IN" dirty="0"/>
              </a:p>
              <a:p>
                <a:pPr lvl="1"/>
                <a:r>
                  <a:rPr lang="en-IN" dirty="0"/>
                  <a:t>Theoretically, a smaller buffer size will also suffice, depending on the number of independent TCP flows</a:t>
                </a:r>
              </a:p>
              <a:p>
                <a:pPr lvl="2"/>
                <a:r>
                  <a:rPr lang="en-IN" dirty="0"/>
                  <a:t>The key intuition is the TCP congestion control algorithm</a:t>
                </a:r>
              </a:p>
            </p:txBody>
          </p:sp>
        </mc:Choice>
        <mc:Fallback xmlns="">
          <p:sp>
            <p:nvSpPr>
              <p:cNvPr id="3" name="Content Placeholder 2">
                <a:extLst>
                  <a:ext uri="{FF2B5EF4-FFF2-40B4-BE49-F238E27FC236}">
                    <a16:creationId xmlns:a16="http://schemas.microsoft.com/office/drawing/2014/main" id="{0C49725D-4A47-CD16-C591-CBB40C030BFA}"/>
                  </a:ext>
                </a:extLst>
              </p:cNvPr>
              <p:cNvSpPr>
                <a:spLocks noGrp="1" noRot="1" noChangeAspect="1" noMove="1" noResize="1" noEditPoints="1" noAdjustHandles="1" noChangeArrowheads="1" noChangeShapeType="1" noTextEdit="1"/>
              </p:cNvSpPr>
              <p:nvPr>
                <p:ph idx="1"/>
              </p:nvPr>
            </p:nvSpPr>
            <p:spPr>
              <a:blipFill>
                <a:blip r:embed="rId2"/>
                <a:stretch>
                  <a:fillRect l="-1043" t="-2241" r="-290"/>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726FB2D-C894-B67B-0E4B-10815074BF84}"/>
                  </a:ext>
                </a:extLst>
              </p14:cNvPr>
              <p14:cNvContentPartPr/>
              <p14:nvPr/>
            </p14:nvContentPartPr>
            <p14:xfrm>
              <a:off x="7561440" y="312120"/>
              <a:ext cx="3039120" cy="1081440"/>
            </p14:xfrm>
          </p:contentPart>
        </mc:Choice>
        <mc:Fallback xmlns="">
          <p:pic>
            <p:nvPicPr>
              <p:cNvPr id="4" name="Ink 3">
                <a:extLst>
                  <a:ext uri="{FF2B5EF4-FFF2-40B4-BE49-F238E27FC236}">
                    <a16:creationId xmlns:a16="http://schemas.microsoft.com/office/drawing/2014/main" id="{2726FB2D-C894-B67B-0E4B-10815074BF84}"/>
                  </a:ext>
                </a:extLst>
              </p:cNvPr>
              <p:cNvPicPr/>
              <p:nvPr/>
            </p:nvPicPr>
            <p:blipFill>
              <a:blip r:embed="rId4"/>
              <a:stretch>
                <a:fillRect/>
              </a:stretch>
            </p:blipFill>
            <p:spPr>
              <a:xfrm>
                <a:off x="7552080" y="302760"/>
                <a:ext cx="3057840" cy="1100160"/>
              </a:xfrm>
              <a:prstGeom prst="rect">
                <a:avLst/>
              </a:prstGeom>
            </p:spPr>
          </p:pic>
        </mc:Fallback>
      </mc:AlternateContent>
    </p:spTree>
    <p:extLst>
      <p:ext uri="{BB962C8B-B14F-4D97-AF65-F5344CB8AC3E}">
        <p14:creationId xmlns:p14="http://schemas.microsoft.com/office/powerpoint/2010/main" val="2901003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3F371-31F4-E01F-BA65-ED51EA592677}"/>
              </a:ext>
            </a:extLst>
          </p:cNvPr>
          <p:cNvSpPr>
            <a:spLocks noGrp="1"/>
          </p:cNvSpPr>
          <p:nvPr>
            <p:ph type="title"/>
          </p:nvPr>
        </p:nvSpPr>
        <p:spPr/>
        <p:txBody>
          <a:bodyPr/>
          <a:lstStyle/>
          <a:p>
            <a:r>
              <a:rPr lang="en-IN" dirty="0"/>
              <a:t>Buffer size</a:t>
            </a:r>
          </a:p>
        </p:txBody>
      </p:sp>
      <p:sp>
        <p:nvSpPr>
          <p:cNvPr id="3" name="Content Placeholder 2">
            <a:extLst>
              <a:ext uri="{FF2B5EF4-FFF2-40B4-BE49-F238E27FC236}">
                <a16:creationId xmlns:a16="http://schemas.microsoft.com/office/drawing/2014/main" id="{CF28F752-71CD-B661-619E-A2FE35E64B95}"/>
              </a:ext>
            </a:extLst>
          </p:cNvPr>
          <p:cNvSpPr>
            <a:spLocks noGrp="1"/>
          </p:cNvSpPr>
          <p:nvPr>
            <p:ph idx="1"/>
          </p:nvPr>
        </p:nvSpPr>
        <p:spPr/>
        <p:txBody>
          <a:bodyPr/>
          <a:lstStyle/>
          <a:p>
            <a:r>
              <a:rPr lang="en-IN" dirty="0"/>
              <a:t>What should be an ideal buffer size at an input port</a:t>
            </a:r>
          </a:p>
          <a:p>
            <a:pPr lvl="1"/>
            <a:r>
              <a:rPr lang="en-IN" dirty="0"/>
              <a:t>In addition to the transmission rate at input links, the buffer size at the input port depends on various factors, such as the number of output ports, the packet scheduling algorithm, the speed and matching algorithm of the switching fabric, etc.</a:t>
            </a:r>
          </a:p>
          <a:p>
            <a:pPr lvl="1"/>
            <a:r>
              <a:rPr lang="en-IN" dirty="0"/>
              <a:t>Typically, the queue size at the input port is small</a:t>
            </a:r>
          </a:p>
        </p:txBody>
      </p:sp>
    </p:spTree>
    <p:extLst>
      <p:ext uri="{BB962C8B-B14F-4D97-AF65-F5344CB8AC3E}">
        <p14:creationId xmlns:p14="http://schemas.microsoft.com/office/powerpoint/2010/main" val="3855981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06623-8DE5-9E1B-58DC-6AB0A7A2BF73}"/>
              </a:ext>
            </a:extLst>
          </p:cNvPr>
          <p:cNvSpPr>
            <a:spLocks noGrp="1"/>
          </p:cNvSpPr>
          <p:nvPr>
            <p:ph type="title"/>
          </p:nvPr>
        </p:nvSpPr>
        <p:spPr/>
        <p:txBody>
          <a:bodyPr/>
          <a:lstStyle/>
          <a:p>
            <a:r>
              <a:rPr lang="en-IN" dirty="0"/>
              <a:t>Packet scheduling</a:t>
            </a:r>
          </a:p>
        </p:txBody>
      </p:sp>
      <p:sp>
        <p:nvSpPr>
          <p:cNvPr id="3" name="Content Placeholder 2">
            <a:extLst>
              <a:ext uri="{FF2B5EF4-FFF2-40B4-BE49-F238E27FC236}">
                <a16:creationId xmlns:a16="http://schemas.microsoft.com/office/drawing/2014/main" id="{6461827C-4BA7-4B7B-B1CE-F15F5AA5052D}"/>
              </a:ext>
            </a:extLst>
          </p:cNvPr>
          <p:cNvSpPr>
            <a:spLocks noGrp="1"/>
          </p:cNvSpPr>
          <p:nvPr>
            <p:ph idx="1"/>
          </p:nvPr>
        </p:nvSpPr>
        <p:spPr/>
        <p:txBody>
          <a:bodyPr/>
          <a:lstStyle/>
          <a:p>
            <a:r>
              <a:rPr lang="en-IN" dirty="0"/>
              <a:t>Packet scheduling decides the order in which the queued packets are transmitted over an outgoing link</a:t>
            </a:r>
          </a:p>
        </p:txBody>
      </p:sp>
    </p:spTree>
    <p:extLst>
      <p:ext uri="{BB962C8B-B14F-4D97-AF65-F5344CB8AC3E}">
        <p14:creationId xmlns:p14="http://schemas.microsoft.com/office/powerpoint/2010/main" val="1103397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DBC5C-9BAE-6141-493B-2F48B01D02CF}"/>
              </a:ext>
            </a:extLst>
          </p:cNvPr>
          <p:cNvSpPr>
            <a:spLocks noGrp="1"/>
          </p:cNvSpPr>
          <p:nvPr>
            <p:ph type="title"/>
          </p:nvPr>
        </p:nvSpPr>
        <p:spPr/>
        <p:txBody>
          <a:bodyPr/>
          <a:lstStyle/>
          <a:p>
            <a:r>
              <a:rPr lang="en-IN" dirty="0"/>
              <a:t>First-come-first-serve</a:t>
            </a:r>
          </a:p>
        </p:txBody>
      </p:sp>
      <p:graphicFrame>
        <p:nvGraphicFramePr>
          <p:cNvPr id="4" name="Content Placeholder 3">
            <a:extLst>
              <a:ext uri="{FF2B5EF4-FFF2-40B4-BE49-F238E27FC236}">
                <a16:creationId xmlns:a16="http://schemas.microsoft.com/office/drawing/2014/main" id="{2204E2D3-25FA-CE7B-BBCD-C05FFD4C88EE}"/>
              </a:ext>
            </a:extLst>
          </p:cNvPr>
          <p:cNvGraphicFramePr>
            <a:graphicFrameLocks noGrp="1"/>
          </p:cNvGraphicFramePr>
          <p:nvPr>
            <p:ph idx="1"/>
            <p:extLst>
              <p:ext uri="{D42A27DB-BD31-4B8C-83A1-F6EECF244321}">
                <p14:modId xmlns:p14="http://schemas.microsoft.com/office/powerpoint/2010/main" val="1902702344"/>
              </p:ext>
            </p:extLst>
          </p:nvPr>
        </p:nvGraphicFramePr>
        <p:xfrm>
          <a:off x="838202" y="1825625"/>
          <a:ext cx="4713511" cy="2225040"/>
        </p:xfrm>
        <a:graphic>
          <a:graphicData uri="http://schemas.openxmlformats.org/drawingml/2006/table">
            <a:tbl>
              <a:tblPr firstRow="1" bandRow="1">
                <a:tableStyleId>{5C22544A-7EE6-4342-B048-85BDC9FD1C3A}</a:tableStyleId>
              </a:tblPr>
              <a:tblGrid>
                <a:gridCol w="704763">
                  <a:extLst>
                    <a:ext uri="{9D8B030D-6E8A-4147-A177-3AD203B41FA5}">
                      <a16:colId xmlns:a16="http://schemas.microsoft.com/office/drawing/2014/main" val="1731491841"/>
                    </a:ext>
                  </a:extLst>
                </a:gridCol>
                <a:gridCol w="1668396">
                  <a:extLst>
                    <a:ext uri="{9D8B030D-6E8A-4147-A177-3AD203B41FA5}">
                      <a16:colId xmlns:a16="http://schemas.microsoft.com/office/drawing/2014/main" val="8882989"/>
                    </a:ext>
                  </a:extLst>
                </a:gridCol>
                <a:gridCol w="2340352">
                  <a:extLst>
                    <a:ext uri="{9D8B030D-6E8A-4147-A177-3AD203B41FA5}">
                      <a16:colId xmlns:a16="http://schemas.microsoft.com/office/drawing/2014/main" val="610699606"/>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ARRIVAL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DEPARTURE START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2554983"/>
                  </a:ext>
                </a:extLst>
              </a:tr>
              <a:tr h="370840">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934255"/>
                  </a:ext>
                </a:extLst>
              </a:tr>
              <a:tr h="370840">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504826"/>
                  </a:ext>
                </a:extLst>
              </a:tr>
              <a:tr h="370840">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5374945"/>
                  </a:ext>
                </a:extLst>
              </a:tr>
              <a:tr h="370840">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7115516"/>
                  </a:ext>
                </a:extLst>
              </a:tr>
              <a:tr h="370840">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6282159"/>
                  </a:ext>
                </a:extLst>
              </a:tr>
            </a:tbl>
          </a:graphicData>
        </a:graphic>
      </p:graphicFrame>
      <p:sp>
        <p:nvSpPr>
          <p:cNvPr id="3" name="TextBox 2">
            <a:extLst>
              <a:ext uri="{FF2B5EF4-FFF2-40B4-BE49-F238E27FC236}">
                <a16:creationId xmlns:a16="http://schemas.microsoft.com/office/drawing/2014/main" id="{0DA1294B-D925-22C7-83C6-895EF4DEAB90}"/>
              </a:ext>
            </a:extLst>
          </p:cNvPr>
          <p:cNvSpPr txBox="1"/>
          <p:nvPr/>
        </p:nvSpPr>
        <p:spPr>
          <a:xfrm>
            <a:off x="794656" y="4680857"/>
            <a:ext cx="8926286" cy="461665"/>
          </a:xfrm>
          <a:prstGeom prst="rect">
            <a:avLst/>
          </a:prstGeom>
          <a:noFill/>
        </p:spPr>
        <p:txBody>
          <a:bodyPr wrap="square" rtlCol="0">
            <a:spAutoFit/>
          </a:bodyPr>
          <a:lstStyle/>
          <a:p>
            <a:r>
              <a:rPr lang="en-IN" sz="2400" dirty="0">
                <a:latin typeface="Arial" panose="020B0604020202020204" pitchFamily="34" charset="0"/>
                <a:cs typeface="Arial" panose="020B0604020202020204" pitchFamily="34" charset="0"/>
              </a:rPr>
              <a:t>Each packet takes three units of time to be transmitted.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E9F9F4DF-833E-1FC9-4C2E-9B6D3A70118C}"/>
                  </a:ext>
                </a:extLst>
              </p14:cNvPr>
              <p14:cNvContentPartPr/>
              <p14:nvPr/>
            </p14:nvContentPartPr>
            <p14:xfrm>
              <a:off x="3727800" y="2263320"/>
              <a:ext cx="222480" cy="1762920"/>
            </p14:xfrm>
          </p:contentPart>
        </mc:Choice>
        <mc:Fallback xmlns="">
          <p:pic>
            <p:nvPicPr>
              <p:cNvPr id="5" name="Ink 4">
                <a:extLst>
                  <a:ext uri="{FF2B5EF4-FFF2-40B4-BE49-F238E27FC236}">
                    <a16:creationId xmlns:a16="http://schemas.microsoft.com/office/drawing/2014/main" id="{E9F9F4DF-833E-1FC9-4C2E-9B6D3A70118C}"/>
                  </a:ext>
                </a:extLst>
              </p:cNvPr>
              <p:cNvPicPr/>
              <p:nvPr/>
            </p:nvPicPr>
            <p:blipFill>
              <a:blip r:embed="rId3"/>
              <a:stretch>
                <a:fillRect/>
              </a:stretch>
            </p:blipFill>
            <p:spPr>
              <a:xfrm>
                <a:off x="3718440" y="2253960"/>
                <a:ext cx="241200" cy="1781640"/>
              </a:xfrm>
              <a:prstGeom prst="rect">
                <a:avLst/>
              </a:prstGeom>
            </p:spPr>
          </p:pic>
        </mc:Fallback>
      </mc:AlternateContent>
    </p:spTree>
    <p:extLst>
      <p:ext uri="{BB962C8B-B14F-4D97-AF65-F5344CB8AC3E}">
        <p14:creationId xmlns:p14="http://schemas.microsoft.com/office/powerpoint/2010/main" val="791872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FC032-9EFE-A6B7-F31F-8D8F5CC3ACF2}"/>
              </a:ext>
            </a:extLst>
          </p:cNvPr>
          <p:cNvSpPr>
            <a:spLocks noGrp="1"/>
          </p:cNvSpPr>
          <p:nvPr>
            <p:ph type="title"/>
          </p:nvPr>
        </p:nvSpPr>
        <p:spPr/>
        <p:txBody>
          <a:bodyPr/>
          <a:lstStyle/>
          <a:p>
            <a:r>
              <a:rPr lang="en-IN" dirty="0"/>
              <a:t>First-come-first-serve</a:t>
            </a:r>
          </a:p>
        </p:txBody>
      </p:sp>
      <p:sp>
        <p:nvSpPr>
          <p:cNvPr id="3" name="Content Placeholder 2">
            <a:extLst>
              <a:ext uri="{FF2B5EF4-FFF2-40B4-BE49-F238E27FC236}">
                <a16:creationId xmlns:a16="http://schemas.microsoft.com/office/drawing/2014/main" id="{7DFF3625-FF4D-4A5D-28BA-83BB68A47987}"/>
              </a:ext>
            </a:extLst>
          </p:cNvPr>
          <p:cNvSpPr>
            <a:spLocks noGrp="1"/>
          </p:cNvSpPr>
          <p:nvPr>
            <p:ph idx="1"/>
          </p:nvPr>
        </p:nvSpPr>
        <p:spPr/>
        <p:txBody>
          <a:bodyPr/>
          <a:lstStyle/>
          <a:p>
            <a:r>
              <a:rPr lang="en-IN" dirty="0"/>
              <a:t>Arrival</a:t>
            </a:r>
          </a:p>
          <a:p>
            <a:endParaRPr lang="en-IN" dirty="0"/>
          </a:p>
          <a:p>
            <a:r>
              <a:rPr lang="en-IN" dirty="0" err="1"/>
              <a:t>SendAll</a:t>
            </a:r>
            <a:endParaRPr lang="en-IN" dirty="0"/>
          </a:p>
          <a:p>
            <a:endParaRPr lang="en-IN" dirty="0"/>
          </a:p>
          <a:p>
            <a:endParaRPr lang="en-IN" dirty="0"/>
          </a:p>
          <a:p>
            <a:endParaRPr lang="en-IN" dirty="0"/>
          </a:p>
        </p:txBody>
      </p:sp>
      <p:grpSp>
        <p:nvGrpSpPr>
          <p:cNvPr id="4" name="Group 3">
            <a:extLst>
              <a:ext uri="{FF2B5EF4-FFF2-40B4-BE49-F238E27FC236}">
                <a16:creationId xmlns:a16="http://schemas.microsoft.com/office/drawing/2014/main" id="{B7E6A345-1E13-2179-4E8D-9E146AE68861}"/>
              </a:ext>
            </a:extLst>
          </p:cNvPr>
          <p:cNvGrpSpPr/>
          <p:nvPr/>
        </p:nvGrpSpPr>
        <p:grpSpPr>
          <a:xfrm>
            <a:off x="6748358" y="4556937"/>
            <a:ext cx="4335126" cy="1693461"/>
            <a:chOff x="614363" y="4257679"/>
            <a:chExt cx="4335126" cy="1693461"/>
          </a:xfrm>
        </p:grpSpPr>
        <p:grpSp>
          <p:nvGrpSpPr>
            <p:cNvPr id="5" name="Group 4">
              <a:extLst>
                <a:ext uri="{FF2B5EF4-FFF2-40B4-BE49-F238E27FC236}">
                  <a16:creationId xmlns:a16="http://schemas.microsoft.com/office/drawing/2014/main" id="{18B2E66C-2A73-754A-4773-CA8AB1B554F5}"/>
                </a:ext>
              </a:extLst>
            </p:cNvPr>
            <p:cNvGrpSpPr/>
            <p:nvPr/>
          </p:nvGrpSpPr>
          <p:grpSpPr>
            <a:xfrm>
              <a:off x="614363" y="4257679"/>
              <a:ext cx="4335126" cy="1693461"/>
              <a:chOff x="614363" y="4257679"/>
              <a:chExt cx="4335126" cy="1693461"/>
            </a:xfrm>
          </p:grpSpPr>
          <p:grpSp>
            <p:nvGrpSpPr>
              <p:cNvPr id="7" name="Group 25">
                <a:extLst>
                  <a:ext uri="{FF2B5EF4-FFF2-40B4-BE49-F238E27FC236}">
                    <a16:creationId xmlns:a16="http://schemas.microsoft.com/office/drawing/2014/main" id="{CE5D74B1-D4B7-8766-2D56-2A453BE5EFED}"/>
                  </a:ext>
                </a:extLst>
              </p:cNvPr>
              <p:cNvGrpSpPr>
                <a:grpSpLocks/>
              </p:cNvGrpSpPr>
              <p:nvPr/>
            </p:nvGrpSpPr>
            <p:grpSpPr bwMode="auto">
              <a:xfrm>
                <a:off x="1468086" y="4855765"/>
                <a:ext cx="939800" cy="565150"/>
                <a:chOff x="1670312" y="2562997"/>
                <a:chExt cx="940317" cy="565219"/>
              </a:xfrm>
            </p:grpSpPr>
            <p:grpSp>
              <p:nvGrpSpPr>
                <p:cNvPr id="17" name="Group 28">
                  <a:extLst>
                    <a:ext uri="{FF2B5EF4-FFF2-40B4-BE49-F238E27FC236}">
                      <a16:creationId xmlns:a16="http://schemas.microsoft.com/office/drawing/2014/main" id="{05A2DB82-3182-4144-FE33-F7EE784AE043}"/>
                    </a:ext>
                  </a:extLst>
                </p:cNvPr>
                <p:cNvGrpSpPr>
                  <a:grpSpLocks/>
                </p:cNvGrpSpPr>
                <p:nvPr/>
              </p:nvGrpSpPr>
              <p:grpSpPr bwMode="auto">
                <a:xfrm>
                  <a:off x="1670312" y="2562997"/>
                  <a:ext cx="929822" cy="565219"/>
                  <a:chOff x="1670312" y="2562997"/>
                  <a:chExt cx="929822" cy="565219"/>
                </a:xfrm>
              </p:grpSpPr>
              <p:sp>
                <p:nvSpPr>
                  <p:cNvPr id="19" name="Rectangle 30">
                    <a:extLst>
                      <a:ext uri="{FF2B5EF4-FFF2-40B4-BE49-F238E27FC236}">
                        <a16:creationId xmlns:a16="http://schemas.microsoft.com/office/drawing/2014/main" id="{5552F41A-FC25-A5B6-A904-4C77952D8436}"/>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20" name="Straight Connector 31">
                    <a:extLst>
                      <a:ext uri="{FF2B5EF4-FFF2-40B4-BE49-F238E27FC236}">
                        <a16:creationId xmlns:a16="http://schemas.microsoft.com/office/drawing/2014/main" id="{D08FD239-4745-1DBC-1AA0-8FD4B38166BB}"/>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Straight Connector 32">
                    <a:extLst>
                      <a:ext uri="{FF2B5EF4-FFF2-40B4-BE49-F238E27FC236}">
                        <a16:creationId xmlns:a16="http://schemas.microsoft.com/office/drawing/2014/main" id="{5998C2E5-1826-521B-088A-9C8F0DA7A4CC}"/>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33">
                    <a:extLst>
                      <a:ext uri="{FF2B5EF4-FFF2-40B4-BE49-F238E27FC236}">
                        <a16:creationId xmlns:a16="http://schemas.microsoft.com/office/drawing/2014/main" id="{E00EF7A8-47DF-BB88-4E10-EEEAB463C18A}"/>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34">
                    <a:extLst>
                      <a:ext uri="{FF2B5EF4-FFF2-40B4-BE49-F238E27FC236}">
                        <a16:creationId xmlns:a16="http://schemas.microsoft.com/office/drawing/2014/main" id="{EA2A62FF-C208-D2AB-0B81-FEFCBA9B0E01}"/>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35">
                    <a:extLst>
                      <a:ext uri="{FF2B5EF4-FFF2-40B4-BE49-F238E27FC236}">
                        <a16:creationId xmlns:a16="http://schemas.microsoft.com/office/drawing/2014/main" id="{7D98C070-B03A-36D3-51F3-BC5BD0C7F658}"/>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36">
                    <a:extLst>
                      <a:ext uri="{FF2B5EF4-FFF2-40B4-BE49-F238E27FC236}">
                        <a16:creationId xmlns:a16="http://schemas.microsoft.com/office/drawing/2014/main" id="{0CF12BAD-3D2C-684F-6286-6569FCABC721}"/>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37">
                    <a:extLst>
                      <a:ext uri="{FF2B5EF4-FFF2-40B4-BE49-F238E27FC236}">
                        <a16:creationId xmlns:a16="http://schemas.microsoft.com/office/drawing/2014/main" id="{AEFB6B3A-2A46-4317-089B-E97DC4CA8267}"/>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8" name="Rectangle 29">
                  <a:extLst>
                    <a:ext uri="{FF2B5EF4-FFF2-40B4-BE49-F238E27FC236}">
                      <a16:creationId xmlns:a16="http://schemas.microsoft.com/office/drawing/2014/main" id="{F18094E6-A10F-E4EC-FD23-6D8349B4A128}"/>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8" name="Oval 27">
                <a:extLst>
                  <a:ext uri="{FF2B5EF4-FFF2-40B4-BE49-F238E27FC236}">
                    <a16:creationId xmlns:a16="http://schemas.microsoft.com/office/drawing/2014/main" id="{6A17F9D4-C0E0-82B0-97CC-FFB12B6FB216}"/>
                  </a:ext>
                </a:extLst>
              </p:cNvPr>
              <p:cNvSpPr>
                <a:spLocks noChangeArrowheads="1"/>
              </p:cNvSpPr>
              <p:nvPr/>
            </p:nvSpPr>
            <p:spPr bwMode="auto">
              <a:xfrm>
                <a:off x="2851137" y="4827190"/>
                <a:ext cx="631825" cy="628650"/>
              </a:xfrm>
              <a:prstGeom prst="ellipse">
                <a:avLst/>
              </a:prstGeom>
              <a:solidFill>
                <a:srgbClr val="FFFFFF"/>
              </a:solidFill>
              <a:ln w="28575">
                <a:solidFill>
                  <a:srgbClr val="3333CC"/>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9" name="Straight Arrow Connector 11">
                <a:extLst>
                  <a:ext uri="{FF2B5EF4-FFF2-40B4-BE49-F238E27FC236}">
                    <a16:creationId xmlns:a16="http://schemas.microsoft.com/office/drawing/2014/main" id="{152AB467-E492-49BC-7EA8-2F8C356389F6}"/>
                  </a:ext>
                </a:extLst>
              </p:cNvPr>
              <p:cNvCxnSpPr>
                <a:cxnSpLocks noChangeShapeType="1"/>
              </p:cNvCxnSpPr>
              <p:nvPr/>
            </p:nvCxnSpPr>
            <p:spPr bwMode="auto">
              <a:xfrm>
                <a:off x="785813" y="5138340"/>
                <a:ext cx="628651" cy="0"/>
              </a:xfrm>
              <a:prstGeom prst="straightConnector1">
                <a:avLst/>
              </a:prstGeom>
              <a:noFill/>
              <a:ln w="254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17">
                <a:extLst>
                  <a:ext uri="{FF2B5EF4-FFF2-40B4-BE49-F238E27FC236}">
                    <a16:creationId xmlns:a16="http://schemas.microsoft.com/office/drawing/2014/main" id="{1365A3B0-F6FE-6C35-E12B-419EDE6BD447}"/>
                  </a:ext>
                </a:extLst>
              </p:cNvPr>
              <p:cNvSpPr txBox="1">
                <a:spLocks noChangeArrowheads="1"/>
              </p:cNvSpPr>
              <p:nvPr/>
            </p:nvSpPr>
            <p:spPr bwMode="auto">
              <a:xfrm>
                <a:off x="1282351" y="5422502"/>
                <a:ext cx="1273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queue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(waiting area)</a:t>
                </a:r>
              </a:p>
            </p:txBody>
          </p:sp>
          <p:sp>
            <p:nvSpPr>
              <p:cNvPr id="11" name="TextBox 18">
                <a:extLst>
                  <a:ext uri="{FF2B5EF4-FFF2-40B4-BE49-F238E27FC236}">
                    <a16:creationId xmlns:a16="http://schemas.microsoft.com/office/drawing/2014/main" id="{6B60EB45-C5C0-6054-F800-0378D4A0B818}"/>
                  </a:ext>
                </a:extLst>
              </p:cNvPr>
              <p:cNvSpPr txBox="1">
                <a:spLocks noChangeArrowheads="1"/>
              </p:cNvSpPr>
              <p:nvPr/>
            </p:nvSpPr>
            <p:spPr bwMode="auto">
              <a:xfrm>
                <a:off x="641008" y="5182790"/>
                <a:ext cx="7635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cxnSp>
            <p:nvCxnSpPr>
              <p:cNvPr id="12" name="Straight Arrow Connector 20">
                <a:extLst>
                  <a:ext uri="{FF2B5EF4-FFF2-40B4-BE49-F238E27FC236}">
                    <a16:creationId xmlns:a16="http://schemas.microsoft.com/office/drawing/2014/main" id="{5A7FF6A6-212D-96A9-64A3-3586652583B6}"/>
                  </a:ext>
                </a:extLst>
              </p:cNvPr>
              <p:cNvCxnSpPr>
                <a:cxnSpLocks noChangeShapeType="1"/>
                <a:stCxn id="8" idx="6"/>
              </p:cNvCxnSpPr>
              <p:nvPr/>
            </p:nvCxnSpPr>
            <p:spPr bwMode="auto">
              <a:xfrm>
                <a:off x="3482962" y="5141515"/>
                <a:ext cx="560401" cy="0"/>
              </a:xfrm>
              <a:prstGeom prst="straightConnector1">
                <a:avLst/>
              </a:prstGeom>
              <a:noFill/>
              <a:ln w="25400">
                <a:solidFill>
                  <a:srgbClr val="18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22">
                <a:extLst>
                  <a:ext uri="{FF2B5EF4-FFF2-40B4-BE49-F238E27FC236}">
                    <a16:creationId xmlns:a16="http://schemas.microsoft.com/office/drawing/2014/main" id="{653C01A6-CB09-9E85-D47C-EB89AEB564FD}"/>
                  </a:ext>
                </a:extLst>
              </p:cNvPr>
              <p:cNvSpPr txBox="1">
                <a:spLocks noChangeArrowheads="1"/>
              </p:cNvSpPr>
              <p:nvPr/>
            </p:nvSpPr>
            <p:spPr bwMode="auto">
              <a:xfrm>
                <a:off x="3906501" y="4931965"/>
                <a:ext cx="1042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14" name="TextBox 23">
                <a:extLst>
                  <a:ext uri="{FF2B5EF4-FFF2-40B4-BE49-F238E27FC236}">
                    <a16:creationId xmlns:a16="http://schemas.microsoft.com/office/drawing/2014/main" id="{C63426C3-8AB2-F4D6-E918-2F7A2517E777}"/>
                  </a:ext>
                </a:extLst>
              </p:cNvPr>
              <p:cNvSpPr txBox="1">
                <a:spLocks noChangeArrowheads="1"/>
              </p:cNvSpPr>
              <p:nvPr/>
            </p:nvSpPr>
            <p:spPr bwMode="auto">
              <a:xfrm>
                <a:off x="2715794" y="5427265"/>
                <a:ext cx="852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 (server)</a:t>
                </a:r>
              </a:p>
            </p:txBody>
          </p:sp>
          <p:cxnSp>
            <p:nvCxnSpPr>
              <p:cNvPr id="15" name="Straight Arrow Connector 52">
                <a:extLst>
                  <a:ext uri="{FF2B5EF4-FFF2-40B4-BE49-F238E27FC236}">
                    <a16:creationId xmlns:a16="http://schemas.microsoft.com/office/drawing/2014/main" id="{72021AB9-C058-8958-68D7-0EB1C84DAE96}"/>
                  </a:ext>
                </a:extLst>
              </p:cNvPr>
              <p:cNvCxnSpPr>
                <a:cxnSpLocks noChangeShapeType="1"/>
                <a:stCxn id="18" idx="3"/>
                <a:endCxn id="8" idx="2"/>
              </p:cNvCxnSpPr>
              <p:nvPr/>
            </p:nvCxnSpPr>
            <p:spPr bwMode="auto">
              <a:xfrm>
                <a:off x="2407886" y="5140276"/>
                <a:ext cx="443251" cy="123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Box 15">
                <a:extLst>
                  <a:ext uri="{FF2B5EF4-FFF2-40B4-BE49-F238E27FC236}">
                    <a16:creationId xmlns:a16="http://schemas.microsoft.com/office/drawing/2014/main" id="{2E30D8CE-595B-4D0A-10B7-9A552A18D1EB}"/>
                  </a:ext>
                </a:extLst>
              </p:cNvPr>
              <p:cNvSpPr txBox="1"/>
              <p:nvPr/>
            </p:nvSpPr>
            <p:spPr>
              <a:xfrm>
                <a:off x="614363" y="4257679"/>
                <a:ext cx="280365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Abstraction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queue</a:t>
                </a:r>
              </a:p>
            </p:txBody>
          </p:sp>
        </p:grpSp>
        <p:sp>
          <p:nvSpPr>
            <p:cNvPr id="6" name="TextBox 5">
              <a:extLst>
                <a:ext uri="{FF2B5EF4-FFF2-40B4-BE49-F238E27FC236}">
                  <a16:creationId xmlns:a16="http://schemas.microsoft.com/office/drawing/2014/main" id="{38C857E7-2C7D-23A0-4559-82ACDFA4AAF0}"/>
                </a:ext>
              </a:extLst>
            </p:cNvPr>
            <p:cNvSpPr txBox="1"/>
            <p:nvPr/>
          </p:nvSpPr>
          <p:spPr>
            <a:xfrm>
              <a:off x="2978728" y="4907280"/>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F2D0CEEC-F647-CD8B-CAE2-BE4D5F922D40}"/>
                  </a:ext>
                </a:extLst>
              </p14:cNvPr>
              <p14:cNvContentPartPr/>
              <p14:nvPr/>
            </p14:nvContentPartPr>
            <p14:xfrm>
              <a:off x="2851200" y="1980360"/>
              <a:ext cx="3779640" cy="3432960"/>
            </p14:xfrm>
          </p:contentPart>
        </mc:Choice>
        <mc:Fallback xmlns="">
          <p:pic>
            <p:nvPicPr>
              <p:cNvPr id="27" name="Ink 26">
                <a:extLst>
                  <a:ext uri="{FF2B5EF4-FFF2-40B4-BE49-F238E27FC236}">
                    <a16:creationId xmlns:a16="http://schemas.microsoft.com/office/drawing/2014/main" id="{F2D0CEEC-F647-CD8B-CAE2-BE4D5F922D40}"/>
                  </a:ext>
                </a:extLst>
              </p:cNvPr>
              <p:cNvPicPr/>
              <p:nvPr/>
            </p:nvPicPr>
            <p:blipFill>
              <a:blip r:embed="rId3"/>
              <a:stretch>
                <a:fillRect/>
              </a:stretch>
            </p:blipFill>
            <p:spPr>
              <a:xfrm>
                <a:off x="2841840" y="1971000"/>
                <a:ext cx="3798360" cy="3451680"/>
              </a:xfrm>
              <a:prstGeom prst="rect">
                <a:avLst/>
              </a:prstGeom>
            </p:spPr>
          </p:pic>
        </mc:Fallback>
      </mc:AlternateContent>
      <p:sp>
        <p:nvSpPr>
          <p:cNvPr id="28" name="TextBox 28">
            <a:extLst>
              <a:ext uri="{FF2B5EF4-FFF2-40B4-BE49-F238E27FC236}">
                <a16:creationId xmlns:a16="http://schemas.microsoft.com/office/drawing/2014/main" id="{D7B274E1-AED8-7B3F-2C16-DE3C03492A93}"/>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3046523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ECC6-D3C3-BE78-22DE-D9B4FFF94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2B612-C273-B509-2CFD-751C4B339B60}"/>
              </a:ext>
            </a:extLst>
          </p:cNvPr>
          <p:cNvSpPr>
            <a:spLocks noGrp="1"/>
          </p:cNvSpPr>
          <p:nvPr>
            <p:ph type="title"/>
          </p:nvPr>
        </p:nvSpPr>
        <p:spPr/>
        <p:txBody>
          <a:bodyPr/>
          <a:lstStyle/>
          <a:p>
            <a:r>
              <a:rPr lang="en-IN" dirty="0"/>
              <a:t>First-come-first-serve</a:t>
            </a:r>
          </a:p>
        </p:txBody>
      </p:sp>
      <p:sp>
        <p:nvSpPr>
          <p:cNvPr id="3" name="Content Placeholder 2">
            <a:extLst>
              <a:ext uri="{FF2B5EF4-FFF2-40B4-BE49-F238E27FC236}">
                <a16:creationId xmlns:a16="http://schemas.microsoft.com/office/drawing/2014/main" id="{5E03AAD6-409C-D123-9FA0-FE0B78647988}"/>
              </a:ext>
            </a:extLst>
          </p:cNvPr>
          <p:cNvSpPr>
            <a:spLocks noGrp="1"/>
          </p:cNvSpPr>
          <p:nvPr>
            <p:ph idx="1"/>
          </p:nvPr>
        </p:nvSpPr>
        <p:spPr/>
        <p:txBody>
          <a:bodyPr/>
          <a:lstStyle/>
          <a:p>
            <a:r>
              <a:rPr lang="en-IN" dirty="0"/>
              <a:t>First-come-first-serve (FCFS) or first-in-first-out (FIFO)</a:t>
            </a:r>
          </a:p>
          <a:p>
            <a:pPr lvl="1"/>
            <a:r>
              <a:rPr lang="en-IN" dirty="0"/>
              <a:t>Transmit the packets in the order of their arrival</a:t>
            </a:r>
          </a:p>
          <a:p>
            <a:pPr lvl="1"/>
            <a:r>
              <a:rPr lang="en-IN" dirty="0"/>
              <a:t>Arrival</a:t>
            </a:r>
          </a:p>
          <a:p>
            <a:pPr marL="914400" lvl="2" indent="0">
              <a:buNone/>
            </a:pPr>
            <a:r>
              <a:rPr lang="en-IN" dirty="0">
                <a:latin typeface="Arial" panose="020B0604020202020204" pitchFamily="34" charset="0"/>
                <a:cs typeface="Arial" panose="020B0604020202020204" pitchFamily="34" charset="0"/>
              </a:rPr>
              <a:t>enqueue(Q, packet)</a:t>
            </a:r>
          </a:p>
          <a:p>
            <a:pPr lvl="1"/>
            <a:r>
              <a:rPr lang="en-IN" dirty="0" err="1"/>
              <a:t>SendAll</a:t>
            </a:r>
            <a:endParaRPr lang="en-IN" dirty="0"/>
          </a:p>
          <a:p>
            <a:pPr marL="914400" lvl="2" indent="0">
              <a:buNone/>
            </a:pPr>
            <a:r>
              <a:rPr lang="en-IN" dirty="0">
                <a:latin typeface="Arial" panose="020B0604020202020204" pitchFamily="34" charset="0"/>
                <a:cs typeface="Arial" panose="020B0604020202020204" pitchFamily="34" charset="0"/>
              </a:rPr>
              <a:t>while (!empty(Q)) {</a:t>
            </a:r>
          </a:p>
          <a:p>
            <a:pPr marL="914400" lvl="2" indent="0">
              <a:buNone/>
            </a:pPr>
            <a:r>
              <a:rPr lang="en-IN" dirty="0">
                <a:latin typeface="Arial" panose="020B0604020202020204" pitchFamily="34" charset="0"/>
                <a:cs typeface="Arial" panose="020B0604020202020204" pitchFamily="34" charset="0"/>
              </a:rPr>
              <a:t>     packet = dequeue(Q);</a:t>
            </a:r>
          </a:p>
          <a:p>
            <a:pPr marL="914400" lvl="2" indent="0">
              <a:buNone/>
            </a:pPr>
            <a:r>
              <a:rPr lang="en-IN" dirty="0">
                <a:latin typeface="Arial" panose="020B0604020202020204" pitchFamily="34" charset="0"/>
                <a:cs typeface="Arial" panose="020B0604020202020204" pitchFamily="34" charset="0"/>
              </a:rPr>
              <a:t>     send(packet);</a:t>
            </a:r>
          </a:p>
          <a:p>
            <a:pPr marL="914400" lvl="2" indent="0">
              <a:buNone/>
            </a:pPr>
            <a:r>
              <a:rPr lang="en-IN" dirty="0">
                <a:latin typeface="Arial" panose="020B0604020202020204" pitchFamily="34" charset="0"/>
                <a:cs typeface="Arial" panose="020B0604020202020204" pitchFamily="34" charset="0"/>
              </a:rPr>
              <a:t>} </a:t>
            </a:r>
          </a:p>
        </p:txBody>
      </p:sp>
      <p:grpSp>
        <p:nvGrpSpPr>
          <p:cNvPr id="4" name="Group 3">
            <a:extLst>
              <a:ext uri="{FF2B5EF4-FFF2-40B4-BE49-F238E27FC236}">
                <a16:creationId xmlns:a16="http://schemas.microsoft.com/office/drawing/2014/main" id="{69ACB982-6067-5D2E-F9A6-8885CE0DE6A9}"/>
              </a:ext>
            </a:extLst>
          </p:cNvPr>
          <p:cNvGrpSpPr/>
          <p:nvPr/>
        </p:nvGrpSpPr>
        <p:grpSpPr>
          <a:xfrm>
            <a:off x="6748358" y="4556937"/>
            <a:ext cx="4335126" cy="1693461"/>
            <a:chOff x="614363" y="4257679"/>
            <a:chExt cx="4335126" cy="1693461"/>
          </a:xfrm>
        </p:grpSpPr>
        <p:grpSp>
          <p:nvGrpSpPr>
            <p:cNvPr id="5" name="Group 4">
              <a:extLst>
                <a:ext uri="{FF2B5EF4-FFF2-40B4-BE49-F238E27FC236}">
                  <a16:creationId xmlns:a16="http://schemas.microsoft.com/office/drawing/2014/main" id="{99D8268D-666F-21A0-E3D5-A443FB7F34F7}"/>
                </a:ext>
              </a:extLst>
            </p:cNvPr>
            <p:cNvGrpSpPr/>
            <p:nvPr/>
          </p:nvGrpSpPr>
          <p:grpSpPr>
            <a:xfrm>
              <a:off x="614363" y="4257679"/>
              <a:ext cx="4335126" cy="1693461"/>
              <a:chOff x="614363" y="4257679"/>
              <a:chExt cx="4335126" cy="1693461"/>
            </a:xfrm>
          </p:grpSpPr>
          <p:grpSp>
            <p:nvGrpSpPr>
              <p:cNvPr id="7" name="Group 25">
                <a:extLst>
                  <a:ext uri="{FF2B5EF4-FFF2-40B4-BE49-F238E27FC236}">
                    <a16:creationId xmlns:a16="http://schemas.microsoft.com/office/drawing/2014/main" id="{83125997-9305-DEEF-792D-D4D275AF408D}"/>
                  </a:ext>
                </a:extLst>
              </p:cNvPr>
              <p:cNvGrpSpPr>
                <a:grpSpLocks/>
              </p:cNvGrpSpPr>
              <p:nvPr/>
            </p:nvGrpSpPr>
            <p:grpSpPr bwMode="auto">
              <a:xfrm>
                <a:off x="1468086" y="4855765"/>
                <a:ext cx="939800" cy="565150"/>
                <a:chOff x="1670312" y="2562997"/>
                <a:chExt cx="940317" cy="565219"/>
              </a:xfrm>
            </p:grpSpPr>
            <p:grpSp>
              <p:nvGrpSpPr>
                <p:cNvPr id="17" name="Group 28">
                  <a:extLst>
                    <a:ext uri="{FF2B5EF4-FFF2-40B4-BE49-F238E27FC236}">
                      <a16:creationId xmlns:a16="http://schemas.microsoft.com/office/drawing/2014/main" id="{785B2DB3-8809-FC12-7B6F-387BE9F06AE6}"/>
                    </a:ext>
                  </a:extLst>
                </p:cNvPr>
                <p:cNvGrpSpPr>
                  <a:grpSpLocks/>
                </p:cNvGrpSpPr>
                <p:nvPr/>
              </p:nvGrpSpPr>
              <p:grpSpPr bwMode="auto">
                <a:xfrm>
                  <a:off x="1670312" y="2562997"/>
                  <a:ext cx="929822" cy="565219"/>
                  <a:chOff x="1670312" y="2562997"/>
                  <a:chExt cx="929822" cy="565219"/>
                </a:xfrm>
              </p:grpSpPr>
              <p:sp>
                <p:nvSpPr>
                  <p:cNvPr id="19" name="Rectangle 30">
                    <a:extLst>
                      <a:ext uri="{FF2B5EF4-FFF2-40B4-BE49-F238E27FC236}">
                        <a16:creationId xmlns:a16="http://schemas.microsoft.com/office/drawing/2014/main" id="{A46CB455-40E9-16A2-642D-842755F685B0}"/>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20" name="Straight Connector 31">
                    <a:extLst>
                      <a:ext uri="{FF2B5EF4-FFF2-40B4-BE49-F238E27FC236}">
                        <a16:creationId xmlns:a16="http://schemas.microsoft.com/office/drawing/2014/main" id="{A7A0E75A-B4B9-C333-0389-F29CCB57A5D6}"/>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Straight Connector 32">
                    <a:extLst>
                      <a:ext uri="{FF2B5EF4-FFF2-40B4-BE49-F238E27FC236}">
                        <a16:creationId xmlns:a16="http://schemas.microsoft.com/office/drawing/2014/main" id="{8641E038-9CB6-DB98-4308-8B29EC682F36}"/>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33">
                    <a:extLst>
                      <a:ext uri="{FF2B5EF4-FFF2-40B4-BE49-F238E27FC236}">
                        <a16:creationId xmlns:a16="http://schemas.microsoft.com/office/drawing/2014/main" id="{0953A501-00EC-8199-8150-C02736F19E9B}"/>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34">
                    <a:extLst>
                      <a:ext uri="{FF2B5EF4-FFF2-40B4-BE49-F238E27FC236}">
                        <a16:creationId xmlns:a16="http://schemas.microsoft.com/office/drawing/2014/main" id="{CDCDAF38-65DF-EBDB-ECD1-350650106095}"/>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35">
                    <a:extLst>
                      <a:ext uri="{FF2B5EF4-FFF2-40B4-BE49-F238E27FC236}">
                        <a16:creationId xmlns:a16="http://schemas.microsoft.com/office/drawing/2014/main" id="{296AABEC-BC8C-77D8-AC7E-18A4C03749C3}"/>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36">
                    <a:extLst>
                      <a:ext uri="{FF2B5EF4-FFF2-40B4-BE49-F238E27FC236}">
                        <a16:creationId xmlns:a16="http://schemas.microsoft.com/office/drawing/2014/main" id="{3A7D758E-B410-3D35-A56C-FB7529CA5742}"/>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37">
                    <a:extLst>
                      <a:ext uri="{FF2B5EF4-FFF2-40B4-BE49-F238E27FC236}">
                        <a16:creationId xmlns:a16="http://schemas.microsoft.com/office/drawing/2014/main" id="{40D58828-BCD5-B1F4-6083-A057CCE1D426}"/>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8" name="Rectangle 29">
                  <a:extLst>
                    <a:ext uri="{FF2B5EF4-FFF2-40B4-BE49-F238E27FC236}">
                      <a16:creationId xmlns:a16="http://schemas.microsoft.com/office/drawing/2014/main" id="{63F1AAE7-2370-7F60-2997-14C66915B649}"/>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8" name="Oval 27">
                <a:extLst>
                  <a:ext uri="{FF2B5EF4-FFF2-40B4-BE49-F238E27FC236}">
                    <a16:creationId xmlns:a16="http://schemas.microsoft.com/office/drawing/2014/main" id="{F11A9122-C0C4-561B-BF7E-DD6095DEAE4F}"/>
                  </a:ext>
                </a:extLst>
              </p:cNvPr>
              <p:cNvSpPr>
                <a:spLocks noChangeArrowheads="1"/>
              </p:cNvSpPr>
              <p:nvPr/>
            </p:nvSpPr>
            <p:spPr bwMode="auto">
              <a:xfrm>
                <a:off x="2851137" y="4827190"/>
                <a:ext cx="631825" cy="628650"/>
              </a:xfrm>
              <a:prstGeom prst="ellipse">
                <a:avLst/>
              </a:prstGeom>
              <a:solidFill>
                <a:srgbClr val="FFFFFF"/>
              </a:solidFill>
              <a:ln w="28575">
                <a:solidFill>
                  <a:srgbClr val="3333CC"/>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9" name="Straight Arrow Connector 11">
                <a:extLst>
                  <a:ext uri="{FF2B5EF4-FFF2-40B4-BE49-F238E27FC236}">
                    <a16:creationId xmlns:a16="http://schemas.microsoft.com/office/drawing/2014/main" id="{12AF35BF-54F0-C97C-40C9-47B707911071}"/>
                  </a:ext>
                </a:extLst>
              </p:cNvPr>
              <p:cNvCxnSpPr>
                <a:cxnSpLocks noChangeShapeType="1"/>
              </p:cNvCxnSpPr>
              <p:nvPr/>
            </p:nvCxnSpPr>
            <p:spPr bwMode="auto">
              <a:xfrm>
                <a:off x="785813" y="5138340"/>
                <a:ext cx="628651" cy="0"/>
              </a:xfrm>
              <a:prstGeom prst="straightConnector1">
                <a:avLst/>
              </a:prstGeom>
              <a:noFill/>
              <a:ln w="254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17">
                <a:extLst>
                  <a:ext uri="{FF2B5EF4-FFF2-40B4-BE49-F238E27FC236}">
                    <a16:creationId xmlns:a16="http://schemas.microsoft.com/office/drawing/2014/main" id="{E47F7FDF-E398-B3EF-4EA0-551DBB089E8F}"/>
                  </a:ext>
                </a:extLst>
              </p:cNvPr>
              <p:cNvSpPr txBox="1">
                <a:spLocks noChangeArrowheads="1"/>
              </p:cNvSpPr>
              <p:nvPr/>
            </p:nvSpPr>
            <p:spPr bwMode="auto">
              <a:xfrm>
                <a:off x="1282351" y="5422502"/>
                <a:ext cx="1273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queue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(waiting area)</a:t>
                </a:r>
              </a:p>
            </p:txBody>
          </p:sp>
          <p:sp>
            <p:nvSpPr>
              <p:cNvPr id="11" name="TextBox 18">
                <a:extLst>
                  <a:ext uri="{FF2B5EF4-FFF2-40B4-BE49-F238E27FC236}">
                    <a16:creationId xmlns:a16="http://schemas.microsoft.com/office/drawing/2014/main" id="{206E4CDB-AFBA-4E89-7A18-0C518FEBFE23}"/>
                  </a:ext>
                </a:extLst>
              </p:cNvPr>
              <p:cNvSpPr txBox="1">
                <a:spLocks noChangeArrowheads="1"/>
              </p:cNvSpPr>
              <p:nvPr/>
            </p:nvSpPr>
            <p:spPr bwMode="auto">
              <a:xfrm>
                <a:off x="641008" y="5182790"/>
                <a:ext cx="7635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cxnSp>
            <p:nvCxnSpPr>
              <p:cNvPr id="12" name="Straight Arrow Connector 20">
                <a:extLst>
                  <a:ext uri="{FF2B5EF4-FFF2-40B4-BE49-F238E27FC236}">
                    <a16:creationId xmlns:a16="http://schemas.microsoft.com/office/drawing/2014/main" id="{93812EE5-9FE1-D90A-5FBA-4DA94ED91DA0}"/>
                  </a:ext>
                </a:extLst>
              </p:cNvPr>
              <p:cNvCxnSpPr>
                <a:cxnSpLocks noChangeShapeType="1"/>
                <a:stCxn id="8" idx="6"/>
              </p:cNvCxnSpPr>
              <p:nvPr/>
            </p:nvCxnSpPr>
            <p:spPr bwMode="auto">
              <a:xfrm>
                <a:off x="3482962" y="5141515"/>
                <a:ext cx="560401" cy="0"/>
              </a:xfrm>
              <a:prstGeom prst="straightConnector1">
                <a:avLst/>
              </a:prstGeom>
              <a:noFill/>
              <a:ln w="25400">
                <a:solidFill>
                  <a:srgbClr val="18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22">
                <a:extLst>
                  <a:ext uri="{FF2B5EF4-FFF2-40B4-BE49-F238E27FC236}">
                    <a16:creationId xmlns:a16="http://schemas.microsoft.com/office/drawing/2014/main" id="{A30FA2B4-1EEE-11AE-1393-BD962A442260}"/>
                  </a:ext>
                </a:extLst>
              </p:cNvPr>
              <p:cNvSpPr txBox="1">
                <a:spLocks noChangeArrowheads="1"/>
              </p:cNvSpPr>
              <p:nvPr/>
            </p:nvSpPr>
            <p:spPr bwMode="auto">
              <a:xfrm>
                <a:off x="3906501" y="4931965"/>
                <a:ext cx="1042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14" name="TextBox 23">
                <a:extLst>
                  <a:ext uri="{FF2B5EF4-FFF2-40B4-BE49-F238E27FC236}">
                    <a16:creationId xmlns:a16="http://schemas.microsoft.com/office/drawing/2014/main" id="{8C650AA3-1D1A-BF98-C6A2-4B8303AF7D31}"/>
                  </a:ext>
                </a:extLst>
              </p:cNvPr>
              <p:cNvSpPr txBox="1">
                <a:spLocks noChangeArrowheads="1"/>
              </p:cNvSpPr>
              <p:nvPr/>
            </p:nvSpPr>
            <p:spPr bwMode="auto">
              <a:xfrm>
                <a:off x="2715794" y="5427265"/>
                <a:ext cx="852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 (server)</a:t>
                </a:r>
              </a:p>
            </p:txBody>
          </p:sp>
          <p:cxnSp>
            <p:nvCxnSpPr>
              <p:cNvPr id="15" name="Straight Arrow Connector 52">
                <a:extLst>
                  <a:ext uri="{FF2B5EF4-FFF2-40B4-BE49-F238E27FC236}">
                    <a16:creationId xmlns:a16="http://schemas.microsoft.com/office/drawing/2014/main" id="{874033D2-C4C7-8FF8-2503-7A5082800CD5}"/>
                  </a:ext>
                </a:extLst>
              </p:cNvPr>
              <p:cNvCxnSpPr>
                <a:cxnSpLocks noChangeShapeType="1"/>
                <a:stCxn id="18" idx="3"/>
                <a:endCxn id="8" idx="2"/>
              </p:cNvCxnSpPr>
              <p:nvPr/>
            </p:nvCxnSpPr>
            <p:spPr bwMode="auto">
              <a:xfrm>
                <a:off x="2407886" y="5140276"/>
                <a:ext cx="443251" cy="123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Box 15">
                <a:extLst>
                  <a:ext uri="{FF2B5EF4-FFF2-40B4-BE49-F238E27FC236}">
                    <a16:creationId xmlns:a16="http://schemas.microsoft.com/office/drawing/2014/main" id="{2972488F-E16C-B434-2161-823FE6EFC377}"/>
                  </a:ext>
                </a:extLst>
              </p:cNvPr>
              <p:cNvSpPr txBox="1"/>
              <p:nvPr/>
            </p:nvSpPr>
            <p:spPr>
              <a:xfrm>
                <a:off x="614363" y="4257679"/>
                <a:ext cx="280365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Abstraction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queue</a:t>
                </a:r>
              </a:p>
            </p:txBody>
          </p:sp>
        </p:grpSp>
        <p:sp>
          <p:nvSpPr>
            <p:cNvPr id="6" name="TextBox 5">
              <a:extLst>
                <a:ext uri="{FF2B5EF4-FFF2-40B4-BE49-F238E27FC236}">
                  <a16:creationId xmlns:a16="http://schemas.microsoft.com/office/drawing/2014/main" id="{FAF067A8-861C-DFAB-1257-3779702083F3}"/>
                </a:ext>
              </a:extLst>
            </p:cNvPr>
            <p:cNvSpPr txBox="1"/>
            <p:nvPr/>
          </p:nvSpPr>
          <p:spPr>
            <a:xfrm>
              <a:off x="2978728" y="4907280"/>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27" name="TextBox 28">
            <a:extLst>
              <a:ext uri="{FF2B5EF4-FFF2-40B4-BE49-F238E27FC236}">
                <a16:creationId xmlns:a16="http://schemas.microsoft.com/office/drawing/2014/main" id="{89A90B7F-2630-300F-8614-94305C326D72}"/>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2381921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447AB-88D7-5339-8475-8A49BFFC92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8F50C-0449-5918-1BE3-402BD52A5E9C}"/>
              </a:ext>
            </a:extLst>
          </p:cNvPr>
          <p:cNvSpPr>
            <a:spLocks noGrp="1"/>
          </p:cNvSpPr>
          <p:nvPr>
            <p:ph type="title"/>
          </p:nvPr>
        </p:nvSpPr>
        <p:spPr/>
        <p:txBody>
          <a:bodyPr/>
          <a:lstStyle/>
          <a:p>
            <a:r>
              <a:rPr lang="en-IN" dirty="0"/>
              <a:t>Priority Queuing</a:t>
            </a:r>
          </a:p>
        </p:txBody>
      </p:sp>
      <p:graphicFrame>
        <p:nvGraphicFramePr>
          <p:cNvPr id="4" name="Content Placeholder 3">
            <a:extLst>
              <a:ext uri="{FF2B5EF4-FFF2-40B4-BE49-F238E27FC236}">
                <a16:creationId xmlns:a16="http://schemas.microsoft.com/office/drawing/2014/main" id="{06658B20-1BC5-2062-019F-03C0852D0D42}"/>
              </a:ext>
            </a:extLst>
          </p:cNvPr>
          <p:cNvGraphicFramePr>
            <a:graphicFrameLocks noGrp="1"/>
          </p:cNvGraphicFramePr>
          <p:nvPr>
            <p:ph idx="1"/>
            <p:extLst>
              <p:ext uri="{D42A27DB-BD31-4B8C-83A1-F6EECF244321}">
                <p14:modId xmlns:p14="http://schemas.microsoft.com/office/powerpoint/2010/main" val="1318174600"/>
              </p:ext>
            </p:extLst>
          </p:nvPr>
        </p:nvGraphicFramePr>
        <p:xfrm>
          <a:off x="838202" y="1825625"/>
          <a:ext cx="6509656" cy="2225040"/>
        </p:xfrm>
        <a:graphic>
          <a:graphicData uri="http://schemas.openxmlformats.org/drawingml/2006/table">
            <a:tbl>
              <a:tblPr firstRow="1" bandRow="1">
                <a:tableStyleId>{5C22544A-7EE6-4342-B048-85BDC9FD1C3A}</a:tableStyleId>
              </a:tblPr>
              <a:tblGrid>
                <a:gridCol w="718871">
                  <a:extLst>
                    <a:ext uri="{9D8B030D-6E8A-4147-A177-3AD203B41FA5}">
                      <a16:colId xmlns:a16="http://schemas.microsoft.com/office/drawing/2014/main" val="1731491841"/>
                    </a:ext>
                  </a:extLst>
                </a:gridCol>
                <a:gridCol w="1701793">
                  <a:extLst>
                    <a:ext uri="{9D8B030D-6E8A-4147-A177-3AD203B41FA5}">
                      <a16:colId xmlns:a16="http://schemas.microsoft.com/office/drawing/2014/main" val="8882989"/>
                    </a:ext>
                  </a:extLst>
                </a:gridCol>
                <a:gridCol w="1701793">
                  <a:extLst>
                    <a:ext uri="{9D8B030D-6E8A-4147-A177-3AD203B41FA5}">
                      <a16:colId xmlns:a16="http://schemas.microsoft.com/office/drawing/2014/main" val="2795476415"/>
                    </a:ext>
                  </a:extLst>
                </a:gridCol>
                <a:gridCol w="2387199">
                  <a:extLst>
                    <a:ext uri="{9D8B030D-6E8A-4147-A177-3AD203B41FA5}">
                      <a16:colId xmlns:a16="http://schemas.microsoft.com/office/drawing/2014/main" val="610699606"/>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ARRIVAL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PRIORITY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DEPARTURE START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2554983"/>
                  </a:ext>
                </a:extLst>
              </a:tr>
              <a:tr h="370840">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934255"/>
                  </a:ext>
                </a:extLst>
              </a:tr>
              <a:tr h="370840">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504826"/>
                  </a:ext>
                </a:extLst>
              </a:tr>
              <a:tr h="370840">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5374945"/>
                  </a:ext>
                </a:extLst>
              </a:tr>
              <a:tr h="370840">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7115516"/>
                  </a:ext>
                </a:extLst>
              </a:tr>
              <a:tr h="370840">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6282159"/>
                  </a:ext>
                </a:extLst>
              </a:tr>
            </a:tbl>
          </a:graphicData>
        </a:graphic>
      </p:graphicFrame>
      <p:sp>
        <p:nvSpPr>
          <p:cNvPr id="3" name="TextBox 2">
            <a:extLst>
              <a:ext uri="{FF2B5EF4-FFF2-40B4-BE49-F238E27FC236}">
                <a16:creationId xmlns:a16="http://schemas.microsoft.com/office/drawing/2014/main" id="{D8749D16-39F5-AF38-B3FE-846B89491C3C}"/>
              </a:ext>
            </a:extLst>
          </p:cNvPr>
          <p:cNvSpPr txBox="1"/>
          <p:nvPr/>
        </p:nvSpPr>
        <p:spPr>
          <a:xfrm>
            <a:off x="794656" y="4680857"/>
            <a:ext cx="8926286" cy="461665"/>
          </a:xfrm>
          <a:prstGeom prst="rect">
            <a:avLst/>
          </a:prstGeom>
          <a:noFill/>
        </p:spPr>
        <p:txBody>
          <a:bodyPr wrap="square" rtlCol="0">
            <a:spAutoFit/>
          </a:bodyPr>
          <a:lstStyle/>
          <a:p>
            <a:r>
              <a:rPr lang="en-IN" sz="2400" dirty="0">
                <a:latin typeface="Arial" panose="020B0604020202020204" pitchFamily="34" charset="0"/>
                <a:cs typeface="Arial" panose="020B0604020202020204" pitchFamily="34" charset="0"/>
              </a:rPr>
              <a:t>Each packet takes three units of time to be transmitted.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0CDE2F68-54F0-3FD2-01C6-B065B5D49CAC}"/>
                  </a:ext>
                </a:extLst>
              </p14:cNvPr>
              <p14:cNvContentPartPr/>
              <p14:nvPr/>
            </p14:nvContentPartPr>
            <p14:xfrm>
              <a:off x="5591520" y="2240280"/>
              <a:ext cx="300600" cy="1778400"/>
            </p14:xfrm>
          </p:contentPart>
        </mc:Choice>
        <mc:Fallback xmlns="">
          <p:pic>
            <p:nvPicPr>
              <p:cNvPr id="5" name="Ink 4">
                <a:extLst>
                  <a:ext uri="{FF2B5EF4-FFF2-40B4-BE49-F238E27FC236}">
                    <a16:creationId xmlns:a16="http://schemas.microsoft.com/office/drawing/2014/main" id="{0CDE2F68-54F0-3FD2-01C6-B065B5D49CAC}"/>
                  </a:ext>
                </a:extLst>
              </p:cNvPr>
              <p:cNvPicPr/>
              <p:nvPr/>
            </p:nvPicPr>
            <p:blipFill>
              <a:blip r:embed="rId3"/>
              <a:stretch>
                <a:fillRect/>
              </a:stretch>
            </p:blipFill>
            <p:spPr>
              <a:xfrm>
                <a:off x="5582160" y="2230920"/>
                <a:ext cx="319320" cy="1797120"/>
              </a:xfrm>
              <a:prstGeom prst="rect">
                <a:avLst/>
              </a:prstGeom>
            </p:spPr>
          </p:pic>
        </mc:Fallback>
      </mc:AlternateContent>
    </p:spTree>
    <p:extLst>
      <p:ext uri="{BB962C8B-B14F-4D97-AF65-F5344CB8AC3E}">
        <p14:creationId xmlns:p14="http://schemas.microsoft.com/office/powerpoint/2010/main" val="1121495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5033-3AD2-E40B-7504-94D916E547B1}"/>
              </a:ext>
            </a:extLst>
          </p:cNvPr>
          <p:cNvSpPr>
            <a:spLocks noGrp="1"/>
          </p:cNvSpPr>
          <p:nvPr>
            <p:ph type="title"/>
          </p:nvPr>
        </p:nvSpPr>
        <p:spPr/>
        <p:txBody>
          <a:bodyPr/>
          <a:lstStyle/>
          <a:p>
            <a:r>
              <a:rPr lang="en-IN" dirty="0"/>
              <a:t>Priority Queuing</a:t>
            </a:r>
          </a:p>
        </p:txBody>
      </p:sp>
      <p:sp>
        <p:nvSpPr>
          <p:cNvPr id="3" name="Content Placeholder 2">
            <a:extLst>
              <a:ext uri="{FF2B5EF4-FFF2-40B4-BE49-F238E27FC236}">
                <a16:creationId xmlns:a16="http://schemas.microsoft.com/office/drawing/2014/main" id="{E0BE3055-346A-BC3B-8E22-CDAFC092531A}"/>
              </a:ext>
            </a:extLst>
          </p:cNvPr>
          <p:cNvSpPr>
            <a:spLocks noGrp="1"/>
          </p:cNvSpPr>
          <p:nvPr>
            <p:ph idx="1"/>
          </p:nvPr>
        </p:nvSpPr>
        <p:spPr/>
        <p:txBody>
          <a:bodyPr/>
          <a:lstStyle/>
          <a:p>
            <a:r>
              <a:rPr lang="en-IN" dirty="0"/>
              <a:t>Some packets can be given higher priority over the others</a:t>
            </a:r>
          </a:p>
          <a:p>
            <a:pPr lvl="1"/>
            <a:r>
              <a:rPr lang="en-IN" dirty="0"/>
              <a:t>e.g., real-time traffic gets more priority over the non-real-time traffic. Network management packets may get more priority over user data packets, etc.</a:t>
            </a:r>
          </a:p>
          <a:p>
            <a:pPr lvl="1"/>
            <a:r>
              <a:rPr lang="en-IN" dirty="0"/>
              <a:t>The type of service field in the IP header can be used to mark a packet as low latency, medium priority, or default priority </a:t>
            </a:r>
          </a:p>
          <a:p>
            <a:pPr marL="457200" lvl="1" indent="0">
              <a:buNone/>
            </a:pPr>
            <a:r>
              <a:rPr lang="en-IN" dirty="0"/>
              <a:t> </a:t>
            </a:r>
          </a:p>
        </p:txBody>
      </p:sp>
    </p:spTree>
    <p:extLst>
      <p:ext uri="{BB962C8B-B14F-4D97-AF65-F5344CB8AC3E}">
        <p14:creationId xmlns:p14="http://schemas.microsoft.com/office/powerpoint/2010/main" val="2142642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77473-B610-27FA-4941-FA26F0806D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D8E13E-CB35-1D8F-9E52-E65F1962E282}"/>
              </a:ext>
            </a:extLst>
          </p:cNvPr>
          <p:cNvSpPr>
            <a:spLocks noGrp="1"/>
          </p:cNvSpPr>
          <p:nvPr>
            <p:ph type="title"/>
          </p:nvPr>
        </p:nvSpPr>
        <p:spPr/>
        <p:txBody>
          <a:bodyPr/>
          <a:lstStyle/>
          <a:p>
            <a:r>
              <a:rPr lang="en-IN" dirty="0"/>
              <a:t>Priority Queuing</a:t>
            </a:r>
          </a:p>
        </p:txBody>
      </p:sp>
      <p:sp>
        <p:nvSpPr>
          <p:cNvPr id="3" name="Content Placeholder 2">
            <a:extLst>
              <a:ext uri="{FF2B5EF4-FFF2-40B4-BE49-F238E27FC236}">
                <a16:creationId xmlns:a16="http://schemas.microsoft.com/office/drawing/2014/main" id="{2DC988C1-450C-52A0-E62E-84BD119D25F6}"/>
              </a:ext>
            </a:extLst>
          </p:cNvPr>
          <p:cNvSpPr>
            <a:spLocks noGrp="1"/>
          </p:cNvSpPr>
          <p:nvPr>
            <p:ph idx="1"/>
          </p:nvPr>
        </p:nvSpPr>
        <p:spPr>
          <a:xfrm>
            <a:off x="838200" y="1825625"/>
            <a:ext cx="6419170" cy="4351338"/>
          </a:xfrm>
        </p:spPr>
        <p:txBody>
          <a:bodyPr>
            <a:normAutofit/>
          </a:bodyPr>
          <a:lstStyle/>
          <a:p>
            <a:r>
              <a:rPr lang="en-IN" sz="2400" dirty="0"/>
              <a:t>Lowest priority = 1, Highest Priority = N</a:t>
            </a:r>
          </a:p>
          <a:p>
            <a:r>
              <a:rPr lang="en-IN" sz="2400" dirty="0"/>
              <a:t>Arrival</a:t>
            </a:r>
          </a:p>
          <a:p>
            <a:endParaRPr lang="en-IN" sz="2400" dirty="0"/>
          </a:p>
          <a:p>
            <a:r>
              <a:rPr lang="en-IN" sz="2400" dirty="0" err="1"/>
              <a:t>SendAll</a:t>
            </a:r>
            <a:endParaRPr lang="en-IN" sz="2400" dirty="0"/>
          </a:p>
        </p:txBody>
      </p:sp>
      <p:grpSp>
        <p:nvGrpSpPr>
          <p:cNvPr id="27" name="Group 25">
            <a:extLst>
              <a:ext uri="{FF2B5EF4-FFF2-40B4-BE49-F238E27FC236}">
                <a16:creationId xmlns:a16="http://schemas.microsoft.com/office/drawing/2014/main" id="{AD3B3AA8-0052-A5FF-C09E-28F937C87FAB}"/>
              </a:ext>
            </a:extLst>
          </p:cNvPr>
          <p:cNvGrpSpPr>
            <a:grpSpLocks/>
          </p:cNvGrpSpPr>
          <p:nvPr/>
        </p:nvGrpSpPr>
        <p:grpSpPr bwMode="auto">
          <a:xfrm>
            <a:off x="9001713" y="2289627"/>
            <a:ext cx="932498" cy="580347"/>
            <a:chOff x="1670312" y="2557567"/>
            <a:chExt cx="932470" cy="580220"/>
          </a:xfrm>
        </p:grpSpPr>
        <p:sp>
          <p:nvSpPr>
            <p:cNvPr id="28" name="Rectangle 27">
              <a:extLst>
                <a:ext uri="{FF2B5EF4-FFF2-40B4-BE49-F238E27FC236}">
                  <a16:creationId xmlns:a16="http://schemas.microsoft.com/office/drawing/2014/main" id="{CBEE7712-225B-411F-5C3D-BE8623EFEC2B}"/>
                </a:ext>
              </a:extLst>
            </p:cNvPr>
            <p:cNvSpPr/>
            <p:nvPr/>
          </p:nvSpPr>
          <p:spPr>
            <a:xfrm>
              <a:off x="2254738" y="2557567"/>
              <a:ext cx="348044" cy="580220"/>
            </a:xfrm>
            <a:prstGeom prst="rect">
              <a:avLst/>
            </a:prstGeom>
            <a:solidFill>
              <a:srgbClr val="00B050"/>
            </a:solidFill>
            <a:ln w="15875">
              <a:noFill/>
            </a:ln>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ＭＳ Ｐゴシック" charset="0"/>
              </a:endParaRPr>
            </a:p>
          </p:txBody>
        </p:sp>
        <p:grpSp>
          <p:nvGrpSpPr>
            <p:cNvPr id="29" name="Group 39">
              <a:extLst>
                <a:ext uri="{FF2B5EF4-FFF2-40B4-BE49-F238E27FC236}">
                  <a16:creationId xmlns:a16="http://schemas.microsoft.com/office/drawing/2014/main" id="{D419F77F-590C-A2ED-D496-5B9F41FFC481}"/>
                </a:ext>
              </a:extLst>
            </p:cNvPr>
            <p:cNvGrpSpPr>
              <a:grpSpLocks/>
            </p:cNvGrpSpPr>
            <p:nvPr/>
          </p:nvGrpSpPr>
          <p:grpSpPr bwMode="auto">
            <a:xfrm>
              <a:off x="1670312" y="2562997"/>
              <a:ext cx="929822" cy="565219"/>
              <a:chOff x="1670312" y="2562997"/>
              <a:chExt cx="929822" cy="565219"/>
            </a:xfrm>
          </p:grpSpPr>
          <p:sp>
            <p:nvSpPr>
              <p:cNvPr id="30" name="Rectangle 41">
                <a:extLst>
                  <a:ext uri="{FF2B5EF4-FFF2-40B4-BE49-F238E27FC236}">
                    <a16:creationId xmlns:a16="http://schemas.microsoft.com/office/drawing/2014/main" id="{444C2470-AF85-3EEE-39A3-16453F731970}"/>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1" name="Straight Connector 42">
                <a:extLst>
                  <a:ext uri="{FF2B5EF4-FFF2-40B4-BE49-F238E27FC236}">
                    <a16:creationId xmlns:a16="http://schemas.microsoft.com/office/drawing/2014/main" id="{3135C254-3C9C-690C-E139-661F3146FC9C}"/>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Straight Connector 43">
                <a:extLst>
                  <a:ext uri="{FF2B5EF4-FFF2-40B4-BE49-F238E27FC236}">
                    <a16:creationId xmlns:a16="http://schemas.microsoft.com/office/drawing/2014/main" id="{EEDFA5E4-A11D-FE20-3D6A-397012F66BEC}"/>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44">
                <a:extLst>
                  <a:ext uri="{FF2B5EF4-FFF2-40B4-BE49-F238E27FC236}">
                    <a16:creationId xmlns:a16="http://schemas.microsoft.com/office/drawing/2014/main" id="{23A01CD2-D957-7C2C-A83C-CD121242931E}"/>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45">
                <a:extLst>
                  <a:ext uri="{FF2B5EF4-FFF2-40B4-BE49-F238E27FC236}">
                    <a16:creationId xmlns:a16="http://schemas.microsoft.com/office/drawing/2014/main" id="{BEFBB84D-713B-72A9-8245-692040F00A06}"/>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46">
                <a:extLst>
                  <a:ext uri="{FF2B5EF4-FFF2-40B4-BE49-F238E27FC236}">
                    <a16:creationId xmlns:a16="http://schemas.microsoft.com/office/drawing/2014/main" id="{D412A7CC-B8AE-C6E8-FC8F-B50350885D83}"/>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47">
                <a:extLst>
                  <a:ext uri="{FF2B5EF4-FFF2-40B4-BE49-F238E27FC236}">
                    <a16:creationId xmlns:a16="http://schemas.microsoft.com/office/drawing/2014/main" id="{389EFB3E-890E-0532-BFC1-990E5ADCD361}"/>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Connector 48">
                <a:extLst>
                  <a:ext uri="{FF2B5EF4-FFF2-40B4-BE49-F238E27FC236}">
                    <a16:creationId xmlns:a16="http://schemas.microsoft.com/office/drawing/2014/main" id="{8FF3B5D8-84B7-73AC-030F-C2AF993AD5FE}"/>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38" name="Group 26">
            <a:extLst>
              <a:ext uri="{FF2B5EF4-FFF2-40B4-BE49-F238E27FC236}">
                <a16:creationId xmlns:a16="http://schemas.microsoft.com/office/drawing/2014/main" id="{65D27EA2-15FF-61DF-305F-BEE031B797F4}"/>
              </a:ext>
            </a:extLst>
          </p:cNvPr>
          <p:cNvGrpSpPr>
            <a:grpSpLocks/>
          </p:cNvGrpSpPr>
          <p:nvPr/>
        </p:nvGrpSpPr>
        <p:grpSpPr bwMode="auto">
          <a:xfrm>
            <a:off x="8968593" y="1618184"/>
            <a:ext cx="940346" cy="566869"/>
            <a:chOff x="1670312" y="2561471"/>
            <a:chExt cx="940317" cy="566745"/>
          </a:xfrm>
          <a:effectLst>
            <a:outerShdw blurRad="50800" dist="38100" dir="2700000" algn="tl" rotWithShape="0">
              <a:prstClr val="black">
                <a:alpha val="40000"/>
              </a:prstClr>
            </a:outerShdw>
          </a:effectLst>
        </p:grpSpPr>
        <p:sp>
          <p:nvSpPr>
            <p:cNvPr id="39" name="Rectangle 30">
              <a:extLst>
                <a:ext uri="{FF2B5EF4-FFF2-40B4-BE49-F238E27FC236}">
                  <a16:creationId xmlns:a16="http://schemas.microsoft.com/office/drawing/2014/main" id="{18BE4309-B9F9-358E-C525-DA1841883AC9}"/>
                </a:ext>
              </a:extLst>
            </p:cNvPr>
            <p:cNvSpPr>
              <a:spLocks noChangeArrowheads="1"/>
            </p:cNvSpPr>
            <p:nvPr/>
          </p:nvSpPr>
          <p:spPr bwMode="auto">
            <a:xfrm>
              <a:off x="1916862" y="2561471"/>
              <a:ext cx="693767" cy="561283"/>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 name="Group 29">
              <a:extLst>
                <a:ext uri="{FF2B5EF4-FFF2-40B4-BE49-F238E27FC236}">
                  <a16:creationId xmlns:a16="http://schemas.microsoft.com/office/drawing/2014/main" id="{102EEF24-AE84-F1FE-E836-FCE5EFBBE124}"/>
                </a:ext>
              </a:extLst>
            </p:cNvPr>
            <p:cNvGrpSpPr>
              <a:grpSpLocks/>
            </p:cNvGrpSpPr>
            <p:nvPr/>
          </p:nvGrpSpPr>
          <p:grpSpPr bwMode="auto">
            <a:xfrm>
              <a:off x="1670312" y="2562997"/>
              <a:ext cx="929822" cy="565219"/>
              <a:chOff x="1670312" y="2562997"/>
              <a:chExt cx="929822" cy="565219"/>
            </a:xfrm>
          </p:grpSpPr>
          <p:sp>
            <p:nvSpPr>
              <p:cNvPr id="41" name="Rectangle 31">
                <a:extLst>
                  <a:ext uri="{FF2B5EF4-FFF2-40B4-BE49-F238E27FC236}">
                    <a16:creationId xmlns:a16="http://schemas.microsoft.com/office/drawing/2014/main" id="{EE734B47-6C56-4B1F-DF10-687A1845F9ED}"/>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42" name="Straight Connector 32">
                <a:extLst>
                  <a:ext uri="{FF2B5EF4-FFF2-40B4-BE49-F238E27FC236}">
                    <a16:creationId xmlns:a16="http://schemas.microsoft.com/office/drawing/2014/main" id="{972E9A7B-EA27-AC7F-A6CC-A9093DF4B6BB}"/>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33">
                <a:extLst>
                  <a:ext uri="{FF2B5EF4-FFF2-40B4-BE49-F238E27FC236}">
                    <a16:creationId xmlns:a16="http://schemas.microsoft.com/office/drawing/2014/main" id="{69E02D84-AAC4-E61A-BFB3-1A4E00D60DD7}"/>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34">
                <a:extLst>
                  <a:ext uri="{FF2B5EF4-FFF2-40B4-BE49-F238E27FC236}">
                    <a16:creationId xmlns:a16="http://schemas.microsoft.com/office/drawing/2014/main" id="{26E3EE6A-0E5A-BE00-05CC-F1E713683349}"/>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35">
                <a:extLst>
                  <a:ext uri="{FF2B5EF4-FFF2-40B4-BE49-F238E27FC236}">
                    <a16:creationId xmlns:a16="http://schemas.microsoft.com/office/drawing/2014/main" id="{05DB8AF8-81A4-FCD8-49A0-AFDAA05710B1}"/>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36">
                <a:extLst>
                  <a:ext uri="{FF2B5EF4-FFF2-40B4-BE49-F238E27FC236}">
                    <a16:creationId xmlns:a16="http://schemas.microsoft.com/office/drawing/2014/main" id="{4F8162BF-20D7-0AE4-3C41-35E0D50B629E}"/>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Straight Connector 37">
                <a:extLst>
                  <a:ext uri="{FF2B5EF4-FFF2-40B4-BE49-F238E27FC236}">
                    <a16:creationId xmlns:a16="http://schemas.microsoft.com/office/drawing/2014/main" id="{57AD5EDA-FBB0-FE6B-2DA5-724B477AA54B}"/>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Straight Connector 38">
                <a:extLst>
                  <a:ext uri="{FF2B5EF4-FFF2-40B4-BE49-F238E27FC236}">
                    <a16:creationId xmlns:a16="http://schemas.microsoft.com/office/drawing/2014/main" id="{4813ADAD-75FF-D314-7A85-AECC3AD51B58}"/>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49" name="Isosceles Triangle 27">
            <a:extLst>
              <a:ext uri="{FF2B5EF4-FFF2-40B4-BE49-F238E27FC236}">
                <a16:creationId xmlns:a16="http://schemas.microsoft.com/office/drawing/2014/main" id="{21BEBE12-8487-0CB3-806E-CF04855AF212}"/>
              </a:ext>
            </a:extLst>
          </p:cNvPr>
          <p:cNvSpPr>
            <a:spLocks noChangeArrowheads="1"/>
          </p:cNvSpPr>
          <p:nvPr/>
        </p:nvSpPr>
        <p:spPr bwMode="auto">
          <a:xfrm rot="5400000">
            <a:off x="8168002" y="2000591"/>
            <a:ext cx="575153" cy="430249"/>
          </a:xfrm>
          <a:prstGeom prst="triangle">
            <a:avLst>
              <a:gd name="adj" fmla="val 50000"/>
            </a:avLst>
          </a:prstGeom>
          <a:solidFill>
            <a:schemeClr val="bg1"/>
          </a:solidFill>
          <a:ln w="19050">
            <a:solidFill>
              <a:srgbClr val="000000"/>
            </a:solidFill>
            <a:miter lim="800000"/>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 name="Oval 28">
            <a:extLst>
              <a:ext uri="{FF2B5EF4-FFF2-40B4-BE49-F238E27FC236}">
                <a16:creationId xmlns:a16="http://schemas.microsoft.com/office/drawing/2014/main" id="{7BEE6F66-2207-C97F-518C-9D44A0E4EFA6}"/>
              </a:ext>
            </a:extLst>
          </p:cNvPr>
          <p:cNvSpPr>
            <a:spLocks noChangeArrowheads="1"/>
          </p:cNvSpPr>
          <p:nvPr/>
        </p:nvSpPr>
        <p:spPr bwMode="auto">
          <a:xfrm>
            <a:off x="10038820" y="1921125"/>
            <a:ext cx="632958" cy="628951"/>
          </a:xfrm>
          <a:prstGeom prst="ellipse">
            <a:avLst/>
          </a:prstGeom>
          <a:solidFill>
            <a:schemeClr val="bg1"/>
          </a:solidFill>
          <a:ln w="19050">
            <a:solidFill>
              <a:srgbClr val="000000"/>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51" name="Straight Arrow Connector 10">
            <a:extLst>
              <a:ext uri="{FF2B5EF4-FFF2-40B4-BE49-F238E27FC236}">
                <a16:creationId xmlns:a16="http://schemas.microsoft.com/office/drawing/2014/main" id="{02E0215A-2D40-D41A-FACC-C4A412EE1D6B}"/>
              </a:ext>
            </a:extLst>
          </p:cNvPr>
          <p:cNvCxnSpPr>
            <a:cxnSpLocks noChangeShapeType="1"/>
            <a:stCxn id="49" idx="0"/>
            <a:endCxn id="41" idx="1"/>
          </p:cNvCxnSpPr>
          <p:nvPr/>
        </p:nvCxnSpPr>
        <p:spPr bwMode="auto">
          <a:xfrm flipV="1">
            <a:off x="8670703" y="1901352"/>
            <a:ext cx="297890" cy="314364"/>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Straight Arrow Connector 11">
            <a:extLst>
              <a:ext uri="{FF2B5EF4-FFF2-40B4-BE49-F238E27FC236}">
                <a16:creationId xmlns:a16="http://schemas.microsoft.com/office/drawing/2014/main" id="{0A5D12A8-9885-F7F0-39FB-583372A9F067}"/>
              </a:ext>
            </a:extLst>
          </p:cNvPr>
          <p:cNvCxnSpPr>
            <a:cxnSpLocks noChangeShapeType="1"/>
            <a:stCxn id="49" idx="0"/>
            <a:endCxn id="30" idx="1"/>
          </p:cNvCxnSpPr>
          <p:nvPr/>
        </p:nvCxnSpPr>
        <p:spPr bwMode="auto">
          <a:xfrm>
            <a:off x="8670703" y="2215716"/>
            <a:ext cx="331010" cy="360983"/>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Straight Arrow Connector 14">
            <a:extLst>
              <a:ext uri="{FF2B5EF4-FFF2-40B4-BE49-F238E27FC236}">
                <a16:creationId xmlns:a16="http://schemas.microsoft.com/office/drawing/2014/main" id="{32E4CFF6-14D7-482F-5C6F-A75B339357BC}"/>
              </a:ext>
            </a:extLst>
          </p:cNvPr>
          <p:cNvCxnSpPr>
            <a:cxnSpLocks noChangeShapeType="1"/>
            <a:endCxn id="50" idx="1"/>
          </p:cNvCxnSpPr>
          <p:nvPr/>
        </p:nvCxnSpPr>
        <p:spPr bwMode="auto">
          <a:xfrm>
            <a:off x="9907140" y="1888827"/>
            <a:ext cx="224375" cy="124406"/>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Straight Arrow Connector 15">
            <a:extLst>
              <a:ext uri="{FF2B5EF4-FFF2-40B4-BE49-F238E27FC236}">
                <a16:creationId xmlns:a16="http://schemas.microsoft.com/office/drawing/2014/main" id="{DCA2140F-9EAF-A08F-433F-321617D749E0}"/>
              </a:ext>
            </a:extLst>
          </p:cNvPr>
          <p:cNvCxnSpPr>
            <a:cxnSpLocks noChangeShapeType="1"/>
          </p:cNvCxnSpPr>
          <p:nvPr/>
        </p:nvCxnSpPr>
        <p:spPr bwMode="auto">
          <a:xfrm flipV="1">
            <a:off x="9930612" y="2436530"/>
            <a:ext cx="185647" cy="157163"/>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Straight Arrow Connector 16">
            <a:extLst>
              <a:ext uri="{FF2B5EF4-FFF2-40B4-BE49-F238E27FC236}">
                <a16:creationId xmlns:a16="http://schemas.microsoft.com/office/drawing/2014/main" id="{BC7CBF69-F9DA-D350-E1F6-8057A0AE63B2}"/>
              </a:ext>
            </a:extLst>
          </p:cNvPr>
          <p:cNvCxnSpPr>
            <a:cxnSpLocks noChangeShapeType="1"/>
          </p:cNvCxnSpPr>
          <p:nvPr/>
        </p:nvCxnSpPr>
        <p:spPr bwMode="auto">
          <a:xfrm>
            <a:off x="10667312" y="2247352"/>
            <a:ext cx="390980" cy="1168"/>
          </a:xfrm>
          <a:prstGeom prst="straightConnector1">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Box 18">
            <a:extLst>
              <a:ext uri="{FF2B5EF4-FFF2-40B4-BE49-F238E27FC236}">
                <a16:creationId xmlns:a16="http://schemas.microsoft.com/office/drawing/2014/main" id="{A289699C-C5F0-1BDC-23E5-7E5F4C741B0A}"/>
              </a:ext>
            </a:extLst>
          </p:cNvPr>
          <p:cNvSpPr txBox="1">
            <a:spLocks noChangeArrowheads="1"/>
          </p:cNvSpPr>
          <p:nvPr/>
        </p:nvSpPr>
        <p:spPr bwMode="auto">
          <a:xfrm>
            <a:off x="8563834" y="2911316"/>
            <a:ext cx="15872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low priority queue</a:t>
            </a:r>
          </a:p>
        </p:txBody>
      </p:sp>
      <p:sp>
        <p:nvSpPr>
          <p:cNvPr id="57" name="TextBox 19">
            <a:extLst>
              <a:ext uri="{FF2B5EF4-FFF2-40B4-BE49-F238E27FC236}">
                <a16:creationId xmlns:a16="http://schemas.microsoft.com/office/drawing/2014/main" id="{18F30D25-1B45-76DB-D259-2BE8BB0057B4}"/>
              </a:ext>
            </a:extLst>
          </p:cNvPr>
          <p:cNvSpPr txBox="1">
            <a:spLocks noChangeArrowheads="1"/>
          </p:cNvSpPr>
          <p:nvPr/>
        </p:nvSpPr>
        <p:spPr bwMode="auto">
          <a:xfrm>
            <a:off x="7482718" y="1761691"/>
            <a:ext cx="763273"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sp>
        <p:nvSpPr>
          <p:cNvPr id="58" name="TextBox 20">
            <a:extLst>
              <a:ext uri="{FF2B5EF4-FFF2-40B4-BE49-F238E27FC236}">
                <a16:creationId xmlns:a16="http://schemas.microsoft.com/office/drawing/2014/main" id="{5CC8C305-6A42-EAD1-A667-93B0549F2546}"/>
              </a:ext>
            </a:extLst>
          </p:cNvPr>
          <p:cNvSpPr txBox="1">
            <a:spLocks noChangeArrowheads="1"/>
          </p:cNvSpPr>
          <p:nvPr/>
        </p:nvSpPr>
        <p:spPr bwMode="auto">
          <a:xfrm>
            <a:off x="8009712" y="2494094"/>
            <a:ext cx="787419"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classify</a:t>
            </a:r>
          </a:p>
        </p:txBody>
      </p:sp>
      <p:sp>
        <p:nvSpPr>
          <p:cNvPr id="59" name="TextBox 23">
            <a:extLst>
              <a:ext uri="{FF2B5EF4-FFF2-40B4-BE49-F238E27FC236}">
                <a16:creationId xmlns:a16="http://schemas.microsoft.com/office/drawing/2014/main" id="{A7B40074-DEB3-0FE0-49D6-67F874BDD497}"/>
              </a:ext>
            </a:extLst>
          </p:cNvPr>
          <p:cNvSpPr txBox="1">
            <a:spLocks noChangeArrowheads="1"/>
          </p:cNvSpPr>
          <p:nvPr/>
        </p:nvSpPr>
        <p:spPr bwMode="auto">
          <a:xfrm>
            <a:off x="10813730" y="2515263"/>
            <a:ext cx="1043018"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60" name="TextBox 24">
            <a:extLst>
              <a:ext uri="{FF2B5EF4-FFF2-40B4-BE49-F238E27FC236}">
                <a16:creationId xmlns:a16="http://schemas.microsoft.com/office/drawing/2014/main" id="{BE9212C5-6452-A4DC-A530-A40264C0983E}"/>
              </a:ext>
            </a:extLst>
          </p:cNvPr>
          <p:cNvSpPr txBox="1">
            <a:spLocks noChangeArrowheads="1"/>
          </p:cNvSpPr>
          <p:nvPr/>
        </p:nvSpPr>
        <p:spPr bwMode="auto">
          <a:xfrm>
            <a:off x="10141756" y="2521132"/>
            <a:ext cx="4539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p:txBody>
      </p:sp>
      <p:grpSp>
        <p:nvGrpSpPr>
          <p:cNvPr id="61" name="Group 60">
            <a:extLst>
              <a:ext uri="{FF2B5EF4-FFF2-40B4-BE49-F238E27FC236}">
                <a16:creationId xmlns:a16="http://schemas.microsoft.com/office/drawing/2014/main" id="{27F760B7-1B77-D75D-9B4B-B18965D05AA8}"/>
              </a:ext>
            </a:extLst>
          </p:cNvPr>
          <p:cNvGrpSpPr>
            <a:grpSpLocks/>
          </p:cNvGrpSpPr>
          <p:nvPr/>
        </p:nvGrpSpPr>
        <p:grpSpPr bwMode="auto">
          <a:xfrm>
            <a:off x="8398706" y="4336775"/>
            <a:ext cx="347662" cy="754063"/>
            <a:chOff x="2797204" y="2989241"/>
            <a:chExt cx="347099" cy="755477"/>
          </a:xfrm>
        </p:grpSpPr>
        <p:sp>
          <p:nvSpPr>
            <p:cNvPr id="62" name="Rectangle 52">
              <a:extLst>
                <a:ext uri="{FF2B5EF4-FFF2-40B4-BE49-F238E27FC236}">
                  <a16:creationId xmlns:a16="http://schemas.microsoft.com/office/drawing/2014/main" id="{B45FBD70-995D-8B25-B274-9051E03F9AD6}"/>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3" name="Group 53">
              <a:extLst>
                <a:ext uri="{FF2B5EF4-FFF2-40B4-BE49-F238E27FC236}">
                  <a16:creationId xmlns:a16="http://schemas.microsoft.com/office/drawing/2014/main" id="{887BAD08-235D-7D0B-77C3-F58D56DC4B81}"/>
                </a:ext>
              </a:extLst>
            </p:cNvPr>
            <p:cNvGrpSpPr>
              <a:grpSpLocks/>
            </p:cNvGrpSpPr>
            <p:nvPr/>
          </p:nvGrpSpPr>
          <p:grpSpPr bwMode="auto">
            <a:xfrm>
              <a:off x="2821701" y="3197503"/>
              <a:ext cx="298780" cy="338554"/>
              <a:chOff x="2821701" y="3197503"/>
              <a:chExt cx="298780" cy="338554"/>
            </a:xfrm>
          </p:grpSpPr>
          <p:sp>
            <p:nvSpPr>
              <p:cNvPr id="64" name="Oval 54">
                <a:extLst>
                  <a:ext uri="{FF2B5EF4-FFF2-40B4-BE49-F238E27FC236}">
                    <a16:creationId xmlns:a16="http://schemas.microsoft.com/office/drawing/2014/main" id="{6DE8A4AF-3938-463A-A51D-9DC6BC3CBEA9}"/>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5" name="TextBox 55">
                <a:extLst>
                  <a:ext uri="{FF2B5EF4-FFF2-40B4-BE49-F238E27FC236}">
                    <a16:creationId xmlns:a16="http://schemas.microsoft.com/office/drawing/2014/main" id="{81BFA566-EAA8-679E-5021-C0A7E1C861D3}"/>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grpSp>
      </p:grpSp>
      <p:grpSp>
        <p:nvGrpSpPr>
          <p:cNvPr id="66" name="Group 65">
            <a:extLst>
              <a:ext uri="{FF2B5EF4-FFF2-40B4-BE49-F238E27FC236}">
                <a16:creationId xmlns:a16="http://schemas.microsoft.com/office/drawing/2014/main" id="{A3D8B938-6387-9195-AB85-BC0EEC9114E6}"/>
              </a:ext>
            </a:extLst>
          </p:cNvPr>
          <p:cNvGrpSpPr>
            <a:grpSpLocks/>
          </p:cNvGrpSpPr>
          <p:nvPr/>
        </p:nvGrpSpPr>
        <p:grpSpPr bwMode="auto">
          <a:xfrm>
            <a:off x="8747956" y="4341538"/>
            <a:ext cx="346075" cy="755650"/>
            <a:chOff x="2797204" y="2989241"/>
            <a:chExt cx="347099" cy="755477"/>
          </a:xfrm>
        </p:grpSpPr>
        <p:sp>
          <p:nvSpPr>
            <p:cNvPr id="67" name="Rectangle 57">
              <a:extLst>
                <a:ext uri="{FF2B5EF4-FFF2-40B4-BE49-F238E27FC236}">
                  <a16:creationId xmlns:a16="http://schemas.microsoft.com/office/drawing/2014/main" id="{57EFBB40-8899-82E4-5A12-8972DCB7340D}"/>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8" name="Group 58">
              <a:extLst>
                <a:ext uri="{FF2B5EF4-FFF2-40B4-BE49-F238E27FC236}">
                  <a16:creationId xmlns:a16="http://schemas.microsoft.com/office/drawing/2014/main" id="{751D5AB3-8ADE-CFFA-FB01-83AE4358B004}"/>
                </a:ext>
              </a:extLst>
            </p:cNvPr>
            <p:cNvGrpSpPr>
              <a:grpSpLocks/>
            </p:cNvGrpSpPr>
            <p:nvPr/>
          </p:nvGrpSpPr>
          <p:grpSpPr bwMode="auto">
            <a:xfrm>
              <a:off x="2821701" y="3197503"/>
              <a:ext cx="298780" cy="338554"/>
              <a:chOff x="2821701" y="3197503"/>
              <a:chExt cx="298780" cy="338554"/>
            </a:xfrm>
          </p:grpSpPr>
          <p:sp>
            <p:nvSpPr>
              <p:cNvPr id="69" name="Oval 59">
                <a:extLst>
                  <a:ext uri="{FF2B5EF4-FFF2-40B4-BE49-F238E27FC236}">
                    <a16:creationId xmlns:a16="http://schemas.microsoft.com/office/drawing/2014/main" id="{4D3221FC-1E6A-6BC0-67A4-78290A1BBC23}"/>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0" name="TextBox 60">
                <a:extLst>
                  <a:ext uri="{FF2B5EF4-FFF2-40B4-BE49-F238E27FC236}">
                    <a16:creationId xmlns:a16="http://schemas.microsoft.com/office/drawing/2014/main" id="{5451E94C-AA5B-931C-B455-804D87D7924B}"/>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grpSp>
      </p:grpSp>
      <p:grpSp>
        <p:nvGrpSpPr>
          <p:cNvPr id="71" name="Group 70">
            <a:extLst>
              <a:ext uri="{FF2B5EF4-FFF2-40B4-BE49-F238E27FC236}">
                <a16:creationId xmlns:a16="http://schemas.microsoft.com/office/drawing/2014/main" id="{7178F941-9D46-9EB2-567F-D45A433477BD}"/>
              </a:ext>
            </a:extLst>
          </p:cNvPr>
          <p:cNvGrpSpPr>
            <a:grpSpLocks/>
          </p:cNvGrpSpPr>
          <p:nvPr/>
        </p:nvGrpSpPr>
        <p:grpSpPr bwMode="auto">
          <a:xfrm>
            <a:off x="9098793" y="4336775"/>
            <a:ext cx="346075" cy="755650"/>
            <a:chOff x="997686" y="3954289"/>
            <a:chExt cx="347099" cy="755477"/>
          </a:xfrm>
        </p:grpSpPr>
        <p:sp>
          <p:nvSpPr>
            <p:cNvPr id="72" name="Rectangle 62">
              <a:extLst>
                <a:ext uri="{FF2B5EF4-FFF2-40B4-BE49-F238E27FC236}">
                  <a16:creationId xmlns:a16="http://schemas.microsoft.com/office/drawing/2014/main" id="{E7AA4702-25B0-FC04-7704-FF067294D861}"/>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3" name="Group 63">
              <a:extLst>
                <a:ext uri="{FF2B5EF4-FFF2-40B4-BE49-F238E27FC236}">
                  <a16:creationId xmlns:a16="http://schemas.microsoft.com/office/drawing/2014/main" id="{82B3B391-7C4D-ACF9-FE27-D8ABD8CCD312}"/>
                </a:ext>
              </a:extLst>
            </p:cNvPr>
            <p:cNvGrpSpPr>
              <a:grpSpLocks/>
            </p:cNvGrpSpPr>
            <p:nvPr/>
          </p:nvGrpSpPr>
          <p:grpSpPr bwMode="auto">
            <a:xfrm>
              <a:off x="1022183" y="4162551"/>
              <a:ext cx="298780" cy="338554"/>
              <a:chOff x="2821701" y="3197503"/>
              <a:chExt cx="298780" cy="338554"/>
            </a:xfrm>
          </p:grpSpPr>
          <p:sp>
            <p:nvSpPr>
              <p:cNvPr id="74" name="Oval 64">
                <a:extLst>
                  <a:ext uri="{FF2B5EF4-FFF2-40B4-BE49-F238E27FC236}">
                    <a16:creationId xmlns:a16="http://schemas.microsoft.com/office/drawing/2014/main" id="{962D452C-F9A7-5688-5D42-1E9552054354}"/>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 name="TextBox 65">
                <a:extLst>
                  <a:ext uri="{FF2B5EF4-FFF2-40B4-BE49-F238E27FC236}">
                    <a16:creationId xmlns:a16="http://schemas.microsoft.com/office/drawing/2014/main" id="{2C998804-2F51-6CFD-CA74-0639198AACAC}"/>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grpSp>
      </p:grpSp>
      <p:grpSp>
        <p:nvGrpSpPr>
          <p:cNvPr id="76" name="Group 75">
            <a:extLst>
              <a:ext uri="{FF2B5EF4-FFF2-40B4-BE49-F238E27FC236}">
                <a16:creationId xmlns:a16="http://schemas.microsoft.com/office/drawing/2014/main" id="{FF46D80F-9E32-3232-A4F5-CF0203E50F2C}"/>
              </a:ext>
            </a:extLst>
          </p:cNvPr>
          <p:cNvGrpSpPr>
            <a:grpSpLocks/>
          </p:cNvGrpSpPr>
          <p:nvPr/>
        </p:nvGrpSpPr>
        <p:grpSpPr bwMode="auto">
          <a:xfrm>
            <a:off x="9454393" y="4335188"/>
            <a:ext cx="347663" cy="754062"/>
            <a:chOff x="2797204" y="2989241"/>
            <a:chExt cx="347099" cy="755477"/>
          </a:xfrm>
        </p:grpSpPr>
        <p:sp>
          <p:nvSpPr>
            <p:cNvPr id="77" name="Rectangle 67">
              <a:extLst>
                <a:ext uri="{FF2B5EF4-FFF2-40B4-BE49-F238E27FC236}">
                  <a16:creationId xmlns:a16="http://schemas.microsoft.com/office/drawing/2014/main" id="{41B3AE99-E25F-647E-F7B2-E9C39AD6111D}"/>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8" name="Group 68">
              <a:extLst>
                <a:ext uri="{FF2B5EF4-FFF2-40B4-BE49-F238E27FC236}">
                  <a16:creationId xmlns:a16="http://schemas.microsoft.com/office/drawing/2014/main" id="{60579D54-9EAF-3968-09DE-E0A5580E178A}"/>
                </a:ext>
              </a:extLst>
            </p:cNvPr>
            <p:cNvGrpSpPr>
              <a:grpSpLocks/>
            </p:cNvGrpSpPr>
            <p:nvPr/>
          </p:nvGrpSpPr>
          <p:grpSpPr bwMode="auto">
            <a:xfrm>
              <a:off x="2821701" y="3197503"/>
              <a:ext cx="298780" cy="338554"/>
              <a:chOff x="2821701" y="3197503"/>
              <a:chExt cx="298780" cy="338554"/>
            </a:xfrm>
          </p:grpSpPr>
          <p:sp>
            <p:nvSpPr>
              <p:cNvPr id="79" name="Oval 69">
                <a:extLst>
                  <a:ext uri="{FF2B5EF4-FFF2-40B4-BE49-F238E27FC236}">
                    <a16:creationId xmlns:a16="http://schemas.microsoft.com/office/drawing/2014/main" id="{6196F474-34F2-A246-519D-891297E61E30}"/>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 name="TextBox 70">
                <a:extLst>
                  <a:ext uri="{FF2B5EF4-FFF2-40B4-BE49-F238E27FC236}">
                    <a16:creationId xmlns:a16="http://schemas.microsoft.com/office/drawing/2014/main" id="{5CB1F2AB-0B1B-AEB2-FD7E-3E7096E3657C}"/>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grpSp>
      </p:grpSp>
      <p:grpSp>
        <p:nvGrpSpPr>
          <p:cNvPr id="81" name="Group 80">
            <a:extLst>
              <a:ext uri="{FF2B5EF4-FFF2-40B4-BE49-F238E27FC236}">
                <a16:creationId xmlns:a16="http://schemas.microsoft.com/office/drawing/2014/main" id="{9A6FE699-D580-0835-9E14-CB8B5123BBDB}"/>
              </a:ext>
            </a:extLst>
          </p:cNvPr>
          <p:cNvGrpSpPr>
            <a:grpSpLocks/>
          </p:cNvGrpSpPr>
          <p:nvPr/>
        </p:nvGrpSpPr>
        <p:grpSpPr bwMode="auto">
          <a:xfrm>
            <a:off x="10516431" y="4343125"/>
            <a:ext cx="347662" cy="755650"/>
            <a:chOff x="997686" y="3954289"/>
            <a:chExt cx="347099" cy="755477"/>
          </a:xfrm>
        </p:grpSpPr>
        <p:sp>
          <p:nvSpPr>
            <p:cNvPr id="82" name="Rectangle 72">
              <a:extLst>
                <a:ext uri="{FF2B5EF4-FFF2-40B4-BE49-F238E27FC236}">
                  <a16:creationId xmlns:a16="http://schemas.microsoft.com/office/drawing/2014/main" id="{EE07EC39-6193-69F7-188D-03898179B81F}"/>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 name="Group 73">
              <a:extLst>
                <a:ext uri="{FF2B5EF4-FFF2-40B4-BE49-F238E27FC236}">
                  <a16:creationId xmlns:a16="http://schemas.microsoft.com/office/drawing/2014/main" id="{1D9E99F8-0D01-B431-F9E8-8E935D4522A3}"/>
                </a:ext>
              </a:extLst>
            </p:cNvPr>
            <p:cNvGrpSpPr>
              <a:grpSpLocks/>
            </p:cNvGrpSpPr>
            <p:nvPr/>
          </p:nvGrpSpPr>
          <p:grpSpPr bwMode="auto">
            <a:xfrm>
              <a:off x="1022183" y="4162551"/>
              <a:ext cx="298780" cy="338554"/>
              <a:chOff x="2821701" y="3197503"/>
              <a:chExt cx="298780" cy="338554"/>
            </a:xfrm>
          </p:grpSpPr>
          <p:sp>
            <p:nvSpPr>
              <p:cNvPr id="84" name="Oval 74">
                <a:extLst>
                  <a:ext uri="{FF2B5EF4-FFF2-40B4-BE49-F238E27FC236}">
                    <a16:creationId xmlns:a16="http://schemas.microsoft.com/office/drawing/2014/main" id="{4ACE8044-6118-690D-EA4F-6911E6194A16}"/>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 name="TextBox 75">
                <a:extLst>
                  <a:ext uri="{FF2B5EF4-FFF2-40B4-BE49-F238E27FC236}">
                    <a16:creationId xmlns:a16="http://schemas.microsoft.com/office/drawing/2014/main" id="{FFCB63D0-26C7-EC55-9B8B-1DFC43EF1865}"/>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grpSp>
      </p:grpSp>
      <p:grpSp>
        <p:nvGrpSpPr>
          <p:cNvPr id="86" name="Group 85">
            <a:extLst>
              <a:ext uri="{FF2B5EF4-FFF2-40B4-BE49-F238E27FC236}">
                <a16:creationId xmlns:a16="http://schemas.microsoft.com/office/drawing/2014/main" id="{C70E9911-D49E-C24A-3CD4-4DA2333645F2}"/>
              </a:ext>
            </a:extLst>
          </p:cNvPr>
          <p:cNvGrpSpPr/>
          <p:nvPr/>
        </p:nvGrpSpPr>
        <p:grpSpPr>
          <a:xfrm>
            <a:off x="7543043" y="3931963"/>
            <a:ext cx="3978275" cy="1506537"/>
            <a:chOff x="6976985" y="4182334"/>
            <a:chExt cx="3978275" cy="1506537"/>
          </a:xfrm>
        </p:grpSpPr>
        <p:cxnSp>
          <p:nvCxnSpPr>
            <p:cNvPr id="87" name="Straight Connector 49">
              <a:extLst>
                <a:ext uri="{FF2B5EF4-FFF2-40B4-BE49-F238E27FC236}">
                  <a16:creationId xmlns:a16="http://schemas.microsoft.com/office/drawing/2014/main" id="{56004E69-0703-DCF4-1750-37437DB541C6}"/>
                </a:ext>
              </a:extLst>
            </p:cNvPr>
            <p:cNvCxnSpPr>
              <a:cxnSpLocks noChangeShapeType="1"/>
            </p:cNvCxnSpPr>
            <p:nvPr/>
          </p:nvCxnSpPr>
          <p:spPr bwMode="auto">
            <a:xfrm>
              <a:off x="7723110" y="4580796"/>
              <a:ext cx="3230563"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Straight Connector 50">
              <a:extLst>
                <a:ext uri="{FF2B5EF4-FFF2-40B4-BE49-F238E27FC236}">
                  <a16:creationId xmlns:a16="http://schemas.microsoft.com/office/drawing/2014/main" id="{AC97E67B-8314-FDB7-619F-0396D3397107}"/>
                </a:ext>
              </a:extLst>
            </p:cNvPr>
            <p:cNvCxnSpPr>
              <a:cxnSpLocks noChangeShapeType="1"/>
            </p:cNvCxnSpPr>
            <p:nvPr/>
          </p:nvCxnSpPr>
          <p:spPr bwMode="auto">
            <a:xfrm>
              <a:off x="7724698" y="5352321"/>
              <a:ext cx="3230562"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TextBox 126">
              <a:extLst>
                <a:ext uri="{FF2B5EF4-FFF2-40B4-BE49-F238E27FC236}">
                  <a16:creationId xmlns:a16="http://schemas.microsoft.com/office/drawing/2014/main" id="{F417061F-A8C4-F1D3-3433-5F13BF555995}"/>
                </a:ext>
              </a:extLst>
            </p:cNvPr>
            <p:cNvSpPr txBox="1">
              <a:spLocks noChangeArrowheads="1"/>
            </p:cNvSpPr>
            <p:nvPr/>
          </p:nvSpPr>
          <p:spPr bwMode="auto">
            <a:xfrm>
              <a:off x="6976985" y="4182334"/>
              <a:ext cx="806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sp>
          <p:nvSpPr>
            <p:cNvPr id="90" name="TextBox 127">
              <a:extLst>
                <a:ext uri="{FF2B5EF4-FFF2-40B4-BE49-F238E27FC236}">
                  <a16:creationId xmlns:a16="http://schemas.microsoft.com/office/drawing/2014/main" id="{63BFD288-042E-44C3-55C9-0404C88ACD1F}"/>
                </a:ext>
              </a:extLst>
            </p:cNvPr>
            <p:cNvSpPr txBox="1">
              <a:spLocks noChangeArrowheads="1"/>
            </p:cNvSpPr>
            <p:nvPr/>
          </p:nvSpPr>
          <p:spPr bwMode="auto">
            <a:xfrm>
              <a:off x="7000798" y="5380896"/>
              <a:ext cx="10874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91" name="TextBox 128">
              <a:extLst>
                <a:ext uri="{FF2B5EF4-FFF2-40B4-BE49-F238E27FC236}">
                  <a16:creationId xmlns:a16="http://schemas.microsoft.com/office/drawing/2014/main" id="{A9BC5477-CC34-2402-4511-107BAC1042EB}"/>
                </a:ext>
              </a:extLst>
            </p:cNvPr>
            <p:cNvSpPr txBox="1">
              <a:spLocks noChangeArrowheads="1"/>
            </p:cNvSpPr>
            <p:nvPr/>
          </p:nvSpPr>
          <p:spPr bwMode="auto">
            <a:xfrm>
              <a:off x="7023023" y="4687159"/>
              <a:ext cx="86042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275"/>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packet in service</a:t>
              </a:r>
            </a:p>
          </p:txBody>
        </p:sp>
      </p:grpSp>
      <p:grpSp>
        <p:nvGrpSpPr>
          <p:cNvPr id="92" name="Group 91">
            <a:extLst>
              <a:ext uri="{FF2B5EF4-FFF2-40B4-BE49-F238E27FC236}">
                <a16:creationId xmlns:a16="http://schemas.microsoft.com/office/drawing/2014/main" id="{F22BAB0A-3FDC-4898-6AAF-D6D2A4766110}"/>
              </a:ext>
            </a:extLst>
          </p:cNvPr>
          <p:cNvGrpSpPr/>
          <p:nvPr/>
        </p:nvGrpSpPr>
        <p:grpSpPr>
          <a:xfrm>
            <a:off x="7581699" y="2120862"/>
            <a:ext cx="563235" cy="169985"/>
            <a:chOff x="6268765" y="2496876"/>
            <a:chExt cx="563235" cy="169985"/>
          </a:xfrm>
        </p:grpSpPr>
        <p:cxnSp>
          <p:nvCxnSpPr>
            <p:cNvPr id="93" name="Straight Arrow Connector 92">
              <a:extLst>
                <a:ext uri="{FF2B5EF4-FFF2-40B4-BE49-F238E27FC236}">
                  <a16:creationId xmlns:a16="http://schemas.microsoft.com/office/drawing/2014/main" id="{24158517-CA27-247C-27BE-9F16D5E1FDC7}"/>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6C09FC60-E04F-1C8D-AE50-968B4442BE3B}"/>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5" name="Group 94">
            <a:extLst>
              <a:ext uri="{FF2B5EF4-FFF2-40B4-BE49-F238E27FC236}">
                <a16:creationId xmlns:a16="http://schemas.microsoft.com/office/drawing/2014/main" id="{5105506C-CF27-1009-E9CA-9D0309E88CD7}"/>
              </a:ext>
            </a:extLst>
          </p:cNvPr>
          <p:cNvGrpSpPr/>
          <p:nvPr/>
        </p:nvGrpSpPr>
        <p:grpSpPr>
          <a:xfrm>
            <a:off x="11084572" y="2084797"/>
            <a:ext cx="563235" cy="352190"/>
            <a:chOff x="6268765" y="2496876"/>
            <a:chExt cx="563235" cy="169985"/>
          </a:xfrm>
        </p:grpSpPr>
        <p:cxnSp>
          <p:nvCxnSpPr>
            <p:cNvPr id="96" name="Straight Arrow Connector 95">
              <a:extLst>
                <a:ext uri="{FF2B5EF4-FFF2-40B4-BE49-F238E27FC236}">
                  <a16:creationId xmlns:a16="http://schemas.microsoft.com/office/drawing/2014/main" id="{C990FE66-5C7E-1173-8E32-9205EA748F0B}"/>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4BE95EC3-BFDB-1855-22B6-BB6C97994222}"/>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8" name="Group 97">
            <a:extLst>
              <a:ext uri="{FF2B5EF4-FFF2-40B4-BE49-F238E27FC236}">
                <a16:creationId xmlns:a16="http://schemas.microsoft.com/office/drawing/2014/main" id="{7ED087A0-3DB0-08DB-94D9-42A595C2EB9E}"/>
              </a:ext>
            </a:extLst>
          </p:cNvPr>
          <p:cNvGrpSpPr/>
          <p:nvPr/>
        </p:nvGrpSpPr>
        <p:grpSpPr>
          <a:xfrm>
            <a:off x="8237232" y="3667001"/>
            <a:ext cx="298450" cy="651303"/>
            <a:chOff x="7398516" y="3578212"/>
            <a:chExt cx="298450" cy="651303"/>
          </a:xfrm>
        </p:grpSpPr>
        <p:sp>
          <p:nvSpPr>
            <p:cNvPr id="99" name="Oval 99">
              <a:extLst>
                <a:ext uri="{FF2B5EF4-FFF2-40B4-BE49-F238E27FC236}">
                  <a16:creationId xmlns:a16="http://schemas.microsoft.com/office/drawing/2014/main" id="{870398DF-82EF-1980-1618-3BEABDC57EC2}"/>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TextBox 100">
              <a:extLst>
                <a:ext uri="{FF2B5EF4-FFF2-40B4-BE49-F238E27FC236}">
                  <a16:creationId xmlns:a16="http://schemas.microsoft.com/office/drawing/2014/main" id="{291AB70B-EF1E-F035-3957-46031F447DA1}"/>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cxnSp>
          <p:nvCxnSpPr>
            <p:cNvPr id="101" name="Straight Arrow Connector 100">
              <a:extLst>
                <a:ext uri="{FF2B5EF4-FFF2-40B4-BE49-F238E27FC236}">
                  <a16:creationId xmlns:a16="http://schemas.microsoft.com/office/drawing/2014/main" id="{CC7EE2D1-3931-9F9F-B37B-9CB844B0A600}"/>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2" name="Group 101">
            <a:extLst>
              <a:ext uri="{FF2B5EF4-FFF2-40B4-BE49-F238E27FC236}">
                <a16:creationId xmlns:a16="http://schemas.microsoft.com/office/drawing/2014/main" id="{AD8FC5B4-11CB-3006-EE43-173089D9F577}"/>
              </a:ext>
            </a:extLst>
          </p:cNvPr>
          <p:cNvGrpSpPr/>
          <p:nvPr/>
        </p:nvGrpSpPr>
        <p:grpSpPr>
          <a:xfrm>
            <a:off x="8532611" y="3669771"/>
            <a:ext cx="298450" cy="651303"/>
            <a:chOff x="7398516" y="3578212"/>
            <a:chExt cx="298450" cy="651303"/>
          </a:xfrm>
        </p:grpSpPr>
        <p:sp>
          <p:nvSpPr>
            <p:cNvPr id="103" name="Oval 99">
              <a:extLst>
                <a:ext uri="{FF2B5EF4-FFF2-40B4-BE49-F238E27FC236}">
                  <a16:creationId xmlns:a16="http://schemas.microsoft.com/office/drawing/2014/main" id="{8E8C36E3-A455-626D-ACC1-6F1614F5F12B}"/>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4" name="TextBox 100">
              <a:extLst>
                <a:ext uri="{FF2B5EF4-FFF2-40B4-BE49-F238E27FC236}">
                  <a16:creationId xmlns:a16="http://schemas.microsoft.com/office/drawing/2014/main" id="{04120B7F-793F-8B84-47BA-32A7870712A4}"/>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cxnSp>
          <p:nvCxnSpPr>
            <p:cNvPr id="105" name="Straight Arrow Connector 104">
              <a:extLst>
                <a:ext uri="{FF2B5EF4-FFF2-40B4-BE49-F238E27FC236}">
                  <a16:creationId xmlns:a16="http://schemas.microsoft.com/office/drawing/2014/main" id="{FA327F8E-3EDB-ABAF-B230-BAB07683A6F0}"/>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6" name="Group 105">
            <a:extLst>
              <a:ext uri="{FF2B5EF4-FFF2-40B4-BE49-F238E27FC236}">
                <a16:creationId xmlns:a16="http://schemas.microsoft.com/office/drawing/2014/main" id="{8B03D4F0-6AAE-2E39-A5B5-4C2B3E184F7A}"/>
              </a:ext>
            </a:extLst>
          </p:cNvPr>
          <p:cNvGrpSpPr/>
          <p:nvPr/>
        </p:nvGrpSpPr>
        <p:grpSpPr>
          <a:xfrm>
            <a:off x="9140547" y="3665892"/>
            <a:ext cx="298450" cy="651303"/>
            <a:chOff x="7398516" y="3578212"/>
            <a:chExt cx="298450" cy="651303"/>
          </a:xfrm>
        </p:grpSpPr>
        <p:sp>
          <p:nvSpPr>
            <p:cNvPr id="107" name="Oval 99">
              <a:extLst>
                <a:ext uri="{FF2B5EF4-FFF2-40B4-BE49-F238E27FC236}">
                  <a16:creationId xmlns:a16="http://schemas.microsoft.com/office/drawing/2014/main" id="{1EE62D96-FE38-B71D-0960-8DAA04D5A209}"/>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TextBox 100">
              <a:extLst>
                <a:ext uri="{FF2B5EF4-FFF2-40B4-BE49-F238E27FC236}">
                  <a16:creationId xmlns:a16="http://schemas.microsoft.com/office/drawing/2014/main" id="{05E7D5A0-0A2D-F69B-9248-674ECBBEACA1}"/>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cxnSp>
          <p:nvCxnSpPr>
            <p:cNvPr id="109" name="Straight Arrow Connector 108">
              <a:extLst>
                <a:ext uri="{FF2B5EF4-FFF2-40B4-BE49-F238E27FC236}">
                  <a16:creationId xmlns:a16="http://schemas.microsoft.com/office/drawing/2014/main" id="{F51A1E10-F2E3-DF60-CFEA-F6FFE9A0D6C1}"/>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0" name="Group 109">
            <a:extLst>
              <a:ext uri="{FF2B5EF4-FFF2-40B4-BE49-F238E27FC236}">
                <a16:creationId xmlns:a16="http://schemas.microsoft.com/office/drawing/2014/main" id="{2EB9DFC8-AF1D-195A-7F6A-639504CB9889}"/>
              </a:ext>
            </a:extLst>
          </p:cNvPr>
          <p:cNvGrpSpPr/>
          <p:nvPr/>
        </p:nvGrpSpPr>
        <p:grpSpPr>
          <a:xfrm>
            <a:off x="8395877" y="3394146"/>
            <a:ext cx="298450" cy="927483"/>
            <a:chOff x="6725889" y="3647842"/>
            <a:chExt cx="298450" cy="927483"/>
          </a:xfrm>
        </p:grpSpPr>
        <p:sp>
          <p:nvSpPr>
            <p:cNvPr id="111" name="Oval 89">
              <a:extLst>
                <a:ext uri="{FF2B5EF4-FFF2-40B4-BE49-F238E27FC236}">
                  <a16:creationId xmlns:a16="http://schemas.microsoft.com/office/drawing/2014/main" id="{751615CF-49DD-B8BC-4B35-9E5236AE7B32}"/>
                </a:ext>
              </a:extLst>
            </p:cNvPr>
            <p:cNvSpPr>
              <a:spLocks noChangeArrowheads="1"/>
            </p:cNvSpPr>
            <p:nvPr/>
          </p:nvSpPr>
          <p:spPr bwMode="auto">
            <a:xfrm>
              <a:off x="6759258" y="3722164"/>
              <a:ext cx="220266" cy="20023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TextBox 90">
              <a:extLst>
                <a:ext uri="{FF2B5EF4-FFF2-40B4-BE49-F238E27FC236}">
                  <a16:creationId xmlns:a16="http://schemas.microsoft.com/office/drawing/2014/main" id="{FF15782E-A3F0-B9F6-1408-4F0A4290C97D}"/>
                </a:ext>
              </a:extLst>
            </p:cNvPr>
            <p:cNvSpPr txBox="1">
              <a:spLocks noChangeArrowheads="1"/>
            </p:cNvSpPr>
            <p:nvPr/>
          </p:nvSpPr>
          <p:spPr bwMode="auto">
            <a:xfrm>
              <a:off x="6725889" y="3647842"/>
              <a:ext cx="298450" cy="338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cxnSp>
          <p:nvCxnSpPr>
            <p:cNvPr id="113" name="Straight Arrow Connector 112">
              <a:extLst>
                <a:ext uri="{FF2B5EF4-FFF2-40B4-BE49-F238E27FC236}">
                  <a16:creationId xmlns:a16="http://schemas.microsoft.com/office/drawing/2014/main" id="{366C3A5B-93A7-D128-5B55-045D24904DF6}"/>
                </a:ext>
              </a:extLst>
            </p:cNvPr>
            <p:cNvCxnSpPr/>
            <p:nvPr/>
          </p:nvCxnSpPr>
          <p:spPr>
            <a:xfrm>
              <a:off x="6866312" y="3920282"/>
              <a:ext cx="0" cy="655043"/>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195C0FF6-71B0-9BD3-AC26-52546F1997D3}"/>
              </a:ext>
            </a:extLst>
          </p:cNvPr>
          <p:cNvGrpSpPr/>
          <p:nvPr/>
        </p:nvGrpSpPr>
        <p:grpSpPr>
          <a:xfrm>
            <a:off x="10373602" y="3675314"/>
            <a:ext cx="298450" cy="647977"/>
            <a:chOff x="7405166" y="3581538"/>
            <a:chExt cx="298450" cy="647977"/>
          </a:xfrm>
        </p:grpSpPr>
        <p:sp>
          <p:nvSpPr>
            <p:cNvPr id="115" name="Oval 99">
              <a:extLst>
                <a:ext uri="{FF2B5EF4-FFF2-40B4-BE49-F238E27FC236}">
                  <a16:creationId xmlns:a16="http://schemas.microsoft.com/office/drawing/2014/main" id="{EA98DB86-E015-9243-4F5C-7CBA32F8D730}"/>
                </a:ext>
              </a:extLst>
            </p:cNvPr>
            <p:cNvSpPr>
              <a:spLocks noChangeArrowheads="1"/>
            </p:cNvSpPr>
            <p:nvPr/>
          </p:nvSpPr>
          <p:spPr bwMode="auto">
            <a:xfrm>
              <a:off x="7440043" y="3649200"/>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 name="TextBox 100">
              <a:extLst>
                <a:ext uri="{FF2B5EF4-FFF2-40B4-BE49-F238E27FC236}">
                  <a16:creationId xmlns:a16="http://schemas.microsoft.com/office/drawing/2014/main" id="{B53A6110-9EF8-3466-8F1B-EDEDADF2AC79}"/>
                </a:ext>
              </a:extLst>
            </p:cNvPr>
            <p:cNvSpPr txBox="1">
              <a:spLocks noChangeArrowheads="1"/>
            </p:cNvSpPr>
            <p:nvPr/>
          </p:nvSpPr>
          <p:spPr bwMode="auto">
            <a:xfrm>
              <a:off x="7405166" y="358153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cxnSp>
          <p:nvCxnSpPr>
            <p:cNvPr id="117" name="Straight Arrow Connector 116">
              <a:extLst>
                <a:ext uri="{FF2B5EF4-FFF2-40B4-BE49-F238E27FC236}">
                  <a16:creationId xmlns:a16="http://schemas.microsoft.com/office/drawing/2014/main" id="{0DF9FD75-41E6-4818-7A51-9043DFEBE184}"/>
                </a:ext>
              </a:extLst>
            </p:cNvPr>
            <p:cNvCxnSpPr>
              <a:cxnSpLocks/>
            </p:cNvCxnSpPr>
            <p:nvPr/>
          </p:nvCxnSpPr>
          <p:spPr>
            <a:xfrm>
              <a:off x="7551281" y="385045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8" name="Group 117">
            <a:extLst>
              <a:ext uri="{FF2B5EF4-FFF2-40B4-BE49-F238E27FC236}">
                <a16:creationId xmlns:a16="http://schemas.microsoft.com/office/drawing/2014/main" id="{524CCD77-0CF7-9E26-DF54-38AC5F613877}"/>
              </a:ext>
            </a:extLst>
          </p:cNvPr>
          <p:cNvGrpSpPr/>
          <p:nvPr/>
        </p:nvGrpSpPr>
        <p:grpSpPr>
          <a:xfrm>
            <a:off x="8595788" y="5115772"/>
            <a:ext cx="298450" cy="651728"/>
            <a:chOff x="7384663" y="5459245"/>
            <a:chExt cx="298450" cy="651728"/>
          </a:xfrm>
        </p:grpSpPr>
        <p:sp>
          <p:nvSpPr>
            <p:cNvPr id="119" name="Oval 99">
              <a:extLst>
                <a:ext uri="{FF2B5EF4-FFF2-40B4-BE49-F238E27FC236}">
                  <a16:creationId xmlns:a16="http://schemas.microsoft.com/office/drawing/2014/main" id="{3C74224A-060A-850E-B81F-A9AD3A09C7EF}"/>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0" name="TextBox 100">
              <a:extLst>
                <a:ext uri="{FF2B5EF4-FFF2-40B4-BE49-F238E27FC236}">
                  <a16:creationId xmlns:a16="http://schemas.microsoft.com/office/drawing/2014/main" id="{86EED150-9D80-3423-FB22-1FBF194D901C}"/>
                </a:ext>
              </a:extLst>
            </p:cNvPr>
            <p:cNvSpPr txBox="1">
              <a:spLocks noChangeArrowheads="1"/>
            </p:cNvSpPr>
            <p:nvPr/>
          </p:nvSpPr>
          <p:spPr bwMode="auto">
            <a:xfrm>
              <a:off x="738466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cxnSp>
          <p:nvCxnSpPr>
            <p:cNvPr id="121" name="Straight Arrow Connector 120">
              <a:extLst>
                <a:ext uri="{FF2B5EF4-FFF2-40B4-BE49-F238E27FC236}">
                  <a16:creationId xmlns:a16="http://schemas.microsoft.com/office/drawing/2014/main" id="{C093A525-3114-4855-EA7D-B35DCC79EFF3}"/>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2" name="Group 121">
            <a:extLst>
              <a:ext uri="{FF2B5EF4-FFF2-40B4-BE49-F238E27FC236}">
                <a16:creationId xmlns:a16="http://schemas.microsoft.com/office/drawing/2014/main" id="{C3C5DEFA-0CCD-5896-873D-262AAA989B89}"/>
              </a:ext>
            </a:extLst>
          </p:cNvPr>
          <p:cNvGrpSpPr/>
          <p:nvPr/>
        </p:nvGrpSpPr>
        <p:grpSpPr>
          <a:xfrm>
            <a:off x="8947694" y="5115218"/>
            <a:ext cx="298450" cy="651728"/>
            <a:chOff x="7391313" y="5459245"/>
            <a:chExt cx="298450" cy="651728"/>
          </a:xfrm>
        </p:grpSpPr>
        <p:sp>
          <p:nvSpPr>
            <p:cNvPr id="123" name="Oval 99">
              <a:extLst>
                <a:ext uri="{FF2B5EF4-FFF2-40B4-BE49-F238E27FC236}">
                  <a16:creationId xmlns:a16="http://schemas.microsoft.com/office/drawing/2014/main" id="{CB9C1CB2-39DA-A1AD-282C-2989423AE812}"/>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TextBox 100">
              <a:extLst>
                <a:ext uri="{FF2B5EF4-FFF2-40B4-BE49-F238E27FC236}">
                  <a16:creationId xmlns:a16="http://schemas.microsoft.com/office/drawing/2014/main" id="{412D2BC6-A3B1-54F1-868C-9A0EF61FAF85}"/>
                </a:ext>
              </a:extLst>
            </p:cNvPr>
            <p:cNvSpPr txBox="1">
              <a:spLocks noChangeArrowheads="1"/>
            </p:cNvSpPr>
            <p:nvPr/>
          </p:nvSpPr>
          <p:spPr bwMode="auto">
            <a:xfrm>
              <a:off x="739131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cxnSp>
          <p:nvCxnSpPr>
            <p:cNvPr id="125" name="Straight Arrow Connector 124">
              <a:extLst>
                <a:ext uri="{FF2B5EF4-FFF2-40B4-BE49-F238E27FC236}">
                  <a16:creationId xmlns:a16="http://schemas.microsoft.com/office/drawing/2014/main" id="{221088C4-01F9-14D7-6EDA-1EF605D42182}"/>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6" name="Group 125">
            <a:extLst>
              <a:ext uri="{FF2B5EF4-FFF2-40B4-BE49-F238E27FC236}">
                <a16:creationId xmlns:a16="http://schemas.microsoft.com/office/drawing/2014/main" id="{DE2B9828-327A-D5D4-F737-9BAD556A8899}"/>
              </a:ext>
            </a:extLst>
          </p:cNvPr>
          <p:cNvGrpSpPr/>
          <p:nvPr/>
        </p:nvGrpSpPr>
        <p:grpSpPr>
          <a:xfrm>
            <a:off x="9302925" y="5114663"/>
            <a:ext cx="298450" cy="651727"/>
            <a:chOff x="7391313" y="5459245"/>
            <a:chExt cx="298450" cy="651727"/>
          </a:xfrm>
        </p:grpSpPr>
        <p:sp>
          <p:nvSpPr>
            <p:cNvPr id="127" name="Oval 99">
              <a:extLst>
                <a:ext uri="{FF2B5EF4-FFF2-40B4-BE49-F238E27FC236}">
                  <a16:creationId xmlns:a16="http://schemas.microsoft.com/office/drawing/2014/main" id="{EB074491-EB0B-03C7-A471-6371F05D9A44}"/>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8" name="TextBox 100">
              <a:extLst>
                <a:ext uri="{FF2B5EF4-FFF2-40B4-BE49-F238E27FC236}">
                  <a16:creationId xmlns:a16="http://schemas.microsoft.com/office/drawing/2014/main" id="{A55057CE-2A1D-0CD9-FB38-B3310D0FE772}"/>
                </a:ext>
              </a:extLst>
            </p:cNvPr>
            <p:cNvSpPr txBox="1">
              <a:spLocks noChangeArrowheads="1"/>
            </p:cNvSpPr>
            <p:nvPr/>
          </p:nvSpPr>
          <p:spPr bwMode="auto">
            <a:xfrm>
              <a:off x="7391313" y="5772217"/>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cxnSp>
          <p:nvCxnSpPr>
            <p:cNvPr id="129" name="Straight Arrow Connector 128">
              <a:extLst>
                <a:ext uri="{FF2B5EF4-FFF2-40B4-BE49-F238E27FC236}">
                  <a16:creationId xmlns:a16="http://schemas.microsoft.com/office/drawing/2014/main" id="{81BD0B35-AA6E-64D6-6CDC-1FAACEE0E9CB}"/>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a16="http://schemas.microsoft.com/office/drawing/2014/main" id="{8F0370DA-11E1-6F94-8FE4-6D7292B1D9DE}"/>
              </a:ext>
            </a:extLst>
          </p:cNvPr>
          <p:cNvGrpSpPr/>
          <p:nvPr/>
        </p:nvGrpSpPr>
        <p:grpSpPr>
          <a:xfrm>
            <a:off x="9652059" y="5114664"/>
            <a:ext cx="298450" cy="651728"/>
            <a:chOff x="7391313" y="5459245"/>
            <a:chExt cx="298450" cy="651728"/>
          </a:xfrm>
        </p:grpSpPr>
        <p:sp>
          <p:nvSpPr>
            <p:cNvPr id="131" name="Oval 99">
              <a:extLst>
                <a:ext uri="{FF2B5EF4-FFF2-40B4-BE49-F238E27FC236}">
                  <a16:creationId xmlns:a16="http://schemas.microsoft.com/office/drawing/2014/main" id="{B0119CCC-1FE3-255D-2011-8A7C18A607EE}"/>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2" name="TextBox 100">
              <a:extLst>
                <a:ext uri="{FF2B5EF4-FFF2-40B4-BE49-F238E27FC236}">
                  <a16:creationId xmlns:a16="http://schemas.microsoft.com/office/drawing/2014/main" id="{40315224-9773-EE4F-E718-8BCAA20D9689}"/>
                </a:ext>
              </a:extLst>
            </p:cNvPr>
            <p:cNvSpPr txBox="1">
              <a:spLocks noChangeArrowheads="1"/>
            </p:cNvSpPr>
            <p:nvPr/>
          </p:nvSpPr>
          <p:spPr bwMode="auto">
            <a:xfrm>
              <a:off x="739131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cxnSp>
          <p:nvCxnSpPr>
            <p:cNvPr id="133" name="Straight Arrow Connector 132">
              <a:extLst>
                <a:ext uri="{FF2B5EF4-FFF2-40B4-BE49-F238E27FC236}">
                  <a16:creationId xmlns:a16="http://schemas.microsoft.com/office/drawing/2014/main" id="{10A91B87-7663-9695-2DCB-39AED1CE90F9}"/>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72454186-31DD-1672-BD2F-451CE0DFE97F}"/>
              </a:ext>
            </a:extLst>
          </p:cNvPr>
          <p:cNvGrpSpPr/>
          <p:nvPr/>
        </p:nvGrpSpPr>
        <p:grpSpPr>
          <a:xfrm>
            <a:off x="10725510" y="5110784"/>
            <a:ext cx="298450" cy="651727"/>
            <a:chOff x="7391313" y="5459245"/>
            <a:chExt cx="298450" cy="651727"/>
          </a:xfrm>
        </p:grpSpPr>
        <p:sp>
          <p:nvSpPr>
            <p:cNvPr id="135" name="Oval 99">
              <a:extLst>
                <a:ext uri="{FF2B5EF4-FFF2-40B4-BE49-F238E27FC236}">
                  <a16:creationId xmlns:a16="http://schemas.microsoft.com/office/drawing/2014/main" id="{659C5091-6C4B-A721-3519-8F6FE43A8A78}"/>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6" name="TextBox 100">
              <a:extLst>
                <a:ext uri="{FF2B5EF4-FFF2-40B4-BE49-F238E27FC236}">
                  <a16:creationId xmlns:a16="http://schemas.microsoft.com/office/drawing/2014/main" id="{49456E74-DE97-2479-AB67-F256786ABF6C}"/>
                </a:ext>
              </a:extLst>
            </p:cNvPr>
            <p:cNvSpPr txBox="1">
              <a:spLocks noChangeArrowheads="1"/>
            </p:cNvSpPr>
            <p:nvPr/>
          </p:nvSpPr>
          <p:spPr bwMode="auto">
            <a:xfrm>
              <a:off x="7391313" y="5772217"/>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cxnSp>
          <p:nvCxnSpPr>
            <p:cNvPr id="137" name="Straight Arrow Connector 136">
              <a:extLst>
                <a:ext uri="{FF2B5EF4-FFF2-40B4-BE49-F238E27FC236}">
                  <a16:creationId xmlns:a16="http://schemas.microsoft.com/office/drawing/2014/main" id="{2C29E5A9-394F-EF73-5AEF-9B08A1634DF3}"/>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ECECD9E-21E5-E9AF-C61A-1D59F8AA1E50}"/>
                  </a:ext>
                </a:extLst>
              </p14:cNvPr>
              <p14:cNvContentPartPr/>
              <p14:nvPr/>
            </p14:nvContentPartPr>
            <p14:xfrm>
              <a:off x="1575360" y="2378160"/>
              <a:ext cx="6258600" cy="4457880"/>
            </p14:xfrm>
          </p:contentPart>
        </mc:Choice>
        <mc:Fallback xmlns="">
          <p:pic>
            <p:nvPicPr>
              <p:cNvPr id="4" name="Ink 3">
                <a:extLst>
                  <a:ext uri="{FF2B5EF4-FFF2-40B4-BE49-F238E27FC236}">
                    <a16:creationId xmlns:a16="http://schemas.microsoft.com/office/drawing/2014/main" id="{CECECD9E-21E5-E9AF-C61A-1D59F8AA1E50}"/>
                  </a:ext>
                </a:extLst>
              </p:cNvPr>
              <p:cNvPicPr/>
              <p:nvPr/>
            </p:nvPicPr>
            <p:blipFill>
              <a:blip r:embed="rId3"/>
              <a:stretch>
                <a:fillRect/>
              </a:stretch>
            </p:blipFill>
            <p:spPr>
              <a:xfrm>
                <a:off x="1566000" y="2368800"/>
                <a:ext cx="6277320" cy="4476600"/>
              </a:xfrm>
              <a:prstGeom prst="rect">
                <a:avLst/>
              </a:prstGeom>
            </p:spPr>
          </p:pic>
        </mc:Fallback>
      </mc:AlternateContent>
      <p:sp>
        <p:nvSpPr>
          <p:cNvPr id="5" name="TextBox 28">
            <a:extLst>
              <a:ext uri="{FF2B5EF4-FFF2-40B4-BE49-F238E27FC236}">
                <a16:creationId xmlns:a16="http://schemas.microsoft.com/office/drawing/2014/main" id="{196EEE46-985C-0B8B-BF5A-8FC75E48EF43}"/>
              </a:ext>
            </a:extLst>
          </p:cNvPr>
          <p:cNvSpPr txBox="1"/>
          <p:nvPr/>
        </p:nvSpPr>
        <p:spPr>
          <a:xfrm>
            <a:off x="7554680"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3586130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dissolve">
                                      <p:cBhvr>
                                        <p:cTn id="7" dur="500"/>
                                        <p:tgtEl>
                                          <p:spTgt spid="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8"/>
                                        </p:tgtEl>
                                        <p:attrNameLst>
                                          <p:attrName>style.visibility</p:attrName>
                                        </p:attrNameLst>
                                      </p:cBhvr>
                                      <p:to>
                                        <p:strVal val="visible"/>
                                      </p:to>
                                    </p:set>
                                    <p:animEffect transition="in" filter="wipe(up)">
                                      <p:cBhvr>
                                        <p:cTn id="12" dur="500"/>
                                        <p:tgtEl>
                                          <p:spTgt spid="98"/>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wipe(up)">
                                      <p:cBhvr>
                                        <p:cTn id="16" dur="500"/>
                                        <p:tgtEl>
                                          <p:spTgt spid="6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10"/>
                                        </p:tgtEl>
                                        <p:attrNameLst>
                                          <p:attrName>style.visibility</p:attrName>
                                        </p:attrNameLst>
                                      </p:cBhvr>
                                      <p:to>
                                        <p:strVal val="visible"/>
                                      </p:to>
                                    </p:set>
                                    <p:animEffect transition="in" filter="wipe(up)">
                                      <p:cBhvr>
                                        <p:cTn id="21" dur="500"/>
                                        <p:tgtEl>
                                          <p:spTgt spid="110"/>
                                        </p:tgtEl>
                                      </p:cBhvr>
                                    </p:animEffect>
                                  </p:childTnLst>
                                </p:cTn>
                              </p:par>
                            </p:childTnLst>
                          </p:cTn>
                        </p:par>
                        <p:par>
                          <p:cTn id="22" fill="hold">
                            <p:stCondLst>
                              <p:cond delay="500"/>
                            </p:stCondLst>
                            <p:childTnLst>
                              <p:par>
                                <p:cTn id="23" presetID="22" presetClass="entr" presetSubtype="1" fill="hold" nodeType="afterEffect">
                                  <p:stCondLst>
                                    <p:cond delay="500"/>
                                  </p:stCondLst>
                                  <p:childTnLst>
                                    <p:set>
                                      <p:cBhvr>
                                        <p:cTn id="24" dur="1" fill="hold">
                                          <p:stCondLst>
                                            <p:cond delay="0"/>
                                          </p:stCondLst>
                                        </p:cTn>
                                        <p:tgtEl>
                                          <p:spTgt spid="102"/>
                                        </p:tgtEl>
                                        <p:attrNameLst>
                                          <p:attrName>style.visibility</p:attrName>
                                        </p:attrNameLst>
                                      </p:cBhvr>
                                      <p:to>
                                        <p:strVal val="visible"/>
                                      </p:to>
                                    </p:set>
                                    <p:animEffect transition="in" filter="wipe(up)">
                                      <p:cBhvr>
                                        <p:cTn id="25" dur="500"/>
                                        <p:tgtEl>
                                          <p:spTgt spid="10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18"/>
                                        </p:tgtEl>
                                        <p:attrNameLst>
                                          <p:attrName>style.visibility</p:attrName>
                                        </p:attrNameLst>
                                      </p:cBhvr>
                                      <p:to>
                                        <p:strVal val="visible"/>
                                      </p:to>
                                    </p:set>
                                    <p:animEffect transition="in" filter="wipe(up)">
                                      <p:cBhvr>
                                        <p:cTn id="30" dur="500"/>
                                        <p:tgtEl>
                                          <p:spTgt spid="118"/>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66"/>
                                        </p:tgtEl>
                                        <p:attrNameLst>
                                          <p:attrName>style.visibility</p:attrName>
                                        </p:attrNameLst>
                                      </p:cBhvr>
                                      <p:to>
                                        <p:strVal val="visible"/>
                                      </p:to>
                                    </p:set>
                                    <p:animEffect transition="in" filter="wipe(up)">
                                      <p:cBhvr>
                                        <p:cTn id="34" dur="500"/>
                                        <p:tgtEl>
                                          <p:spTgt spid="6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22"/>
                                        </p:tgtEl>
                                        <p:attrNameLst>
                                          <p:attrName>style.visibility</p:attrName>
                                        </p:attrNameLst>
                                      </p:cBhvr>
                                      <p:to>
                                        <p:strVal val="visible"/>
                                      </p:to>
                                    </p:set>
                                    <p:animEffect transition="in" filter="wipe(up)">
                                      <p:cBhvr>
                                        <p:cTn id="39" dur="500"/>
                                        <p:tgtEl>
                                          <p:spTgt spid="122"/>
                                        </p:tgtEl>
                                      </p:cBhvr>
                                    </p:animEffect>
                                  </p:childTnLst>
                                </p:cTn>
                              </p:par>
                            </p:childTnLst>
                          </p:cTn>
                        </p:par>
                        <p:par>
                          <p:cTn id="40" fill="hold">
                            <p:stCondLst>
                              <p:cond delay="500"/>
                            </p:stCondLst>
                            <p:childTnLst>
                              <p:par>
                                <p:cTn id="41" presetID="22" presetClass="entr" presetSubtype="1" fill="hold" nodeType="afterEffect">
                                  <p:stCondLst>
                                    <p:cond delay="0"/>
                                  </p:stCondLst>
                                  <p:childTnLst>
                                    <p:set>
                                      <p:cBhvr>
                                        <p:cTn id="42" dur="1" fill="hold">
                                          <p:stCondLst>
                                            <p:cond delay="0"/>
                                          </p:stCondLst>
                                        </p:cTn>
                                        <p:tgtEl>
                                          <p:spTgt spid="71"/>
                                        </p:tgtEl>
                                        <p:attrNameLst>
                                          <p:attrName>style.visibility</p:attrName>
                                        </p:attrNameLst>
                                      </p:cBhvr>
                                      <p:to>
                                        <p:strVal val="visible"/>
                                      </p:to>
                                    </p:set>
                                    <p:animEffect transition="in" filter="wipe(up)">
                                      <p:cBhvr>
                                        <p:cTn id="43" dur="500"/>
                                        <p:tgtEl>
                                          <p:spTgt spid="7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106"/>
                                        </p:tgtEl>
                                        <p:attrNameLst>
                                          <p:attrName>style.visibility</p:attrName>
                                        </p:attrNameLst>
                                      </p:cBhvr>
                                      <p:to>
                                        <p:strVal val="visible"/>
                                      </p:to>
                                    </p:set>
                                    <p:animEffect transition="in" filter="wipe(up)">
                                      <p:cBhvr>
                                        <p:cTn id="48" dur="500"/>
                                        <p:tgtEl>
                                          <p:spTgt spid="106"/>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up)">
                                      <p:cBhvr>
                                        <p:cTn id="52" dur="500"/>
                                        <p:tgtEl>
                                          <p:spTgt spid="126"/>
                                        </p:tgtEl>
                                      </p:cBhvr>
                                    </p:animEffect>
                                  </p:childTnLst>
                                </p:cTn>
                              </p:par>
                            </p:childTnLst>
                          </p:cTn>
                        </p:par>
                        <p:par>
                          <p:cTn id="53" fill="hold">
                            <p:stCondLst>
                              <p:cond delay="1000"/>
                            </p:stCondLst>
                            <p:childTnLst>
                              <p:par>
                                <p:cTn id="54" presetID="22" presetClass="entr" presetSubtype="1" fill="hold" nodeType="afterEffect">
                                  <p:stCondLst>
                                    <p:cond delay="0"/>
                                  </p:stCondLst>
                                  <p:childTnLst>
                                    <p:set>
                                      <p:cBhvr>
                                        <p:cTn id="55" dur="1" fill="hold">
                                          <p:stCondLst>
                                            <p:cond delay="0"/>
                                          </p:stCondLst>
                                        </p:cTn>
                                        <p:tgtEl>
                                          <p:spTgt spid="76"/>
                                        </p:tgtEl>
                                        <p:attrNameLst>
                                          <p:attrName>style.visibility</p:attrName>
                                        </p:attrNameLst>
                                      </p:cBhvr>
                                      <p:to>
                                        <p:strVal val="visible"/>
                                      </p:to>
                                    </p:set>
                                    <p:animEffect transition="in" filter="wipe(up)">
                                      <p:cBhvr>
                                        <p:cTn id="56" dur="500"/>
                                        <p:tgtEl>
                                          <p:spTgt spid="76"/>
                                        </p:tgtEl>
                                      </p:cBhvr>
                                    </p:animEffect>
                                  </p:childTnLst>
                                </p:cTn>
                              </p:par>
                            </p:childTnLst>
                          </p:cTn>
                        </p:par>
                        <p:par>
                          <p:cTn id="57" fill="hold">
                            <p:stCondLst>
                              <p:cond delay="1500"/>
                            </p:stCondLst>
                            <p:childTnLst>
                              <p:par>
                                <p:cTn id="58" presetID="22" presetClass="entr" presetSubtype="1" fill="hold" nodeType="afterEffect">
                                  <p:stCondLst>
                                    <p:cond delay="0"/>
                                  </p:stCondLst>
                                  <p:childTnLst>
                                    <p:set>
                                      <p:cBhvr>
                                        <p:cTn id="59" dur="1" fill="hold">
                                          <p:stCondLst>
                                            <p:cond delay="0"/>
                                          </p:stCondLst>
                                        </p:cTn>
                                        <p:tgtEl>
                                          <p:spTgt spid="130"/>
                                        </p:tgtEl>
                                        <p:attrNameLst>
                                          <p:attrName>style.visibility</p:attrName>
                                        </p:attrNameLst>
                                      </p:cBhvr>
                                      <p:to>
                                        <p:strVal val="visible"/>
                                      </p:to>
                                    </p:set>
                                    <p:animEffect transition="in" filter="wipe(up)">
                                      <p:cBhvr>
                                        <p:cTn id="60" dur="500"/>
                                        <p:tgtEl>
                                          <p:spTgt spid="130"/>
                                        </p:tgtEl>
                                      </p:cBhvr>
                                    </p:animEffect>
                                  </p:childTnLst>
                                </p:cTn>
                              </p:par>
                            </p:childTnLst>
                          </p:cTn>
                        </p:par>
                        <p:par>
                          <p:cTn id="61" fill="hold">
                            <p:stCondLst>
                              <p:cond delay="2000"/>
                            </p:stCondLst>
                            <p:childTnLst>
                              <p:par>
                                <p:cTn id="62" presetID="22" presetClass="entr" presetSubtype="1" fill="hold" nodeType="afterEffect">
                                  <p:stCondLst>
                                    <p:cond delay="0"/>
                                  </p:stCondLst>
                                  <p:childTnLst>
                                    <p:set>
                                      <p:cBhvr>
                                        <p:cTn id="63" dur="1" fill="hold">
                                          <p:stCondLst>
                                            <p:cond delay="0"/>
                                          </p:stCondLst>
                                        </p:cTn>
                                        <p:tgtEl>
                                          <p:spTgt spid="114"/>
                                        </p:tgtEl>
                                        <p:attrNameLst>
                                          <p:attrName>style.visibility</p:attrName>
                                        </p:attrNameLst>
                                      </p:cBhvr>
                                      <p:to>
                                        <p:strVal val="visible"/>
                                      </p:to>
                                    </p:set>
                                    <p:animEffect transition="in" filter="wipe(up)">
                                      <p:cBhvr>
                                        <p:cTn id="64" dur="500"/>
                                        <p:tgtEl>
                                          <p:spTgt spid="114"/>
                                        </p:tgtEl>
                                      </p:cBhvr>
                                    </p:animEffect>
                                  </p:childTnLst>
                                </p:cTn>
                              </p:par>
                            </p:childTnLst>
                          </p:cTn>
                        </p:par>
                        <p:par>
                          <p:cTn id="65" fill="hold">
                            <p:stCondLst>
                              <p:cond delay="2500"/>
                            </p:stCondLst>
                            <p:childTnLst>
                              <p:par>
                                <p:cTn id="66" presetID="22" presetClass="entr" presetSubtype="1" fill="hold" nodeType="afterEffect">
                                  <p:stCondLst>
                                    <p:cond delay="0"/>
                                  </p:stCondLst>
                                  <p:childTnLst>
                                    <p:set>
                                      <p:cBhvr>
                                        <p:cTn id="67" dur="1" fill="hold">
                                          <p:stCondLst>
                                            <p:cond delay="0"/>
                                          </p:stCondLst>
                                        </p:cTn>
                                        <p:tgtEl>
                                          <p:spTgt spid="81"/>
                                        </p:tgtEl>
                                        <p:attrNameLst>
                                          <p:attrName>style.visibility</p:attrName>
                                        </p:attrNameLst>
                                      </p:cBhvr>
                                      <p:to>
                                        <p:strVal val="visible"/>
                                      </p:to>
                                    </p:set>
                                    <p:animEffect transition="in" filter="wipe(up)">
                                      <p:cBhvr>
                                        <p:cTn id="68" dur="500"/>
                                        <p:tgtEl>
                                          <p:spTgt spid="81"/>
                                        </p:tgtEl>
                                      </p:cBhvr>
                                    </p:animEffect>
                                  </p:childTnLst>
                                </p:cTn>
                              </p:par>
                            </p:childTnLst>
                          </p:cTn>
                        </p:par>
                        <p:par>
                          <p:cTn id="69" fill="hold">
                            <p:stCondLst>
                              <p:cond delay="3000"/>
                            </p:stCondLst>
                            <p:childTnLst>
                              <p:par>
                                <p:cTn id="70" presetID="22" presetClass="entr" presetSubtype="1" fill="hold" nodeType="afterEffect">
                                  <p:stCondLst>
                                    <p:cond delay="0"/>
                                  </p:stCondLst>
                                  <p:childTnLst>
                                    <p:set>
                                      <p:cBhvr>
                                        <p:cTn id="71" dur="1" fill="hold">
                                          <p:stCondLst>
                                            <p:cond delay="0"/>
                                          </p:stCondLst>
                                        </p:cTn>
                                        <p:tgtEl>
                                          <p:spTgt spid="134"/>
                                        </p:tgtEl>
                                        <p:attrNameLst>
                                          <p:attrName>style.visibility</p:attrName>
                                        </p:attrNameLst>
                                      </p:cBhvr>
                                      <p:to>
                                        <p:strVal val="visible"/>
                                      </p:to>
                                    </p:set>
                                    <p:animEffect transition="in" filter="wipe(up)">
                                      <p:cBhvr>
                                        <p:cTn id="7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99AF7-5082-6BF8-27DD-D7608B096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C81EF-BD67-55C4-2FBB-8306E52663B3}"/>
              </a:ext>
            </a:extLst>
          </p:cNvPr>
          <p:cNvSpPr>
            <a:spLocks noGrp="1"/>
          </p:cNvSpPr>
          <p:nvPr>
            <p:ph type="title"/>
          </p:nvPr>
        </p:nvSpPr>
        <p:spPr/>
        <p:txBody>
          <a:bodyPr/>
          <a:lstStyle/>
          <a:p>
            <a:r>
              <a:rPr lang="en-IN" dirty="0"/>
              <a:t>Priority Queuing</a:t>
            </a:r>
          </a:p>
        </p:txBody>
      </p:sp>
      <p:sp>
        <p:nvSpPr>
          <p:cNvPr id="3" name="Content Placeholder 2">
            <a:extLst>
              <a:ext uri="{FF2B5EF4-FFF2-40B4-BE49-F238E27FC236}">
                <a16:creationId xmlns:a16="http://schemas.microsoft.com/office/drawing/2014/main" id="{709EF2D3-B0F7-EE7A-2287-5AE5E69B6188}"/>
              </a:ext>
            </a:extLst>
          </p:cNvPr>
          <p:cNvSpPr>
            <a:spLocks noGrp="1"/>
          </p:cNvSpPr>
          <p:nvPr>
            <p:ph idx="1"/>
          </p:nvPr>
        </p:nvSpPr>
        <p:spPr>
          <a:xfrm>
            <a:off x="838200" y="1825625"/>
            <a:ext cx="6419170" cy="4351338"/>
          </a:xfrm>
        </p:spPr>
        <p:txBody>
          <a:bodyPr>
            <a:normAutofit fontScale="70000" lnSpcReduction="20000"/>
          </a:bodyPr>
          <a:lstStyle/>
          <a:p>
            <a:r>
              <a:rPr lang="en-IN" dirty="0"/>
              <a:t>Lowest priority = 1, Highest Priority = N</a:t>
            </a:r>
          </a:p>
          <a:p>
            <a:r>
              <a:rPr lang="en-IN" dirty="0"/>
              <a:t>Arrival</a:t>
            </a:r>
          </a:p>
          <a:p>
            <a:pPr marL="457200" lvl="1" indent="0">
              <a:buNone/>
            </a:pP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compute_priority</a:t>
            </a:r>
            <a:r>
              <a:rPr lang="en-IN" dirty="0">
                <a:latin typeface="Arial" panose="020B0604020202020204" pitchFamily="34" charset="0"/>
                <a:cs typeface="Arial" panose="020B0604020202020204" pitchFamily="34" charset="0"/>
              </a:rPr>
              <a:t>(packet)</a:t>
            </a:r>
          </a:p>
          <a:p>
            <a:pPr marL="457200" lvl="1" indent="0">
              <a:buNone/>
            </a:pPr>
            <a:r>
              <a:rPr lang="en-IN" dirty="0">
                <a:latin typeface="Arial" panose="020B0604020202020204" pitchFamily="34" charset="0"/>
                <a:cs typeface="Arial" panose="020B0604020202020204" pitchFamily="34" charset="0"/>
              </a:rPr>
              <a:t>enqueue(Q[</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packet)</a:t>
            </a:r>
          </a:p>
          <a:p>
            <a:r>
              <a:rPr lang="en-IN" dirty="0" err="1"/>
              <a:t>SendAll</a:t>
            </a:r>
            <a:endParaRPr lang="en-IN" dirty="0"/>
          </a:p>
          <a:p>
            <a:pPr marL="457200" lvl="1" indent="0">
              <a:buNone/>
            </a:pPr>
            <a:r>
              <a:rPr lang="en-IN" dirty="0">
                <a:latin typeface="Arial" panose="020B0604020202020204" pitchFamily="34" charset="0"/>
                <a:cs typeface="Arial" panose="020B0604020202020204" pitchFamily="34" charset="0"/>
              </a:rPr>
              <a:t>do {</a:t>
            </a:r>
          </a:p>
          <a:p>
            <a:pPr marL="457200" lvl="1" indent="0">
              <a:buNone/>
            </a:pPr>
            <a:r>
              <a:rPr lang="en-IN" dirty="0">
                <a:latin typeface="Arial" panose="020B0604020202020204" pitchFamily="34" charset="0"/>
                <a:cs typeface="Arial" panose="020B0604020202020204" pitchFamily="34" charset="0"/>
              </a:rPr>
              <a:t>     retry = false</a:t>
            </a:r>
          </a:p>
          <a:p>
            <a:pPr marL="457200" lvl="1" indent="0">
              <a:buNone/>
            </a:pPr>
            <a:r>
              <a:rPr lang="en-IN" dirty="0">
                <a:latin typeface="Arial" panose="020B0604020202020204" pitchFamily="34" charset="0"/>
                <a:cs typeface="Arial" panose="020B0604020202020204" pitchFamily="34" charset="0"/>
              </a:rPr>
              <a:t>     for </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 N down to 1 {</a:t>
            </a:r>
          </a:p>
          <a:p>
            <a:pPr marL="457200" lvl="1" indent="0">
              <a:buNone/>
            </a:pPr>
            <a:r>
              <a:rPr lang="en-IN" dirty="0">
                <a:latin typeface="Arial" panose="020B0604020202020204" pitchFamily="34" charset="0"/>
                <a:cs typeface="Arial" panose="020B0604020202020204" pitchFamily="34" charset="0"/>
              </a:rPr>
              <a:t>         if (!empty(Q[</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a:t>
            </a:r>
          </a:p>
          <a:p>
            <a:pPr marL="457200" lvl="1" indent="0">
              <a:buNone/>
            </a:pPr>
            <a:r>
              <a:rPr lang="en-IN" dirty="0">
                <a:latin typeface="Arial" panose="020B0604020202020204" pitchFamily="34" charset="0"/>
                <a:cs typeface="Arial" panose="020B0604020202020204" pitchFamily="34" charset="0"/>
              </a:rPr>
              <a:t>             packet = dequeue(Q[</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a:t>
            </a:r>
          </a:p>
          <a:p>
            <a:pPr marL="457200" lvl="1" indent="0">
              <a:buNone/>
            </a:pPr>
            <a:r>
              <a:rPr lang="en-IN" dirty="0">
                <a:latin typeface="Arial" panose="020B0604020202020204" pitchFamily="34" charset="0"/>
                <a:cs typeface="Arial" panose="020B0604020202020204" pitchFamily="34" charset="0"/>
              </a:rPr>
              <a:t>             send(packet);</a:t>
            </a:r>
          </a:p>
          <a:p>
            <a:pPr marL="457200" lvl="1" indent="0">
              <a:buNone/>
            </a:pPr>
            <a:r>
              <a:rPr lang="en-IN" dirty="0">
                <a:latin typeface="Arial" panose="020B0604020202020204" pitchFamily="34" charset="0"/>
                <a:cs typeface="Arial" panose="020B0604020202020204" pitchFamily="34" charset="0"/>
              </a:rPr>
              <a:t>             retry = true;</a:t>
            </a:r>
          </a:p>
          <a:p>
            <a:pPr marL="457200" lvl="1" indent="0">
              <a:buNone/>
            </a:pPr>
            <a:r>
              <a:rPr lang="en-IN" dirty="0">
                <a:latin typeface="Arial" panose="020B0604020202020204" pitchFamily="34" charset="0"/>
                <a:cs typeface="Arial" panose="020B0604020202020204" pitchFamily="34" charset="0"/>
              </a:rPr>
              <a:t>             break;</a:t>
            </a:r>
          </a:p>
          <a:p>
            <a:pPr marL="457200" lvl="1" indent="0">
              <a:buNone/>
            </a:pPr>
            <a:r>
              <a:rPr lang="en-IN" dirty="0">
                <a:latin typeface="Arial" panose="020B0604020202020204" pitchFamily="34" charset="0"/>
                <a:cs typeface="Arial" panose="020B0604020202020204" pitchFamily="34" charset="0"/>
              </a:rPr>
              <a:t>         }</a:t>
            </a:r>
          </a:p>
          <a:p>
            <a:pPr marL="457200" lvl="1" indent="0">
              <a:buNone/>
            </a:pPr>
            <a:r>
              <a:rPr lang="en-IN" dirty="0">
                <a:latin typeface="Arial" panose="020B0604020202020204" pitchFamily="34" charset="0"/>
                <a:cs typeface="Arial" panose="020B0604020202020204" pitchFamily="34" charset="0"/>
              </a:rPr>
              <a:t>     }</a:t>
            </a:r>
          </a:p>
          <a:p>
            <a:pPr marL="457200" lvl="1" indent="0">
              <a:buNone/>
            </a:pPr>
            <a:r>
              <a:rPr lang="en-IN" dirty="0">
                <a:latin typeface="Arial" panose="020B0604020202020204" pitchFamily="34" charset="0"/>
                <a:cs typeface="Arial" panose="020B0604020202020204" pitchFamily="34" charset="0"/>
              </a:rPr>
              <a:t>} while (retry);</a:t>
            </a:r>
          </a:p>
        </p:txBody>
      </p:sp>
      <p:grpSp>
        <p:nvGrpSpPr>
          <p:cNvPr id="27" name="Group 25">
            <a:extLst>
              <a:ext uri="{FF2B5EF4-FFF2-40B4-BE49-F238E27FC236}">
                <a16:creationId xmlns:a16="http://schemas.microsoft.com/office/drawing/2014/main" id="{997B9B3C-D59F-438A-C6D1-D6C8BAF6E309}"/>
              </a:ext>
            </a:extLst>
          </p:cNvPr>
          <p:cNvGrpSpPr>
            <a:grpSpLocks/>
          </p:cNvGrpSpPr>
          <p:nvPr/>
        </p:nvGrpSpPr>
        <p:grpSpPr bwMode="auto">
          <a:xfrm>
            <a:off x="9001713" y="2289627"/>
            <a:ext cx="932498" cy="580347"/>
            <a:chOff x="1670312" y="2557567"/>
            <a:chExt cx="932470" cy="580220"/>
          </a:xfrm>
        </p:grpSpPr>
        <p:sp>
          <p:nvSpPr>
            <p:cNvPr id="28" name="Rectangle 27">
              <a:extLst>
                <a:ext uri="{FF2B5EF4-FFF2-40B4-BE49-F238E27FC236}">
                  <a16:creationId xmlns:a16="http://schemas.microsoft.com/office/drawing/2014/main" id="{4DB4AFC5-49C3-E78D-9A89-98FA4E803AB6}"/>
                </a:ext>
              </a:extLst>
            </p:cNvPr>
            <p:cNvSpPr/>
            <p:nvPr/>
          </p:nvSpPr>
          <p:spPr>
            <a:xfrm>
              <a:off x="2254738" y="2557567"/>
              <a:ext cx="348044" cy="580220"/>
            </a:xfrm>
            <a:prstGeom prst="rect">
              <a:avLst/>
            </a:prstGeom>
            <a:solidFill>
              <a:srgbClr val="00B050"/>
            </a:solidFill>
            <a:ln w="15875">
              <a:noFill/>
            </a:ln>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ＭＳ Ｐゴシック" charset="0"/>
              </a:endParaRPr>
            </a:p>
          </p:txBody>
        </p:sp>
        <p:grpSp>
          <p:nvGrpSpPr>
            <p:cNvPr id="29" name="Group 39">
              <a:extLst>
                <a:ext uri="{FF2B5EF4-FFF2-40B4-BE49-F238E27FC236}">
                  <a16:creationId xmlns:a16="http://schemas.microsoft.com/office/drawing/2014/main" id="{E6759D95-7895-F566-76E9-883CF58607F8}"/>
                </a:ext>
              </a:extLst>
            </p:cNvPr>
            <p:cNvGrpSpPr>
              <a:grpSpLocks/>
            </p:cNvGrpSpPr>
            <p:nvPr/>
          </p:nvGrpSpPr>
          <p:grpSpPr bwMode="auto">
            <a:xfrm>
              <a:off x="1670312" y="2562997"/>
              <a:ext cx="929822" cy="565219"/>
              <a:chOff x="1670312" y="2562997"/>
              <a:chExt cx="929822" cy="565219"/>
            </a:xfrm>
          </p:grpSpPr>
          <p:sp>
            <p:nvSpPr>
              <p:cNvPr id="30" name="Rectangle 41">
                <a:extLst>
                  <a:ext uri="{FF2B5EF4-FFF2-40B4-BE49-F238E27FC236}">
                    <a16:creationId xmlns:a16="http://schemas.microsoft.com/office/drawing/2014/main" id="{049303DD-183A-F122-096B-319434FEA6BE}"/>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1" name="Straight Connector 42">
                <a:extLst>
                  <a:ext uri="{FF2B5EF4-FFF2-40B4-BE49-F238E27FC236}">
                    <a16:creationId xmlns:a16="http://schemas.microsoft.com/office/drawing/2014/main" id="{A87E5DBD-FDB5-0AD5-E344-31F50988D81B}"/>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Straight Connector 43">
                <a:extLst>
                  <a:ext uri="{FF2B5EF4-FFF2-40B4-BE49-F238E27FC236}">
                    <a16:creationId xmlns:a16="http://schemas.microsoft.com/office/drawing/2014/main" id="{D09EE0E5-71B8-D334-5C86-B02C98022335}"/>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44">
                <a:extLst>
                  <a:ext uri="{FF2B5EF4-FFF2-40B4-BE49-F238E27FC236}">
                    <a16:creationId xmlns:a16="http://schemas.microsoft.com/office/drawing/2014/main" id="{AA208965-1505-5643-AF87-2EBF90E8D65D}"/>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45">
                <a:extLst>
                  <a:ext uri="{FF2B5EF4-FFF2-40B4-BE49-F238E27FC236}">
                    <a16:creationId xmlns:a16="http://schemas.microsoft.com/office/drawing/2014/main" id="{CB6244B4-8407-5159-4786-9E1F167D0AE2}"/>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46">
                <a:extLst>
                  <a:ext uri="{FF2B5EF4-FFF2-40B4-BE49-F238E27FC236}">
                    <a16:creationId xmlns:a16="http://schemas.microsoft.com/office/drawing/2014/main" id="{6CDD38AF-977A-46A3-305B-51D8C123B7AD}"/>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47">
                <a:extLst>
                  <a:ext uri="{FF2B5EF4-FFF2-40B4-BE49-F238E27FC236}">
                    <a16:creationId xmlns:a16="http://schemas.microsoft.com/office/drawing/2014/main" id="{757A7849-3EE7-5E66-53DC-60E6372600FE}"/>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Connector 48">
                <a:extLst>
                  <a:ext uri="{FF2B5EF4-FFF2-40B4-BE49-F238E27FC236}">
                    <a16:creationId xmlns:a16="http://schemas.microsoft.com/office/drawing/2014/main" id="{DAB2BFC6-0456-CA51-BE46-2875DF404C6D}"/>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38" name="Group 26">
            <a:extLst>
              <a:ext uri="{FF2B5EF4-FFF2-40B4-BE49-F238E27FC236}">
                <a16:creationId xmlns:a16="http://schemas.microsoft.com/office/drawing/2014/main" id="{1490B9BD-A2BC-5711-4A0C-65200DD3A85A}"/>
              </a:ext>
            </a:extLst>
          </p:cNvPr>
          <p:cNvGrpSpPr>
            <a:grpSpLocks/>
          </p:cNvGrpSpPr>
          <p:nvPr/>
        </p:nvGrpSpPr>
        <p:grpSpPr bwMode="auto">
          <a:xfrm>
            <a:off x="8968593" y="1618184"/>
            <a:ext cx="940346" cy="566869"/>
            <a:chOff x="1670312" y="2561471"/>
            <a:chExt cx="940317" cy="566745"/>
          </a:xfrm>
          <a:effectLst>
            <a:outerShdw blurRad="50800" dist="38100" dir="2700000" algn="tl" rotWithShape="0">
              <a:prstClr val="black">
                <a:alpha val="40000"/>
              </a:prstClr>
            </a:outerShdw>
          </a:effectLst>
        </p:grpSpPr>
        <p:sp>
          <p:nvSpPr>
            <p:cNvPr id="39" name="Rectangle 30">
              <a:extLst>
                <a:ext uri="{FF2B5EF4-FFF2-40B4-BE49-F238E27FC236}">
                  <a16:creationId xmlns:a16="http://schemas.microsoft.com/office/drawing/2014/main" id="{A3E88E52-C341-6CC2-7FBD-A1A2C3DC51C2}"/>
                </a:ext>
              </a:extLst>
            </p:cNvPr>
            <p:cNvSpPr>
              <a:spLocks noChangeArrowheads="1"/>
            </p:cNvSpPr>
            <p:nvPr/>
          </p:nvSpPr>
          <p:spPr bwMode="auto">
            <a:xfrm>
              <a:off x="1916862" y="2561471"/>
              <a:ext cx="693767" cy="561283"/>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 name="Group 29">
              <a:extLst>
                <a:ext uri="{FF2B5EF4-FFF2-40B4-BE49-F238E27FC236}">
                  <a16:creationId xmlns:a16="http://schemas.microsoft.com/office/drawing/2014/main" id="{5DC7E501-D5E5-913B-EC1B-AB561182D0E8}"/>
                </a:ext>
              </a:extLst>
            </p:cNvPr>
            <p:cNvGrpSpPr>
              <a:grpSpLocks/>
            </p:cNvGrpSpPr>
            <p:nvPr/>
          </p:nvGrpSpPr>
          <p:grpSpPr bwMode="auto">
            <a:xfrm>
              <a:off x="1670312" y="2562997"/>
              <a:ext cx="929822" cy="565219"/>
              <a:chOff x="1670312" y="2562997"/>
              <a:chExt cx="929822" cy="565219"/>
            </a:xfrm>
          </p:grpSpPr>
          <p:sp>
            <p:nvSpPr>
              <p:cNvPr id="41" name="Rectangle 31">
                <a:extLst>
                  <a:ext uri="{FF2B5EF4-FFF2-40B4-BE49-F238E27FC236}">
                    <a16:creationId xmlns:a16="http://schemas.microsoft.com/office/drawing/2014/main" id="{D8694D47-02F7-1C18-2C4E-5AF4AB126036}"/>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42" name="Straight Connector 32">
                <a:extLst>
                  <a:ext uri="{FF2B5EF4-FFF2-40B4-BE49-F238E27FC236}">
                    <a16:creationId xmlns:a16="http://schemas.microsoft.com/office/drawing/2014/main" id="{89B5A295-9506-FE2F-C669-D047A31A0042}"/>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33">
                <a:extLst>
                  <a:ext uri="{FF2B5EF4-FFF2-40B4-BE49-F238E27FC236}">
                    <a16:creationId xmlns:a16="http://schemas.microsoft.com/office/drawing/2014/main" id="{E45C0CDC-1B3A-E68A-1472-911E8E0B61BF}"/>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34">
                <a:extLst>
                  <a:ext uri="{FF2B5EF4-FFF2-40B4-BE49-F238E27FC236}">
                    <a16:creationId xmlns:a16="http://schemas.microsoft.com/office/drawing/2014/main" id="{247167CF-2DE4-0E2C-5B7A-3C9A6EB5334D}"/>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35">
                <a:extLst>
                  <a:ext uri="{FF2B5EF4-FFF2-40B4-BE49-F238E27FC236}">
                    <a16:creationId xmlns:a16="http://schemas.microsoft.com/office/drawing/2014/main" id="{23E21F7C-B094-C4CD-F56E-ADDE92E2135C}"/>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36">
                <a:extLst>
                  <a:ext uri="{FF2B5EF4-FFF2-40B4-BE49-F238E27FC236}">
                    <a16:creationId xmlns:a16="http://schemas.microsoft.com/office/drawing/2014/main" id="{F07D7552-0F83-D40D-6FFF-17129377F182}"/>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Straight Connector 37">
                <a:extLst>
                  <a:ext uri="{FF2B5EF4-FFF2-40B4-BE49-F238E27FC236}">
                    <a16:creationId xmlns:a16="http://schemas.microsoft.com/office/drawing/2014/main" id="{BF252FF6-CD58-A7E4-37E8-7AF7E1303670}"/>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Straight Connector 38">
                <a:extLst>
                  <a:ext uri="{FF2B5EF4-FFF2-40B4-BE49-F238E27FC236}">
                    <a16:creationId xmlns:a16="http://schemas.microsoft.com/office/drawing/2014/main" id="{ADA8ADCB-6EAC-4A95-5614-15F6B965EB4B}"/>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49" name="Isosceles Triangle 27">
            <a:extLst>
              <a:ext uri="{FF2B5EF4-FFF2-40B4-BE49-F238E27FC236}">
                <a16:creationId xmlns:a16="http://schemas.microsoft.com/office/drawing/2014/main" id="{235918E7-102A-BA42-406B-2FB364D83232}"/>
              </a:ext>
            </a:extLst>
          </p:cNvPr>
          <p:cNvSpPr>
            <a:spLocks noChangeArrowheads="1"/>
          </p:cNvSpPr>
          <p:nvPr/>
        </p:nvSpPr>
        <p:spPr bwMode="auto">
          <a:xfrm rot="5400000">
            <a:off x="8168002" y="2000591"/>
            <a:ext cx="575153" cy="430249"/>
          </a:xfrm>
          <a:prstGeom prst="triangle">
            <a:avLst>
              <a:gd name="adj" fmla="val 50000"/>
            </a:avLst>
          </a:prstGeom>
          <a:solidFill>
            <a:schemeClr val="bg1"/>
          </a:solidFill>
          <a:ln w="19050">
            <a:solidFill>
              <a:srgbClr val="000000"/>
            </a:solidFill>
            <a:miter lim="800000"/>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 name="Oval 28">
            <a:extLst>
              <a:ext uri="{FF2B5EF4-FFF2-40B4-BE49-F238E27FC236}">
                <a16:creationId xmlns:a16="http://schemas.microsoft.com/office/drawing/2014/main" id="{7D043564-90E8-BD10-E188-01DA82D87997}"/>
              </a:ext>
            </a:extLst>
          </p:cNvPr>
          <p:cNvSpPr>
            <a:spLocks noChangeArrowheads="1"/>
          </p:cNvSpPr>
          <p:nvPr/>
        </p:nvSpPr>
        <p:spPr bwMode="auto">
          <a:xfrm>
            <a:off x="10038820" y="1921125"/>
            <a:ext cx="632958" cy="628951"/>
          </a:xfrm>
          <a:prstGeom prst="ellipse">
            <a:avLst/>
          </a:prstGeom>
          <a:solidFill>
            <a:schemeClr val="bg1"/>
          </a:solidFill>
          <a:ln w="19050">
            <a:solidFill>
              <a:srgbClr val="000000"/>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51" name="Straight Arrow Connector 10">
            <a:extLst>
              <a:ext uri="{FF2B5EF4-FFF2-40B4-BE49-F238E27FC236}">
                <a16:creationId xmlns:a16="http://schemas.microsoft.com/office/drawing/2014/main" id="{756E1262-06B3-DD68-8FA1-3939B01C879B}"/>
              </a:ext>
            </a:extLst>
          </p:cNvPr>
          <p:cNvCxnSpPr>
            <a:cxnSpLocks noChangeShapeType="1"/>
            <a:stCxn id="49" idx="0"/>
            <a:endCxn id="41" idx="1"/>
          </p:cNvCxnSpPr>
          <p:nvPr/>
        </p:nvCxnSpPr>
        <p:spPr bwMode="auto">
          <a:xfrm flipV="1">
            <a:off x="8670703" y="1901352"/>
            <a:ext cx="297890" cy="314364"/>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Straight Arrow Connector 11">
            <a:extLst>
              <a:ext uri="{FF2B5EF4-FFF2-40B4-BE49-F238E27FC236}">
                <a16:creationId xmlns:a16="http://schemas.microsoft.com/office/drawing/2014/main" id="{7EA0764B-8E48-9CF2-9C0A-06DCA423E2A1}"/>
              </a:ext>
            </a:extLst>
          </p:cNvPr>
          <p:cNvCxnSpPr>
            <a:cxnSpLocks noChangeShapeType="1"/>
            <a:stCxn id="49" idx="0"/>
            <a:endCxn id="30" idx="1"/>
          </p:cNvCxnSpPr>
          <p:nvPr/>
        </p:nvCxnSpPr>
        <p:spPr bwMode="auto">
          <a:xfrm>
            <a:off x="8670703" y="2215716"/>
            <a:ext cx="331010" cy="360983"/>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Straight Arrow Connector 14">
            <a:extLst>
              <a:ext uri="{FF2B5EF4-FFF2-40B4-BE49-F238E27FC236}">
                <a16:creationId xmlns:a16="http://schemas.microsoft.com/office/drawing/2014/main" id="{57FCF471-1315-8412-BA9F-DA67EEFCC8FC}"/>
              </a:ext>
            </a:extLst>
          </p:cNvPr>
          <p:cNvCxnSpPr>
            <a:cxnSpLocks noChangeShapeType="1"/>
            <a:endCxn id="50" idx="1"/>
          </p:cNvCxnSpPr>
          <p:nvPr/>
        </p:nvCxnSpPr>
        <p:spPr bwMode="auto">
          <a:xfrm>
            <a:off x="9907140" y="1888827"/>
            <a:ext cx="224375" cy="124406"/>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Straight Arrow Connector 15">
            <a:extLst>
              <a:ext uri="{FF2B5EF4-FFF2-40B4-BE49-F238E27FC236}">
                <a16:creationId xmlns:a16="http://schemas.microsoft.com/office/drawing/2014/main" id="{F92ED972-2863-CE7A-6B8E-10E05CE63BEF}"/>
              </a:ext>
            </a:extLst>
          </p:cNvPr>
          <p:cNvCxnSpPr>
            <a:cxnSpLocks noChangeShapeType="1"/>
          </p:cNvCxnSpPr>
          <p:nvPr/>
        </p:nvCxnSpPr>
        <p:spPr bwMode="auto">
          <a:xfrm flipV="1">
            <a:off x="9930612" y="2436530"/>
            <a:ext cx="185647" cy="157163"/>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Straight Arrow Connector 16">
            <a:extLst>
              <a:ext uri="{FF2B5EF4-FFF2-40B4-BE49-F238E27FC236}">
                <a16:creationId xmlns:a16="http://schemas.microsoft.com/office/drawing/2014/main" id="{AA79CDD7-D83F-0F1D-522D-458368D91089}"/>
              </a:ext>
            </a:extLst>
          </p:cNvPr>
          <p:cNvCxnSpPr>
            <a:cxnSpLocks noChangeShapeType="1"/>
          </p:cNvCxnSpPr>
          <p:nvPr/>
        </p:nvCxnSpPr>
        <p:spPr bwMode="auto">
          <a:xfrm>
            <a:off x="10667312" y="2247352"/>
            <a:ext cx="390980" cy="1168"/>
          </a:xfrm>
          <a:prstGeom prst="straightConnector1">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Box 18">
            <a:extLst>
              <a:ext uri="{FF2B5EF4-FFF2-40B4-BE49-F238E27FC236}">
                <a16:creationId xmlns:a16="http://schemas.microsoft.com/office/drawing/2014/main" id="{80A5F96D-3648-F296-F46B-48C7E4E7173B}"/>
              </a:ext>
            </a:extLst>
          </p:cNvPr>
          <p:cNvSpPr txBox="1">
            <a:spLocks noChangeArrowheads="1"/>
          </p:cNvSpPr>
          <p:nvPr/>
        </p:nvSpPr>
        <p:spPr bwMode="auto">
          <a:xfrm>
            <a:off x="8563834" y="2911316"/>
            <a:ext cx="15872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low priority queue</a:t>
            </a:r>
          </a:p>
        </p:txBody>
      </p:sp>
      <p:sp>
        <p:nvSpPr>
          <p:cNvPr id="57" name="TextBox 19">
            <a:extLst>
              <a:ext uri="{FF2B5EF4-FFF2-40B4-BE49-F238E27FC236}">
                <a16:creationId xmlns:a16="http://schemas.microsoft.com/office/drawing/2014/main" id="{1CA6141F-1E2B-B0E8-95A9-3C84995C4E8F}"/>
              </a:ext>
            </a:extLst>
          </p:cNvPr>
          <p:cNvSpPr txBox="1">
            <a:spLocks noChangeArrowheads="1"/>
          </p:cNvSpPr>
          <p:nvPr/>
        </p:nvSpPr>
        <p:spPr bwMode="auto">
          <a:xfrm>
            <a:off x="7482718" y="1761691"/>
            <a:ext cx="763273"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sp>
        <p:nvSpPr>
          <p:cNvPr id="58" name="TextBox 20">
            <a:extLst>
              <a:ext uri="{FF2B5EF4-FFF2-40B4-BE49-F238E27FC236}">
                <a16:creationId xmlns:a16="http://schemas.microsoft.com/office/drawing/2014/main" id="{A25FDDD2-098C-021A-997A-D101CDC795CE}"/>
              </a:ext>
            </a:extLst>
          </p:cNvPr>
          <p:cNvSpPr txBox="1">
            <a:spLocks noChangeArrowheads="1"/>
          </p:cNvSpPr>
          <p:nvPr/>
        </p:nvSpPr>
        <p:spPr bwMode="auto">
          <a:xfrm>
            <a:off x="8009712" y="2494094"/>
            <a:ext cx="787419"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classify</a:t>
            </a:r>
          </a:p>
        </p:txBody>
      </p:sp>
      <p:sp>
        <p:nvSpPr>
          <p:cNvPr id="59" name="TextBox 23">
            <a:extLst>
              <a:ext uri="{FF2B5EF4-FFF2-40B4-BE49-F238E27FC236}">
                <a16:creationId xmlns:a16="http://schemas.microsoft.com/office/drawing/2014/main" id="{E8067185-CC37-0A2B-7756-747A937A2FF9}"/>
              </a:ext>
            </a:extLst>
          </p:cNvPr>
          <p:cNvSpPr txBox="1">
            <a:spLocks noChangeArrowheads="1"/>
          </p:cNvSpPr>
          <p:nvPr/>
        </p:nvSpPr>
        <p:spPr bwMode="auto">
          <a:xfrm>
            <a:off x="10813730" y="2515263"/>
            <a:ext cx="1043018"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60" name="TextBox 24">
            <a:extLst>
              <a:ext uri="{FF2B5EF4-FFF2-40B4-BE49-F238E27FC236}">
                <a16:creationId xmlns:a16="http://schemas.microsoft.com/office/drawing/2014/main" id="{8E0D9E7F-ECE9-7281-1D56-3905AD342187}"/>
              </a:ext>
            </a:extLst>
          </p:cNvPr>
          <p:cNvSpPr txBox="1">
            <a:spLocks noChangeArrowheads="1"/>
          </p:cNvSpPr>
          <p:nvPr/>
        </p:nvSpPr>
        <p:spPr bwMode="auto">
          <a:xfrm>
            <a:off x="10141756" y="2521132"/>
            <a:ext cx="4539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p:txBody>
      </p:sp>
      <p:grpSp>
        <p:nvGrpSpPr>
          <p:cNvPr id="61" name="Group 60">
            <a:extLst>
              <a:ext uri="{FF2B5EF4-FFF2-40B4-BE49-F238E27FC236}">
                <a16:creationId xmlns:a16="http://schemas.microsoft.com/office/drawing/2014/main" id="{E27AA473-3C2C-134F-B83D-9F57A52D1A64}"/>
              </a:ext>
            </a:extLst>
          </p:cNvPr>
          <p:cNvGrpSpPr>
            <a:grpSpLocks/>
          </p:cNvGrpSpPr>
          <p:nvPr/>
        </p:nvGrpSpPr>
        <p:grpSpPr bwMode="auto">
          <a:xfrm>
            <a:off x="8398706" y="4336775"/>
            <a:ext cx="347662" cy="754063"/>
            <a:chOff x="2797204" y="2989241"/>
            <a:chExt cx="347099" cy="755477"/>
          </a:xfrm>
        </p:grpSpPr>
        <p:sp>
          <p:nvSpPr>
            <p:cNvPr id="62" name="Rectangle 52">
              <a:extLst>
                <a:ext uri="{FF2B5EF4-FFF2-40B4-BE49-F238E27FC236}">
                  <a16:creationId xmlns:a16="http://schemas.microsoft.com/office/drawing/2014/main" id="{F10AE571-00F3-A12C-D9CF-2D4C4B94C825}"/>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3" name="Group 53">
              <a:extLst>
                <a:ext uri="{FF2B5EF4-FFF2-40B4-BE49-F238E27FC236}">
                  <a16:creationId xmlns:a16="http://schemas.microsoft.com/office/drawing/2014/main" id="{B57F38F7-42BC-1BCD-BB4B-957443999B4C}"/>
                </a:ext>
              </a:extLst>
            </p:cNvPr>
            <p:cNvGrpSpPr>
              <a:grpSpLocks/>
            </p:cNvGrpSpPr>
            <p:nvPr/>
          </p:nvGrpSpPr>
          <p:grpSpPr bwMode="auto">
            <a:xfrm>
              <a:off x="2821701" y="3197503"/>
              <a:ext cx="298780" cy="338554"/>
              <a:chOff x="2821701" y="3197503"/>
              <a:chExt cx="298780" cy="338554"/>
            </a:xfrm>
          </p:grpSpPr>
          <p:sp>
            <p:nvSpPr>
              <p:cNvPr id="64" name="Oval 54">
                <a:extLst>
                  <a:ext uri="{FF2B5EF4-FFF2-40B4-BE49-F238E27FC236}">
                    <a16:creationId xmlns:a16="http://schemas.microsoft.com/office/drawing/2014/main" id="{A4F8D88E-FF73-5E5E-22C3-88DCB9CF954B}"/>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5" name="TextBox 55">
                <a:extLst>
                  <a:ext uri="{FF2B5EF4-FFF2-40B4-BE49-F238E27FC236}">
                    <a16:creationId xmlns:a16="http://schemas.microsoft.com/office/drawing/2014/main" id="{904E243D-5288-B288-1E54-4400992DD916}"/>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grpSp>
      </p:grpSp>
      <p:grpSp>
        <p:nvGrpSpPr>
          <p:cNvPr id="66" name="Group 65">
            <a:extLst>
              <a:ext uri="{FF2B5EF4-FFF2-40B4-BE49-F238E27FC236}">
                <a16:creationId xmlns:a16="http://schemas.microsoft.com/office/drawing/2014/main" id="{6F490097-D4FE-171E-5CA7-5BDBF3C9DE8D}"/>
              </a:ext>
            </a:extLst>
          </p:cNvPr>
          <p:cNvGrpSpPr>
            <a:grpSpLocks/>
          </p:cNvGrpSpPr>
          <p:nvPr/>
        </p:nvGrpSpPr>
        <p:grpSpPr bwMode="auto">
          <a:xfrm>
            <a:off x="8747956" y="4341538"/>
            <a:ext cx="346075" cy="755650"/>
            <a:chOff x="2797204" y="2989241"/>
            <a:chExt cx="347099" cy="755477"/>
          </a:xfrm>
        </p:grpSpPr>
        <p:sp>
          <p:nvSpPr>
            <p:cNvPr id="67" name="Rectangle 57">
              <a:extLst>
                <a:ext uri="{FF2B5EF4-FFF2-40B4-BE49-F238E27FC236}">
                  <a16:creationId xmlns:a16="http://schemas.microsoft.com/office/drawing/2014/main" id="{7259F75F-AE56-8EC8-C31C-FAEBBB4BE9F1}"/>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8" name="Group 58">
              <a:extLst>
                <a:ext uri="{FF2B5EF4-FFF2-40B4-BE49-F238E27FC236}">
                  <a16:creationId xmlns:a16="http://schemas.microsoft.com/office/drawing/2014/main" id="{E31AF599-8807-F802-5BA9-1D8BD54E9892}"/>
                </a:ext>
              </a:extLst>
            </p:cNvPr>
            <p:cNvGrpSpPr>
              <a:grpSpLocks/>
            </p:cNvGrpSpPr>
            <p:nvPr/>
          </p:nvGrpSpPr>
          <p:grpSpPr bwMode="auto">
            <a:xfrm>
              <a:off x="2821701" y="3197503"/>
              <a:ext cx="298780" cy="338554"/>
              <a:chOff x="2821701" y="3197503"/>
              <a:chExt cx="298780" cy="338554"/>
            </a:xfrm>
          </p:grpSpPr>
          <p:sp>
            <p:nvSpPr>
              <p:cNvPr id="69" name="Oval 59">
                <a:extLst>
                  <a:ext uri="{FF2B5EF4-FFF2-40B4-BE49-F238E27FC236}">
                    <a16:creationId xmlns:a16="http://schemas.microsoft.com/office/drawing/2014/main" id="{AB5BAA53-123F-731E-26FF-927209AF02A3}"/>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0" name="TextBox 60">
                <a:extLst>
                  <a:ext uri="{FF2B5EF4-FFF2-40B4-BE49-F238E27FC236}">
                    <a16:creationId xmlns:a16="http://schemas.microsoft.com/office/drawing/2014/main" id="{8693E19F-CE41-9D4E-01B8-755FB2CA68C3}"/>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grpSp>
      </p:grpSp>
      <p:grpSp>
        <p:nvGrpSpPr>
          <p:cNvPr id="71" name="Group 70">
            <a:extLst>
              <a:ext uri="{FF2B5EF4-FFF2-40B4-BE49-F238E27FC236}">
                <a16:creationId xmlns:a16="http://schemas.microsoft.com/office/drawing/2014/main" id="{746F297D-20EA-06AC-2EF1-9FD5EE9F8422}"/>
              </a:ext>
            </a:extLst>
          </p:cNvPr>
          <p:cNvGrpSpPr>
            <a:grpSpLocks/>
          </p:cNvGrpSpPr>
          <p:nvPr/>
        </p:nvGrpSpPr>
        <p:grpSpPr bwMode="auto">
          <a:xfrm>
            <a:off x="9098793" y="4336775"/>
            <a:ext cx="346075" cy="755650"/>
            <a:chOff x="997686" y="3954289"/>
            <a:chExt cx="347099" cy="755477"/>
          </a:xfrm>
        </p:grpSpPr>
        <p:sp>
          <p:nvSpPr>
            <p:cNvPr id="72" name="Rectangle 62">
              <a:extLst>
                <a:ext uri="{FF2B5EF4-FFF2-40B4-BE49-F238E27FC236}">
                  <a16:creationId xmlns:a16="http://schemas.microsoft.com/office/drawing/2014/main" id="{9560604E-1A7D-7F2F-DC72-1550936ACDFA}"/>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3" name="Group 63">
              <a:extLst>
                <a:ext uri="{FF2B5EF4-FFF2-40B4-BE49-F238E27FC236}">
                  <a16:creationId xmlns:a16="http://schemas.microsoft.com/office/drawing/2014/main" id="{6CE16905-B478-687A-E733-672470379CB1}"/>
                </a:ext>
              </a:extLst>
            </p:cNvPr>
            <p:cNvGrpSpPr>
              <a:grpSpLocks/>
            </p:cNvGrpSpPr>
            <p:nvPr/>
          </p:nvGrpSpPr>
          <p:grpSpPr bwMode="auto">
            <a:xfrm>
              <a:off x="1022183" y="4162551"/>
              <a:ext cx="298780" cy="338554"/>
              <a:chOff x="2821701" y="3197503"/>
              <a:chExt cx="298780" cy="338554"/>
            </a:xfrm>
          </p:grpSpPr>
          <p:sp>
            <p:nvSpPr>
              <p:cNvPr id="74" name="Oval 64">
                <a:extLst>
                  <a:ext uri="{FF2B5EF4-FFF2-40B4-BE49-F238E27FC236}">
                    <a16:creationId xmlns:a16="http://schemas.microsoft.com/office/drawing/2014/main" id="{DE194853-E870-0EA6-2DDF-3B3B45B894BF}"/>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 name="TextBox 65">
                <a:extLst>
                  <a:ext uri="{FF2B5EF4-FFF2-40B4-BE49-F238E27FC236}">
                    <a16:creationId xmlns:a16="http://schemas.microsoft.com/office/drawing/2014/main" id="{00DC2CC5-309E-6139-637C-8865BADB9D06}"/>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grpSp>
      </p:grpSp>
      <p:grpSp>
        <p:nvGrpSpPr>
          <p:cNvPr id="76" name="Group 75">
            <a:extLst>
              <a:ext uri="{FF2B5EF4-FFF2-40B4-BE49-F238E27FC236}">
                <a16:creationId xmlns:a16="http://schemas.microsoft.com/office/drawing/2014/main" id="{73DF61A2-C417-F5D0-1563-53DCF4D9B9CE}"/>
              </a:ext>
            </a:extLst>
          </p:cNvPr>
          <p:cNvGrpSpPr>
            <a:grpSpLocks/>
          </p:cNvGrpSpPr>
          <p:nvPr/>
        </p:nvGrpSpPr>
        <p:grpSpPr bwMode="auto">
          <a:xfrm>
            <a:off x="9454393" y="4335188"/>
            <a:ext cx="347663" cy="754062"/>
            <a:chOff x="2797204" y="2989241"/>
            <a:chExt cx="347099" cy="755477"/>
          </a:xfrm>
        </p:grpSpPr>
        <p:sp>
          <p:nvSpPr>
            <p:cNvPr id="77" name="Rectangle 67">
              <a:extLst>
                <a:ext uri="{FF2B5EF4-FFF2-40B4-BE49-F238E27FC236}">
                  <a16:creationId xmlns:a16="http://schemas.microsoft.com/office/drawing/2014/main" id="{12FE294C-62CB-8494-255E-525B43E40F02}"/>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8" name="Group 68">
              <a:extLst>
                <a:ext uri="{FF2B5EF4-FFF2-40B4-BE49-F238E27FC236}">
                  <a16:creationId xmlns:a16="http://schemas.microsoft.com/office/drawing/2014/main" id="{62B3D10D-41B1-019F-CBE7-6572B2106C74}"/>
                </a:ext>
              </a:extLst>
            </p:cNvPr>
            <p:cNvGrpSpPr>
              <a:grpSpLocks/>
            </p:cNvGrpSpPr>
            <p:nvPr/>
          </p:nvGrpSpPr>
          <p:grpSpPr bwMode="auto">
            <a:xfrm>
              <a:off x="2821701" y="3197503"/>
              <a:ext cx="298780" cy="338554"/>
              <a:chOff x="2821701" y="3197503"/>
              <a:chExt cx="298780" cy="338554"/>
            </a:xfrm>
          </p:grpSpPr>
          <p:sp>
            <p:nvSpPr>
              <p:cNvPr id="79" name="Oval 69">
                <a:extLst>
                  <a:ext uri="{FF2B5EF4-FFF2-40B4-BE49-F238E27FC236}">
                    <a16:creationId xmlns:a16="http://schemas.microsoft.com/office/drawing/2014/main" id="{C6B56284-A1A6-2B93-8A45-EDE871B4F97E}"/>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 name="TextBox 70">
                <a:extLst>
                  <a:ext uri="{FF2B5EF4-FFF2-40B4-BE49-F238E27FC236}">
                    <a16:creationId xmlns:a16="http://schemas.microsoft.com/office/drawing/2014/main" id="{9CFE1552-F42E-FCA4-FF0D-27D5DD2AE78A}"/>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grpSp>
      </p:grpSp>
      <p:grpSp>
        <p:nvGrpSpPr>
          <p:cNvPr id="81" name="Group 80">
            <a:extLst>
              <a:ext uri="{FF2B5EF4-FFF2-40B4-BE49-F238E27FC236}">
                <a16:creationId xmlns:a16="http://schemas.microsoft.com/office/drawing/2014/main" id="{D0111231-A5C6-93E5-D176-F1ED0541DA2C}"/>
              </a:ext>
            </a:extLst>
          </p:cNvPr>
          <p:cNvGrpSpPr>
            <a:grpSpLocks/>
          </p:cNvGrpSpPr>
          <p:nvPr/>
        </p:nvGrpSpPr>
        <p:grpSpPr bwMode="auto">
          <a:xfrm>
            <a:off x="10516431" y="4343125"/>
            <a:ext cx="347662" cy="755650"/>
            <a:chOff x="997686" y="3954289"/>
            <a:chExt cx="347099" cy="755477"/>
          </a:xfrm>
        </p:grpSpPr>
        <p:sp>
          <p:nvSpPr>
            <p:cNvPr id="82" name="Rectangle 72">
              <a:extLst>
                <a:ext uri="{FF2B5EF4-FFF2-40B4-BE49-F238E27FC236}">
                  <a16:creationId xmlns:a16="http://schemas.microsoft.com/office/drawing/2014/main" id="{615C9BCE-D48C-F0E0-E4B9-3D8AD078F286}"/>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 name="Group 73">
              <a:extLst>
                <a:ext uri="{FF2B5EF4-FFF2-40B4-BE49-F238E27FC236}">
                  <a16:creationId xmlns:a16="http://schemas.microsoft.com/office/drawing/2014/main" id="{B347C609-6079-F41B-F549-E1277874BC08}"/>
                </a:ext>
              </a:extLst>
            </p:cNvPr>
            <p:cNvGrpSpPr>
              <a:grpSpLocks/>
            </p:cNvGrpSpPr>
            <p:nvPr/>
          </p:nvGrpSpPr>
          <p:grpSpPr bwMode="auto">
            <a:xfrm>
              <a:off x="1022183" y="4162551"/>
              <a:ext cx="298780" cy="338554"/>
              <a:chOff x="2821701" y="3197503"/>
              <a:chExt cx="298780" cy="338554"/>
            </a:xfrm>
          </p:grpSpPr>
          <p:sp>
            <p:nvSpPr>
              <p:cNvPr id="84" name="Oval 74">
                <a:extLst>
                  <a:ext uri="{FF2B5EF4-FFF2-40B4-BE49-F238E27FC236}">
                    <a16:creationId xmlns:a16="http://schemas.microsoft.com/office/drawing/2014/main" id="{B6377D47-D62B-C3B0-3563-391F137B2972}"/>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 name="TextBox 75">
                <a:extLst>
                  <a:ext uri="{FF2B5EF4-FFF2-40B4-BE49-F238E27FC236}">
                    <a16:creationId xmlns:a16="http://schemas.microsoft.com/office/drawing/2014/main" id="{03F43660-17D8-D2BE-AFF7-ED34809F7F27}"/>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grpSp>
      </p:grpSp>
      <p:grpSp>
        <p:nvGrpSpPr>
          <p:cNvPr id="86" name="Group 85">
            <a:extLst>
              <a:ext uri="{FF2B5EF4-FFF2-40B4-BE49-F238E27FC236}">
                <a16:creationId xmlns:a16="http://schemas.microsoft.com/office/drawing/2014/main" id="{5B692C46-A3E5-EF1F-2583-45D57E3366D6}"/>
              </a:ext>
            </a:extLst>
          </p:cNvPr>
          <p:cNvGrpSpPr/>
          <p:nvPr/>
        </p:nvGrpSpPr>
        <p:grpSpPr>
          <a:xfrm>
            <a:off x="7543043" y="3931963"/>
            <a:ext cx="3978275" cy="1506537"/>
            <a:chOff x="6976985" y="4182334"/>
            <a:chExt cx="3978275" cy="1506537"/>
          </a:xfrm>
        </p:grpSpPr>
        <p:cxnSp>
          <p:nvCxnSpPr>
            <p:cNvPr id="87" name="Straight Connector 49">
              <a:extLst>
                <a:ext uri="{FF2B5EF4-FFF2-40B4-BE49-F238E27FC236}">
                  <a16:creationId xmlns:a16="http://schemas.microsoft.com/office/drawing/2014/main" id="{C911C32F-FBC9-346A-2827-EBD7AF47DD9A}"/>
                </a:ext>
              </a:extLst>
            </p:cNvPr>
            <p:cNvCxnSpPr>
              <a:cxnSpLocks noChangeShapeType="1"/>
            </p:cNvCxnSpPr>
            <p:nvPr/>
          </p:nvCxnSpPr>
          <p:spPr bwMode="auto">
            <a:xfrm>
              <a:off x="7723110" y="4580796"/>
              <a:ext cx="3230563"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Straight Connector 50">
              <a:extLst>
                <a:ext uri="{FF2B5EF4-FFF2-40B4-BE49-F238E27FC236}">
                  <a16:creationId xmlns:a16="http://schemas.microsoft.com/office/drawing/2014/main" id="{5A9E4808-C8C7-FAA0-D55A-63D0AFD64B95}"/>
                </a:ext>
              </a:extLst>
            </p:cNvPr>
            <p:cNvCxnSpPr>
              <a:cxnSpLocks noChangeShapeType="1"/>
            </p:cNvCxnSpPr>
            <p:nvPr/>
          </p:nvCxnSpPr>
          <p:spPr bwMode="auto">
            <a:xfrm>
              <a:off x="7724698" y="5352321"/>
              <a:ext cx="3230562"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TextBox 126">
              <a:extLst>
                <a:ext uri="{FF2B5EF4-FFF2-40B4-BE49-F238E27FC236}">
                  <a16:creationId xmlns:a16="http://schemas.microsoft.com/office/drawing/2014/main" id="{E3EDE7F1-8124-187D-DD8E-E10ED0AAF580}"/>
                </a:ext>
              </a:extLst>
            </p:cNvPr>
            <p:cNvSpPr txBox="1">
              <a:spLocks noChangeArrowheads="1"/>
            </p:cNvSpPr>
            <p:nvPr/>
          </p:nvSpPr>
          <p:spPr bwMode="auto">
            <a:xfrm>
              <a:off x="6976985" y="4182334"/>
              <a:ext cx="806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sp>
          <p:nvSpPr>
            <p:cNvPr id="90" name="TextBox 127">
              <a:extLst>
                <a:ext uri="{FF2B5EF4-FFF2-40B4-BE49-F238E27FC236}">
                  <a16:creationId xmlns:a16="http://schemas.microsoft.com/office/drawing/2014/main" id="{22D30380-7DA6-CCC4-CD49-FEE739BF4C28}"/>
                </a:ext>
              </a:extLst>
            </p:cNvPr>
            <p:cNvSpPr txBox="1">
              <a:spLocks noChangeArrowheads="1"/>
            </p:cNvSpPr>
            <p:nvPr/>
          </p:nvSpPr>
          <p:spPr bwMode="auto">
            <a:xfrm>
              <a:off x="7000798" y="5380896"/>
              <a:ext cx="10874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91" name="TextBox 128">
              <a:extLst>
                <a:ext uri="{FF2B5EF4-FFF2-40B4-BE49-F238E27FC236}">
                  <a16:creationId xmlns:a16="http://schemas.microsoft.com/office/drawing/2014/main" id="{7A10698B-BF53-C1E9-C7EE-21677CB78D04}"/>
                </a:ext>
              </a:extLst>
            </p:cNvPr>
            <p:cNvSpPr txBox="1">
              <a:spLocks noChangeArrowheads="1"/>
            </p:cNvSpPr>
            <p:nvPr/>
          </p:nvSpPr>
          <p:spPr bwMode="auto">
            <a:xfrm>
              <a:off x="7023023" y="4687159"/>
              <a:ext cx="86042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275"/>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packet in service</a:t>
              </a:r>
            </a:p>
          </p:txBody>
        </p:sp>
      </p:grpSp>
      <p:grpSp>
        <p:nvGrpSpPr>
          <p:cNvPr id="92" name="Group 91">
            <a:extLst>
              <a:ext uri="{FF2B5EF4-FFF2-40B4-BE49-F238E27FC236}">
                <a16:creationId xmlns:a16="http://schemas.microsoft.com/office/drawing/2014/main" id="{838FFC89-B8CB-BF03-7816-7D7D07A73D80}"/>
              </a:ext>
            </a:extLst>
          </p:cNvPr>
          <p:cNvGrpSpPr/>
          <p:nvPr/>
        </p:nvGrpSpPr>
        <p:grpSpPr>
          <a:xfrm>
            <a:off x="7581699" y="2120862"/>
            <a:ext cx="563235" cy="169985"/>
            <a:chOff x="6268765" y="2496876"/>
            <a:chExt cx="563235" cy="169985"/>
          </a:xfrm>
        </p:grpSpPr>
        <p:cxnSp>
          <p:nvCxnSpPr>
            <p:cNvPr id="93" name="Straight Arrow Connector 92">
              <a:extLst>
                <a:ext uri="{FF2B5EF4-FFF2-40B4-BE49-F238E27FC236}">
                  <a16:creationId xmlns:a16="http://schemas.microsoft.com/office/drawing/2014/main" id="{6EA76F55-04CA-B8E7-2218-1943B832C576}"/>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14ACE218-EB57-0D8C-1C12-CFAD4AF862C1}"/>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5" name="Group 94">
            <a:extLst>
              <a:ext uri="{FF2B5EF4-FFF2-40B4-BE49-F238E27FC236}">
                <a16:creationId xmlns:a16="http://schemas.microsoft.com/office/drawing/2014/main" id="{1CB0554B-8408-7DB0-9E3A-E99765C52764}"/>
              </a:ext>
            </a:extLst>
          </p:cNvPr>
          <p:cNvGrpSpPr/>
          <p:nvPr/>
        </p:nvGrpSpPr>
        <p:grpSpPr>
          <a:xfrm>
            <a:off x="11084572" y="2084797"/>
            <a:ext cx="563235" cy="352190"/>
            <a:chOff x="6268765" y="2496876"/>
            <a:chExt cx="563235" cy="169985"/>
          </a:xfrm>
        </p:grpSpPr>
        <p:cxnSp>
          <p:nvCxnSpPr>
            <p:cNvPr id="96" name="Straight Arrow Connector 95">
              <a:extLst>
                <a:ext uri="{FF2B5EF4-FFF2-40B4-BE49-F238E27FC236}">
                  <a16:creationId xmlns:a16="http://schemas.microsoft.com/office/drawing/2014/main" id="{48A8708D-5371-F5ED-99DB-0E373849A806}"/>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B47E0A02-D64D-830D-4A67-9CDDEC14594A}"/>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8" name="Group 97">
            <a:extLst>
              <a:ext uri="{FF2B5EF4-FFF2-40B4-BE49-F238E27FC236}">
                <a16:creationId xmlns:a16="http://schemas.microsoft.com/office/drawing/2014/main" id="{FF5AE7AE-98EB-AF6E-922C-75AF311CDA8D}"/>
              </a:ext>
            </a:extLst>
          </p:cNvPr>
          <p:cNvGrpSpPr/>
          <p:nvPr/>
        </p:nvGrpSpPr>
        <p:grpSpPr>
          <a:xfrm>
            <a:off x="8237232" y="3667001"/>
            <a:ext cx="298450" cy="651303"/>
            <a:chOff x="7398516" y="3578212"/>
            <a:chExt cx="298450" cy="651303"/>
          </a:xfrm>
        </p:grpSpPr>
        <p:sp>
          <p:nvSpPr>
            <p:cNvPr id="99" name="Oval 99">
              <a:extLst>
                <a:ext uri="{FF2B5EF4-FFF2-40B4-BE49-F238E27FC236}">
                  <a16:creationId xmlns:a16="http://schemas.microsoft.com/office/drawing/2014/main" id="{97A435D8-DAD6-353B-2D88-A0D4F31B8824}"/>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TextBox 100">
              <a:extLst>
                <a:ext uri="{FF2B5EF4-FFF2-40B4-BE49-F238E27FC236}">
                  <a16:creationId xmlns:a16="http://schemas.microsoft.com/office/drawing/2014/main" id="{E6EB7C60-B4FA-D2D0-8339-5610A51A72CE}"/>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cxnSp>
          <p:nvCxnSpPr>
            <p:cNvPr id="101" name="Straight Arrow Connector 100">
              <a:extLst>
                <a:ext uri="{FF2B5EF4-FFF2-40B4-BE49-F238E27FC236}">
                  <a16:creationId xmlns:a16="http://schemas.microsoft.com/office/drawing/2014/main" id="{482779E6-656C-121B-8DBA-254A54C1C884}"/>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2" name="Group 101">
            <a:extLst>
              <a:ext uri="{FF2B5EF4-FFF2-40B4-BE49-F238E27FC236}">
                <a16:creationId xmlns:a16="http://schemas.microsoft.com/office/drawing/2014/main" id="{F93AC7A1-21CA-BF4E-B067-86F0D089ECBE}"/>
              </a:ext>
            </a:extLst>
          </p:cNvPr>
          <p:cNvGrpSpPr/>
          <p:nvPr/>
        </p:nvGrpSpPr>
        <p:grpSpPr>
          <a:xfrm>
            <a:off x="8532611" y="3669771"/>
            <a:ext cx="298450" cy="651303"/>
            <a:chOff x="7398516" y="3578212"/>
            <a:chExt cx="298450" cy="651303"/>
          </a:xfrm>
        </p:grpSpPr>
        <p:sp>
          <p:nvSpPr>
            <p:cNvPr id="103" name="Oval 99">
              <a:extLst>
                <a:ext uri="{FF2B5EF4-FFF2-40B4-BE49-F238E27FC236}">
                  <a16:creationId xmlns:a16="http://schemas.microsoft.com/office/drawing/2014/main" id="{252C523F-A97F-C5E3-B502-81E164CB6F60}"/>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4" name="TextBox 100">
              <a:extLst>
                <a:ext uri="{FF2B5EF4-FFF2-40B4-BE49-F238E27FC236}">
                  <a16:creationId xmlns:a16="http://schemas.microsoft.com/office/drawing/2014/main" id="{1F98A5AB-0E26-C808-9DF9-3AEDAADC2CAB}"/>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cxnSp>
          <p:nvCxnSpPr>
            <p:cNvPr id="105" name="Straight Arrow Connector 104">
              <a:extLst>
                <a:ext uri="{FF2B5EF4-FFF2-40B4-BE49-F238E27FC236}">
                  <a16:creationId xmlns:a16="http://schemas.microsoft.com/office/drawing/2014/main" id="{9FBFBB1B-5E02-B120-2D29-6BC3E1178595}"/>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6" name="Group 105">
            <a:extLst>
              <a:ext uri="{FF2B5EF4-FFF2-40B4-BE49-F238E27FC236}">
                <a16:creationId xmlns:a16="http://schemas.microsoft.com/office/drawing/2014/main" id="{6EDA1072-EF64-07D2-493A-FE52FBF76BE5}"/>
              </a:ext>
            </a:extLst>
          </p:cNvPr>
          <p:cNvGrpSpPr/>
          <p:nvPr/>
        </p:nvGrpSpPr>
        <p:grpSpPr>
          <a:xfrm>
            <a:off x="9140547" y="3665892"/>
            <a:ext cx="298450" cy="651303"/>
            <a:chOff x="7398516" y="3578212"/>
            <a:chExt cx="298450" cy="651303"/>
          </a:xfrm>
        </p:grpSpPr>
        <p:sp>
          <p:nvSpPr>
            <p:cNvPr id="107" name="Oval 99">
              <a:extLst>
                <a:ext uri="{FF2B5EF4-FFF2-40B4-BE49-F238E27FC236}">
                  <a16:creationId xmlns:a16="http://schemas.microsoft.com/office/drawing/2014/main" id="{DAB428CF-A77A-E70C-DDC9-26CD6B926C67}"/>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TextBox 100">
              <a:extLst>
                <a:ext uri="{FF2B5EF4-FFF2-40B4-BE49-F238E27FC236}">
                  <a16:creationId xmlns:a16="http://schemas.microsoft.com/office/drawing/2014/main" id="{6C98C9C4-7558-EBE8-EC8B-7CD628280C0D}"/>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cxnSp>
          <p:nvCxnSpPr>
            <p:cNvPr id="109" name="Straight Arrow Connector 108">
              <a:extLst>
                <a:ext uri="{FF2B5EF4-FFF2-40B4-BE49-F238E27FC236}">
                  <a16:creationId xmlns:a16="http://schemas.microsoft.com/office/drawing/2014/main" id="{2A8DC1B3-C495-F196-78AE-DE7540904C94}"/>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0" name="Group 109">
            <a:extLst>
              <a:ext uri="{FF2B5EF4-FFF2-40B4-BE49-F238E27FC236}">
                <a16:creationId xmlns:a16="http://schemas.microsoft.com/office/drawing/2014/main" id="{2192B7DB-8642-897B-1AB7-DFA27F2A11DB}"/>
              </a:ext>
            </a:extLst>
          </p:cNvPr>
          <p:cNvGrpSpPr/>
          <p:nvPr/>
        </p:nvGrpSpPr>
        <p:grpSpPr>
          <a:xfrm>
            <a:off x="8395877" y="3394146"/>
            <a:ext cx="298450" cy="927483"/>
            <a:chOff x="6725889" y="3647842"/>
            <a:chExt cx="298450" cy="927483"/>
          </a:xfrm>
        </p:grpSpPr>
        <p:sp>
          <p:nvSpPr>
            <p:cNvPr id="111" name="Oval 89">
              <a:extLst>
                <a:ext uri="{FF2B5EF4-FFF2-40B4-BE49-F238E27FC236}">
                  <a16:creationId xmlns:a16="http://schemas.microsoft.com/office/drawing/2014/main" id="{4B46A8A3-451C-0D79-73EA-587DAFADB8D6}"/>
                </a:ext>
              </a:extLst>
            </p:cNvPr>
            <p:cNvSpPr>
              <a:spLocks noChangeArrowheads="1"/>
            </p:cNvSpPr>
            <p:nvPr/>
          </p:nvSpPr>
          <p:spPr bwMode="auto">
            <a:xfrm>
              <a:off x="6759258" y="3722164"/>
              <a:ext cx="220266" cy="20023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TextBox 90">
              <a:extLst>
                <a:ext uri="{FF2B5EF4-FFF2-40B4-BE49-F238E27FC236}">
                  <a16:creationId xmlns:a16="http://schemas.microsoft.com/office/drawing/2014/main" id="{1309D72A-26AF-F3FF-1660-0D95E012EE84}"/>
                </a:ext>
              </a:extLst>
            </p:cNvPr>
            <p:cNvSpPr txBox="1">
              <a:spLocks noChangeArrowheads="1"/>
            </p:cNvSpPr>
            <p:nvPr/>
          </p:nvSpPr>
          <p:spPr bwMode="auto">
            <a:xfrm>
              <a:off x="6725889" y="3647842"/>
              <a:ext cx="298450" cy="338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cxnSp>
          <p:nvCxnSpPr>
            <p:cNvPr id="113" name="Straight Arrow Connector 112">
              <a:extLst>
                <a:ext uri="{FF2B5EF4-FFF2-40B4-BE49-F238E27FC236}">
                  <a16:creationId xmlns:a16="http://schemas.microsoft.com/office/drawing/2014/main" id="{DBFE526B-C8D3-F198-CEFD-960BCBC4FBF3}"/>
                </a:ext>
              </a:extLst>
            </p:cNvPr>
            <p:cNvCxnSpPr/>
            <p:nvPr/>
          </p:nvCxnSpPr>
          <p:spPr>
            <a:xfrm>
              <a:off x="6866312" y="3920282"/>
              <a:ext cx="0" cy="655043"/>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1BD03826-F3B3-8F05-200E-0C55B3B113A7}"/>
              </a:ext>
            </a:extLst>
          </p:cNvPr>
          <p:cNvGrpSpPr/>
          <p:nvPr/>
        </p:nvGrpSpPr>
        <p:grpSpPr>
          <a:xfrm>
            <a:off x="10373602" y="3675314"/>
            <a:ext cx="298450" cy="647977"/>
            <a:chOff x="7405166" y="3581538"/>
            <a:chExt cx="298450" cy="647977"/>
          </a:xfrm>
        </p:grpSpPr>
        <p:sp>
          <p:nvSpPr>
            <p:cNvPr id="115" name="Oval 99">
              <a:extLst>
                <a:ext uri="{FF2B5EF4-FFF2-40B4-BE49-F238E27FC236}">
                  <a16:creationId xmlns:a16="http://schemas.microsoft.com/office/drawing/2014/main" id="{F3E57DC1-6D6A-3324-C5FF-68165AA380F9}"/>
                </a:ext>
              </a:extLst>
            </p:cNvPr>
            <p:cNvSpPr>
              <a:spLocks noChangeArrowheads="1"/>
            </p:cNvSpPr>
            <p:nvPr/>
          </p:nvSpPr>
          <p:spPr bwMode="auto">
            <a:xfrm>
              <a:off x="7440043" y="3649200"/>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 name="TextBox 100">
              <a:extLst>
                <a:ext uri="{FF2B5EF4-FFF2-40B4-BE49-F238E27FC236}">
                  <a16:creationId xmlns:a16="http://schemas.microsoft.com/office/drawing/2014/main" id="{87AE1E19-3808-0FC8-296F-918F770D2C68}"/>
                </a:ext>
              </a:extLst>
            </p:cNvPr>
            <p:cNvSpPr txBox="1">
              <a:spLocks noChangeArrowheads="1"/>
            </p:cNvSpPr>
            <p:nvPr/>
          </p:nvSpPr>
          <p:spPr bwMode="auto">
            <a:xfrm>
              <a:off x="7405166" y="358153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cxnSp>
          <p:nvCxnSpPr>
            <p:cNvPr id="117" name="Straight Arrow Connector 116">
              <a:extLst>
                <a:ext uri="{FF2B5EF4-FFF2-40B4-BE49-F238E27FC236}">
                  <a16:creationId xmlns:a16="http://schemas.microsoft.com/office/drawing/2014/main" id="{03622639-E023-63BF-9202-33FDB144A0AC}"/>
                </a:ext>
              </a:extLst>
            </p:cNvPr>
            <p:cNvCxnSpPr>
              <a:cxnSpLocks/>
            </p:cNvCxnSpPr>
            <p:nvPr/>
          </p:nvCxnSpPr>
          <p:spPr>
            <a:xfrm>
              <a:off x="7551281" y="385045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8" name="Group 117">
            <a:extLst>
              <a:ext uri="{FF2B5EF4-FFF2-40B4-BE49-F238E27FC236}">
                <a16:creationId xmlns:a16="http://schemas.microsoft.com/office/drawing/2014/main" id="{D0D2121D-A098-4FBB-8E0B-50497B3A1475}"/>
              </a:ext>
            </a:extLst>
          </p:cNvPr>
          <p:cNvGrpSpPr/>
          <p:nvPr/>
        </p:nvGrpSpPr>
        <p:grpSpPr>
          <a:xfrm>
            <a:off x="8595788" y="5115772"/>
            <a:ext cx="298450" cy="651728"/>
            <a:chOff x="7384663" y="5459245"/>
            <a:chExt cx="298450" cy="651728"/>
          </a:xfrm>
        </p:grpSpPr>
        <p:sp>
          <p:nvSpPr>
            <p:cNvPr id="119" name="Oval 99">
              <a:extLst>
                <a:ext uri="{FF2B5EF4-FFF2-40B4-BE49-F238E27FC236}">
                  <a16:creationId xmlns:a16="http://schemas.microsoft.com/office/drawing/2014/main" id="{63082ED7-1C63-DD3D-88AC-42ED6731FCE9}"/>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0" name="TextBox 100">
              <a:extLst>
                <a:ext uri="{FF2B5EF4-FFF2-40B4-BE49-F238E27FC236}">
                  <a16:creationId xmlns:a16="http://schemas.microsoft.com/office/drawing/2014/main" id="{ACCAF09A-933E-1B21-6145-06A01CD20455}"/>
                </a:ext>
              </a:extLst>
            </p:cNvPr>
            <p:cNvSpPr txBox="1">
              <a:spLocks noChangeArrowheads="1"/>
            </p:cNvSpPr>
            <p:nvPr/>
          </p:nvSpPr>
          <p:spPr bwMode="auto">
            <a:xfrm>
              <a:off x="738466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cxnSp>
          <p:nvCxnSpPr>
            <p:cNvPr id="121" name="Straight Arrow Connector 120">
              <a:extLst>
                <a:ext uri="{FF2B5EF4-FFF2-40B4-BE49-F238E27FC236}">
                  <a16:creationId xmlns:a16="http://schemas.microsoft.com/office/drawing/2014/main" id="{0FA254F6-ACD0-8F5F-02B0-0ED8ABE5169F}"/>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2" name="Group 121">
            <a:extLst>
              <a:ext uri="{FF2B5EF4-FFF2-40B4-BE49-F238E27FC236}">
                <a16:creationId xmlns:a16="http://schemas.microsoft.com/office/drawing/2014/main" id="{A6756CC3-9BE1-47D4-2CB2-65FD08465764}"/>
              </a:ext>
            </a:extLst>
          </p:cNvPr>
          <p:cNvGrpSpPr/>
          <p:nvPr/>
        </p:nvGrpSpPr>
        <p:grpSpPr>
          <a:xfrm>
            <a:off x="8947694" y="5115218"/>
            <a:ext cx="298450" cy="651728"/>
            <a:chOff x="7391313" y="5459245"/>
            <a:chExt cx="298450" cy="651728"/>
          </a:xfrm>
        </p:grpSpPr>
        <p:sp>
          <p:nvSpPr>
            <p:cNvPr id="123" name="Oval 99">
              <a:extLst>
                <a:ext uri="{FF2B5EF4-FFF2-40B4-BE49-F238E27FC236}">
                  <a16:creationId xmlns:a16="http://schemas.microsoft.com/office/drawing/2014/main" id="{85BFF51F-3007-C1F4-1A52-49E197E63EF2}"/>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TextBox 100">
              <a:extLst>
                <a:ext uri="{FF2B5EF4-FFF2-40B4-BE49-F238E27FC236}">
                  <a16:creationId xmlns:a16="http://schemas.microsoft.com/office/drawing/2014/main" id="{6BEB4DE0-A7F4-D30F-E62E-A05A73E1C3B1}"/>
                </a:ext>
              </a:extLst>
            </p:cNvPr>
            <p:cNvSpPr txBox="1">
              <a:spLocks noChangeArrowheads="1"/>
            </p:cNvSpPr>
            <p:nvPr/>
          </p:nvSpPr>
          <p:spPr bwMode="auto">
            <a:xfrm>
              <a:off x="739131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cxnSp>
          <p:nvCxnSpPr>
            <p:cNvPr id="125" name="Straight Arrow Connector 124">
              <a:extLst>
                <a:ext uri="{FF2B5EF4-FFF2-40B4-BE49-F238E27FC236}">
                  <a16:creationId xmlns:a16="http://schemas.microsoft.com/office/drawing/2014/main" id="{8C309186-ACEC-A9DD-DDB5-C6B2A71C1742}"/>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6" name="Group 125">
            <a:extLst>
              <a:ext uri="{FF2B5EF4-FFF2-40B4-BE49-F238E27FC236}">
                <a16:creationId xmlns:a16="http://schemas.microsoft.com/office/drawing/2014/main" id="{3BE648AF-4C1E-440D-EE44-45AE9E0525C7}"/>
              </a:ext>
            </a:extLst>
          </p:cNvPr>
          <p:cNvGrpSpPr/>
          <p:nvPr/>
        </p:nvGrpSpPr>
        <p:grpSpPr>
          <a:xfrm>
            <a:off x="9302925" y="5114663"/>
            <a:ext cx="298450" cy="651727"/>
            <a:chOff x="7391313" y="5459245"/>
            <a:chExt cx="298450" cy="651727"/>
          </a:xfrm>
        </p:grpSpPr>
        <p:sp>
          <p:nvSpPr>
            <p:cNvPr id="127" name="Oval 99">
              <a:extLst>
                <a:ext uri="{FF2B5EF4-FFF2-40B4-BE49-F238E27FC236}">
                  <a16:creationId xmlns:a16="http://schemas.microsoft.com/office/drawing/2014/main" id="{586EE978-2C26-F324-6CB6-3F98401F8CCE}"/>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8" name="TextBox 100">
              <a:extLst>
                <a:ext uri="{FF2B5EF4-FFF2-40B4-BE49-F238E27FC236}">
                  <a16:creationId xmlns:a16="http://schemas.microsoft.com/office/drawing/2014/main" id="{DB7FCA58-F60D-6EB3-BB5C-56187212657C}"/>
                </a:ext>
              </a:extLst>
            </p:cNvPr>
            <p:cNvSpPr txBox="1">
              <a:spLocks noChangeArrowheads="1"/>
            </p:cNvSpPr>
            <p:nvPr/>
          </p:nvSpPr>
          <p:spPr bwMode="auto">
            <a:xfrm>
              <a:off x="7391313" y="5772217"/>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cxnSp>
          <p:nvCxnSpPr>
            <p:cNvPr id="129" name="Straight Arrow Connector 128">
              <a:extLst>
                <a:ext uri="{FF2B5EF4-FFF2-40B4-BE49-F238E27FC236}">
                  <a16:creationId xmlns:a16="http://schemas.microsoft.com/office/drawing/2014/main" id="{93C8974E-6323-2EBC-DE2C-86EA0FFAAFE5}"/>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a16="http://schemas.microsoft.com/office/drawing/2014/main" id="{308590FA-7592-D843-EDB7-D93D996498D6}"/>
              </a:ext>
            </a:extLst>
          </p:cNvPr>
          <p:cNvGrpSpPr/>
          <p:nvPr/>
        </p:nvGrpSpPr>
        <p:grpSpPr>
          <a:xfrm>
            <a:off x="9652059" y="5114664"/>
            <a:ext cx="298450" cy="651728"/>
            <a:chOff x="7391313" y="5459245"/>
            <a:chExt cx="298450" cy="651728"/>
          </a:xfrm>
        </p:grpSpPr>
        <p:sp>
          <p:nvSpPr>
            <p:cNvPr id="131" name="Oval 99">
              <a:extLst>
                <a:ext uri="{FF2B5EF4-FFF2-40B4-BE49-F238E27FC236}">
                  <a16:creationId xmlns:a16="http://schemas.microsoft.com/office/drawing/2014/main" id="{D1CDF500-82E6-21F7-891E-53B236D1A230}"/>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2" name="TextBox 100">
              <a:extLst>
                <a:ext uri="{FF2B5EF4-FFF2-40B4-BE49-F238E27FC236}">
                  <a16:creationId xmlns:a16="http://schemas.microsoft.com/office/drawing/2014/main" id="{909AD4A3-C7BD-9B10-D25A-132480DA77B2}"/>
                </a:ext>
              </a:extLst>
            </p:cNvPr>
            <p:cNvSpPr txBox="1">
              <a:spLocks noChangeArrowheads="1"/>
            </p:cNvSpPr>
            <p:nvPr/>
          </p:nvSpPr>
          <p:spPr bwMode="auto">
            <a:xfrm>
              <a:off x="739131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cxnSp>
          <p:nvCxnSpPr>
            <p:cNvPr id="133" name="Straight Arrow Connector 132">
              <a:extLst>
                <a:ext uri="{FF2B5EF4-FFF2-40B4-BE49-F238E27FC236}">
                  <a16:creationId xmlns:a16="http://schemas.microsoft.com/office/drawing/2014/main" id="{3C4860AF-9D11-296C-0F56-666209832C84}"/>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0765E21A-1E2E-AF91-FEE1-6C99A6D98DF2}"/>
              </a:ext>
            </a:extLst>
          </p:cNvPr>
          <p:cNvGrpSpPr/>
          <p:nvPr/>
        </p:nvGrpSpPr>
        <p:grpSpPr>
          <a:xfrm>
            <a:off x="10725510" y="5110784"/>
            <a:ext cx="298450" cy="651727"/>
            <a:chOff x="7391313" y="5459245"/>
            <a:chExt cx="298450" cy="651727"/>
          </a:xfrm>
        </p:grpSpPr>
        <p:sp>
          <p:nvSpPr>
            <p:cNvPr id="135" name="Oval 99">
              <a:extLst>
                <a:ext uri="{FF2B5EF4-FFF2-40B4-BE49-F238E27FC236}">
                  <a16:creationId xmlns:a16="http://schemas.microsoft.com/office/drawing/2014/main" id="{47472CA1-912A-1211-EEE4-A0807B727D95}"/>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6" name="TextBox 100">
              <a:extLst>
                <a:ext uri="{FF2B5EF4-FFF2-40B4-BE49-F238E27FC236}">
                  <a16:creationId xmlns:a16="http://schemas.microsoft.com/office/drawing/2014/main" id="{1921C515-41D5-28AE-96BD-F6EAC2276480}"/>
                </a:ext>
              </a:extLst>
            </p:cNvPr>
            <p:cNvSpPr txBox="1">
              <a:spLocks noChangeArrowheads="1"/>
            </p:cNvSpPr>
            <p:nvPr/>
          </p:nvSpPr>
          <p:spPr bwMode="auto">
            <a:xfrm>
              <a:off x="7391313" y="5772217"/>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cxnSp>
          <p:nvCxnSpPr>
            <p:cNvPr id="137" name="Straight Arrow Connector 136">
              <a:extLst>
                <a:ext uri="{FF2B5EF4-FFF2-40B4-BE49-F238E27FC236}">
                  <a16:creationId xmlns:a16="http://schemas.microsoft.com/office/drawing/2014/main" id="{2604A7BC-7A92-1AA9-0D6B-9983BA347B66}"/>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4" name="TextBox 28">
            <a:extLst>
              <a:ext uri="{FF2B5EF4-FFF2-40B4-BE49-F238E27FC236}">
                <a16:creationId xmlns:a16="http://schemas.microsoft.com/office/drawing/2014/main" id="{D417112A-FB6F-2D82-0EB3-B44DDDB5DAD0}"/>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97990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dissolve">
                                      <p:cBhvr>
                                        <p:cTn id="7" dur="500"/>
                                        <p:tgtEl>
                                          <p:spTgt spid="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8"/>
                                        </p:tgtEl>
                                        <p:attrNameLst>
                                          <p:attrName>style.visibility</p:attrName>
                                        </p:attrNameLst>
                                      </p:cBhvr>
                                      <p:to>
                                        <p:strVal val="visible"/>
                                      </p:to>
                                    </p:set>
                                    <p:animEffect transition="in" filter="wipe(up)">
                                      <p:cBhvr>
                                        <p:cTn id="12" dur="500"/>
                                        <p:tgtEl>
                                          <p:spTgt spid="98"/>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wipe(up)">
                                      <p:cBhvr>
                                        <p:cTn id="16" dur="500"/>
                                        <p:tgtEl>
                                          <p:spTgt spid="6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10"/>
                                        </p:tgtEl>
                                        <p:attrNameLst>
                                          <p:attrName>style.visibility</p:attrName>
                                        </p:attrNameLst>
                                      </p:cBhvr>
                                      <p:to>
                                        <p:strVal val="visible"/>
                                      </p:to>
                                    </p:set>
                                    <p:animEffect transition="in" filter="wipe(up)">
                                      <p:cBhvr>
                                        <p:cTn id="21" dur="500"/>
                                        <p:tgtEl>
                                          <p:spTgt spid="110"/>
                                        </p:tgtEl>
                                      </p:cBhvr>
                                    </p:animEffect>
                                  </p:childTnLst>
                                </p:cTn>
                              </p:par>
                            </p:childTnLst>
                          </p:cTn>
                        </p:par>
                        <p:par>
                          <p:cTn id="22" fill="hold">
                            <p:stCondLst>
                              <p:cond delay="500"/>
                            </p:stCondLst>
                            <p:childTnLst>
                              <p:par>
                                <p:cTn id="23" presetID="22" presetClass="entr" presetSubtype="1" fill="hold" nodeType="afterEffect">
                                  <p:stCondLst>
                                    <p:cond delay="500"/>
                                  </p:stCondLst>
                                  <p:childTnLst>
                                    <p:set>
                                      <p:cBhvr>
                                        <p:cTn id="24" dur="1" fill="hold">
                                          <p:stCondLst>
                                            <p:cond delay="0"/>
                                          </p:stCondLst>
                                        </p:cTn>
                                        <p:tgtEl>
                                          <p:spTgt spid="102"/>
                                        </p:tgtEl>
                                        <p:attrNameLst>
                                          <p:attrName>style.visibility</p:attrName>
                                        </p:attrNameLst>
                                      </p:cBhvr>
                                      <p:to>
                                        <p:strVal val="visible"/>
                                      </p:to>
                                    </p:set>
                                    <p:animEffect transition="in" filter="wipe(up)">
                                      <p:cBhvr>
                                        <p:cTn id="25" dur="500"/>
                                        <p:tgtEl>
                                          <p:spTgt spid="10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18"/>
                                        </p:tgtEl>
                                        <p:attrNameLst>
                                          <p:attrName>style.visibility</p:attrName>
                                        </p:attrNameLst>
                                      </p:cBhvr>
                                      <p:to>
                                        <p:strVal val="visible"/>
                                      </p:to>
                                    </p:set>
                                    <p:animEffect transition="in" filter="wipe(up)">
                                      <p:cBhvr>
                                        <p:cTn id="30" dur="500"/>
                                        <p:tgtEl>
                                          <p:spTgt spid="118"/>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66"/>
                                        </p:tgtEl>
                                        <p:attrNameLst>
                                          <p:attrName>style.visibility</p:attrName>
                                        </p:attrNameLst>
                                      </p:cBhvr>
                                      <p:to>
                                        <p:strVal val="visible"/>
                                      </p:to>
                                    </p:set>
                                    <p:animEffect transition="in" filter="wipe(up)">
                                      <p:cBhvr>
                                        <p:cTn id="34" dur="500"/>
                                        <p:tgtEl>
                                          <p:spTgt spid="6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22"/>
                                        </p:tgtEl>
                                        <p:attrNameLst>
                                          <p:attrName>style.visibility</p:attrName>
                                        </p:attrNameLst>
                                      </p:cBhvr>
                                      <p:to>
                                        <p:strVal val="visible"/>
                                      </p:to>
                                    </p:set>
                                    <p:animEffect transition="in" filter="wipe(up)">
                                      <p:cBhvr>
                                        <p:cTn id="39" dur="500"/>
                                        <p:tgtEl>
                                          <p:spTgt spid="122"/>
                                        </p:tgtEl>
                                      </p:cBhvr>
                                    </p:animEffect>
                                  </p:childTnLst>
                                </p:cTn>
                              </p:par>
                            </p:childTnLst>
                          </p:cTn>
                        </p:par>
                        <p:par>
                          <p:cTn id="40" fill="hold">
                            <p:stCondLst>
                              <p:cond delay="500"/>
                            </p:stCondLst>
                            <p:childTnLst>
                              <p:par>
                                <p:cTn id="41" presetID="22" presetClass="entr" presetSubtype="1" fill="hold" nodeType="afterEffect">
                                  <p:stCondLst>
                                    <p:cond delay="0"/>
                                  </p:stCondLst>
                                  <p:childTnLst>
                                    <p:set>
                                      <p:cBhvr>
                                        <p:cTn id="42" dur="1" fill="hold">
                                          <p:stCondLst>
                                            <p:cond delay="0"/>
                                          </p:stCondLst>
                                        </p:cTn>
                                        <p:tgtEl>
                                          <p:spTgt spid="71"/>
                                        </p:tgtEl>
                                        <p:attrNameLst>
                                          <p:attrName>style.visibility</p:attrName>
                                        </p:attrNameLst>
                                      </p:cBhvr>
                                      <p:to>
                                        <p:strVal val="visible"/>
                                      </p:to>
                                    </p:set>
                                    <p:animEffect transition="in" filter="wipe(up)">
                                      <p:cBhvr>
                                        <p:cTn id="43" dur="500"/>
                                        <p:tgtEl>
                                          <p:spTgt spid="7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106"/>
                                        </p:tgtEl>
                                        <p:attrNameLst>
                                          <p:attrName>style.visibility</p:attrName>
                                        </p:attrNameLst>
                                      </p:cBhvr>
                                      <p:to>
                                        <p:strVal val="visible"/>
                                      </p:to>
                                    </p:set>
                                    <p:animEffect transition="in" filter="wipe(up)">
                                      <p:cBhvr>
                                        <p:cTn id="48" dur="500"/>
                                        <p:tgtEl>
                                          <p:spTgt spid="106"/>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up)">
                                      <p:cBhvr>
                                        <p:cTn id="52" dur="500"/>
                                        <p:tgtEl>
                                          <p:spTgt spid="126"/>
                                        </p:tgtEl>
                                      </p:cBhvr>
                                    </p:animEffect>
                                  </p:childTnLst>
                                </p:cTn>
                              </p:par>
                            </p:childTnLst>
                          </p:cTn>
                        </p:par>
                        <p:par>
                          <p:cTn id="53" fill="hold">
                            <p:stCondLst>
                              <p:cond delay="1000"/>
                            </p:stCondLst>
                            <p:childTnLst>
                              <p:par>
                                <p:cTn id="54" presetID="22" presetClass="entr" presetSubtype="1" fill="hold" nodeType="afterEffect">
                                  <p:stCondLst>
                                    <p:cond delay="0"/>
                                  </p:stCondLst>
                                  <p:childTnLst>
                                    <p:set>
                                      <p:cBhvr>
                                        <p:cTn id="55" dur="1" fill="hold">
                                          <p:stCondLst>
                                            <p:cond delay="0"/>
                                          </p:stCondLst>
                                        </p:cTn>
                                        <p:tgtEl>
                                          <p:spTgt spid="76"/>
                                        </p:tgtEl>
                                        <p:attrNameLst>
                                          <p:attrName>style.visibility</p:attrName>
                                        </p:attrNameLst>
                                      </p:cBhvr>
                                      <p:to>
                                        <p:strVal val="visible"/>
                                      </p:to>
                                    </p:set>
                                    <p:animEffect transition="in" filter="wipe(up)">
                                      <p:cBhvr>
                                        <p:cTn id="56" dur="500"/>
                                        <p:tgtEl>
                                          <p:spTgt spid="76"/>
                                        </p:tgtEl>
                                      </p:cBhvr>
                                    </p:animEffect>
                                  </p:childTnLst>
                                </p:cTn>
                              </p:par>
                            </p:childTnLst>
                          </p:cTn>
                        </p:par>
                        <p:par>
                          <p:cTn id="57" fill="hold">
                            <p:stCondLst>
                              <p:cond delay="1500"/>
                            </p:stCondLst>
                            <p:childTnLst>
                              <p:par>
                                <p:cTn id="58" presetID="22" presetClass="entr" presetSubtype="1" fill="hold" nodeType="afterEffect">
                                  <p:stCondLst>
                                    <p:cond delay="0"/>
                                  </p:stCondLst>
                                  <p:childTnLst>
                                    <p:set>
                                      <p:cBhvr>
                                        <p:cTn id="59" dur="1" fill="hold">
                                          <p:stCondLst>
                                            <p:cond delay="0"/>
                                          </p:stCondLst>
                                        </p:cTn>
                                        <p:tgtEl>
                                          <p:spTgt spid="130"/>
                                        </p:tgtEl>
                                        <p:attrNameLst>
                                          <p:attrName>style.visibility</p:attrName>
                                        </p:attrNameLst>
                                      </p:cBhvr>
                                      <p:to>
                                        <p:strVal val="visible"/>
                                      </p:to>
                                    </p:set>
                                    <p:animEffect transition="in" filter="wipe(up)">
                                      <p:cBhvr>
                                        <p:cTn id="60" dur="500"/>
                                        <p:tgtEl>
                                          <p:spTgt spid="130"/>
                                        </p:tgtEl>
                                      </p:cBhvr>
                                    </p:animEffect>
                                  </p:childTnLst>
                                </p:cTn>
                              </p:par>
                            </p:childTnLst>
                          </p:cTn>
                        </p:par>
                        <p:par>
                          <p:cTn id="61" fill="hold">
                            <p:stCondLst>
                              <p:cond delay="2000"/>
                            </p:stCondLst>
                            <p:childTnLst>
                              <p:par>
                                <p:cTn id="62" presetID="22" presetClass="entr" presetSubtype="1" fill="hold" nodeType="afterEffect">
                                  <p:stCondLst>
                                    <p:cond delay="0"/>
                                  </p:stCondLst>
                                  <p:childTnLst>
                                    <p:set>
                                      <p:cBhvr>
                                        <p:cTn id="63" dur="1" fill="hold">
                                          <p:stCondLst>
                                            <p:cond delay="0"/>
                                          </p:stCondLst>
                                        </p:cTn>
                                        <p:tgtEl>
                                          <p:spTgt spid="114"/>
                                        </p:tgtEl>
                                        <p:attrNameLst>
                                          <p:attrName>style.visibility</p:attrName>
                                        </p:attrNameLst>
                                      </p:cBhvr>
                                      <p:to>
                                        <p:strVal val="visible"/>
                                      </p:to>
                                    </p:set>
                                    <p:animEffect transition="in" filter="wipe(up)">
                                      <p:cBhvr>
                                        <p:cTn id="64" dur="500"/>
                                        <p:tgtEl>
                                          <p:spTgt spid="114"/>
                                        </p:tgtEl>
                                      </p:cBhvr>
                                    </p:animEffect>
                                  </p:childTnLst>
                                </p:cTn>
                              </p:par>
                            </p:childTnLst>
                          </p:cTn>
                        </p:par>
                        <p:par>
                          <p:cTn id="65" fill="hold">
                            <p:stCondLst>
                              <p:cond delay="2500"/>
                            </p:stCondLst>
                            <p:childTnLst>
                              <p:par>
                                <p:cTn id="66" presetID="22" presetClass="entr" presetSubtype="1" fill="hold" nodeType="afterEffect">
                                  <p:stCondLst>
                                    <p:cond delay="0"/>
                                  </p:stCondLst>
                                  <p:childTnLst>
                                    <p:set>
                                      <p:cBhvr>
                                        <p:cTn id="67" dur="1" fill="hold">
                                          <p:stCondLst>
                                            <p:cond delay="0"/>
                                          </p:stCondLst>
                                        </p:cTn>
                                        <p:tgtEl>
                                          <p:spTgt spid="81"/>
                                        </p:tgtEl>
                                        <p:attrNameLst>
                                          <p:attrName>style.visibility</p:attrName>
                                        </p:attrNameLst>
                                      </p:cBhvr>
                                      <p:to>
                                        <p:strVal val="visible"/>
                                      </p:to>
                                    </p:set>
                                    <p:animEffect transition="in" filter="wipe(up)">
                                      <p:cBhvr>
                                        <p:cTn id="68" dur="500"/>
                                        <p:tgtEl>
                                          <p:spTgt spid="81"/>
                                        </p:tgtEl>
                                      </p:cBhvr>
                                    </p:animEffect>
                                  </p:childTnLst>
                                </p:cTn>
                              </p:par>
                            </p:childTnLst>
                          </p:cTn>
                        </p:par>
                        <p:par>
                          <p:cTn id="69" fill="hold">
                            <p:stCondLst>
                              <p:cond delay="3000"/>
                            </p:stCondLst>
                            <p:childTnLst>
                              <p:par>
                                <p:cTn id="70" presetID="22" presetClass="entr" presetSubtype="1" fill="hold" nodeType="afterEffect">
                                  <p:stCondLst>
                                    <p:cond delay="0"/>
                                  </p:stCondLst>
                                  <p:childTnLst>
                                    <p:set>
                                      <p:cBhvr>
                                        <p:cTn id="71" dur="1" fill="hold">
                                          <p:stCondLst>
                                            <p:cond delay="0"/>
                                          </p:stCondLst>
                                        </p:cTn>
                                        <p:tgtEl>
                                          <p:spTgt spid="134"/>
                                        </p:tgtEl>
                                        <p:attrNameLst>
                                          <p:attrName>style.visibility</p:attrName>
                                        </p:attrNameLst>
                                      </p:cBhvr>
                                      <p:to>
                                        <p:strVal val="visible"/>
                                      </p:to>
                                    </p:set>
                                    <p:animEffect transition="in" filter="wipe(up)">
                                      <p:cBhvr>
                                        <p:cTn id="7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EDDAE-6BFE-EEBD-159C-B63053907339}"/>
              </a:ext>
            </a:extLst>
          </p:cNvPr>
          <p:cNvSpPr>
            <a:spLocks noGrp="1"/>
          </p:cNvSpPr>
          <p:nvPr>
            <p:ph type="title"/>
          </p:nvPr>
        </p:nvSpPr>
        <p:spPr/>
        <p:txBody>
          <a:bodyPr/>
          <a:lstStyle/>
          <a:p>
            <a:r>
              <a:rPr lang="en-IN" dirty="0"/>
              <a:t>Priority Queuing</a:t>
            </a:r>
          </a:p>
        </p:txBody>
      </p:sp>
      <p:sp>
        <p:nvSpPr>
          <p:cNvPr id="3" name="Content Placeholder 2">
            <a:extLst>
              <a:ext uri="{FF2B5EF4-FFF2-40B4-BE49-F238E27FC236}">
                <a16:creationId xmlns:a16="http://schemas.microsoft.com/office/drawing/2014/main" id="{D825AD9F-E0F8-FC76-7596-57B25F881E07}"/>
              </a:ext>
            </a:extLst>
          </p:cNvPr>
          <p:cNvSpPr>
            <a:spLocks noGrp="1"/>
          </p:cNvSpPr>
          <p:nvPr>
            <p:ph idx="1"/>
          </p:nvPr>
        </p:nvSpPr>
        <p:spPr/>
        <p:txBody>
          <a:bodyPr/>
          <a:lstStyle/>
          <a:p>
            <a:r>
              <a:rPr lang="en-IN" dirty="0"/>
              <a:t>Problem?</a:t>
            </a:r>
          </a:p>
        </p:txBody>
      </p:sp>
    </p:spTree>
    <p:extLst>
      <p:ext uri="{BB962C8B-B14F-4D97-AF65-F5344CB8AC3E}">
        <p14:creationId xmlns:p14="http://schemas.microsoft.com/office/powerpoint/2010/main" val="2501742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D48DA-0FB6-16B9-862D-C1D2DFEA4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C20D7-AB7A-66AA-6179-75E1C0B8E4CF}"/>
              </a:ext>
            </a:extLst>
          </p:cNvPr>
          <p:cNvSpPr>
            <a:spLocks noGrp="1"/>
          </p:cNvSpPr>
          <p:nvPr>
            <p:ph type="title"/>
          </p:nvPr>
        </p:nvSpPr>
        <p:spPr/>
        <p:txBody>
          <a:bodyPr/>
          <a:lstStyle/>
          <a:p>
            <a:r>
              <a:rPr lang="en-IN" dirty="0"/>
              <a:t>Priority Queuing</a:t>
            </a:r>
          </a:p>
        </p:txBody>
      </p:sp>
      <p:sp>
        <p:nvSpPr>
          <p:cNvPr id="3" name="Content Placeholder 2">
            <a:extLst>
              <a:ext uri="{FF2B5EF4-FFF2-40B4-BE49-F238E27FC236}">
                <a16:creationId xmlns:a16="http://schemas.microsoft.com/office/drawing/2014/main" id="{1E8CCC61-34B4-5D6B-B7DB-C9DCF6AD9983}"/>
              </a:ext>
            </a:extLst>
          </p:cNvPr>
          <p:cNvSpPr>
            <a:spLocks noGrp="1"/>
          </p:cNvSpPr>
          <p:nvPr>
            <p:ph idx="1"/>
          </p:nvPr>
        </p:nvSpPr>
        <p:spPr/>
        <p:txBody>
          <a:bodyPr/>
          <a:lstStyle/>
          <a:p>
            <a:r>
              <a:rPr lang="en-IN" dirty="0"/>
              <a:t>Problem?</a:t>
            </a:r>
          </a:p>
          <a:p>
            <a:pPr lvl="1"/>
            <a:r>
              <a:rPr lang="en-IN" dirty="0"/>
              <a:t>Starvation</a:t>
            </a:r>
          </a:p>
        </p:txBody>
      </p:sp>
    </p:spTree>
    <p:extLst>
      <p:ext uri="{BB962C8B-B14F-4D97-AF65-F5344CB8AC3E}">
        <p14:creationId xmlns:p14="http://schemas.microsoft.com/office/powerpoint/2010/main" val="221400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EA05E-F8EC-A72C-6D49-78099D447ED7}"/>
              </a:ext>
            </a:extLst>
          </p:cNvPr>
          <p:cNvSpPr>
            <a:spLocks noGrp="1"/>
          </p:cNvSpPr>
          <p:nvPr>
            <p:ph type="title"/>
          </p:nvPr>
        </p:nvSpPr>
        <p:spPr/>
        <p:txBody>
          <a:bodyPr/>
          <a:lstStyle/>
          <a:p>
            <a:r>
              <a:rPr lang="en-IN" dirty="0"/>
              <a:t>Round Robin Queuing</a:t>
            </a:r>
          </a:p>
        </p:txBody>
      </p:sp>
      <p:sp>
        <p:nvSpPr>
          <p:cNvPr id="3" name="Content Placeholder 2">
            <a:extLst>
              <a:ext uri="{FF2B5EF4-FFF2-40B4-BE49-F238E27FC236}">
                <a16:creationId xmlns:a16="http://schemas.microsoft.com/office/drawing/2014/main" id="{AC0BC298-3848-FF1D-CB2F-B52C03A07B54}"/>
              </a:ext>
            </a:extLst>
          </p:cNvPr>
          <p:cNvSpPr>
            <a:spLocks noGrp="1"/>
          </p:cNvSpPr>
          <p:nvPr>
            <p:ph idx="1"/>
          </p:nvPr>
        </p:nvSpPr>
        <p:spPr/>
        <p:txBody>
          <a:bodyPr/>
          <a:lstStyle/>
          <a:p>
            <a:r>
              <a:rPr lang="en-IN" dirty="0"/>
              <a:t>Each packet is classified into a class</a:t>
            </a:r>
          </a:p>
          <a:p>
            <a:r>
              <a:rPr lang="en-IN" dirty="0"/>
              <a:t>The type of service field can be used to mark a packet as low latency, medium priority, or default priority </a:t>
            </a:r>
          </a:p>
          <a:p>
            <a:r>
              <a:rPr lang="en-IN" dirty="0"/>
              <a:t>In priority queuing, low priority packets can be starved</a:t>
            </a:r>
          </a:p>
          <a:p>
            <a:r>
              <a:rPr lang="en-US" dirty="0"/>
              <a:t>Round-robin queuing gives an equal chance to </a:t>
            </a:r>
            <a:r>
              <a:rPr lang="en-US"/>
              <a:t>each class</a:t>
            </a:r>
            <a:endParaRPr lang="en-IN" dirty="0"/>
          </a:p>
          <a:p>
            <a:r>
              <a:rPr lang="en-IN" dirty="0"/>
              <a:t>One packet from each class gets transmitted in each round</a:t>
            </a:r>
          </a:p>
        </p:txBody>
      </p:sp>
    </p:spTree>
    <p:extLst>
      <p:ext uri="{BB962C8B-B14F-4D97-AF65-F5344CB8AC3E}">
        <p14:creationId xmlns:p14="http://schemas.microsoft.com/office/powerpoint/2010/main" val="3936971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0083D-ED6D-1BBF-5B21-B70A2C74C4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0D37D-E498-FD38-BD0D-14BD8C03AB6C}"/>
              </a:ext>
            </a:extLst>
          </p:cNvPr>
          <p:cNvSpPr>
            <a:spLocks noGrp="1"/>
          </p:cNvSpPr>
          <p:nvPr>
            <p:ph type="title"/>
          </p:nvPr>
        </p:nvSpPr>
        <p:spPr/>
        <p:txBody>
          <a:bodyPr/>
          <a:lstStyle/>
          <a:p>
            <a:r>
              <a:rPr lang="en-IN" dirty="0"/>
              <a:t>Round Robin Queuing</a:t>
            </a:r>
          </a:p>
        </p:txBody>
      </p:sp>
      <p:graphicFrame>
        <p:nvGraphicFramePr>
          <p:cNvPr id="4" name="Content Placeholder 3">
            <a:extLst>
              <a:ext uri="{FF2B5EF4-FFF2-40B4-BE49-F238E27FC236}">
                <a16:creationId xmlns:a16="http://schemas.microsoft.com/office/drawing/2014/main" id="{D3E335F0-8938-CE1E-B415-0F8383EB93D4}"/>
              </a:ext>
            </a:extLst>
          </p:cNvPr>
          <p:cNvGraphicFramePr>
            <a:graphicFrameLocks noGrp="1"/>
          </p:cNvGraphicFramePr>
          <p:nvPr>
            <p:ph idx="1"/>
            <p:extLst>
              <p:ext uri="{D42A27DB-BD31-4B8C-83A1-F6EECF244321}">
                <p14:modId xmlns:p14="http://schemas.microsoft.com/office/powerpoint/2010/main" val="3787513934"/>
              </p:ext>
            </p:extLst>
          </p:nvPr>
        </p:nvGraphicFramePr>
        <p:xfrm>
          <a:off x="838202" y="1825625"/>
          <a:ext cx="6509656" cy="2225040"/>
        </p:xfrm>
        <a:graphic>
          <a:graphicData uri="http://schemas.openxmlformats.org/drawingml/2006/table">
            <a:tbl>
              <a:tblPr firstRow="1" bandRow="1">
                <a:tableStyleId>{5C22544A-7EE6-4342-B048-85BDC9FD1C3A}</a:tableStyleId>
              </a:tblPr>
              <a:tblGrid>
                <a:gridCol w="718871">
                  <a:extLst>
                    <a:ext uri="{9D8B030D-6E8A-4147-A177-3AD203B41FA5}">
                      <a16:colId xmlns:a16="http://schemas.microsoft.com/office/drawing/2014/main" val="1731491841"/>
                    </a:ext>
                  </a:extLst>
                </a:gridCol>
                <a:gridCol w="1701793">
                  <a:extLst>
                    <a:ext uri="{9D8B030D-6E8A-4147-A177-3AD203B41FA5}">
                      <a16:colId xmlns:a16="http://schemas.microsoft.com/office/drawing/2014/main" val="8882989"/>
                    </a:ext>
                  </a:extLst>
                </a:gridCol>
                <a:gridCol w="1701793">
                  <a:extLst>
                    <a:ext uri="{9D8B030D-6E8A-4147-A177-3AD203B41FA5}">
                      <a16:colId xmlns:a16="http://schemas.microsoft.com/office/drawing/2014/main" val="2795476415"/>
                    </a:ext>
                  </a:extLst>
                </a:gridCol>
                <a:gridCol w="2387199">
                  <a:extLst>
                    <a:ext uri="{9D8B030D-6E8A-4147-A177-3AD203B41FA5}">
                      <a16:colId xmlns:a16="http://schemas.microsoft.com/office/drawing/2014/main" val="610699606"/>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ARRIVAL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DEPARTURE START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2554983"/>
                  </a:ext>
                </a:extLst>
              </a:tr>
              <a:tr h="370840">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934255"/>
                  </a:ext>
                </a:extLst>
              </a:tr>
              <a:tr h="370840">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504826"/>
                  </a:ext>
                </a:extLst>
              </a:tr>
              <a:tr h="370840">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5374945"/>
                  </a:ext>
                </a:extLst>
              </a:tr>
              <a:tr h="370840">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7115516"/>
                  </a:ext>
                </a:extLst>
              </a:tr>
              <a:tr h="370840">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6282159"/>
                  </a:ext>
                </a:extLst>
              </a:tr>
            </a:tbl>
          </a:graphicData>
        </a:graphic>
      </p:graphicFrame>
      <p:sp>
        <p:nvSpPr>
          <p:cNvPr id="3" name="TextBox 2">
            <a:extLst>
              <a:ext uri="{FF2B5EF4-FFF2-40B4-BE49-F238E27FC236}">
                <a16:creationId xmlns:a16="http://schemas.microsoft.com/office/drawing/2014/main" id="{DC040BF1-3102-63D3-4AA2-8560D961D952}"/>
              </a:ext>
            </a:extLst>
          </p:cNvPr>
          <p:cNvSpPr txBox="1"/>
          <p:nvPr/>
        </p:nvSpPr>
        <p:spPr>
          <a:xfrm>
            <a:off x="794656" y="4680857"/>
            <a:ext cx="8926286" cy="461665"/>
          </a:xfrm>
          <a:prstGeom prst="rect">
            <a:avLst/>
          </a:prstGeom>
          <a:noFill/>
        </p:spPr>
        <p:txBody>
          <a:bodyPr wrap="square" rtlCol="0">
            <a:spAutoFit/>
          </a:bodyPr>
          <a:lstStyle/>
          <a:p>
            <a:r>
              <a:rPr lang="en-IN" sz="2400" dirty="0">
                <a:latin typeface="Arial" panose="020B0604020202020204" pitchFamily="34" charset="0"/>
                <a:cs typeface="Arial" panose="020B0604020202020204" pitchFamily="34" charset="0"/>
              </a:rPr>
              <a:t>Each packet takes three units of time to be transmitted.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61146EC-CD3E-4712-7455-F7EBE55929BE}"/>
                  </a:ext>
                </a:extLst>
              </p14:cNvPr>
              <p14:cNvContentPartPr/>
              <p14:nvPr/>
            </p14:nvContentPartPr>
            <p14:xfrm>
              <a:off x="5514120" y="2267280"/>
              <a:ext cx="284400" cy="1705320"/>
            </p14:xfrm>
          </p:contentPart>
        </mc:Choice>
        <mc:Fallback xmlns="">
          <p:pic>
            <p:nvPicPr>
              <p:cNvPr id="5" name="Ink 4">
                <a:extLst>
                  <a:ext uri="{FF2B5EF4-FFF2-40B4-BE49-F238E27FC236}">
                    <a16:creationId xmlns:a16="http://schemas.microsoft.com/office/drawing/2014/main" id="{A61146EC-CD3E-4712-7455-F7EBE55929BE}"/>
                  </a:ext>
                </a:extLst>
              </p:cNvPr>
              <p:cNvPicPr/>
              <p:nvPr/>
            </p:nvPicPr>
            <p:blipFill>
              <a:blip r:embed="rId3"/>
              <a:stretch>
                <a:fillRect/>
              </a:stretch>
            </p:blipFill>
            <p:spPr>
              <a:xfrm>
                <a:off x="5504760" y="2257920"/>
                <a:ext cx="303120" cy="1724040"/>
              </a:xfrm>
              <a:prstGeom prst="rect">
                <a:avLst/>
              </a:prstGeom>
            </p:spPr>
          </p:pic>
        </mc:Fallback>
      </mc:AlternateContent>
    </p:spTree>
    <p:extLst>
      <p:ext uri="{BB962C8B-B14F-4D97-AF65-F5344CB8AC3E}">
        <p14:creationId xmlns:p14="http://schemas.microsoft.com/office/powerpoint/2010/main" val="36729806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A7755-77CA-9A8C-2AB0-29DB6D2BB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D743ED-2CF1-3D9F-EDBA-89C6598EA998}"/>
              </a:ext>
            </a:extLst>
          </p:cNvPr>
          <p:cNvSpPr>
            <a:spLocks noGrp="1"/>
          </p:cNvSpPr>
          <p:nvPr>
            <p:ph type="title"/>
          </p:nvPr>
        </p:nvSpPr>
        <p:spPr/>
        <p:txBody>
          <a:bodyPr/>
          <a:lstStyle/>
          <a:p>
            <a:r>
              <a:rPr lang="en-IN" dirty="0"/>
              <a:t>Round Robin Queuing</a:t>
            </a:r>
          </a:p>
        </p:txBody>
      </p:sp>
      <p:sp>
        <p:nvSpPr>
          <p:cNvPr id="3" name="Content Placeholder 2">
            <a:extLst>
              <a:ext uri="{FF2B5EF4-FFF2-40B4-BE49-F238E27FC236}">
                <a16:creationId xmlns:a16="http://schemas.microsoft.com/office/drawing/2014/main" id="{5DF72B1C-1C4A-15FD-58D2-943E30368A87}"/>
              </a:ext>
            </a:extLst>
          </p:cNvPr>
          <p:cNvSpPr>
            <a:spLocks noGrp="1"/>
          </p:cNvSpPr>
          <p:nvPr>
            <p:ph idx="1"/>
          </p:nvPr>
        </p:nvSpPr>
        <p:spPr>
          <a:xfrm>
            <a:off x="838200" y="1611093"/>
            <a:ext cx="5370035" cy="4565870"/>
          </a:xfrm>
        </p:spPr>
        <p:txBody>
          <a:bodyPr>
            <a:normAutofit/>
          </a:bodyPr>
          <a:lstStyle/>
          <a:p>
            <a:r>
              <a:rPr lang="en-IN" sz="2400" dirty="0"/>
              <a:t>N classes</a:t>
            </a:r>
          </a:p>
          <a:p>
            <a:r>
              <a:rPr lang="en-IN" sz="2400" dirty="0"/>
              <a:t>Arrival</a:t>
            </a:r>
          </a:p>
          <a:p>
            <a:pPr marL="0" indent="0">
              <a:buNone/>
            </a:pPr>
            <a:endParaRPr lang="en-IN" sz="2400" dirty="0"/>
          </a:p>
          <a:p>
            <a:r>
              <a:rPr lang="en-IN" sz="2400" dirty="0" err="1"/>
              <a:t>Send_All</a:t>
            </a:r>
            <a:endParaRPr lang="en-IN" sz="2400" dirty="0"/>
          </a:p>
          <a:p>
            <a:endParaRPr lang="en-IN" dirty="0"/>
          </a:p>
          <a:p>
            <a:endParaRPr lang="en-IN" dirty="0"/>
          </a:p>
          <a:p>
            <a:endParaRPr lang="en-IN" dirty="0"/>
          </a:p>
          <a:p>
            <a:endParaRPr lang="en-IN" dirty="0"/>
          </a:p>
          <a:p>
            <a:endParaRPr lang="en-IN" dirty="0"/>
          </a:p>
          <a:p>
            <a:endParaRPr lang="en-IN" dirty="0"/>
          </a:p>
          <a:p>
            <a:endParaRPr lang="en-IN" dirty="0"/>
          </a:p>
        </p:txBody>
      </p:sp>
      <p:cxnSp>
        <p:nvCxnSpPr>
          <p:cNvPr id="4" name="Straight Connector 3">
            <a:extLst>
              <a:ext uri="{FF2B5EF4-FFF2-40B4-BE49-F238E27FC236}">
                <a16:creationId xmlns:a16="http://schemas.microsoft.com/office/drawing/2014/main" id="{02D9ADAD-1059-A257-CF33-83D74BAF6594}"/>
              </a:ext>
            </a:extLst>
          </p:cNvPr>
          <p:cNvCxnSpPr/>
          <p:nvPr/>
        </p:nvCxnSpPr>
        <p:spPr>
          <a:xfrm>
            <a:off x="10755082" y="4071258"/>
            <a:ext cx="457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25">
            <a:extLst>
              <a:ext uri="{FF2B5EF4-FFF2-40B4-BE49-F238E27FC236}">
                <a16:creationId xmlns:a16="http://schemas.microsoft.com/office/drawing/2014/main" id="{2EA58135-E027-37E5-63CF-B36E97BE8225}"/>
              </a:ext>
            </a:extLst>
          </p:cNvPr>
          <p:cNvGrpSpPr>
            <a:grpSpLocks/>
          </p:cNvGrpSpPr>
          <p:nvPr/>
        </p:nvGrpSpPr>
        <p:grpSpPr bwMode="auto">
          <a:xfrm>
            <a:off x="7990116" y="2719344"/>
            <a:ext cx="1274199" cy="760001"/>
            <a:chOff x="1670312" y="2562997"/>
            <a:chExt cx="940317" cy="565219"/>
          </a:xfrm>
        </p:grpSpPr>
        <p:grpSp>
          <p:nvGrpSpPr>
            <p:cNvPr id="6" name="Group 28">
              <a:extLst>
                <a:ext uri="{FF2B5EF4-FFF2-40B4-BE49-F238E27FC236}">
                  <a16:creationId xmlns:a16="http://schemas.microsoft.com/office/drawing/2014/main" id="{80C4A736-C804-5323-1A39-3D2AC941F0B6}"/>
                </a:ext>
              </a:extLst>
            </p:cNvPr>
            <p:cNvGrpSpPr>
              <a:grpSpLocks/>
            </p:cNvGrpSpPr>
            <p:nvPr/>
          </p:nvGrpSpPr>
          <p:grpSpPr bwMode="auto">
            <a:xfrm>
              <a:off x="1670312" y="2562997"/>
              <a:ext cx="929822" cy="565219"/>
              <a:chOff x="1670312" y="2562997"/>
              <a:chExt cx="929822" cy="565219"/>
            </a:xfrm>
          </p:grpSpPr>
          <p:sp>
            <p:nvSpPr>
              <p:cNvPr id="8" name="Rectangle 30">
                <a:extLst>
                  <a:ext uri="{FF2B5EF4-FFF2-40B4-BE49-F238E27FC236}">
                    <a16:creationId xmlns:a16="http://schemas.microsoft.com/office/drawing/2014/main" id="{EDE09D8B-2852-033C-21DF-6B302C59CC37}"/>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9" name="Straight Connector 31">
                <a:extLst>
                  <a:ext uri="{FF2B5EF4-FFF2-40B4-BE49-F238E27FC236}">
                    <a16:creationId xmlns:a16="http://schemas.microsoft.com/office/drawing/2014/main" id="{8675027D-9D30-F492-C9B1-70E466BC1D8B}"/>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Straight Connector 32">
                <a:extLst>
                  <a:ext uri="{FF2B5EF4-FFF2-40B4-BE49-F238E27FC236}">
                    <a16:creationId xmlns:a16="http://schemas.microsoft.com/office/drawing/2014/main" id="{1CA91288-6F98-1245-F46F-125E848DEC57}"/>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33">
                <a:extLst>
                  <a:ext uri="{FF2B5EF4-FFF2-40B4-BE49-F238E27FC236}">
                    <a16:creationId xmlns:a16="http://schemas.microsoft.com/office/drawing/2014/main" id="{4795FEC4-F9F4-DC7E-1F7D-A97CE8B0877A}"/>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34">
                <a:extLst>
                  <a:ext uri="{FF2B5EF4-FFF2-40B4-BE49-F238E27FC236}">
                    <a16:creationId xmlns:a16="http://schemas.microsoft.com/office/drawing/2014/main" id="{FF54D808-D99E-A885-6A93-A283127FDA68}"/>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35">
                <a:extLst>
                  <a:ext uri="{FF2B5EF4-FFF2-40B4-BE49-F238E27FC236}">
                    <a16:creationId xmlns:a16="http://schemas.microsoft.com/office/drawing/2014/main" id="{4A1C7B62-7BF2-9BF3-DFEE-CFB7267762D3}"/>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36">
                <a:extLst>
                  <a:ext uri="{FF2B5EF4-FFF2-40B4-BE49-F238E27FC236}">
                    <a16:creationId xmlns:a16="http://schemas.microsoft.com/office/drawing/2014/main" id="{8923E650-45BB-87DE-46C9-78792FB274CD}"/>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37">
                <a:extLst>
                  <a:ext uri="{FF2B5EF4-FFF2-40B4-BE49-F238E27FC236}">
                    <a16:creationId xmlns:a16="http://schemas.microsoft.com/office/drawing/2014/main" id="{AD14CB57-23A7-34F2-CD9C-5F3A7EA25D15}"/>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 name="Rectangle 29">
              <a:extLst>
                <a:ext uri="{FF2B5EF4-FFF2-40B4-BE49-F238E27FC236}">
                  <a16:creationId xmlns:a16="http://schemas.microsoft.com/office/drawing/2014/main" id="{685AD948-EE07-EC8F-077E-C39D99ACB205}"/>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16" name="Group 25">
            <a:extLst>
              <a:ext uri="{FF2B5EF4-FFF2-40B4-BE49-F238E27FC236}">
                <a16:creationId xmlns:a16="http://schemas.microsoft.com/office/drawing/2014/main" id="{4D817081-2425-8C6F-03E0-7ADE08833812}"/>
              </a:ext>
            </a:extLst>
          </p:cNvPr>
          <p:cNvGrpSpPr>
            <a:grpSpLocks/>
          </p:cNvGrpSpPr>
          <p:nvPr/>
        </p:nvGrpSpPr>
        <p:grpSpPr bwMode="auto">
          <a:xfrm>
            <a:off x="8007879" y="3655287"/>
            <a:ext cx="1292387" cy="763274"/>
            <a:chOff x="1670312" y="2562997"/>
            <a:chExt cx="940318" cy="565219"/>
          </a:xfrm>
        </p:grpSpPr>
        <p:grpSp>
          <p:nvGrpSpPr>
            <p:cNvPr id="17" name="Group 16">
              <a:extLst>
                <a:ext uri="{FF2B5EF4-FFF2-40B4-BE49-F238E27FC236}">
                  <a16:creationId xmlns:a16="http://schemas.microsoft.com/office/drawing/2014/main" id="{B442084C-5554-2811-E8AC-6DB0DD873026}"/>
                </a:ext>
              </a:extLst>
            </p:cNvPr>
            <p:cNvGrpSpPr>
              <a:grpSpLocks/>
            </p:cNvGrpSpPr>
            <p:nvPr/>
          </p:nvGrpSpPr>
          <p:grpSpPr bwMode="auto">
            <a:xfrm>
              <a:off x="1670312" y="2562997"/>
              <a:ext cx="929822" cy="565219"/>
              <a:chOff x="1670312" y="2562997"/>
              <a:chExt cx="929822" cy="565219"/>
            </a:xfrm>
          </p:grpSpPr>
          <p:sp>
            <p:nvSpPr>
              <p:cNvPr id="19" name="Rectangle 18">
                <a:extLst>
                  <a:ext uri="{FF2B5EF4-FFF2-40B4-BE49-F238E27FC236}">
                    <a16:creationId xmlns:a16="http://schemas.microsoft.com/office/drawing/2014/main" id="{FA26B9A6-A7C5-58C7-47AE-23C3A8F95C46}"/>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20" name="Straight Connector 19">
                <a:extLst>
                  <a:ext uri="{FF2B5EF4-FFF2-40B4-BE49-F238E27FC236}">
                    <a16:creationId xmlns:a16="http://schemas.microsoft.com/office/drawing/2014/main" id="{9951F19B-6CAB-891C-9FC4-CE86FB8175C2}"/>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Straight Connector 20">
                <a:extLst>
                  <a:ext uri="{FF2B5EF4-FFF2-40B4-BE49-F238E27FC236}">
                    <a16:creationId xmlns:a16="http://schemas.microsoft.com/office/drawing/2014/main" id="{78704997-0D31-C9E4-F9BB-EA7101DAE358}"/>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a:extLst>
                  <a:ext uri="{FF2B5EF4-FFF2-40B4-BE49-F238E27FC236}">
                    <a16:creationId xmlns:a16="http://schemas.microsoft.com/office/drawing/2014/main" id="{F529D944-F3BD-E05F-7C84-04082F6B7874}"/>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a:extLst>
                  <a:ext uri="{FF2B5EF4-FFF2-40B4-BE49-F238E27FC236}">
                    <a16:creationId xmlns:a16="http://schemas.microsoft.com/office/drawing/2014/main" id="{6629DAFC-8610-2555-C507-0F49E50D9D8C}"/>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a:extLst>
                  <a:ext uri="{FF2B5EF4-FFF2-40B4-BE49-F238E27FC236}">
                    <a16:creationId xmlns:a16="http://schemas.microsoft.com/office/drawing/2014/main" id="{1F0E087C-4005-FC28-8450-EBFD251AE3D4}"/>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a:extLst>
                  <a:ext uri="{FF2B5EF4-FFF2-40B4-BE49-F238E27FC236}">
                    <a16:creationId xmlns:a16="http://schemas.microsoft.com/office/drawing/2014/main" id="{BAAC3199-4494-9239-426D-C4946A86E1CB}"/>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a:extLst>
                  <a:ext uri="{FF2B5EF4-FFF2-40B4-BE49-F238E27FC236}">
                    <a16:creationId xmlns:a16="http://schemas.microsoft.com/office/drawing/2014/main" id="{3D6BA145-7534-48C4-D6EC-23AD6FE84A63}"/>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8" name="Rectangle 17">
              <a:extLst>
                <a:ext uri="{FF2B5EF4-FFF2-40B4-BE49-F238E27FC236}">
                  <a16:creationId xmlns:a16="http://schemas.microsoft.com/office/drawing/2014/main" id="{F6005DE6-E89E-FCE9-9202-4E5C28942754}"/>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27" name="Group 25">
            <a:extLst>
              <a:ext uri="{FF2B5EF4-FFF2-40B4-BE49-F238E27FC236}">
                <a16:creationId xmlns:a16="http://schemas.microsoft.com/office/drawing/2014/main" id="{428266F8-D3DD-D1B1-026E-C06DCD04E422}"/>
              </a:ext>
            </a:extLst>
          </p:cNvPr>
          <p:cNvGrpSpPr>
            <a:grpSpLocks/>
          </p:cNvGrpSpPr>
          <p:nvPr/>
        </p:nvGrpSpPr>
        <p:grpSpPr bwMode="auto">
          <a:xfrm>
            <a:off x="8004017" y="4563481"/>
            <a:ext cx="1292385" cy="721744"/>
            <a:chOff x="1670312" y="2562997"/>
            <a:chExt cx="940317" cy="565219"/>
          </a:xfrm>
        </p:grpSpPr>
        <p:grpSp>
          <p:nvGrpSpPr>
            <p:cNvPr id="28" name="Group 27">
              <a:extLst>
                <a:ext uri="{FF2B5EF4-FFF2-40B4-BE49-F238E27FC236}">
                  <a16:creationId xmlns:a16="http://schemas.microsoft.com/office/drawing/2014/main" id="{6C229308-1178-A41F-09B2-8E53609F7489}"/>
                </a:ext>
              </a:extLst>
            </p:cNvPr>
            <p:cNvGrpSpPr>
              <a:grpSpLocks/>
            </p:cNvGrpSpPr>
            <p:nvPr/>
          </p:nvGrpSpPr>
          <p:grpSpPr bwMode="auto">
            <a:xfrm>
              <a:off x="1670312" y="2562997"/>
              <a:ext cx="929822" cy="565219"/>
              <a:chOff x="1670312" y="2562997"/>
              <a:chExt cx="929822" cy="565219"/>
            </a:xfrm>
          </p:grpSpPr>
          <p:sp>
            <p:nvSpPr>
              <p:cNvPr id="30" name="Rectangle 29">
                <a:extLst>
                  <a:ext uri="{FF2B5EF4-FFF2-40B4-BE49-F238E27FC236}">
                    <a16:creationId xmlns:a16="http://schemas.microsoft.com/office/drawing/2014/main" id="{6FA41845-25E4-8A62-706A-197CD1980E57}"/>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31" name="Straight Connector 30">
                <a:extLst>
                  <a:ext uri="{FF2B5EF4-FFF2-40B4-BE49-F238E27FC236}">
                    <a16:creationId xmlns:a16="http://schemas.microsoft.com/office/drawing/2014/main" id="{BC7C6B0E-47C3-3DAD-72E8-8D6300A8C25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Straight Connector 31">
                <a:extLst>
                  <a:ext uri="{FF2B5EF4-FFF2-40B4-BE49-F238E27FC236}">
                    <a16:creationId xmlns:a16="http://schemas.microsoft.com/office/drawing/2014/main" id="{7F24CF0D-FEBE-A4A9-583D-69D6E1383B6D}"/>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a:extLst>
                  <a:ext uri="{FF2B5EF4-FFF2-40B4-BE49-F238E27FC236}">
                    <a16:creationId xmlns:a16="http://schemas.microsoft.com/office/drawing/2014/main" id="{067A6D5E-0D80-EDCB-9BD1-D197BA0CBFBA}"/>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33">
                <a:extLst>
                  <a:ext uri="{FF2B5EF4-FFF2-40B4-BE49-F238E27FC236}">
                    <a16:creationId xmlns:a16="http://schemas.microsoft.com/office/drawing/2014/main" id="{36719C74-3F1C-2E84-652B-1CE70447A642}"/>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34">
                <a:extLst>
                  <a:ext uri="{FF2B5EF4-FFF2-40B4-BE49-F238E27FC236}">
                    <a16:creationId xmlns:a16="http://schemas.microsoft.com/office/drawing/2014/main" id="{EB7EE083-713F-5D36-A70A-97C1ADEC71A4}"/>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a:extLst>
                  <a:ext uri="{FF2B5EF4-FFF2-40B4-BE49-F238E27FC236}">
                    <a16:creationId xmlns:a16="http://schemas.microsoft.com/office/drawing/2014/main" id="{98A3C52B-44DD-C3E5-F7BC-F30AA2E30B69}"/>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Connector 36">
                <a:extLst>
                  <a:ext uri="{FF2B5EF4-FFF2-40B4-BE49-F238E27FC236}">
                    <a16:creationId xmlns:a16="http://schemas.microsoft.com/office/drawing/2014/main" id="{0A2A82C2-8535-C559-E5FE-AADD5A8187C4}"/>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9" name="Rectangle 28">
              <a:extLst>
                <a:ext uri="{FF2B5EF4-FFF2-40B4-BE49-F238E27FC236}">
                  <a16:creationId xmlns:a16="http://schemas.microsoft.com/office/drawing/2014/main" id="{1321A19F-C97B-F402-9986-F91035D23C2E}"/>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8" name="Triangle 85">
            <a:extLst>
              <a:ext uri="{FF2B5EF4-FFF2-40B4-BE49-F238E27FC236}">
                <a16:creationId xmlns:a16="http://schemas.microsoft.com/office/drawing/2014/main" id="{2C694DD2-0EDA-7AEA-82D0-1DEDC602DA54}"/>
              </a:ext>
            </a:extLst>
          </p:cNvPr>
          <p:cNvSpPr/>
          <p:nvPr/>
        </p:nvSpPr>
        <p:spPr>
          <a:xfrm rot="5400000">
            <a:off x="6881445" y="3717354"/>
            <a:ext cx="811706" cy="66540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39" name="Group 38">
            <a:extLst>
              <a:ext uri="{FF2B5EF4-FFF2-40B4-BE49-F238E27FC236}">
                <a16:creationId xmlns:a16="http://schemas.microsoft.com/office/drawing/2014/main" id="{1CC8F867-8981-5956-D738-CF1EF4F690D0}"/>
              </a:ext>
            </a:extLst>
          </p:cNvPr>
          <p:cNvGrpSpPr/>
          <p:nvPr/>
        </p:nvGrpSpPr>
        <p:grpSpPr>
          <a:xfrm>
            <a:off x="6303665" y="3871966"/>
            <a:ext cx="567187" cy="339970"/>
            <a:chOff x="9460523" y="6049108"/>
            <a:chExt cx="567187" cy="339970"/>
          </a:xfrm>
        </p:grpSpPr>
        <p:cxnSp>
          <p:nvCxnSpPr>
            <p:cNvPr id="40" name="Straight Arrow Connector 39">
              <a:extLst>
                <a:ext uri="{FF2B5EF4-FFF2-40B4-BE49-F238E27FC236}">
                  <a16:creationId xmlns:a16="http://schemas.microsoft.com/office/drawing/2014/main" id="{E671A380-0B8E-F27E-898A-EBE9CECA9473}"/>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1D4E791-148E-0A56-850C-28FA99C0655B}"/>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604A7BA-4263-5B51-5D8C-D478FE270479}"/>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02947281-5106-7D5E-7435-86252F5ED207}"/>
              </a:ext>
            </a:extLst>
          </p:cNvPr>
          <p:cNvGrpSpPr/>
          <p:nvPr/>
        </p:nvGrpSpPr>
        <p:grpSpPr>
          <a:xfrm>
            <a:off x="11245773" y="3893738"/>
            <a:ext cx="567187" cy="339970"/>
            <a:chOff x="9460523" y="6049108"/>
            <a:chExt cx="567187" cy="339970"/>
          </a:xfrm>
        </p:grpSpPr>
        <p:cxnSp>
          <p:nvCxnSpPr>
            <p:cNvPr id="44" name="Straight Arrow Connector 43">
              <a:extLst>
                <a:ext uri="{FF2B5EF4-FFF2-40B4-BE49-F238E27FC236}">
                  <a16:creationId xmlns:a16="http://schemas.microsoft.com/office/drawing/2014/main" id="{E5916766-E3F9-A262-B028-5EB929147788}"/>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8FB63FE7-A731-8FCB-2E8B-3251E5A19419}"/>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21196FB-9703-142F-FD1C-BD154B7C5276}"/>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A2DBA07C-7E2E-7258-24E5-F457651FEFCA}"/>
              </a:ext>
            </a:extLst>
          </p:cNvPr>
          <p:cNvSpPr txBox="1"/>
          <p:nvPr/>
        </p:nvSpPr>
        <p:spPr>
          <a:xfrm>
            <a:off x="6576771" y="4550229"/>
            <a:ext cx="990656" cy="590931"/>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classify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arrivals</a:t>
            </a:r>
          </a:p>
        </p:txBody>
      </p:sp>
      <p:sp>
        <p:nvSpPr>
          <p:cNvPr id="48" name="TextBox 47">
            <a:extLst>
              <a:ext uri="{FF2B5EF4-FFF2-40B4-BE49-F238E27FC236}">
                <a16:creationId xmlns:a16="http://schemas.microsoft.com/office/drawing/2014/main" id="{7D4EBADF-E7E5-71B6-273E-424FD881557E}"/>
              </a:ext>
            </a:extLst>
          </p:cNvPr>
          <p:cNvSpPr txBox="1"/>
          <p:nvPr/>
        </p:nvSpPr>
        <p:spPr>
          <a:xfrm>
            <a:off x="10609189" y="4515922"/>
            <a:ext cx="1332224"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departures</a:t>
            </a:r>
          </a:p>
        </p:txBody>
      </p:sp>
      <p:cxnSp>
        <p:nvCxnSpPr>
          <p:cNvPr id="49" name="Straight Arrow Connector 48">
            <a:extLst>
              <a:ext uri="{FF2B5EF4-FFF2-40B4-BE49-F238E27FC236}">
                <a16:creationId xmlns:a16="http://schemas.microsoft.com/office/drawing/2014/main" id="{2D1D3B0D-F63F-1FAD-7A32-DF8073DEC72A}"/>
              </a:ext>
            </a:extLst>
          </p:cNvPr>
          <p:cNvCxnSpPr>
            <a:cxnSpLocks/>
            <a:stCxn id="38" idx="0"/>
          </p:cNvCxnSpPr>
          <p:nvPr/>
        </p:nvCxnSpPr>
        <p:spPr>
          <a:xfrm flipV="1">
            <a:off x="7619999" y="3067495"/>
            <a:ext cx="682573" cy="982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ADC3A21-03D7-2B72-D268-0CBE835651C0}"/>
              </a:ext>
            </a:extLst>
          </p:cNvPr>
          <p:cNvCxnSpPr>
            <a:cxnSpLocks/>
          </p:cNvCxnSpPr>
          <p:nvPr/>
        </p:nvCxnSpPr>
        <p:spPr>
          <a:xfrm>
            <a:off x="7635460" y="4051945"/>
            <a:ext cx="69657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CD7554B-E6B3-02D2-0980-068A65E8CE15}"/>
              </a:ext>
            </a:extLst>
          </p:cNvPr>
          <p:cNvCxnSpPr>
            <a:cxnSpLocks/>
            <a:stCxn id="38" idx="0"/>
          </p:cNvCxnSpPr>
          <p:nvPr/>
        </p:nvCxnSpPr>
        <p:spPr>
          <a:xfrm>
            <a:off x="7619999" y="4050055"/>
            <a:ext cx="682055" cy="871416"/>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C67A2FB-C254-43E7-7D66-EC2A72FF8944}"/>
              </a:ext>
            </a:extLst>
          </p:cNvPr>
          <p:cNvCxnSpPr>
            <a:stCxn id="8" idx="3"/>
            <a:endCxn id="56" idx="2"/>
          </p:cNvCxnSpPr>
          <p:nvPr/>
        </p:nvCxnSpPr>
        <p:spPr>
          <a:xfrm>
            <a:off x="9250091" y="3097958"/>
            <a:ext cx="664252" cy="9427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CBF5991-D4BE-55DC-EA26-19769F1A1715}"/>
              </a:ext>
            </a:extLst>
          </p:cNvPr>
          <p:cNvCxnSpPr>
            <a:cxnSpLocks/>
            <a:stCxn id="30" idx="3"/>
            <a:endCxn id="56" idx="2"/>
          </p:cNvCxnSpPr>
          <p:nvPr/>
        </p:nvCxnSpPr>
        <p:spPr>
          <a:xfrm flipV="1">
            <a:off x="9281976" y="4040658"/>
            <a:ext cx="632367" cy="882379"/>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D91DDAB-6FC3-9577-A1F5-27B73783FCE8}"/>
              </a:ext>
            </a:extLst>
          </p:cNvPr>
          <p:cNvCxnSpPr>
            <a:cxnSpLocks/>
            <a:stCxn id="18" idx="3"/>
            <a:endCxn id="56" idx="2"/>
          </p:cNvCxnSpPr>
          <p:nvPr/>
        </p:nvCxnSpPr>
        <p:spPr>
          <a:xfrm>
            <a:off x="9300262" y="4039538"/>
            <a:ext cx="614081" cy="11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D7DA2832-0102-EF4E-0B5D-30204014DD21}"/>
              </a:ext>
            </a:extLst>
          </p:cNvPr>
          <p:cNvGrpSpPr/>
          <p:nvPr/>
        </p:nvGrpSpPr>
        <p:grpSpPr>
          <a:xfrm>
            <a:off x="9914343" y="3604072"/>
            <a:ext cx="877582" cy="1252645"/>
            <a:chOff x="9827263" y="3125100"/>
            <a:chExt cx="877582" cy="1252645"/>
          </a:xfrm>
        </p:grpSpPr>
        <p:sp>
          <p:nvSpPr>
            <p:cNvPr id="56" name="Oval 27">
              <a:extLst>
                <a:ext uri="{FF2B5EF4-FFF2-40B4-BE49-F238E27FC236}">
                  <a16:creationId xmlns:a16="http://schemas.microsoft.com/office/drawing/2014/main" id="{71DFE12B-1E67-7BE1-CC88-E5828B0A0BFD}"/>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 name="TextBox 56">
              <a:extLst>
                <a:ext uri="{FF2B5EF4-FFF2-40B4-BE49-F238E27FC236}">
                  <a16:creationId xmlns:a16="http://schemas.microsoft.com/office/drawing/2014/main" id="{68FA04F3-372C-9711-EF9E-16DD62FAE131}"/>
                </a:ext>
              </a:extLst>
            </p:cNvPr>
            <p:cNvSpPr txBox="1"/>
            <p:nvPr/>
          </p:nvSpPr>
          <p:spPr>
            <a:xfrm>
              <a:off x="9952468" y="4033035"/>
              <a:ext cx="554960"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link</a:t>
              </a:r>
            </a:p>
          </p:txBody>
        </p:sp>
        <p:sp>
          <p:nvSpPr>
            <p:cNvPr id="58" name="TextBox 57">
              <a:extLst>
                <a:ext uri="{FF2B5EF4-FFF2-40B4-BE49-F238E27FC236}">
                  <a16:creationId xmlns:a16="http://schemas.microsoft.com/office/drawing/2014/main" id="{20F5224D-4AD7-057A-FE9D-000D3A32F418}"/>
                </a:ext>
              </a:extLst>
            </p:cNvPr>
            <p:cNvSpPr txBox="1"/>
            <p:nvPr/>
          </p:nvSpPr>
          <p:spPr>
            <a:xfrm>
              <a:off x="10086588" y="3391108"/>
              <a:ext cx="351378" cy="395173"/>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59" name="Oval 58">
            <a:extLst>
              <a:ext uri="{FF2B5EF4-FFF2-40B4-BE49-F238E27FC236}">
                <a16:creationId xmlns:a16="http://schemas.microsoft.com/office/drawing/2014/main" id="{838F59A0-282C-C6B9-537A-D8B93490B1A9}"/>
              </a:ext>
            </a:extLst>
          </p:cNvPr>
          <p:cNvSpPr/>
          <p:nvPr/>
        </p:nvSpPr>
        <p:spPr>
          <a:xfrm>
            <a:off x="9470570" y="2939143"/>
            <a:ext cx="348343" cy="2177143"/>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7BDF51EF-E876-28BF-285B-1BCFAD876843}"/>
              </a:ext>
            </a:extLst>
          </p:cNvPr>
          <p:cNvSpPr/>
          <p:nvPr/>
        </p:nvSpPr>
        <p:spPr>
          <a:xfrm>
            <a:off x="9716218" y="3095651"/>
            <a:ext cx="195532" cy="58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61" name="Straight Arrow Connector 60">
            <a:extLst>
              <a:ext uri="{FF2B5EF4-FFF2-40B4-BE49-F238E27FC236}">
                <a16:creationId xmlns:a16="http://schemas.microsoft.com/office/drawing/2014/main" id="{AA42E099-7D67-5447-EB7A-B8D6B548D199}"/>
              </a:ext>
            </a:extLst>
          </p:cNvPr>
          <p:cNvCxnSpPr/>
          <p:nvPr/>
        </p:nvCxnSpPr>
        <p:spPr>
          <a:xfrm flipV="1">
            <a:off x="9812751" y="3556958"/>
            <a:ext cx="0" cy="261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Freeform 6">
            <a:extLst>
              <a:ext uri="{FF2B5EF4-FFF2-40B4-BE49-F238E27FC236}">
                <a16:creationId xmlns:a16="http://schemas.microsoft.com/office/drawing/2014/main" id="{93B85070-7276-5776-36E7-123AAAFEBEBE}"/>
              </a:ext>
            </a:extLst>
          </p:cNvPr>
          <p:cNvSpPr/>
          <p:nvPr/>
        </p:nvSpPr>
        <p:spPr>
          <a:xfrm>
            <a:off x="4419600" y="5203371"/>
            <a:ext cx="5203371" cy="762000"/>
          </a:xfrm>
          <a:custGeom>
            <a:avLst/>
            <a:gdLst>
              <a:gd name="connsiteX0" fmla="*/ 0 w 5203371"/>
              <a:gd name="connsiteY0" fmla="*/ 762000 h 762000"/>
              <a:gd name="connsiteX1" fmla="*/ 5203371 w 5203371"/>
              <a:gd name="connsiteY1" fmla="*/ 762000 h 762000"/>
              <a:gd name="connsiteX2" fmla="*/ 5203371 w 5203371"/>
              <a:gd name="connsiteY2" fmla="*/ 0 h 762000"/>
            </a:gdLst>
            <a:ahLst/>
            <a:cxnLst>
              <a:cxn ang="0">
                <a:pos x="connsiteX0" y="connsiteY0"/>
              </a:cxn>
              <a:cxn ang="0">
                <a:pos x="connsiteX1" y="connsiteY1"/>
              </a:cxn>
              <a:cxn ang="0">
                <a:pos x="connsiteX2" y="connsiteY2"/>
              </a:cxn>
            </a:cxnLst>
            <a:rect l="l" t="t" r="r" b="b"/>
            <a:pathLst>
              <a:path w="5203371" h="762000">
                <a:moveTo>
                  <a:pt x="0" y="762000"/>
                </a:moveTo>
                <a:lnTo>
                  <a:pt x="5203371" y="762000"/>
                </a:lnTo>
                <a:lnTo>
                  <a:pt x="520337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63" name="Ink 62">
                <a:extLst>
                  <a:ext uri="{FF2B5EF4-FFF2-40B4-BE49-F238E27FC236}">
                    <a16:creationId xmlns:a16="http://schemas.microsoft.com/office/drawing/2014/main" id="{CCA92820-9EC4-1AAB-5A55-7EA0D7739523}"/>
                  </a:ext>
                </a:extLst>
              </p14:cNvPr>
              <p14:cNvContentPartPr/>
              <p14:nvPr/>
            </p14:nvContentPartPr>
            <p14:xfrm>
              <a:off x="1101600" y="1310040"/>
              <a:ext cx="5421240" cy="5218560"/>
            </p14:xfrm>
          </p:contentPart>
        </mc:Choice>
        <mc:Fallback xmlns="">
          <p:pic>
            <p:nvPicPr>
              <p:cNvPr id="63" name="Ink 62">
                <a:extLst>
                  <a:ext uri="{FF2B5EF4-FFF2-40B4-BE49-F238E27FC236}">
                    <a16:creationId xmlns:a16="http://schemas.microsoft.com/office/drawing/2014/main" id="{CCA92820-9EC4-1AAB-5A55-7EA0D7739523}"/>
                  </a:ext>
                </a:extLst>
              </p:cNvPr>
              <p:cNvPicPr/>
              <p:nvPr/>
            </p:nvPicPr>
            <p:blipFill>
              <a:blip r:embed="rId3"/>
              <a:stretch>
                <a:fillRect/>
              </a:stretch>
            </p:blipFill>
            <p:spPr>
              <a:xfrm>
                <a:off x="1092240" y="1300680"/>
                <a:ext cx="5439960" cy="5237280"/>
              </a:xfrm>
              <a:prstGeom prst="rect">
                <a:avLst/>
              </a:prstGeom>
            </p:spPr>
          </p:pic>
        </mc:Fallback>
      </mc:AlternateContent>
      <p:sp>
        <p:nvSpPr>
          <p:cNvPr id="64" name="TextBox 28">
            <a:extLst>
              <a:ext uri="{FF2B5EF4-FFF2-40B4-BE49-F238E27FC236}">
                <a16:creationId xmlns:a16="http://schemas.microsoft.com/office/drawing/2014/main" id="{010AC8B5-972C-E975-1666-55AE6E1AAF2E}"/>
              </a:ext>
            </a:extLst>
          </p:cNvPr>
          <p:cNvSpPr txBox="1"/>
          <p:nvPr/>
        </p:nvSpPr>
        <p:spPr>
          <a:xfrm>
            <a:off x="730430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2106922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dissolve">
                                      <p:cBhvr>
                                        <p:cTn id="7" dur="500"/>
                                        <p:tgtEl>
                                          <p:spTgt spid="5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dissolve">
                                      <p:cBhvr>
                                        <p:cTn id="10" dur="500"/>
                                        <p:tgtEl>
                                          <p:spTgt spid="62"/>
                                        </p:tgtEl>
                                      </p:cBhvr>
                                    </p:animEffect>
                                  </p:childTnLst>
                                </p:cTn>
                              </p:par>
                              <p:par>
                                <p:cTn id="11" presetID="9" presetClass="entr" presetSubtype="0" fill="hold" nodeType="with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dissolve">
                                      <p:cBhvr>
                                        <p:cTn id="13"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AFB16-D051-BFA1-C8DC-A6C71ADD6B7A}"/>
              </a:ext>
            </a:extLst>
          </p:cNvPr>
          <p:cNvSpPr>
            <a:spLocks noGrp="1"/>
          </p:cNvSpPr>
          <p:nvPr>
            <p:ph type="title"/>
          </p:nvPr>
        </p:nvSpPr>
        <p:spPr/>
        <p:txBody>
          <a:bodyPr/>
          <a:lstStyle/>
          <a:p>
            <a:r>
              <a:rPr lang="en-IN" dirty="0"/>
              <a:t>Round Robin queuing</a:t>
            </a:r>
          </a:p>
        </p:txBody>
      </p:sp>
      <p:sp>
        <p:nvSpPr>
          <p:cNvPr id="3" name="Content Placeholder 2">
            <a:extLst>
              <a:ext uri="{FF2B5EF4-FFF2-40B4-BE49-F238E27FC236}">
                <a16:creationId xmlns:a16="http://schemas.microsoft.com/office/drawing/2014/main" id="{B25BB001-431D-E7EC-A462-7B78D3C0B0B5}"/>
              </a:ext>
            </a:extLst>
          </p:cNvPr>
          <p:cNvSpPr>
            <a:spLocks noGrp="1"/>
          </p:cNvSpPr>
          <p:nvPr>
            <p:ph idx="1"/>
          </p:nvPr>
        </p:nvSpPr>
        <p:spPr>
          <a:xfrm>
            <a:off x="838200" y="1611093"/>
            <a:ext cx="5370035" cy="4565870"/>
          </a:xfrm>
        </p:spPr>
        <p:txBody>
          <a:bodyPr>
            <a:normAutofit fontScale="85000" lnSpcReduction="20000"/>
          </a:bodyPr>
          <a:lstStyle/>
          <a:p>
            <a:r>
              <a:rPr lang="en-IN" dirty="0"/>
              <a:t>N classes</a:t>
            </a:r>
          </a:p>
          <a:p>
            <a:r>
              <a:rPr lang="en-IN" dirty="0"/>
              <a:t>Arrival</a:t>
            </a:r>
          </a:p>
          <a:p>
            <a:pPr marL="457200" lvl="1" indent="0">
              <a:buNone/>
            </a:pP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 classify(packet)</a:t>
            </a:r>
          </a:p>
          <a:p>
            <a:pPr marL="457200" lvl="1" indent="0">
              <a:buNone/>
            </a:pPr>
            <a:r>
              <a:rPr lang="en-IN" dirty="0">
                <a:latin typeface="Arial" panose="020B0604020202020204" pitchFamily="34" charset="0"/>
                <a:cs typeface="Arial" panose="020B0604020202020204" pitchFamily="34" charset="0"/>
              </a:rPr>
              <a:t>enqueue(Q[</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packet)</a:t>
            </a:r>
          </a:p>
          <a:p>
            <a:r>
              <a:rPr lang="en-IN" dirty="0" err="1"/>
              <a:t>Send_All</a:t>
            </a:r>
            <a:endParaRPr lang="en-IN" dirty="0"/>
          </a:p>
          <a:p>
            <a:pPr marL="457200" lvl="1" indent="0">
              <a:buNone/>
            </a:pPr>
            <a:r>
              <a:rPr lang="en-IN" dirty="0">
                <a:latin typeface="Arial" panose="020B0604020202020204" pitchFamily="34" charset="0"/>
                <a:cs typeface="Arial" panose="020B0604020202020204" pitchFamily="34" charset="0"/>
              </a:rPr>
              <a:t>do {</a:t>
            </a:r>
          </a:p>
          <a:p>
            <a:pPr marL="457200" lvl="1" indent="0">
              <a:buNone/>
            </a:pPr>
            <a:r>
              <a:rPr lang="en-IN" dirty="0">
                <a:latin typeface="Arial" panose="020B0604020202020204" pitchFamily="34" charset="0"/>
                <a:cs typeface="Arial" panose="020B0604020202020204" pitchFamily="34" charset="0"/>
              </a:rPr>
              <a:t>   retry = false;</a:t>
            </a:r>
          </a:p>
          <a:p>
            <a:pPr marL="457200" lvl="1" indent="0">
              <a:buNone/>
            </a:pPr>
            <a:r>
              <a:rPr lang="en-IN" dirty="0">
                <a:latin typeface="Arial" panose="020B0604020202020204" pitchFamily="34" charset="0"/>
                <a:cs typeface="Arial" panose="020B0604020202020204" pitchFamily="34" charset="0"/>
              </a:rPr>
              <a:t>   for </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 1 to N {</a:t>
            </a:r>
          </a:p>
          <a:p>
            <a:pPr marL="457200" lvl="1" indent="0">
              <a:buNone/>
            </a:pPr>
            <a:r>
              <a:rPr lang="en-IN" dirty="0">
                <a:latin typeface="Arial" panose="020B0604020202020204" pitchFamily="34" charset="0"/>
                <a:cs typeface="Arial" panose="020B0604020202020204" pitchFamily="34" charset="0"/>
              </a:rPr>
              <a:t>      if (!empty(Q[</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a:t>
            </a:r>
          </a:p>
          <a:p>
            <a:pPr marL="457200" lvl="1" indent="0">
              <a:buNone/>
            </a:pPr>
            <a:r>
              <a:rPr lang="en-IN" dirty="0">
                <a:latin typeface="Arial" panose="020B0604020202020204" pitchFamily="34" charset="0"/>
                <a:cs typeface="Arial" panose="020B0604020202020204" pitchFamily="34" charset="0"/>
              </a:rPr>
              <a:t>         packet = dequeue(Q[</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a:t>
            </a:r>
          </a:p>
          <a:p>
            <a:pPr marL="457200" lvl="1" indent="0">
              <a:buNone/>
            </a:pPr>
            <a:r>
              <a:rPr lang="en-IN" dirty="0">
                <a:latin typeface="Arial" panose="020B0604020202020204" pitchFamily="34" charset="0"/>
                <a:cs typeface="Arial" panose="020B0604020202020204" pitchFamily="34" charset="0"/>
              </a:rPr>
              <a:t>         send(packet);         </a:t>
            </a:r>
          </a:p>
          <a:p>
            <a:pPr marL="457200" lvl="1" indent="0">
              <a:buNone/>
            </a:pPr>
            <a:r>
              <a:rPr lang="en-IN" dirty="0">
                <a:latin typeface="Arial" panose="020B0604020202020204" pitchFamily="34" charset="0"/>
                <a:cs typeface="Arial" panose="020B0604020202020204" pitchFamily="34" charset="0"/>
              </a:rPr>
              <a:t>         retry = true;</a:t>
            </a:r>
          </a:p>
          <a:p>
            <a:pPr marL="457200" lvl="1" indent="0">
              <a:buNone/>
            </a:pPr>
            <a:r>
              <a:rPr lang="en-IN" dirty="0">
                <a:latin typeface="Arial" panose="020B0604020202020204" pitchFamily="34" charset="0"/>
                <a:cs typeface="Arial" panose="020B0604020202020204" pitchFamily="34" charset="0"/>
              </a:rPr>
              <a:t>      }</a:t>
            </a:r>
          </a:p>
          <a:p>
            <a:pPr marL="457200" lvl="1" indent="0">
              <a:buNone/>
            </a:pPr>
            <a:r>
              <a:rPr lang="en-IN" dirty="0">
                <a:latin typeface="Arial" panose="020B0604020202020204" pitchFamily="34" charset="0"/>
                <a:cs typeface="Arial" panose="020B0604020202020204" pitchFamily="34" charset="0"/>
              </a:rPr>
              <a:t>   }</a:t>
            </a:r>
          </a:p>
          <a:p>
            <a:pPr marL="457200" lvl="1" indent="0">
              <a:buNone/>
            </a:pPr>
            <a:r>
              <a:rPr lang="en-IN" dirty="0">
                <a:latin typeface="Arial" panose="020B0604020202020204" pitchFamily="34" charset="0"/>
                <a:cs typeface="Arial" panose="020B0604020202020204" pitchFamily="34" charset="0"/>
              </a:rPr>
              <a:t>} while (retry);</a:t>
            </a:r>
          </a:p>
        </p:txBody>
      </p:sp>
      <p:cxnSp>
        <p:nvCxnSpPr>
          <p:cNvPr id="4" name="Straight Connector 3">
            <a:extLst>
              <a:ext uri="{FF2B5EF4-FFF2-40B4-BE49-F238E27FC236}">
                <a16:creationId xmlns:a16="http://schemas.microsoft.com/office/drawing/2014/main" id="{9D46F392-BF07-9EC1-EAD1-51963E8D54DD}"/>
              </a:ext>
            </a:extLst>
          </p:cNvPr>
          <p:cNvCxnSpPr/>
          <p:nvPr/>
        </p:nvCxnSpPr>
        <p:spPr>
          <a:xfrm>
            <a:off x="10755082" y="4071258"/>
            <a:ext cx="457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25">
            <a:extLst>
              <a:ext uri="{FF2B5EF4-FFF2-40B4-BE49-F238E27FC236}">
                <a16:creationId xmlns:a16="http://schemas.microsoft.com/office/drawing/2014/main" id="{C9E6FCEE-9ACA-65FF-4B75-F117D881A61F}"/>
              </a:ext>
            </a:extLst>
          </p:cNvPr>
          <p:cNvGrpSpPr>
            <a:grpSpLocks/>
          </p:cNvGrpSpPr>
          <p:nvPr/>
        </p:nvGrpSpPr>
        <p:grpSpPr bwMode="auto">
          <a:xfrm>
            <a:off x="7990116" y="2719344"/>
            <a:ext cx="1274199" cy="760001"/>
            <a:chOff x="1670312" y="2562997"/>
            <a:chExt cx="940317" cy="565219"/>
          </a:xfrm>
        </p:grpSpPr>
        <p:grpSp>
          <p:nvGrpSpPr>
            <p:cNvPr id="6" name="Group 28">
              <a:extLst>
                <a:ext uri="{FF2B5EF4-FFF2-40B4-BE49-F238E27FC236}">
                  <a16:creationId xmlns:a16="http://schemas.microsoft.com/office/drawing/2014/main" id="{0B8BAFAE-94DC-0866-E959-F4E63D1DBFCF}"/>
                </a:ext>
              </a:extLst>
            </p:cNvPr>
            <p:cNvGrpSpPr>
              <a:grpSpLocks/>
            </p:cNvGrpSpPr>
            <p:nvPr/>
          </p:nvGrpSpPr>
          <p:grpSpPr bwMode="auto">
            <a:xfrm>
              <a:off x="1670312" y="2562997"/>
              <a:ext cx="929822" cy="565219"/>
              <a:chOff x="1670312" y="2562997"/>
              <a:chExt cx="929822" cy="565219"/>
            </a:xfrm>
          </p:grpSpPr>
          <p:sp>
            <p:nvSpPr>
              <p:cNvPr id="8" name="Rectangle 30">
                <a:extLst>
                  <a:ext uri="{FF2B5EF4-FFF2-40B4-BE49-F238E27FC236}">
                    <a16:creationId xmlns:a16="http://schemas.microsoft.com/office/drawing/2014/main" id="{D371B2A3-DB1C-5B47-DFE6-B49DB96BF2BA}"/>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9" name="Straight Connector 31">
                <a:extLst>
                  <a:ext uri="{FF2B5EF4-FFF2-40B4-BE49-F238E27FC236}">
                    <a16:creationId xmlns:a16="http://schemas.microsoft.com/office/drawing/2014/main" id="{18D8096B-E53B-53C9-9F08-B021B02A719C}"/>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Straight Connector 32">
                <a:extLst>
                  <a:ext uri="{FF2B5EF4-FFF2-40B4-BE49-F238E27FC236}">
                    <a16:creationId xmlns:a16="http://schemas.microsoft.com/office/drawing/2014/main" id="{DE5F22DF-C89C-1973-FA31-4642EC6D7945}"/>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33">
                <a:extLst>
                  <a:ext uri="{FF2B5EF4-FFF2-40B4-BE49-F238E27FC236}">
                    <a16:creationId xmlns:a16="http://schemas.microsoft.com/office/drawing/2014/main" id="{1BFF84BC-3AD1-3379-98A1-5D79386CAC8E}"/>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34">
                <a:extLst>
                  <a:ext uri="{FF2B5EF4-FFF2-40B4-BE49-F238E27FC236}">
                    <a16:creationId xmlns:a16="http://schemas.microsoft.com/office/drawing/2014/main" id="{0114A32B-F0A6-901B-BEC1-F1E9895A72D8}"/>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35">
                <a:extLst>
                  <a:ext uri="{FF2B5EF4-FFF2-40B4-BE49-F238E27FC236}">
                    <a16:creationId xmlns:a16="http://schemas.microsoft.com/office/drawing/2014/main" id="{CA90B804-6819-6E70-73F2-AA0BB6C562F5}"/>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36">
                <a:extLst>
                  <a:ext uri="{FF2B5EF4-FFF2-40B4-BE49-F238E27FC236}">
                    <a16:creationId xmlns:a16="http://schemas.microsoft.com/office/drawing/2014/main" id="{353001E1-8BD2-BDB7-ED99-DB6131850251}"/>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37">
                <a:extLst>
                  <a:ext uri="{FF2B5EF4-FFF2-40B4-BE49-F238E27FC236}">
                    <a16:creationId xmlns:a16="http://schemas.microsoft.com/office/drawing/2014/main" id="{837BA227-9D37-30C1-0684-494115FAB37A}"/>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 name="Rectangle 29">
              <a:extLst>
                <a:ext uri="{FF2B5EF4-FFF2-40B4-BE49-F238E27FC236}">
                  <a16:creationId xmlns:a16="http://schemas.microsoft.com/office/drawing/2014/main" id="{114A199C-4A7A-0100-4203-908369C68B1D}"/>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16" name="Group 25">
            <a:extLst>
              <a:ext uri="{FF2B5EF4-FFF2-40B4-BE49-F238E27FC236}">
                <a16:creationId xmlns:a16="http://schemas.microsoft.com/office/drawing/2014/main" id="{64AA6A74-A734-A505-7E01-C3C301ACAAA3}"/>
              </a:ext>
            </a:extLst>
          </p:cNvPr>
          <p:cNvGrpSpPr>
            <a:grpSpLocks/>
          </p:cNvGrpSpPr>
          <p:nvPr/>
        </p:nvGrpSpPr>
        <p:grpSpPr bwMode="auto">
          <a:xfrm>
            <a:off x="8007879" y="3655287"/>
            <a:ext cx="1292387" cy="763274"/>
            <a:chOff x="1670312" y="2562997"/>
            <a:chExt cx="940318" cy="565219"/>
          </a:xfrm>
        </p:grpSpPr>
        <p:grpSp>
          <p:nvGrpSpPr>
            <p:cNvPr id="17" name="Group 16">
              <a:extLst>
                <a:ext uri="{FF2B5EF4-FFF2-40B4-BE49-F238E27FC236}">
                  <a16:creationId xmlns:a16="http://schemas.microsoft.com/office/drawing/2014/main" id="{F7C0F86B-540C-710B-5147-471FDFA8CF6A}"/>
                </a:ext>
              </a:extLst>
            </p:cNvPr>
            <p:cNvGrpSpPr>
              <a:grpSpLocks/>
            </p:cNvGrpSpPr>
            <p:nvPr/>
          </p:nvGrpSpPr>
          <p:grpSpPr bwMode="auto">
            <a:xfrm>
              <a:off x="1670312" y="2562997"/>
              <a:ext cx="929822" cy="565219"/>
              <a:chOff x="1670312" y="2562997"/>
              <a:chExt cx="929822" cy="565219"/>
            </a:xfrm>
          </p:grpSpPr>
          <p:sp>
            <p:nvSpPr>
              <p:cNvPr id="19" name="Rectangle 18">
                <a:extLst>
                  <a:ext uri="{FF2B5EF4-FFF2-40B4-BE49-F238E27FC236}">
                    <a16:creationId xmlns:a16="http://schemas.microsoft.com/office/drawing/2014/main" id="{01697B16-8B58-3B62-C274-FE3E6D8C00FD}"/>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20" name="Straight Connector 19">
                <a:extLst>
                  <a:ext uri="{FF2B5EF4-FFF2-40B4-BE49-F238E27FC236}">
                    <a16:creationId xmlns:a16="http://schemas.microsoft.com/office/drawing/2014/main" id="{C370D8D1-300F-354F-BDCE-A1815D5C39E9}"/>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Straight Connector 20">
                <a:extLst>
                  <a:ext uri="{FF2B5EF4-FFF2-40B4-BE49-F238E27FC236}">
                    <a16:creationId xmlns:a16="http://schemas.microsoft.com/office/drawing/2014/main" id="{F82AD581-370D-4BA4-F581-C8333090580A}"/>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a:extLst>
                  <a:ext uri="{FF2B5EF4-FFF2-40B4-BE49-F238E27FC236}">
                    <a16:creationId xmlns:a16="http://schemas.microsoft.com/office/drawing/2014/main" id="{03938BC8-F79D-19FF-3DE1-8B1CC9454309}"/>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a:extLst>
                  <a:ext uri="{FF2B5EF4-FFF2-40B4-BE49-F238E27FC236}">
                    <a16:creationId xmlns:a16="http://schemas.microsoft.com/office/drawing/2014/main" id="{260321C0-CCFB-CF46-D631-D093085DDAAC}"/>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a:extLst>
                  <a:ext uri="{FF2B5EF4-FFF2-40B4-BE49-F238E27FC236}">
                    <a16:creationId xmlns:a16="http://schemas.microsoft.com/office/drawing/2014/main" id="{B185ABC6-15CD-D1BA-6560-54D49D4298FE}"/>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a:extLst>
                  <a:ext uri="{FF2B5EF4-FFF2-40B4-BE49-F238E27FC236}">
                    <a16:creationId xmlns:a16="http://schemas.microsoft.com/office/drawing/2014/main" id="{E0936FC8-6457-1B70-5CAE-7A2D69822AFC}"/>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a:extLst>
                  <a:ext uri="{FF2B5EF4-FFF2-40B4-BE49-F238E27FC236}">
                    <a16:creationId xmlns:a16="http://schemas.microsoft.com/office/drawing/2014/main" id="{68905E39-B025-0B41-A426-2EC49F671A0F}"/>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8" name="Rectangle 17">
              <a:extLst>
                <a:ext uri="{FF2B5EF4-FFF2-40B4-BE49-F238E27FC236}">
                  <a16:creationId xmlns:a16="http://schemas.microsoft.com/office/drawing/2014/main" id="{9067EA92-693F-7983-1D4F-5687357B427C}"/>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27" name="Group 25">
            <a:extLst>
              <a:ext uri="{FF2B5EF4-FFF2-40B4-BE49-F238E27FC236}">
                <a16:creationId xmlns:a16="http://schemas.microsoft.com/office/drawing/2014/main" id="{26BE983F-7D30-3C17-D029-066A0A152CD6}"/>
              </a:ext>
            </a:extLst>
          </p:cNvPr>
          <p:cNvGrpSpPr>
            <a:grpSpLocks/>
          </p:cNvGrpSpPr>
          <p:nvPr/>
        </p:nvGrpSpPr>
        <p:grpSpPr bwMode="auto">
          <a:xfrm>
            <a:off x="8004017" y="4563481"/>
            <a:ext cx="1292385" cy="721744"/>
            <a:chOff x="1670312" y="2562997"/>
            <a:chExt cx="940317" cy="565219"/>
          </a:xfrm>
        </p:grpSpPr>
        <p:grpSp>
          <p:nvGrpSpPr>
            <p:cNvPr id="28" name="Group 27">
              <a:extLst>
                <a:ext uri="{FF2B5EF4-FFF2-40B4-BE49-F238E27FC236}">
                  <a16:creationId xmlns:a16="http://schemas.microsoft.com/office/drawing/2014/main" id="{3F68DBD2-04F0-33D6-B2E0-1102557CFB2F}"/>
                </a:ext>
              </a:extLst>
            </p:cNvPr>
            <p:cNvGrpSpPr>
              <a:grpSpLocks/>
            </p:cNvGrpSpPr>
            <p:nvPr/>
          </p:nvGrpSpPr>
          <p:grpSpPr bwMode="auto">
            <a:xfrm>
              <a:off x="1670312" y="2562997"/>
              <a:ext cx="929822" cy="565219"/>
              <a:chOff x="1670312" y="2562997"/>
              <a:chExt cx="929822" cy="565219"/>
            </a:xfrm>
          </p:grpSpPr>
          <p:sp>
            <p:nvSpPr>
              <p:cNvPr id="30" name="Rectangle 29">
                <a:extLst>
                  <a:ext uri="{FF2B5EF4-FFF2-40B4-BE49-F238E27FC236}">
                    <a16:creationId xmlns:a16="http://schemas.microsoft.com/office/drawing/2014/main" id="{DF3595CC-FF9A-429A-D1A8-B3E13187CC54}"/>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31" name="Straight Connector 30">
                <a:extLst>
                  <a:ext uri="{FF2B5EF4-FFF2-40B4-BE49-F238E27FC236}">
                    <a16:creationId xmlns:a16="http://schemas.microsoft.com/office/drawing/2014/main" id="{827A9BAC-A1C6-77BC-78FD-A69540ADA7AD}"/>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Straight Connector 31">
                <a:extLst>
                  <a:ext uri="{FF2B5EF4-FFF2-40B4-BE49-F238E27FC236}">
                    <a16:creationId xmlns:a16="http://schemas.microsoft.com/office/drawing/2014/main" id="{1F5908AB-ED73-57D0-D17F-E14FA0E7D22E}"/>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a:extLst>
                  <a:ext uri="{FF2B5EF4-FFF2-40B4-BE49-F238E27FC236}">
                    <a16:creationId xmlns:a16="http://schemas.microsoft.com/office/drawing/2014/main" id="{69E60D0E-1404-3187-0670-C4789AD1D9F5}"/>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33">
                <a:extLst>
                  <a:ext uri="{FF2B5EF4-FFF2-40B4-BE49-F238E27FC236}">
                    <a16:creationId xmlns:a16="http://schemas.microsoft.com/office/drawing/2014/main" id="{C434AE88-15A0-C74B-9641-0D35AF8B4F7C}"/>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34">
                <a:extLst>
                  <a:ext uri="{FF2B5EF4-FFF2-40B4-BE49-F238E27FC236}">
                    <a16:creationId xmlns:a16="http://schemas.microsoft.com/office/drawing/2014/main" id="{32C8789A-E86B-CF3A-B290-552D10FCD845}"/>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a:extLst>
                  <a:ext uri="{FF2B5EF4-FFF2-40B4-BE49-F238E27FC236}">
                    <a16:creationId xmlns:a16="http://schemas.microsoft.com/office/drawing/2014/main" id="{40700280-027B-4091-D662-1F6E9F3E036A}"/>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Connector 36">
                <a:extLst>
                  <a:ext uri="{FF2B5EF4-FFF2-40B4-BE49-F238E27FC236}">
                    <a16:creationId xmlns:a16="http://schemas.microsoft.com/office/drawing/2014/main" id="{107A78C6-8FF3-DEC7-DF19-491350DD50F3}"/>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9" name="Rectangle 28">
              <a:extLst>
                <a:ext uri="{FF2B5EF4-FFF2-40B4-BE49-F238E27FC236}">
                  <a16:creationId xmlns:a16="http://schemas.microsoft.com/office/drawing/2014/main" id="{BA6D10C6-D610-3C26-A826-56E1B84C95B1}"/>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8" name="Triangle 85">
            <a:extLst>
              <a:ext uri="{FF2B5EF4-FFF2-40B4-BE49-F238E27FC236}">
                <a16:creationId xmlns:a16="http://schemas.microsoft.com/office/drawing/2014/main" id="{54F017B5-F9D1-EB87-9EA2-DF83DECAF90B}"/>
              </a:ext>
            </a:extLst>
          </p:cNvPr>
          <p:cNvSpPr/>
          <p:nvPr/>
        </p:nvSpPr>
        <p:spPr>
          <a:xfrm rot="5400000">
            <a:off x="6881445" y="3717354"/>
            <a:ext cx="811706" cy="66540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39" name="Group 38">
            <a:extLst>
              <a:ext uri="{FF2B5EF4-FFF2-40B4-BE49-F238E27FC236}">
                <a16:creationId xmlns:a16="http://schemas.microsoft.com/office/drawing/2014/main" id="{846ED731-AB9B-7829-74BA-6AA2E90A1EA4}"/>
              </a:ext>
            </a:extLst>
          </p:cNvPr>
          <p:cNvGrpSpPr/>
          <p:nvPr/>
        </p:nvGrpSpPr>
        <p:grpSpPr>
          <a:xfrm>
            <a:off x="6303665" y="3871966"/>
            <a:ext cx="567187" cy="339970"/>
            <a:chOff x="9460523" y="6049108"/>
            <a:chExt cx="567187" cy="339970"/>
          </a:xfrm>
        </p:grpSpPr>
        <p:cxnSp>
          <p:nvCxnSpPr>
            <p:cNvPr id="40" name="Straight Arrow Connector 39">
              <a:extLst>
                <a:ext uri="{FF2B5EF4-FFF2-40B4-BE49-F238E27FC236}">
                  <a16:creationId xmlns:a16="http://schemas.microsoft.com/office/drawing/2014/main" id="{D10F82D2-71FF-EFA2-16D3-757FD2EE1203}"/>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4B6406E-0161-4B06-DDEF-4A8CB0BDE699}"/>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78144CC-25CD-C713-1D42-42D13D5F9FAA}"/>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0B831270-CA58-07A6-DBFD-2352E9E6FFB6}"/>
              </a:ext>
            </a:extLst>
          </p:cNvPr>
          <p:cNvGrpSpPr/>
          <p:nvPr/>
        </p:nvGrpSpPr>
        <p:grpSpPr>
          <a:xfrm>
            <a:off x="11245773" y="3893738"/>
            <a:ext cx="567187" cy="339970"/>
            <a:chOff x="9460523" y="6049108"/>
            <a:chExt cx="567187" cy="339970"/>
          </a:xfrm>
        </p:grpSpPr>
        <p:cxnSp>
          <p:nvCxnSpPr>
            <p:cNvPr id="44" name="Straight Arrow Connector 43">
              <a:extLst>
                <a:ext uri="{FF2B5EF4-FFF2-40B4-BE49-F238E27FC236}">
                  <a16:creationId xmlns:a16="http://schemas.microsoft.com/office/drawing/2014/main" id="{DBAB05F2-C009-4AE0-86BC-3101F0F7A689}"/>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59C8187-17D2-F0DC-CF7D-4B12257BCA9D}"/>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F3947B4-B504-B5AC-AAED-2A8746703B0C}"/>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FF22F640-628E-D3C3-AB69-605166A07669}"/>
              </a:ext>
            </a:extLst>
          </p:cNvPr>
          <p:cNvSpPr txBox="1"/>
          <p:nvPr/>
        </p:nvSpPr>
        <p:spPr>
          <a:xfrm>
            <a:off x="6576771" y="4550229"/>
            <a:ext cx="990656" cy="590931"/>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classify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arrivals</a:t>
            </a:r>
          </a:p>
        </p:txBody>
      </p:sp>
      <p:sp>
        <p:nvSpPr>
          <p:cNvPr id="48" name="TextBox 47">
            <a:extLst>
              <a:ext uri="{FF2B5EF4-FFF2-40B4-BE49-F238E27FC236}">
                <a16:creationId xmlns:a16="http://schemas.microsoft.com/office/drawing/2014/main" id="{D87B8F55-4455-ECDE-209C-28E9AAEF5913}"/>
              </a:ext>
            </a:extLst>
          </p:cNvPr>
          <p:cNvSpPr txBox="1"/>
          <p:nvPr/>
        </p:nvSpPr>
        <p:spPr>
          <a:xfrm>
            <a:off x="10609189" y="4515922"/>
            <a:ext cx="1332224"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departures</a:t>
            </a:r>
          </a:p>
        </p:txBody>
      </p:sp>
      <p:cxnSp>
        <p:nvCxnSpPr>
          <p:cNvPr id="49" name="Straight Arrow Connector 48">
            <a:extLst>
              <a:ext uri="{FF2B5EF4-FFF2-40B4-BE49-F238E27FC236}">
                <a16:creationId xmlns:a16="http://schemas.microsoft.com/office/drawing/2014/main" id="{01DC01FA-ED7A-2BD3-F5F1-224696EB7158}"/>
              </a:ext>
            </a:extLst>
          </p:cNvPr>
          <p:cNvCxnSpPr>
            <a:cxnSpLocks/>
            <a:stCxn id="38" idx="0"/>
          </p:cNvCxnSpPr>
          <p:nvPr/>
        </p:nvCxnSpPr>
        <p:spPr>
          <a:xfrm flipV="1">
            <a:off x="7619999" y="3067495"/>
            <a:ext cx="682573" cy="982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AD0D939-E36D-18AA-632F-DFB558BCB2BE}"/>
              </a:ext>
            </a:extLst>
          </p:cNvPr>
          <p:cNvCxnSpPr>
            <a:cxnSpLocks/>
          </p:cNvCxnSpPr>
          <p:nvPr/>
        </p:nvCxnSpPr>
        <p:spPr>
          <a:xfrm>
            <a:off x="7635460" y="4051945"/>
            <a:ext cx="69657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D15D1A63-AA26-5423-CE79-23C458608489}"/>
              </a:ext>
            </a:extLst>
          </p:cNvPr>
          <p:cNvCxnSpPr>
            <a:cxnSpLocks/>
            <a:stCxn id="38" idx="0"/>
          </p:cNvCxnSpPr>
          <p:nvPr/>
        </p:nvCxnSpPr>
        <p:spPr>
          <a:xfrm>
            <a:off x="7619999" y="4050055"/>
            <a:ext cx="682055" cy="871416"/>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151D3E3-9DDF-FDE1-E79A-8877617E0957}"/>
              </a:ext>
            </a:extLst>
          </p:cNvPr>
          <p:cNvCxnSpPr>
            <a:stCxn id="8" idx="3"/>
            <a:endCxn id="56" idx="2"/>
          </p:cNvCxnSpPr>
          <p:nvPr/>
        </p:nvCxnSpPr>
        <p:spPr>
          <a:xfrm>
            <a:off x="9250091" y="3097958"/>
            <a:ext cx="664252" cy="9427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7C3BE0C-5CE8-982C-E2AF-625348D26227}"/>
              </a:ext>
            </a:extLst>
          </p:cNvPr>
          <p:cNvCxnSpPr>
            <a:cxnSpLocks/>
            <a:stCxn id="30" idx="3"/>
            <a:endCxn id="56" idx="2"/>
          </p:cNvCxnSpPr>
          <p:nvPr/>
        </p:nvCxnSpPr>
        <p:spPr>
          <a:xfrm flipV="1">
            <a:off x="9281976" y="4040658"/>
            <a:ext cx="632367" cy="882379"/>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0B814E0-8660-FD3D-FA5B-C66B11442819}"/>
              </a:ext>
            </a:extLst>
          </p:cNvPr>
          <p:cNvCxnSpPr>
            <a:cxnSpLocks/>
            <a:stCxn id="18" idx="3"/>
            <a:endCxn id="56" idx="2"/>
          </p:cNvCxnSpPr>
          <p:nvPr/>
        </p:nvCxnSpPr>
        <p:spPr>
          <a:xfrm>
            <a:off x="9300262" y="4039538"/>
            <a:ext cx="614081" cy="11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DA054C79-C2A4-27ED-2A90-AEA7B5BA568B}"/>
              </a:ext>
            </a:extLst>
          </p:cNvPr>
          <p:cNvGrpSpPr/>
          <p:nvPr/>
        </p:nvGrpSpPr>
        <p:grpSpPr>
          <a:xfrm>
            <a:off x="9914343" y="3604072"/>
            <a:ext cx="877582" cy="1252645"/>
            <a:chOff x="9827263" y="3125100"/>
            <a:chExt cx="877582" cy="1252645"/>
          </a:xfrm>
        </p:grpSpPr>
        <p:sp>
          <p:nvSpPr>
            <p:cNvPr id="56" name="Oval 27">
              <a:extLst>
                <a:ext uri="{FF2B5EF4-FFF2-40B4-BE49-F238E27FC236}">
                  <a16:creationId xmlns:a16="http://schemas.microsoft.com/office/drawing/2014/main" id="{049BD83B-A912-F85A-1ECF-F1851022CE24}"/>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 name="TextBox 56">
              <a:extLst>
                <a:ext uri="{FF2B5EF4-FFF2-40B4-BE49-F238E27FC236}">
                  <a16:creationId xmlns:a16="http://schemas.microsoft.com/office/drawing/2014/main" id="{C14D4420-102F-ABB1-C3EE-FC86AD6A5657}"/>
                </a:ext>
              </a:extLst>
            </p:cNvPr>
            <p:cNvSpPr txBox="1"/>
            <p:nvPr/>
          </p:nvSpPr>
          <p:spPr>
            <a:xfrm>
              <a:off x="9952468" y="4033035"/>
              <a:ext cx="554960"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link</a:t>
              </a:r>
            </a:p>
          </p:txBody>
        </p:sp>
        <p:sp>
          <p:nvSpPr>
            <p:cNvPr id="58" name="TextBox 57">
              <a:extLst>
                <a:ext uri="{FF2B5EF4-FFF2-40B4-BE49-F238E27FC236}">
                  <a16:creationId xmlns:a16="http://schemas.microsoft.com/office/drawing/2014/main" id="{AD6E7265-16D3-6641-5244-7A7B2BD90D4E}"/>
                </a:ext>
              </a:extLst>
            </p:cNvPr>
            <p:cNvSpPr txBox="1"/>
            <p:nvPr/>
          </p:nvSpPr>
          <p:spPr>
            <a:xfrm>
              <a:off x="10086588" y="3391108"/>
              <a:ext cx="351378" cy="395173"/>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59" name="Oval 58">
            <a:extLst>
              <a:ext uri="{FF2B5EF4-FFF2-40B4-BE49-F238E27FC236}">
                <a16:creationId xmlns:a16="http://schemas.microsoft.com/office/drawing/2014/main" id="{208B109E-35F0-AE3C-385E-6B76738B0CFE}"/>
              </a:ext>
            </a:extLst>
          </p:cNvPr>
          <p:cNvSpPr/>
          <p:nvPr/>
        </p:nvSpPr>
        <p:spPr>
          <a:xfrm>
            <a:off x="9470570" y="2939143"/>
            <a:ext cx="348343" cy="2177143"/>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83BE6682-D4B4-FCF6-67C7-566B9CE0DF32}"/>
              </a:ext>
            </a:extLst>
          </p:cNvPr>
          <p:cNvSpPr/>
          <p:nvPr/>
        </p:nvSpPr>
        <p:spPr>
          <a:xfrm>
            <a:off x="9716218" y="3095651"/>
            <a:ext cx="195532" cy="58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61" name="Straight Arrow Connector 60">
            <a:extLst>
              <a:ext uri="{FF2B5EF4-FFF2-40B4-BE49-F238E27FC236}">
                <a16:creationId xmlns:a16="http://schemas.microsoft.com/office/drawing/2014/main" id="{A53DDDFC-4DBC-CBCA-8F3A-114E7DEA8A5E}"/>
              </a:ext>
            </a:extLst>
          </p:cNvPr>
          <p:cNvCxnSpPr/>
          <p:nvPr/>
        </p:nvCxnSpPr>
        <p:spPr>
          <a:xfrm flipV="1">
            <a:off x="9812751" y="3556958"/>
            <a:ext cx="0" cy="261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Freeform 6">
            <a:extLst>
              <a:ext uri="{FF2B5EF4-FFF2-40B4-BE49-F238E27FC236}">
                <a16:creationId xmlns:a16="http://schemas.microsoft.com/office/drawing/2014/main" id="{D8F03CF3-8A02-2897-EF48-8430A4336F62}"/>
              </a:ext>
            </a:extLst>
          </p:cNvPr>
          <p:cNvSpPr/>
          <p:nvPr/>
        </p:nvSpPr>
        <p:spPr>
          <a:xfrm>
            <a:off x="4419600" y="5203371"/>
            <a:ext cx="5203371" cy="762000"/>
          </a:xfrm>
          <a:custGeom>
            <a:avLst/>
            <a:gdLst>
              <a:gd name="connsiteX0" fmla="*/ 0 w 5203371"/>
              <a:gd name="connsiteY0" fmla="*/ 762000 h 762000"/>
              <a:gd name="connsiteX1" fmla="*/ 5203371 w 5203371"/>
              <a:gd name="connsiteY1" fmla="*/ 762000 h 762000"/>
              <a:gd name="connsiteX2" fmla="*/ 5203371 w 5203371"/>
              <a:gd name="connsiteY2" fmla="*/ 0 h 762000"/>
            </a:gdLst>
            <a:ahLst/>
            <a:cxnLst>
              <a:cxn ang="0">
                <a:pos x="connsiteX0" y="connsiteY0"/>
              </a:cxn>
              <a:cxn ang="0">
                <a:pos x="connsiteX1" y="connsiteY1"/>
              </a:cxn>
              <a:cxn ang="0">
                <a:pos x="connsiteX2" y="connsiteY2"/>
              </a:cxn>
            </a:cxnLst>
            <a:rect l="l" t="t" r="r" b="b"/>
            <a:pathLst>
              <a:path w="5203371" h="762000">
                <a:moveTo>
                  <a:pt x="0" y="762000"/>
                </a:moveTo>
                <a:lnTo>
                  <a:pt x="5203371" y="762000"/>
                </a:lnTo>
                <a:lnTo>
                  <a:pt x="520337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 name="TextBox 28">
            <a:extLst>
              <a:ext uri="{FF2B5EF4-FFF2-40B4-BE49-F238E27FC236}">
                <a16:creationId xmlns:a16="http://schemas.microsoft.com/office/drawing/2014/main" id="{68FD4E89-2D02-5C6C-86EF-FD0D40F7FA5A}"/>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117481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dissolve">
                                      <p:cBhvr>
                                        <p:cTn id="7" dur="500"/>
                                        <p:tgtEl>
                                          <p:spTgt spid="5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dissolve">
                                      <p:cBhvr>
                                        <p:cTn id="10" dur="500"/>
                                        <p:tgtEl>
                                          <p:spTgt spid="62"/>
                                        </p:tgtEl>
                                      </p:cBhvr>
                                    </p:animEffect>
                                  </p:childTnLst>
                                </p:cTn>
                              </p:par>
                              <p:par>
                                <p:cTn id="11" presetID="9" presetClass="entr" presetSubtype="0" fill="hold" nodeType="with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dissolve">
                                      <p:cBhvr>
                                        <p:cTn id="13"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63DF0-6433-A399-5F58-E88C81F4E0DE}"/>
              </a:ext>
            </a:extLst>
          </p:cNvPr>
          <p:cNvSpPr>
            <a:spLocks noGrp="1"/>
          </p:cNvSpPr>
          <p:nvPr>
            <p:ph type="title"/>
          </p:nvPr>
        </p:nvSpPr>
        <p:spPr/>
        <p:txBody>
          <a:bodyPr/>
          <a:lstStyle/>
          <a:p>
            <a:r>
              <a:rPr lang="en-IN" dirty="0"/>
              <a:t>Round Robin and Weighted Fair queueing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87E36C0-E9DA-8A8A-5E27-4DD37BE8A605}"/>
                  </a:ext>
                </a:extLst>
              </p:cNvPr>
              <p:cNvSpPr>
                <a:spLocks noGrp="1"/>
              </p:cNvSpPr>
              <p:nvPr>
                <p:ph idx="1"/>
              </p:nvPr>
            </p:nvSpPr>
            <p:spPr/>
            <p:txBody>
              <a:bodyPr/>
              <a:lstStyle/>
              <a:p>
                <a:r>
                  <a:rPr lang="en-IN" dirty="0"/>
                  <a:t>Each packet is classified into a class</a:t>
                </a:r>
              </a:p>
              <a:p>
                <a:r>
                  <a:rPr lang="en-IN" dirty="0"/>
                  <a:t>Each class </a:t>
                </a:r>
                <a14:m>
                  <m:oMath xmlns:m="http://schemas.openxmlformats.org/officeDocument/2006/math">
                    <m:r>
                      <a:rPr lang="en-IN" b="0" i="1" smtClean="0">
                        <a:latin typeface="Cambria Math" panose="02040503050406030204" pitchFamily="18" charset="0"/>
                      </a:rPr>
                      <m:t>𝑖</m:t>
                    </m:r>
                  </m:oMath>
                </a14:m>
                <a:r>
                  <a:rPr lang="en-IN" dirty="0"/>
                  <a:t> has a weight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𝑖</m:t>
                        </m:r>
                      </m:sub>
                    </m:sSub>
                  </m:oMath>
                </a14:m>
                <a:r>
                  <a:rPr lang="en-IN" dirty="0"/>
                  <a:t> associated with it</a:t>
                </a:r>
              </a:p>
              <a:p>
                <a:r>
                  <a:rPr lang="en-IN" dirty="0"/>
                  <a:t>The scheduling policy ensures that the class </a:t>
                </a:r>
                <a14:m>
                  <m:oMath xmlns:m="http://schemas.openxmlformats.org/officeDocument/2006/math">
                    <m:r>
                      <a:rPr lang="en-IN" b="0" i="1" smtClean="0">
                        <a:latin typeface="Cambria Math" panose="02040503050406030204" pitchFamily="18" charset="0"/>
                      </a:rPr>
                      <m:t>𝑖</m:t>
                    </m:r>
                  </m:oMath>
                </a14:m>
                <a:r>
                  <a:rPr lang="en-IN" dirty="0"/>
                  <a:t> average throughput will be approximately </a:t>
                </a:r>
                <a14:m>
                  <m:oMath xmlns:m="http://schemas.openxmlformats.org/officeDocument/2006/math">
                    <m:r>
                      <m:rPr>
                        <m:sty m:val="p"/>
                      </m:rPr>
                      <a:rPr lang="en-IN" b="0" i="0" smtClean="0">
                        <a:latin typeface="Cambria Math" panose="02040503050406030204" pitchFamily="18" charset="0"/>
                      </a:rPr>
                      <m:t>R</m:t>
                    </m:r>
                    <m:r>
                      <a:rPr lang="en-IN" b="0" i="0" smtClean="0">
                        <a:latin typeface="Cambria Math" panose="02040503050406030204" pitchFamily="18" charset="0"/>
                      </a:rPr>
                      <m:t>.</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w</m:t>
                            </m:r>
                          </m:e>
                          <m:sub>
                            <m:r>
                              <m:rPr>
                                <m:sty m:val="p"/>
                              </m:rPr>
                              <a:rPr lang="en-IN" b="0" i="0" smtClean="0">
                                <a:latin typeface="Cambria Math" panose="02040503050406030204" pitchFamily="18" charset="0"/>
                              </a:rPr>
                              <m:t>i</m:t>
                            </m:r>
                          </m:sub>
                        </m:sSub>
                      </m:num>
                      <m:den>
                        <m:nary>
                          <m:naryPr>
                            <m:chr m:val="∑"/>
                            <m:subHide m:val="on"/>
                            <m:supHide m:val="on"/>
                            <m:ctrlPr>
                              <a:rPr lang="en-IN" b="0" i="1" smtClean="0">
                                <a:latin typeface="Cambria Math" panose="02040503050406030204" pitchFamily="18" charset="0"/>
                              </a:rPr>
                            </m:ctrlPr>
                          </m:naryPr>
                          <m:sub/>
                          <m:sup/>
                          <m:e>
                            <m:sSub>
                              <m:sSubPr>
                                <m:ctrlPr>
                                  <a:rPr lang="en-IN" b="0" i="1" smtClean="0">
                                    <a:latin typeface="Cambria Math" panose="02040503050406030204" pitchFamily="18" charset="0"/>
                                  </a:rPr>
                                </m:ctrlPr>
                              </m:sSubPr>
                              <m:e>
                                <m:r>
                                  <a:rPr lang="en-IN" b="0" i="1" smtClean="0">
                                    <a:latin typeface="Cambria Math" panose="02040503050406030204" pitchFamily="18" charset="0"/>
                                  </a:rPr>
                                  <m:t>𝑤</m:t>
                                </m:r>
                              </m:e>
                              <m:sub>
                                <m:r>
                                  <a:rPr lang="en-IN" b="0" i="1" smtClean="0">
                                    <a:latin typeface="Cambria Math" panose="02040503050406030204" pitchFamily="18" charset="0"/>
                                  </a:rPr>
                                  <m:t>𝑖</m:t>
                                </m:r>
                              </m:sub>
                            </m:sSub>
                          </m:e>
                        </m:nary>
                      </m:den>
                    </m:f>
                  </m:oMath>
                </a14:m>
                <a:r>
                  <a:rPr lang="en-IN" dirty="0"/>
                  <a:t>, where </a:t>
                </a:r>
                <a14:m>
                  <m:oMath xmlns:m="http://schemas.openxmlformats.org/officeDocument/2006/math">
                    <m:r>
                      <a:rPr lang="en-IN" b="0" i="1" smtClean="0">
                        <a:latin typeface="Cambria Math" panose="02040503050406030204" pitchFamily="18" charset="0"/>
                      </a:rPr>
                      <m:t>𝑅</m:t>
                    </m:r>
                  </m:oMath>
                </a14:m>
                <a:r>
                  <a:rPr lang="en-IN" dirty="0"/>
                  <a:t> is the transmission rate of the link</a:t>
                </a:r>
              </a:p>
              <a:p>
                <a:endParaRPr lang="en-IN" dirty="0"/>
              </a:p>
            </p:txBody>
          </p:sp>
        </mc:Choice>
        <mc:Fallback xmlns="">
          <p:sp>
            <p:nvSpPr>
              <p:cNvPr id="3" name="Content Placeholder 2">
                <a:extLst>
                  <a:ext uri="{FF2B5EF4-FFF2-40B4-BE49-F238E27FC236}">
                    <a16:creationId xmlns:a16="http://schemas.microsoft.com/office/drawing/2014/main" id="{F87E36C0-E9DA-8A8A-5E27-4DD37BE8A605}"/>
                  </a:ext>
                </a:extLst>
              </p:cNvPr>
              <p:cNvSpPr>
                <a:spLocks noGrp="1" noRot="1" noChangeAspect="1" noMove="1" noResize="1" noEditPoints="1" noAdjustHandles="1" noChangeArrowheads="1" noChangeShapeType="1" noTextEdit="1"/>
              </p:cNvSpPr>
              <p:nvPr>
                <p:ph idx="1"/>
              </p:nvPr>
            </p:nvSpPr>
            <p:spPr>
              <a:blipFill>
                <a:blip r:embed="rId2"/>
                <a:stretch>
                  <a:fillRect l="-1043" t="-2241" r="-1043"/>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E93CF038-7B67-F460-1FE2-880E079C77BA}"/>
                  </a:ext>
                </a:extLst>
              </p14:cNvPr>
              <p14:cNvContentPartPr/>
              <p14:nvPr/>
            </p14:nvContentPartPr>
            <p14:xfrm>
              <a:off x="8219880" y="4127400"/>
              <a:ext cx="1488960" cy="1756800"/>
            </p14:xfrm>
          </p:contentPart>
        </mc:Choice>
        <mc:Fallback xmlns="">
          <p:pic>
            <p:nvPicPr>
              <p:cNvPr id="4" name="Ink 3">
                <a:extLst>
                  <a:ext uri="{FF2B5EF4-FFF2-40B4-BE49-F238E27FC236}">
                    <a16:creationId xmlns:a16="http://schemas.microsoft.com/office/drawing/2014/main" id="{E93CF038-7B67-F460-1FE2-880E079C77BA}"/>
                  </a:ext>
                </a:extLst>
              </p:cNvPr>
              <p:cNvPicPr/>
              <p:nvPr/>
            </p:nvPicPr>
            <p:blipFill>
              <a:blip r:embed="rId4"/>
              <a:stretch>
                <a:fillRect/>
              </a:stretch>
            </p:blipFill>
            <p:spPr>
              <a:xfrm>
                <a:off x="8210520" y="4118040"/>
                <a:ext cx="1507680" cy="1775520"/>
              </a:xfrm>
              <a:prstGeom prst="rect">
                <a:avLst/>
              </a:prstGeom>
            </p:spPr>
          </p:pic>
        </mc:Fallback>
      </mc:AlternateContent>
    </p:spTree>
    <p:extLst>
      <p:ext uri="{BB962C8B-B14F-4D97-AF65-F5344CB8AC3E}">
        <p14:creationId xmlns:p14="http://schemas.microsoft.com/office/powerpoint/2010/main" val="29178988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DF213-5D16-6F99-37D2-6CBC81B78F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3F55D-78FA-8887-2E90-B8165D6793CC}"/>
              </a:ext>
            </a:extLst>
          </p:cNvPr>
          <p:cNvSpPr>
            <a:spLocks noGrp="1"/>
          </p:cNvSpPr>
          <p:nvPr>
            <p:ph type="title"/>
          </p:nvPr>
        </p:nvSpPr>
        <p:spPr/>
        <p:txBody>
          <a:bodyPr/>
          <a:lstStyle/>
          <a:p>
            <a:r>
              <a:rPr lang="en-IN" dirty="0"/>
              <a:t>Round Robin and Weighted Fair queueing</a:t>
            </a:r>
          </a:p>
        </p:txBody>
      </p:sp>
      <p:graphicFrame>
        <p:nvGraphicFramePr>
          <p:cNvPr id="4" name="Content Placeholder 3">
            <a:extLst>
              <a:ext uri="{FF2B5EF4-FFF2-40B4-BE49-F238E27FC236}">
                <a16:creationId xmlns:a16="http://schemas.microsoft.com/office/drawing/2014/main" id="{7FEB59B5-13E3-12D7-CDF1-BEE19EE6C922}"/>
              </a:ext>
            </a:extLst>
          </p:cNvPr>
          <p:cNvGraphicFramePr>
            <a:graphicFrameLocks noGrp="1"/>
          </p:cNvGraphicFramePr>
          <p:nvPr>
            <p:ph idx="1"/>
            <p:extLst>
              <p:ext uri="{D42A27DB-BD31-4B8C-83A1-F6EECF244321}">
                <p14:modId xmlns:p14="http://schemas.microsoft.com/office/powerpoint/2010/main" val="3757101374"/>
              </p:ext>
            </p:extLst>
          </p:nvPr>
        </p:nvGraphicFramePr>
        <p:xfrm>
          <a:off x="838202" y="1825625"/>
          <a:ext cx="6509656" cy="2225040"/>
        </p:xfrm>
        <a:graphic>
          <a:graphicData uri="http://schemas.openxmlformats.org/drawingml/2006/table">
            <a:tbl>
              <a:tblPr firstRow="1" bandRow="1">
                <a:tableStyleId>{5C22544A-7EE6-4342-B048-85BDC9FD1C3A}</a:tableStyleId>
              </a:tblPr>
              <a:tblGrid>
                <a:gridCol w="718871">
                  <a:extLst>
                    <a:ext uri="{9D8B030D-6E8A-4147-A177-3AD203B41FA5}">
                      <a16:colId xmlns:a16="http://schemas.microsoft.com/office/drawing/2014/main" val="1731491841"/>
                    </a:ext>
                  </a:extLst>
                </a:gridCol>
                <a:gridCol w="1588898">
                  <a:extLst>
                    <a:ext uri="{9D8B030D-6E8A-4147-A177-3AD203B41FA5}">
                      <a16:colId xmlns:a16="http://schemas.microsoft.com/office/drawing/2014/main" val="8882989"/>
                    </a:ext>
                  </a:extLst>
                </a:gridCol>
                <a:gridCol w="1814688">
                  <a:extLst>
                    <a:ext uri="{9D8B030D-6E8A-4147-A177-3AD203B41FA5}">
                      <a16:colId xmlns:a16="http://schemas.microsoft.com/office/drawing/2014/main" val="2795476415"/>
                    </a:ext>
                  </a:extLst>
                </a:gridCol>
                <a:gridCol w="2387199">
                  <a:extLst>
                    <a:ext uri="{9D8B030D-6E8A-4147-A177-3AD203B41FA5}">
                      <a16:colId xmlns:a16="http://schemas.microsoft.com/office/drawing/2014/main" val="610699606"/>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ARRIVAL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CLASS - 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DEPARTURE START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2554983"/>
                  </a:ext>
                </a:extLst>
              </a:tr>
              <a:tr h="370840">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C1 - 2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934255"/>
                  </a:ext>
                </a:extLst>
              </a:tr>
              <a:tr h="370840">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C2 - 1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504826"/>
                  </a:ext>
                </a:extLst>
              </a:tr>
              <a:tr h="370840">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C1 - 2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5374945"/>
                  </a:ext>
                </a:extLst>
              </a:tr>
              <a:tr h="370840">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7115516"/>
                  </a:ext>
                </a:extLst>
              </a:tr>
              <a:tr h="370840">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C2 - 1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6282159"/>
                  </a:ext>
                </a:extLst>
              </a:tr>
            </a:tbl>
          </a:graphicData>
        </a:graphic>
      </p:graphicFrame>
      <p:sp>
        <p:nvSpPr>
          <p:cNvPr id="3" name="TextBox 2">
            <a:extLst>
              <a:ext uri="{FF2B5EF4-FFF2-40B4-BE49-F238E27FC236}">
                <a16:creationId xmlns:a16="http://schemas.microsoft.com/office/drawing/2014/main" id="{80D3FD10-FA92-8F63-FF27-C538BC8A4904}"/>
              </a:ext>
            </a:extLst>
          </p:cNvPr>
          <p:cNvSpPr txBox="1"/>
          <p:nvPr/>
        </p:nvSpPr>
        <p:spPr>
          <a:xfrm>
            <a:off x="794656" y="4680857"/>
            <a:ext cx="8926286" cy="461665"/>
          </a:xfrm>
          <a:prstGeom prst="rect">
            <a:avLst/>
          </a:prstGeom>
          <a:noFill/>
        </p:spPr>
        <p:txBody>
          <a:bodyPr wrap="square" rtlCol="0">
            <a:spAutoFit/>
          </a:bodyPr>
          <a:lstStyle/>
          <a:p>
            <a:r>
              <a:rPr lang="en-IN" sz="2400" dirty="0">
                <a:latin typeface="Arial" panose="020B0604020202020204" pitchFamily="34" charset="0"/>
                <a:cs typeface="Arial" panose="020B0604020202020204" pitchFamily="34" charset="0"/>
              </a:rPr>
              <a:t>Each packet takes three units of time to be transmitted.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813ED584-C2EE-D7F2-13B8-8D49728CC10C}"/>
                  </a:ext>
                </a:extLst>
              </p14:cNvPr>
              <p14:cNvContentPartPr/>
              <p14:nvPr/>
            </p14:nvContentPartPr>
            <p14:xfrm>
              <a:off x="4035240" y="2254680"/>
              <a:ext cx="2011680" cy="1713240"/>
            </p14:xfrm>
          </p:contentPart>
        </mc:Choice>
        <mc:Fallback xmlns="">
          <p:pic>
            <p:nvPicPr>
              <p:cNvPr id="5" name="Ink 4">
                <a:extLst>
                  <a:ext uri="{FF2B5EF4-FFF2-40B4-BE49-F238E27FC236}">
                    <a16:creationId xmlns:a16="http://schemas.microsoft.com/office/drawing/2014/main" id="{813ED584-C2EE-D7F2-13B8-8D49728CC10C}"/>
                  </a:ext>
                </a:extLst>
              </p:cNvPr>
              <p:cNvPicPr/>
              <p:nvPr/>
            </p:nvPicPr>
            <p:blipFill>
              <a:blip r:embed="rId3"/>
              <a:stretch>
                <a:fillRect/>
              </a:stretch>
            </p:blipFill>
            <p:spPr>
              <a:xfrm>
                <a:off x="3620160" y="2245320"/>
                <a:ext cx="2436120" cy="1731960"/>
              </a:xfrm>
              <a:prstGeom prst="rect">
                <a:avLst/>
              </a:prstGeom>
            </p:spPr>
          </p:pic>
        </mc:Fallback>
      </mc:AlternateContent>
    </p:spTree>
    <p:extLst>
      <p:ext uri="{BB962C8B-B14F-4D97-AF65-F5344CB8AC3E}">
        <p14:creationId xmlns:p14="http://schemas.microsoft.com/office/powerpoint/2010/main" val="5690945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A4874-532F-55D2-673C-E27B8E2EE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7173A-AB64-1405-8564-B04646009588}"/>
              </a:ext>
            </a:extLst>
          </p:cNvPr>
          <p:cNvSpPr>
            <a:spLocks noGrp="1"/>
          </p:cNvSpPr>
          <p:nvPr>
            <p:ph type="title"/>
          </p:nvPr>
        </p:nvSpPr>
        <p:spPr/>
        <p:txBody>
          <a:bodyPr/>
          <a:lstStyle/>
          <a:p>
            <a:r>
              <a:rPr lang="en-IN" dirty="0"/>
              <a:t>Round Robin and Weighted Fair queueing</a:t>
            </a:r>
          </a:p>
        </p:txBody>
      </p:sp>
      <p:sp>
        <p:nvSpPr>
          <p:cNvPr id="3" name="Content Placeholder 2">
            <a:extLst>
              <a:ext uri="{FF2B5EF4-FFF2-40B4-BE49-F238E27FC236}">
                <a16:creationId xmlns:a16="http://schemas.microsoft.com/office/drawing/2014/main" id="{4866766E-4903-8FCC-C6E0-45C58F5C03A9}"/>
              </a:ext>
            </a:extLst>
          </p:cNvPr>
          <p:cNvSpPr>
            <a:spLocks noGrp="1"/>
          </p:cNvSpPr>
          <p:nvPr>
            <p:ph idx="1"/>
          </p:nvPr>
        </p:nvSpPr>
        <p:spPr>
          <a:xfrm>
            <a:off x="838200" y="1611092"/>
            <a:ext cx="6193997" cy="5018307"/>
          </a:xfrm>
        </p:spPr>
        <p:txBody>
          <a:bodyPr>
            <a:normAutofit/>
          </a:bodyPr>
          <a:lstStyle/>
          <a:p>
            <a:r>
              <a:rPr lang="en-IN" dirty="0"/>
              <a:t>Arrival</a:t>
            </a:r>
          </a:p>
          <a:p>
            <a:endParaRPr lang="en-IN" dirty="0"/>
          </a:p>
          <a:p>
            <a:r>
              <a:rPr lang="en-IN" dirty="0" err="1"/>
              <a:t>Send_All</a:t>
            </a:r>
            <a:endParaRPr lang="en-IN" dirty="0"/>
          </a:p>
        </p:txBody>
      </p:sp>
      <p:cxnSp>
        <p:nvCxnSpPr>
          <p:cNvPr id="63" name="Straight Connector 62">
            <a:extLst>
              <a:ext uri="{FF2B5EF4-FFF2-40B4-BE49-F238E27FC236}">
                <a16:creationId xmlns:a16="http://schemas.microsoft.com/office/drawing/2014/main" id="{0E5FC3F9-F805-A602-ADA4-39685DACAB03}"/>
              </a:ext>
            </a:extLst>
          </p:cNvPr>
          <p:cNvCxnSpPr/>
          <p:nvPr/>
        </p:nvCxnSpPr>
        <p:spPr>
          <a:xfrm>
            <a:off x="10755082" y="4071258"/>
            <a:ext cx="457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A10B462C-448E-7321-EBFA-FC3D5F6608B8}"/>
              </a:ext>
            </a:extLst>
          </p:cNvPr>
          <p:cNvGrpSpPr/>
          <p:nvPr/>
        </p:nvGrpSpPr>
        <p:grpSpPr>
          <a:xfrm>
            <a:off x="7990116" y="2719344"/>
            <a:ext cx="1310150" cy="2565881"/>
            <a:chOff x="8117411" y="2240372"/>
            <a:chExt cx="1444110" cy="2565881"/>
          </a:xfrm>
        </p:grpSpPr>
        <p:grpSp>
          <p:nvGrpSpPr>
            <p:cNvPr id="65" name="Group 25">
              <a:extLst>
                <a:ext uri="{FF2B5EF4-FFF2-40B4-BE49-F238E27FC236}">
                  <a16:creationId xmlns:a16="http://schemas.microsoft.com/office/drawing/2014/main" id="{B523041E-4567-1F4D-EBC2-21658D23B9F1}"/>
                </a:ext>
              </a:extLst>
            </p:cNvPr>
            <p:cNvGrpSpPr>
              <a:grpSpLocks/>
            </p:cNvGrpSpPr>
            <p:nvPr/>
          </p:nvGrpSpPr>
          <p:grpSpPr bwMode="auto">
            <a:xfrm>
              <a:off x="8117411" y="2240372"/>
              <a:ext cx="1404483" cy="760001"/>
              <a:chOff x="1670312" y="2562997"/>
              <a:chExt cx="940317" cy="565219"/>
            </a:xfrm>
          </p:grpSpPr>
          <p:grpSp>
            <p:nvGrpSpPr>
              <p:cNvPr id="88" name="Group 28">
                <a:extLst>
                  <a:ext uri="{FF2B5EF4-FFF2-40B4-BE49-F238E27FC236}">
                    <a16:creationId xmlns:a16="http://schemas.microsoft.com/office/drawing/2014/main" id="{68212AA9-F691-F52A-B5AB-B905913764E6}"/>
                  </a:ext>
                </a:extLst>
              </p:cNvPr>
              <p:cNvGrpSpPr>
                <a:grpSpLocks/>
              </p:cNvGrpSpPr>
              <p:nvPr/>
            </p:nvGrpSpPr>
            <p:grpSpPr bwMode="auto">
              <a:xfrm>
                <a:off x="1670312" y="2562997"/>
                <a:ext cx="929822" cy="565219"/>
                <a:chOff x="1670312" y="2562997"/>
                <a:chExt cx="929822" cy="565219"/>
              </a:xfrm>
            </p:grpSpPr>
            <p:sp>
              <p:nvSpPr>
                <p:cNvPr id="90" name="Rectangle 30">
                  <a:extLst>
                    <a:ext uri="{FF2B5EF4-FFF2-40B4-BE49-F238E27FC236}">
                      <a16:creationId xmlns:a16="http://schemas.microsoft.com/office/drawing/2014/main" id="{085FCA49-F473-206B-599D-C41079A1DC96}"/>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91" name="Straight Connector 31">
                  <a:extLst>
                    <a:ext uri="{FF2B5EF4-FFF2-40B4-BE49-F238E27FC236}">
                      <a16:creationId xmlns:a16="http://schemas.microsoft.com/office/drawing/2014/main" id="{D3BEE316-94D8-378B-B584-9FE7C63D31DF}"/>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Straight Connector 32">
                  <a:extLst>
                    <a:ext uri="{FF2B5EF4-FFF2-40B4-BE49-F238E27FC236}">
                      <a16:creationId xmlns:a16="http://schemas.microsoft.com/office/drawing/2014/main" id="{9877F650-1ADF-290E-81B1-B93278BBC59E}"/>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Straight Connector 33">
                  <a:extLst>
                    <a:ext uri="{FF2B5EF4-FFF2-40B4-BE49-F238E27FC236}">
                      <a16:creationId xmlns:a16="http://schemas.microsoft.com/office/drawing/2014/main" id="{1D7C125E-E8DF-29B8-F0CD-12B80263AC63}"/>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Straight Connector 34">
                  <a:extLst>
                    <a:ext uri="{FF2B5EF4-FFF2-40B4-BE49-F238E27FC236}">
                      <a16:creationId xmlns:a16="http://schemas.microsoft.com/office/drawing/2014/main" id="{D0A25FAC-BA8B-8637-43EC-2CD1E81085BB}"/>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Straight Connector 35">
                  <a:extLst>
                    <a:ext uri="{FF2B5EF4-FFF2-40B4-BE49-F238E27FC236}">
                      <a16:creationId xmlns:a16="http://schemas.microsoft.com/office/drawing/2014/main" id="{8CE4F0ED-9FCB-E933-A0B7-677156CB21DB}"/>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Straight Connector 36">
                  <a:extLst>
                    <a:ext uri="{FF2B5EF4-FFF2-40B4-BE49-F238E27FC236}">
                      <a16:creationId xmlns:a16="http://schemas.microsoft.com/office/drawing/2014/main" id="{B5EE027B-D6B1-49F6-797B-E819E3EBDCEC}"/>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Straight Connector 37">
                  <a:extLst>
                    <a:ext uri="{FF2B5EF4-FFF2-40B4-BE49-F238E27FC236}">
                      <a16:creationId xmlns:a16="http://schemas.microsoft.com/office/drawing/2014/main" id="{B24F2642-7E14-6078-F732-E47BD3A03DD8}"/>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9" name="Rectangle 29">
                <a:extLst>
                  <a:ext uri="{FF2B5EF4-FFF2-40B4-BE49-F238E27FC236}">
                    <a16:creationId xmlns:a16="http://schemas.microsoft.com/office/drawing/2014/main" id="{9F24FF17-CEFF-A650-F27F-8BD0BC4FC6E7}"/>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66" name="Group 25">
              <a:extLst>
                <a:ext uri="{FF2B5EF4-FFF2-40B4-BE49-F238E27FC236}">
                  <a16:creationId xmlns:a16="http://schemas.microsoft.com/office/drawing/2014/main" id="{44AB812C-0EBF-9D0C-1515-FD9375075F6B}"/>
                </a:ext>
              </a:extLst>
            </p:cNvPr>
            <p:cNvGrpSpPr>
              <a:grpSpLocks/>
            </p:cNvGrpSpPr>
            <p:nvPr/>
          </p:nvGrpSpPr>
          <p:grpSpPr bwMode="auto">
            <a:xfrm>
              <a:off x="8136990" y="3176315"/>
              <a:ext cx="1424531" cy="763274"/>
              <a:chOff x="1670312" y="2562997"/>
              <a:chExt cx="940318" cy="565219"/>
            </a:xfrm>
          </p:grpSpPr>
          <p:grpSp>
            <p:nvGrpSpPr>
              <p:cNvPr id="78" name="Group 77">
                <a:extLst>
                  <a:ext uri="{FF2B5EF4-FFF2-40B4-BE49-F238E27FC236}">
                    <a16:creationId xmlns:a16="http://schemas.microsoft.com/office/drawing/2014/main" id="{469CAF90-1919-2FFB-22A8-22ADBF097982}"/>
                  </a:ext>
                </a:extLst>
              </p:cNvPr>
              <p:cNvGrpSpPr>
                <a:grpSpLocks/>
              </p:cNvGrpSpPr>
              <p:nvPr/>
            </p:nvGrpSpPr>
            <p:grpSpPr bwMode="auto">
              <a:xfrm>
                <a:off x="1670312" y="2562997"/>
                <a:ext cx="929822" cy="565219"/>
                <a:chOff x="1670312" y="2562997"/>
                <a:chExt cx="929822" cy="565219"/>
              </a:xfrm>
            </p:grpSpPr>
            <p:sp>
              <p:nvSpPr>
                <p:cNvPr id="80" name="Rectangle 79">
                  <a:extLst>
                    <a:ext uri="{FF2B5EF4-FFF2-40B4-BE49-F238E27FC236}">
                      <a16:creationId xmlns:a16="http://schemas.microsoft.com/office/drawing/2014/main" id="{AEAA0818-60C1-3D95-9A55-E4A76482A82A}"/>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81" name="Straight Connector 80">
                  <a:extLst>
                    <a:ext uri="{FF2B5EF4-FFF2-40B4-BE49-F238E27FC236}">
                      <a16:creationId xmlns:a16="http://schemas.microsoft.com/office/drawing/2014/main" id="{B9C1A7EC-57C5-09D4-679B-D0AC3E092C2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Straight Connector 81">
                  <a:extLst>
                    <a:ext uri="{FF2B5EF4-FFF2-40B4-BE49-F238E27FC236}">
                      <a16:creationId xmlns:a16="http://schemas.microsoft.com/office/drawing/2014/main" id="{F6F34C31-870E-E202-F460-19632B24FCF1}"/>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Straight Connector 82">
                  <a:extLst>
                    <a:ext uri="{FF2B5EF4-FFF2-40B4-BE49-F238E27FC236}">
                      <a16:creationId xmlns:a16="http://schemas.microsoft.com/office/drawing/2014/main" id="{A7B49015-807C-5D33-772F-08D24D4B72F3}"/>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Straight Connector 83">
                  <a:extLst>
                    <a:ext uri="{FF2B5EF4-FFF2-40B4-BE49-F238E27FC236}">
                      <a16:creationId xmlns:a16="http://schemas.microsoft.com/office/drawing/2014/main" id="{5371142E-3079-1EAC-03C1-6F9FEE0CB580}"/>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Straight Connector 84">
                  <a:extLst>
                    <a:ext uri="{FF2B5EF4-FFF2-40B4-BE49-F238E27FC236}">
                      <a16:creationId xmlns:a16="http://schemas.microsoft.com/office/drawing/2014/main" id="{92FC9FF6-2242-EFBE-4F49-A0EA45164994}"/>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Straight Connector 85">
                  <a:extLst>
                    <a:ext uri="{FF2B5EF4-FFF2-40B4-BE49-F238E27FC236}">
                      <a16:creationId xmlns:a16="http://schemas.microsoft.com/office/drawing/2014/main" id="{7FAEF590-96B6-216D-C630-DE2C70CF0590}"/>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Straight Connector 86">
                  <a:extLst>
                    <a:ext uri="{FF2B5EF4-FFF2-40B4-BE49-F238E27FC236}">
                      <a16:creationId xmlns:a16="http://schemas.microsoft.com/office/drawing/2014/main" id="{97E6D37A-5050-0244-3E68-301C60E196DD}"/>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9" name="Rectangle 78">
                <a:extLst>
                  <a:ext uri="{FF2B5EF4-FFF2-40B4-BE49-F238E27FC236}">
                    <a16:creationId xmlns:a16="http://schemas.microsoft.com/office/drawing/2014/main" id="{82192724-6E6E-D38D-7E01-9C5F7A208E67}"/>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67" name="Group 25">
              <a:extLst>
                <a:ext uri="{FF2B5EF4-FFF2-40B4-BE49-F238E27FC236}">
                  <a16:creationId xmlns:a16="http://schemas.microsoft.com/office/drawing/2014/main" id="{4773A56D-0412-7EB1-CE35-A1187B6DED1D}"/>
                </a:ext>
              </a:extLst>
            </p:cNvPr>
            <p:cNvGrpSpPr>
              <a:grpSpLocks/>
            </p:cNvGrpSpPr>
            <p:nvPr/>
          </p:nvGrpSpPr>
          <p:grpSpPr bwMode="auto">
            <a:xfrm>
              <a:off x="8132733" y="4084509"/>
              <a:ext cx="1424529" cy="721744"/>
              <a:chOff x="1670312" y="2562997"/>
              <a:chExt cx="940317" cy="565219"/>
            </a:xfrm>
          </p:grpSpPr>
          <p:grpSp>
            <p:nvGrpSpPr>
              <p:cNvPr id="68" name="Group 67">
                <a:extLst>
                  <a:ext uri="{FF2B5EF4-FFF2-40B4-BE49-F238E27FC236}">
                    <a16:creationId xmlns:a16="http://schemas.microsoft.com/office/drawing/2014/main" id="{F8C43712-34DA-38E5-AA56-024F550AD4E9}"/>
                  </a:ext>
                </a:extLst>
              </p:cNvPr>
              <p:cNvGrpSpPr>
                <a:grpSpLocks/>
              </p:cNvGrpSpPr>
              <p:nvPr/>
            </p:nvGrpSpPr>
            <p:grpSpPr bwMode="auto">
              <a:xfrm>
                <a:off x="1670312" y="2562997"/>
                <a:ext cx="929822" cy="565219"/>
                <a:chOff x="1670312" y="2562997"/>
                <a:chExt cx="929822" cy="565219"/>
              </a:xfrm>
            </p:grpSpPr>
            <p:sp>
              <p:nvSpPr>
                <p:cNvPr id="70" name="Rectangle 69">
                  <a:extLst>
                    <a:ext uri="{FF2B5EF4-FFF2-40B4-BE49-F238E27FC236}">
                      <a16:creationId xmlns:a16="http://schemas.microsoft.com/office/drawing/2014/main" id="{91ED0BB6-30AB-4A94-687B-4E8941270BAD}"/>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71" name="Straight Connector 70">
                  <a:extLst>
                    <a:ext uri="{FF2B5EF4-FFF2-40B4-BE49-F238E27FC236}">
                      <a16:creationId xmlns:a16="http://schemas.microsoft.com/office/drawing/2014/main" id="{20912BD3-C3E7-74AD-60E4-38C6C65932B3}"/>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Straight Connector 71">
                  <a:extLst>
                    <a:ext uri="{FF2B5EF4-FFF2-40B4-BE49-F238E27FC236}">
                      <a16:creationId xmlns:a16="http://schemas.microsoft.com/office/drawing/2014/main" id="{738D7ACE-83F8-DF0C-61AE-0BA5EC9117F8}"/>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Straight Connector 72">
                  <a:extLst>
                    <a:ext uri="{FF2B5EF4-FFF2-40B4-BE49-F238E27FC236}">
                      <a16:creationId xmlns:a16="http://schemas.microsoft.com/office/drawing/2014/main" id="{6D25D38E-B204-C77F-A254-0B7C872377C1}"/>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Straight Connector 73">
                  <a:extLst>
                    <a:ext uri="{FF2B5EF4-FFF2-40B4-BE49-F238E27FC236}">
                      <a16:creationId xmlns:a16="http://schemas.microsoft.com/office/drawing/2014/main" id="{4703FF78-134C-7E3F-CE6C-7562594C5EB4}"/>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Straight Connector 74">
                  <a:extLst>
                    <a:ext uri="{FF2B5EF4-FFF2-40B4-BE49-F238E27FC236}">
                      <a16:creationId xmlns:a16="http://schemas.microsoft.com/office/drawing/2014/main" id="{35264FB1-A26D-F2EA-9EBF-536B0BE6933E}"/>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Straight Connector 75">
                  <a:extLst>
                    <a:ext uri="{FF2B5EF4-FFF2-40B4-BE49-F238E27FC236}">
                      <a16:creationId xmlns:a16="http://schemas.microsoft.com/office/drawing/2014/main" id="{1F445605-2DF2-2C21-B90D-7D421C20AD63}"/>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Straight Connector 76">
                  <a:extLst>
                    <a:ext uri="{FF2B5EF4-FFF2-40B4-BE49-F238E27FC236}">
                      <a16:creationId xmlns:a16="http://schemas.microsoft.com/office/drawing/2014/main" id="{8DF645A6-8496-14A3-055E-2221307E5465}"/>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9" name="Rectangle 68">
                <a:extLst>
                  <a:ext uri="{FF2B5EF4-FFF2-40B4-BE49-F238E27FC236}">
                    <a16:creationId xmlns:a16="http://schemas.microsoft.com/office/drawing/2014/main" id="{DFD1F61F-6B15-D11D-DC6B-0DE2B2AC149A}"/>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sp>
        <p:nvSpPr>
          <p:cNvPr id="98" name="Triangle 3">
            <a:extLst>
              <a:ext uri="{FF2B5EF4-FFF2-40B4-BE49-F238E27FC236}">
                <a16:creationId xmlns:a16="http://schemas.microsoft.com/office/drawing/2014/main" id="{0BD570A8-39B7-4F13-A386-0DC72CF7E084}"/>
              </a:ext>
            </a:extLst>
          </p:cNvPr>
          <p:cNvSpPr/>
          <p:nvPr/>
        </p:nvSpPr>
        <p:spPr>
          <a:xfrm rot="5400000">
            <a:off x="6881445" y="3717354"/>
            <a:ext cx="811706" cy="66540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99" name="Group 98">
            <a:extLst>
              <a:ext uri="{FF2B5EF4-FFF2-40B4-BE49-F238E27FC236}">
                <a16:creationId xmlns:a16="http://schemas.microsoft.com/office/drawing/2014/main" id="{68B00A50-523B-3FC7-20A1-99F3F94B3E0E}"/>
              </a:ext>
            </a:extLst>
          </p:cNvPr>
          <p:cNvGrpSpPr/>
          <p:nvPr/>
        </p:nvGrpSpPr>
        <p:grpSpPr>
          <a:xfrm>
            <a:off x="6303665" y="3871966"/>
            <a:ext cx="567187" cy="339970"/>
            <a:chOff x="9460523" y="6049108"/>
            <a:chExt cx="567187" cy="339970"/>
          </a:xfrm>
        </p:grpSpPr>
        <p:cxnSp>
          <p:nvCxnSpPr>
            <p:cNvPr id="100" name="Straight Arrow Connector 99">
              <a:extLst>
                <a:ext uri="{FF2B5EF4-FFF2-40B4-BE49-F238E27FC236}">
                  <a16:creationId xmlns:a16="http://schemas.microsoft.com/office/drawing/2014/main" id="{DA548883-E76C-930D-C788-59B279271743}"/>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C056C3D3-B257-DD88-59B6-2800DB44D851}"/>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C3571C37-4BE1-4DB4-0579-32BCA4FE6950}"/>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3" name="Group 102">
            <a:extLst>
              <a:ext uri="{FF2B5EF4-FFF2-40B4-BE49-F238E27FC236}">
                <a16:creationId xmlns:a16="http://schemas.microsoft.com/office/drawing/2014/main" id="{E7912172-4425-5555-55A8-0EEDB775A1BB}"/>
              </a:ext>
            </a:extLst>
          </p:cNvPr>
          <p:cNvGrpSpPr/>
          <p:nvPr/>
        </p:nvGrpSpPr>
        <p:grpSpPr>
          <a:xfrm>
            <a:off x="11245773" y="3893738"/>
            <a:ext cx="567187" cy="339970"/>
            <a:chOff x="9460523" y="6049108"/>
            <a:chExt cx="567187" cy="339970"/>
          </a:xfrm>
        </p:grpSpPr>
        <p:cxnSp>
          <p:nvCxnSpPr>
            <p:cNvPr id="104" name="Straight Arrow Connector 103">
              <a:extLst>
                <a:ext uri="{FF2B5EF4-FFF2-40B4-BE49-F238E27FC236}">
                  <a16:creationId xmlns:a16="http://schemas.microsoft.com/office/drawing/2014/main" id="{907B12A3-9467-190A-C292-3C055CA603BA}"/>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4E59C9A6-D80F-9678-1733-D0E66C2721BA}"/>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00DAE3E9-C703-C59D-48A6-B6310CCE3C33}"/>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107" name="TextBox 106">
            <a:extLst>
              <a:ext uri="{FF2B5EF4-FFF2-40B4-BE49-F238E27FC236}">
                <a16:creationId xmlns:a16="http://schemas.microsoft.com/office/drawing/2014/main" id="{D35BDE69-A9F8-17E6-95C7-A88B187CA075}"/>
              </a:ext>
            </a:extLst>
          </p:cNvPr>
          <p:cNvSpPr txBox="1"/>
          <p:nvPr/>
        </p:nvSpPr>
        <p:spPr>
          <a:xfrm>
            <a:off x="6576771" y="4550229"/>
            <a:ext cx="990656" cy="590931"/>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classify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arrivals</a:t>
            </a:r>
          </a:p>
        </p:txBody>
      </p:sp>
      <p:sp>
        <p:nvSpPr>
          <p:cNvPr id="108" name="TextBox 107">
            <a:extLst>
              <a:ext uri="{FF2B5EF4-FFF2-40B4-BE49-F238E27FC236}">
                <a16:creationId xmlns:a16="http://schemas.microsoft.com/office/drawing/2014/main" id="{B881DCC0-AD8F-7076-0EB0-7A287975002E}"/>
              </a:ext>
            </a:extLst>
          </p:cNvPr>
          <p:cNvSpPr txBox="1"/>
          <p:nvPr/>
        </p:nvSpPr>
        <p:spPr>
          <a:xfrm>
            <a:off x="10609189" y="4515922"/>
            <a:ext cx="1332224"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departures</a:t>
            </a:r>
          </a:p>
        </p:txBody>
      </p:sp>
      <p:cxnSp>
        <p:nvCxnSpPr>
          <p:cNvPr id="109" name="Straight Arrow Connector 108">
            <a:extLst>
              <a:ext uri="{FF2B5EF4-FFF2-40B4-BE49-F238E27FC236}">
                <a16:creationId xmlns:a16="http://schemas.microsoft.com/office/drawing/2014/main" id="{DAC0804E-4F17-840B-F245-0D831EFCB95A}"/>
              </a:ext>
            </a:extLst>
          </p:cNvPr>
          <p:cNvCxnSpPr>
            <a:cxnSpLocks/>
            <a:stCxn id="98" idx="0"/>
          </p:cNvCxnSpPr>
          <p:nvPr/>
        </p:nvCxnSpPr>
        <p:spPr>
          <a:xfrm flipV="1">
            <a:off x="7619999" y="3067495"/>
            <a:ext cx="682573" cy="982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151C0E49-060C-0462-7FCC-5DD3C82DC5FF}"/>
              </a:ext>
            </a:extLst>
          </p:cNvPr>
          <p:cNvCxnSpPr>
            <a:cxnSpLocks/>
          </p:cNvCxnSpPr>
          <p:nvPr/>
        </p:nvCxnSpPr>
        <p:spPr>
          <a:xfrm>
            <a:off x="7635460" y="4051945"/>
            <a:ext cx="69657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B2F0B04A-FEE4-D20C-3128-4896905DB2A7}"/>
              </a:ext>
            </a:extLst>
          </p:cNvPr>
          <p:cNvCxnSpPr>
            <a:cxnSpLocks/>
            <a:stCxn id="98" idx="0"/>
          </p:cNvCxnSpPr>
          <p:nvPr/>
        </p:nvCxnSpPr>
        <p:spPr>
          <a:xfrm>
            <a:off x="7619999" y="4050055"/>
            <a:ext cx="682055" cy="871416"/>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1776352A-1B99-D77E-9230-C9FF4777B86A}"/>
              </a:ext>
            </a:extLst>
          </p:cNvPr>
          <p:cNvCxnSpPr>
            <a:stCxn id="90" idx="3"/>
            <a:endCxn id="116" idx="2"/>
          </p:cNvCxnSpPr>
          <p:nvPr/>
        </p:nvCxnSpPr>
        <p:spPr>
          <a:xfrm>
            <a:off x="9250091" y="3097958"/>
            <a:ext cx="664252" cy="9427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0634BBB6-AD3C-6145-F523-FAD1576732FC}"/>
              </a:ext>
            </a:extLst>
          </p:cNvPr>
          <p:cNvCxnSpPr>
            <a:cxnSpLocks/>
            <a:stCxn id="70" idx="3"/>
            <a:endCxn id="116" idx="2"/>
          </p:cNvCxnSpPr>
          <p:nvPr/>
        </p:nvCxnSpPr>
        <p:spPr>
          <a:xfrm flipV="1">
            <a:off x="9281976" y="4040658"/>
            <a:ext cx="632367" cy="882379"/>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EB64E0B4-9D13-3850-4ECE-7C5FCAB371FF}"/>
              </a:ext>
            </a:extLst>
          </p:cNvPr>
          <p:cNvCxnSpPr>
            <a:cxnSpLocks/>
            <a:stCxn id="79" idx="3"/>
            <a:endCxn id="116" idx="2"/>
          </p:cNvCxnSpPr>
          <p:nvPr/>
        </p:nvCxnSpPr>
        <p:spPr>
          <a:xfrm>
            <a:off x="9300262" y="4039538"/>
            <a:ext cx="614081" cy="11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115" name="Group 114">
            <a:extLst>
              <a:ext uri="{FF2B5EF4-FFF2-40B4-BE49-F238E27FC236}">
                <a16:creationId xmlns:a16="http://schemas.microsoft.com/office/drawing/2014/main" id="{6C019358-91CB-2D7E-15A7-4BFD37CC9A92}"/>
              </a:ext>
            </a:extLst>
          </p:cNvPr>
          <p:cNvGrpSpPr/>
          <p:nvPr/>
        </p:nvGrpSpPr>
        <p:grpSpPr>
          <a:xfrm>
            <a:off x="9914343" y="3604072"/>
            <a:ext cx="877582" cy="1252645"/>
            <a:chOff x="9827263" y="3125100"/>
            <a:chExt cx="877582" cy="1252645"/>
          </a:xfrm>
        </p:grpSpPr>
        <p:sp>
          <p:nvSpPr>
            <p:cNvPr id="116" name="Oval 27">
              <a:extLst>
                <a:ext uri="{FF2B5EF4-FFF2-40B4-BE49-F238E27FC236}">
                  <a16:creationId xmlns:a16="http://schemas.microsoft.com/office/drawing/2014/main" id="{C8A5BE02-8F8C-FEE8-A30F-A11015D9E2B6}"/>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17" name="TextBox 116">
              <a:extLst>
                <a:ext uri="{FF2B5EF4-FFF2-40B4-BE49-F238E27FC236}">
                  <a16:creationId xmlns:a16="http://schemas.microsoft.com/office/drawing/2014/main" id="{E0AA36FA-6489-161A-59E3-6AEE64F8472D}"/>
                </a:ext>
              </a:extLst>
            </p:cNvPr>
            <p:cNvSpPr txBox="1"/>
            <p:nvPr/>
          </p:nvSpPr>
          <p:spPr>
            <a:xfrm>
              <a:off x="9952468" y="4033035"/>
              <a:ext cx="554960"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link</a:t>
              </a:r>
            </a:p>
          </p:txBody>
        </p:sp>
        <p:sp>
          <p:nvSpPr>
            <p:cNvPr id="118" name="TextBox 117">
              <a:extLst>
                <a:ext uri="{FF2B5EF4-FFF2-40B4-BE49-F238E27FC236}">
                  <a16:creationId xmlns:a16="http://schemas.microsoft.com/office/drawing/2014/main" id="{CAE34333-D503-4538-7D6E-404FBDB903DC}"/>
                </a:ext>
              </a:extLst>
            </p:cNvPr>
            <p:cNvSpPr txBox="1"/>
            <p:nvPr/>
          </p:nvSpPr>
          <p:spPr>
            <a:xfrm>
              <a:off x="10086588" y="3391108"/>
              <a:ext cx="351378" cy="395173"/>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grpSp>
        <p:nvGrpSpPr>
          <p:cNvPr id="119" name="Group 118">
            <a:extLst>
              <a:ext uri="{FF2B5EF4-FFF2-40B4-BE49-F238E27FC236}">
                <a16:creationId xmlns:a16="http://schemas.microsoft.com/office/drawing/2014/main" id="{F1D27CC5-E068-843F-CAC5-E84146BC3E52}"/>
              </a:ext>
            </a:extLst>
          </p:cNvPr>
          <p:cNvGrpSpPr/>
          <p:nvPr/>
        </p:nvGrpSpPr>
        <p:grpSpPr>
          <a:xfrm>
            <a:off x="8807568" y="2894368"/>
            <a:ext cx="1104182" cy="2221918"/>
            <a:chOff x="8807568" y="2894368"/>
            <a:chExt cx="1104182" cy="2221918"/>
          </a:xfrm>
        </p:grpSpPr>
        <p:grpSp>
          <p:nvGrpSpPr>
            <p:cNvPr id="120" name="Group 119">
              <a:extLst>
                <a:ext uri="{FF2B5EF4-FFF2-40B4-BE49-F238E27FC236}">
                  <a16:creationId xmlns:a16="http://schemas.microsoft.com/office/drawing/2014/main" id="{EF2E8BF4-0CAD-E752-E752-425B205185B1}"/>
                </a:ext>
              </a:extLst>
            </p:cNvPr>
            <p:cNvGrpSpPr/>
            <p:nvPr/>
          </p:nvGrpSpPr>
          <p:grpSpPr>
            <a:xfrm>
              <a:off x="9470570" y="2939143"/>
              <a:ext cx="441180" cy="2177143"/>
              <a:chOff x="9470570" y="2939143"/>
              <a:chExt cx="441180" cy="2177143"/>
            </a:xfrm>
          </p:grpSpPr>
          <p:sp>
            <p:nvSpPr>
              <p:cNvPr id="131" name="Oval 130">
                <a:extLst>
                  <a:ext uri="{FF2B5EF4-FFF2-40B4-BE49-F238E27FC236}">
                    <a16:creationId xmlns:a16="http://schemas.microsoft.com/office/drawing/2014/main" id="{3CE0B6B3-A1B7-309A-53CF-BDAF77FBBAD9}"/>
                  </a:ext>
                </a:extLst>
              </p:cNvPr>
              <p:cNvSpPr/>
              <p:nvPr/>
            </p:nvSpPr>
            <p:spPr>
              <a:xfrm>
                <a:off x="9470570" y="2939143"/>
                <a:ext cx="348343" cy="2177143"/>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2" name="Rectangle 131">
                <a:extLst>
                  <a:ext uri="{FF2B5EF4-FFF2-40B4-BE49-F238E27FC236}">
                    <a16:creationId xmlns:a16="http://schemas.microsoft.com/office/drawing/2014/main" id="{6F33F0BF-AE2C-6748-0135-BAB5A7993EB7}"/>
                  </a:ext>
                </a:extLst>
              </p:cNvPr>
              <p:cNvSpPr/>
              <p:nvPr/>
            </p:nvSpPr>
            <p:spPr>
              <a:xfrm>
                <a:off x="9716218" y="3095651"/>
                <a:ext cx="195532" cy="58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33" name="Straight Arrow Connector 132">
                <a:extLst>
                  <a:ext uri="{FF2B5EF4-FFF2-40B4-BE49-F238E27FC236}">
                    <a16:creationId xmlns:a16="http://schemas.microsoft.com/office/drawing/2014/main" id="{03F3246E-5A50-4FBA-DD15-F38EC0DDA59E}"/>
                  </a:ext>
                </a:extLst>
              </p:cNvPr>
              <p:cNvCxnSpPr/>
              <p:nvPr/>
            </p:nvCxnSpPr>
            <p:spPr>
              <a:xfrm flipV="1">
                <a:off x="9808687" y="3573214"/>
                <a:ext cx="0" cy="261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1" name="Group 120">
              <a:extLst>
                <a:ext uri="{FF2B5EF4-FFF2-40B4-BE49-F238E27FC236}">
                  <a16:creationId xmlns:a16="http://schemas.microsoft.com/office/drawing/2014/main" id="{7E9FB562-7D86-5731-428A-AADA450F6181}"/>
                </a:ext>
              </a:extLst>
            </p:cNvPr>
            <p:cNvGrpSpPr/>
            <p:nvPr/>
          </p:nvGrpSpPr>
          <p:grpSpPr>
            <a:xfrm>
              <a:off x="8807568" y="2894368"/>
              <a:ext cx="457076" cy="2191108"/>
              <a:chOff x="8807568" y="2894368"/>
              <a:chExt cx="457076" cy="2191108"/>
            </a:xfrm>
          </p:grpSpPr>
          <p:grpSp>
            <p:nvGrpSpPr>
              <p:cNvPr id="122" name="Group 121">
                <a:extLst>
                  <a:ext uri="{FF2B5EF4-FFF2-40B4-BE49-F238E27FC236}">
                    <a16:creationId xmlns:a16="http://schemas.microsoft.com/office/drawing/2014/main" id="{D7DF7C27-1E8F-FAD7-EFEF-2F82A47AF599}"/>
                  </a:ext>
                </a:extLst>
              </p:cNvPr>
              <p:cNvGrpSpPr/>
              <p:nvPr/>
            </p:nvGrpSpPr>
            <p:grpSpPr>
              <a:xfrm>
                <a:off x="8807568" y="2894368"/>
                <a:ext cx="428322" cy="385312"/>
                <a:chOff x="10311441" y="2346385"/>
                <a:chExt cx="428322" cy="385312"/>
              </a:xfrm>
            </p:grpSpPr>
            <p:sp>
              <p:nvSpPr>
                <p:cNvPr id="129" name="Oval 128">
                  <a:extLst>
                    <a:ext uri="{FF2B5EF4-FFF2-40B4-BE49-F238E27FC236}">
                      <a16:creationId xmlns:a16="http://schemas.microsoft.com/office/drawing/2014/main" id="{E82F1706-77C5-105E-1404-A9BF177FEC2B}"/>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0" name="TextBox 129">
                  <a:extLst>
                    <a:ext uri="{FF2B5EF4-FFF2-40B4-BE49-F238E27FC236}">
                      <a16:creationId xmlns:a16="http://schemas.microsoft.com/office/drawing/2014/main" id="{20E6528E-070A-10CF-1C3D-1E93E9EB0E7F}"/>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1</a:t>
                  </a:r>
                </a:p>
              </p:txBody>
            </p:sp>
          </p:grpSp>
          <p:grpSp>
            <p:nvGrpSpPr>
              <p:cNvPr id="123" name="Group 122">
                <a:extLst>
                  <a:ext uri="{FF2B5EF4-FFF2-40B4-BE49-F238E27FC236}">
                    <a16:creationId xmlns:a16="http://schemas.microsoft.com/office/drawing/2014/main" id="{CBBF8FF8-5DCF-D56A-8432-7551E8004BAE}"/>
                  </a:ext>
                </a:extLst>
              </p:cNvPr>
              <p:cNvGrpSpPr/>
              <p:nvPr/>
            </p:nvGrpSpPr>
            <p:grpSpPr>
              <a:xfrm>
                <a:off x="8827696" y="3823145"/>
                <a:ext cx="428322" cy="385312"/>
                <a:chOff x="10311441" y="2346385"/>
                <a:chExt cx="428322" cy="385312"/>
              </a:xfrm>
            </p:grpSpPr>
            <p:sp>
              <p:nvSpPr>
                <p:cNvPr id="127" name="Oval 126">
                  <a:extLst>
                    <a:ext uri="{FF2B5EF4-FFF2-40B4-BE49-F238E27FC236}">
                      <a16:creationId xmlns:a16="http://schemas.microsoft.com/office/drawing/2014/main" id="{B69EAC56-BB47-4570-0270-3F29D04200A1}"/>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8" name="TextBox 127">
                  <a:extLst>
                    <a:ext uri="{FF2B5EF4-FFF2-40B4-BE49-F238E27FC236}">
                      <a16:creationId xmlns:a16="http://schemas.microsoft.com/office/drawing/2014/main" id="{88B769C1-75D0-49BF-3B22-D9ACA68F0965}"/>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2</a:t>
                  </a:r>
                </a:p>
              </p:txBody>
            </p:sp>
          </p:grpSp>
          <p:grpSp>
            <p:nvGrpSpPr>
              <p:cNvPr id="124" name="Group 123">
                <a:extLst>
                  <a:ext uri="{FF2B5EF4-FFF2-40B4-BE49-F238E27FC236}">
                    <a16:creationId xmlns:a16="http://schemas.microsoft.com/office/drawing/2014/main" id="{B771F4BA-FC7B-126B-7AC7-B81E80492D88}"/>
                  </a:ext>
                </a:extLst>
              </p:cNvPr>
              <p:cNvGrpSpPr/>
              <p:nvPr/>
            </p:nvGrpSpPr>
            <p:grpSpPr>
              <a:xfrm>
                <a:off x="8836322" y="4700164"/>
                <a:ext cx="428322" cy="385312"/>
                <a:chOff x="10311441" y="2346385"/>
                <a:chExt cx="428322" cy="385312"/>
              </a:xfrm>
            </p:grpSpPr>
            <p:sp>
              <p:nvSpPr>
                <p:cNvPr id="125" name="Oval 124">
                  <a:extLst>
                    <a:ext uri="{FF2B5EF4-FFF2-40B4-BE49-F238E27FC236}">
                      <a16:creationId xmlns:a16="http://schemas.microsoft.com/office/drawing/2014/main" id="{774B6206-07AB-8D12-A153-B58B4750EB7C}"/>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6" name="TextBox 125">
                  <a:extLst>
                    <a:ext uri="{FF2B5EF4-FFF2-40B4-BE49-F238E27FC236}">
                      <a16:creationId xmlns:a16="http://schemas.microsoft.com/office/drawing/2014/main" id="{80DBEF9F-0440-2CBE-DF87-FD9C654FA10C}"/>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3</a:t>
                  </a:r>
                </a:p>
              </p:txBody>
            </p:sp>
          </p:grpSp>
        </p:grpSp>
      </p:gr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52AE7F4-5DFF-4343-13F8-3D7E6D26D150}"/>
                  </a:ext>
                </a:extLst>
              </p14:cNvPr>
              <p14:cNvContentPartPr/>
              <p14:nvPr/>
            </p14:nvContentPartPr>
            <p14:xfrm>
              <a:off x="2091240" y="1586160"/>
              <a:ext cx="7704720" cy="5209200"/>
            </p14:xfrm>
          </p:contentPart>
        </mc:Choice>
        <mc:Fallback xmlns="">
          <p:pic>
            <p:nvPicPr>
              <p:cNvPr id="4" name="Ink 3">
                <a:extLst>
                  <a:ext uri="{FF2B5EF4-FFF2-40B4-BE49-F238E27FC236}">
                    <a16:creationId xmlns:a16="http://schemas.microsoft.com/office/drawing/2014/main" id="{A52AE7F4-5DFF-4343-13F8-3D7E6D26D150}"/>
                  </a:ext>
                </a:extLst>
              </p:cNvPr>
              <p:cNvPicPr/>
              <p:nvPr/>
            </p:nvPicPr>
            <p:blipFill>
              <a:blip r:embed="rId3"/>
              <a:stretch>
                <a:fillRect/>
              </a:stretch>
            </p:blipFill>
            <p:spPr>
              <a:xfrm>
                <a:off x="2081880" y="1576800"/>
                <a:ext cx="7723440" cy="5227920"/>
              </a:xfrm>
              <a:prstGeom prst="rect">
                <a:avLst/>
              </a:prstGeom>
            </p:spPr>
          </p:pic>
        </mc:Fallback>
      </mc:AlternateContent>
      <p:sp>
        <p:nvSpPr>
          <p:cNvPr id="5" name="TextBox 28">
            <a:extLst>
              <a:ext uri="{FF2B5EF4-FFF2-40B4-BE49-F238E27FC236}">
                <a16:creationId xmlns:a16="http://schemas.microsoft.com/office/drawing/2014/main" id="{ABBEAA8C-18EF-1C71-CAF6-6460420DF171}"/>
              </a:ext>
            </a:extLst>
          </p:cNvPr>
          <p:cNvSpPr txBox="1"/>
          <p:nvPr/>
        </p:nvSpPr>
        <p:spPr>
          <a:xfrm>
            <a:off x="7576449"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205005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dissolve">
                                      <p:cBhvr>
                                        <p:cTn id="7"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0B965-6494-990E-02B2-AFE6484DD8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2FBD1-6466-2EED-A102-8AFD0F171150}"/>
              </a:ext>
            </a:extLst>
          </p:cNvPr>
          <p:cNvSpPr>
            <a:spLocks noGrp="1"/>
          </p:cNvSpPr>
          <p:nvPr>
            <p:ph type="title"/>
          </p:nvPr>
        </p:nvSpPr>
        <p:spPr/>
        <p:txBody>
          <a:bodyPr/>
          <a:lstStyle/>
          <a:p>
            <a:r>
              <a:rPr lang="en-IN" dirty="0"/>
              <a:t>Round Robin and Weighted Fair queueing</a:t>
            </a:r>
          </a:p>
        </p:txBody>
      </p:sp>
      <p:sp>
        <p:nvSpPr>
          <p:cNvPr id="3" name="Content Placeholder 2">
            <a:extLst>
              <a:ext uri="{FF2B5EF4-FFF2-40B4-BE49-F238E27FC236}">
                <a16:creationId xmlns:a16="http://schemas.microsoft.com/office/drawing/2014/main" id="{E7AF65CF-C0AE-E247-4F9A-199F2D8CEB05}"/>
              </a:ext>
            </a:extLst>
          </p:cNvPr>
          <p:cNvSpPr>
            <a:spLocks noGrp="1"/>
          </p:cNvSpPr>
          <p:nvPr>
            <p:ph idx="1"/>
          </p:nvPr>
        </p:nvSpPr>
        <p:spPr>
          <a:xfrm>
            <a:off x="838200" y="1611092"/>
            <a:ext cx="6193997" cy="5018307"/>
          </a:xfrm>
        </p:spPr>
        <p:txBody>
          <a:bodyPr>
            <a:normAutofit fontScale="85000" lnSpcReduction="20000"/>
          </a:bodyPr>
          <a:lstStyle/>
          <a:p>
            <a:r>
              <a:rPr lang="en-IN" dirty="0"/>
              <a:t>Arrival</a:t>
            </a:r>
          </a:p>
          <a:p>
            <a:pPr marL="457200" lvl="1" indent="0">
              <a:buNone/>
            </a:pP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 classify(packet)</a:t>
            </a:r>
          </a:p>
          <a:p>
            <a:pPr marL="457200" lvl="1" indent="0">
              <a:buNone/>
            </a:pPr>
            <a:r>
              <a:rPr lang="en-IN" dirty="0">
                <a:latin typeface="Arial" panose="020B0604020202020204" pitchFamily="34" charset="0"/>
                <a:cs typeface="Arial" panose="020B0604020202020204" pitchFamily="34" charset="0"/>
              </a:rPr>
              <a:t>enqueue(Q[</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packet)</a:t>
            </a:r>
            <a:endParaRPr lang="en-IN" dirty="0"/>
          </a:p>
          <a:p>
            <a:r>
              <a:rPr lang="en-IN" dirty="0" err="1"/>
              <a:t>Send_All</a:t>
            </a:r>
            <a:endParaRPr lang="en-IN" dirty="0"/>
          </a:p>
          <a:p>
            <a:pPr marL="457200" lvl="1" indent="0">
              <a:buNone/>
            </a:pPr>
            <a:r>
              <a:rPr lang="en-IN" dirty="0">
                <a:latin typeface="Arial" panose="020B0604020202020204" pitchFamily="34" charset="0"/>
                <a:cs typeface="Arial" panose="020B0604020202020204" pitchFamily="34" charset="0"/>
              </a:rPr>
              <a:t>do {</a:t>
            </a:r>
          </a:p>
          <a:p>
            <a:pPr marL="457200" lvl="1" indent="0">
              <a:buNone/>
            </a:pPr>
            <a:r>
              <a:rPr lang="en-IN" dirty="0">
                <a:latin typeface="Arial" panose="020B0604020202020204" pitchFamily="34" charset="0"/>
                <a:cs typeface="Arial" panose="020B0604020202020204" pitchFamily="34" charset="0"/>
              </a:rPr>
              <a:t>   retry = false;</a:t>
            </a:r>
          </a:p>
          <a:p>
            <a:pPr marL="457200" lvl="1" indent="0">
              <a:buNone/>
            </a:pPr>
            <a:r>
              <a:rPr lang="en-IN" dirty="0">
                <a:latin typeface="Arial" panose="020B0604020202020204" pitchFamily="34" charset="0"/>
                <a:cs typeface="Arial" panose="020B0604020202020204" pitchFamily="34" charset="0"/>
              </a:rPr>
              <a:t>   for </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 1 to N {</a:t>
            </a:r>
          </a:p>
          <a:p>
            <a:pPr marL="457200" lvl="1" indent="0">
              <a:buNone/>
            </a:pPr>
            <a:r>
              <a:rPr lang="en-IN" dirty="0">
                <a:latin typeface="Arial" panose="020B0604020202020204" pitchFamily="34" charset="0"/>
                <a:cs typeface="Arial" panose="020B0604020202020204" pitchFamily="34" charset="0"/>
              </a:rPr>
              <a:t>       if (!empty(Q[</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a:t>
            </a:r>
          </a:p>
          <a:p>
            <a:pPr marL="457200" lvl="1" indent="0">
              <a:buNone/>
            </a:pPr>
            <a:r>
              <a:rPr lang="en-IN" dirty="0">
                <a:latin typeface="Arial" panose="020B0604020202020204" pitchFamily="34" charset="0"/>
                <a:cs typeface="Arial" panose="020B0604020202020204" pitchFamily="34" charset="0"/>
              </a:rPr>
              <a:t>           w = weight[</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 number of packets</a:t>
            </a:r>
          </a:p>
          <a:p>
            <a:pPr marL="457200" lvl="1" indent="0">
              <a:buNone/>
            </a:pPr>
            <a:r>
              <a:rPr lang="en-IN" dirty="0">
                <a:latin typeface="Arial" panose="020B0604020202020204" pitchFamily="34" charset="0"/>
                <a:cs typeface="Arial" panose="020B0604020202020204" pitchFamily="34" charset="0"/>
              </a:rPr>
              <a:t>           while (w &gt; 0 &amp;&amp; !empty(Q[</a:t>
            </a:r>
            <a:r>
              <a:rPr lang="en-IN" dirty="0" err="1">
                <a:latin typeface="Arial" panose="020B0604020202020204" pitchFamily="34" charset="0"/>
                <a:cs typeface="Arial" panose="020B0604020202020204" pitchFamily="34" charset="0"/>
              </a:rPr>
              <a:t>i</a:t>
            </a:r>
            <a:r>
              <a:rPr lang="en-IN" dirty="0">
                <a:latin typeface="Arial" panose="020B0604020202020204" pitchFamily="34" charset="0"/>
                <a:cs typeface="Arial" panose="020B0604020202020204" pitchFamily="34" charset="0"/>
              </a:rPr>
              <a:t>])) {</a:t>
            </a:r>
          </a:p>
          <a:p>
            <a:pPr marL="457200" lvl="1" indent="0">
              <a:buNone/>
            </a:pPr>
            <a:r>
              <a:rPr lang="en-IN" dirty="0">
                <a:latin typeface="Arial" panose="020B0604020202020204" pitchFamily="34" charset="0"/>
                <a:cs typeface="Arial" panose="020B0604020202020204" pitchFamily="34" charset="0"/>
              </a:rPr>
              <a:t>               packet = dequeue(q);</a:t>
            </a:r>
          </a:p>
          <a:p>
            <a:pPr marL="457200" lvl="1" indent="0">
              <a:buNone/>
            </a:pPr>
            <a:r>
              <a:rPr lang="en-IN" dirty="0">
                <a:latin typeface="Arial" panose="020B0604020202020204" pitchFamily="34" charset="0"/>
                <a:cs typeface="Arial" panose="020B0604020202020204" pitchFamily="34" charset="0"/>
              </a:rPr>
              <a:t>               send(packet);</a:t>
            </a:r>
          </a:p>
          <a:p>
            <a:pPr marL="457200" lvl="1" indent="0">
              <a:buNone/>
            </a:pPr>
            <a:r>
              <a:rPr lang="en-IN" dirty="0">
                <a:latin typeface="Arial" panose="020B0604020202020204" pitchFamily="34" charset="0"/>
                <a:cs typeface="Arial" panose="020B0604020202020204" pitchFamily="34" charset="0"/>
              </a:rPr>
              <a:t>               w--;   retry = true;         </a:t>
            </a:r>
          </a:p>
          <a:p>
            <a:pPr marL="457200" lvl="1" indent="0">
              <a:buNone/>
            </a:pPr>
            <a:r>
              <a:rPr lang="en-IN" dirty="0">
                <a:latin typeface="Arial" panose="020B0604020202020204" pitchFamily="34" charset="0"/>
                <a:cs typeface="Arial" panose="020B0604020202020204" pitchFamily="34" charset="0"/>
              </a:rPr>
              <a:t>           }</a:t>
            </a:r>
          </a:p>
          <a:p>
            <a:pPr marL="457200" lvl="1" indent="0">
              <a:buNone/>
            </a:pPr>
            <a:r>
              <a:rPr lang="en-IN" dirty="0">
                <a:latin typeface="Arial" panose="020B0604020202020204" pitchFamily="34" charset="0"/>
                <a:cs typeface="Arial" panose="020B0604020202020204" pitchFamily="34" charset="0"/>
              </a:rPr>
              <a:t>        }</a:t>
            </a:r>
          </a:p>
          <a:p>
            <a:pPr marL="457200" lvl="1" indent="0">
              <a:buNone/>
            </a:pPr>
            <a:r>
              <a:rPr lang="en-IN" dirty="0">
                <a:latin typeface="Arial" panose="020B0604020202020204" pitchFamily="34" charset="0"/>
                <a:cs typeface="Arial" panose="020B0604020202020204" pitchFamily="34" charset="0"/>
              </a:rPr>
              <a:t>    }</a:t>
            </a:r>
          </a:p>
          <a:p>
            <a:pPr marL="457200" lvl="1" indent="0">
              <a:buNone/>
            </a:pPr>
            <a:r>
              <a:rPr lang="en-IN" dirty="0">
                <a:latin typeface="Arial" panose="020B0604020202020204" pitchFamily="34" charset="0"/>
                <a:cs typeface="Arial" panose="020B0604020202020204" pitchFamily="34" charset="0"/>
              </a:rPr>
              <a:t>} while (retry);</a:t>
            </a:r>
          </a:p>
        </p:txBody>
      </p:sp>
      <p:cxnSp>
        <p:nvCxnSpPr>
          <p:cNvPr id="63" name="Straight Connector 62">
            <a:extLst>
              <a:ext uri="{FF2B5EF4-FFF2-40B4-BE49-F238E27FC236}">
                <a16:creationId xmlns:a16="http://schemas.microsoft.com/office/drawing/2014/main" id="{C20D4C8E-45D0-CD35-BD77-7AD16D560D19}"/>
              </a:ext>
            </a:extLst>
          </p:cNvPr>
          <p:cNvCxnSpPr/>
          <p:nvPr/>
        </p:nvCxnSpPr>
        <p:spPr>
          <a:xfrm>
            <a:off x="10755082" y="4071258"/>
            <a:ext cx="457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AA8866B2-2473-D71B-ADC3-F64C6A010286}"/>
              </a:ext>
            </a:extLst>
          </p:cNvPr>
          <p:cNvGrpSpPr/>
          <p:nvPr/>
        </p:nvGrpSpPr>
        <p:grpSpPr>
          <a:xfrm>
            <a:off x="7990116" y="2719344"/>
            <a:ext cx="1310150" cy="2565881"/>
            <a:chOff x="8117411" y="2240372"/>
            <a:chExt cx="1444110" cy="2565881"/>
          </a:xfrm>
        </p:grpSpPr>
        <p:grpSp>
          <p:nvGrpSpPr>
            <p:cNvPr id="65" name="Group 25">
              <a:extLst>
                <a:ext uri="{FF2B5EF4-FFF2-40B4-BE49-F238E27FC236}">
                  <a16:creationId xmlns:a16="http://schemas.microsoft.com/office/drawing/2014/main" id="{5C3F1E1D-CC85-1D57-C066-14FF4857AFF9}"/>
                </a:ext>
              </a:extLst>
            </p:cNvPr>
            <p:cNvGrpSpPr>
              <a:grpSpLocks/>
            </p:cNvGrpSpPr>
            <p:nvPr/>
          </p:nvGrpSpPr>
          <p:grpSpPr bwMode="auto">
            <a:xfrm>
              <a:off x="8117411" y="2240372"/>
              <a:ext cx="1404483" cy="760001"/>
              <a:chOff x="1670312" y="2562997"/>
              <a:chExt cx="940317" cy="565219"/>
            </a:xfrm>
          </p:grpSpPr>
          <p:grpSp>
            <p:nvGrpSpPr>
              <p:cNvPr id="88" name="Group 28">
                <a:extLst>
                  <a:ext uri="{FF2B5EF4-FFF2-40B4-BE49-F238E27FC236}">
                    <a16:creationId xmlns:a16="http://schemas.microsoft.com/office/drawing/2014/main" id="{A410FD2E-52F4-7B61-7E9E-501BB3F06B9D}"/>
                  </a:ext>
                </a:extLst>
              </p:cNvPr>
              <p:cNvGrpSpPr>
                <a:grpSpLocks/>
              </p:cNvGrpSpPr>
              <p:nvPr/>
            </p:nvGrpSpPr>
            <p:grpSpPr bwMode="auto">
              <a:xfrm>
                <a:off x="1670312" y="2562997"/>
                <a:ext cx="929822" cy="565219"/>
                <a:chOff x="1670312" y="2562997"/>
                <a:chExt cx="929822" cy="565219"/>
              </a:xfrm>
            </p:grpSpPr>
            <p:sp>
              <p:nvSpPr>
                <p:cNvPr id="90" name="Rectangle 30">
                  <a:extLst>
                    <a:ext uri="{FF2B5EF4-FFF2-40B4-BE49-F238E27FC236}">
                      <a16:creationId xmlns:a16="http://schemas.microsoft.com/office/drawing/2014/main" id="{091AC467-4E34-8E3D-C14C-451585416C27}"/>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91" name="Straight Connector 31">
                  <a:extLst>
                    <a:ext uri="{FF2B5EF4-FFF2-40B4-BE49-F238E27FC236}">
                      <a16:creationId xmlns:a16="http://schemas.microsoft.com/office/drawing/2014/main" id="{420EB3B8-2252-8A75-2F8F-CCEAB1140F51}"/>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Straight Connector 32">
                  <a:extLst>
                    <a:ext uri="{FF2B5EF4-FFF2-40B4-BE49-F238E27FC236}">
                      <a16:creationId xmlns:a16="http://schemas.microsoft.com/office/drawing/2014/main" id="{3DE4EDB5-ABC4-F5FB-3591-5D971CC24AAB}"/>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Straight Connector 33">
                  <a:extLst>
                    <a:ext uri="{FF2B5EF4-FFF2-40B4-BE49-F238E27FC236}">
                      <a16:creationId xmlns:a16="http://schemas.microsoft.com/office/drawing/2014/main" id="{A33EE16A-94F6-8851-D68E-0E4E31559847}"/>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Straight Connector 34">
                  <a:extLst>
                    <a:ext uri="{FF2B5EF4-FFF2-40B4-BE49-F238E27FC236}">
                      <a16:creationId xmlns:a16="http://schemas.microsoft.com/office/drawing/2014/main" id="{A0998829-E08F-8BF9-18CD-BF8FB73453B4}"/>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Straight Connector 35">
                  <a:extLst>
                    <a:ext uri="{FF2B5EF4-FFF2-40B4-BE49-F238E27FC236}">
                      <a16:creationId xmlns:a16="http://schemas.microsoft.com/office/drawing/2014/main" id="{92BDCB79-49C0-7768-D8DD-651DF7054E9A}"/>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Straight Connector 36">
                  <a:extLst>
                    <a:ext uri="{FF2B5EF4-FFF2-40B4-BE49-F238E27FC236}">
                      <a16:creationId xmlns:a16="http://schemas.microsoft.com/office/drawing/2014/main" id="{8A46E479-49BF-86D7-3A6D-D65979DA9106}"/>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Straight Connector 37">
                  <a:extLst>
                    <a:ext uri="{FF2B5EF4-FFF2-40B4-BE49-F238E27FC236}">
                      <a16:creationId xmlns:a16="http://schemas.microsoft.com/office/drawing/2014/main" id="{011FA3EF-79AD-2DCC-0F5A-1743426A45B8}"/>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9" name="Rectangle 29">
                <a:extLst>
                  <a:ext uri="{FF2B5EF4-FFF2-40B4-BE49-F238E27FC236}">
                    <a16:creationId xmlns:a16="http://schemas.microsoft.com/office/drawing/2014/main" id="{5AD532D6-8DAB-C7E2-0D3E-7356BCF0CCA0}"/>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66" name="Group 25">
              <a:extLst>
                <a:ext uri="{FF2B5EF4-FFF2-40B4-BE49-F238E27FC236}">
                  <a16:creationId xmlns:a16="http://schemas.microsoft.com/office/drawing/2014/main" id="{C427FC26-A4B5-182C-EF00-CA204E259B7A}"/>
                </a:ext>
              </a:extLst>
            </p:cNvPr>
            <p:cNvGrpSpPr>
              <a:grpSpLocks/>
            </p:cNvGrpSpPr>
            <p:nvPr/>
          </p:nvGrpSpPr>
          <p:grpSpPr bwMode="auto">
            <a:xfrm>
              <a:off x="8136990" y="3176315"/>
              <a:ext cx="1424531" cy="763274"/>
              <a:chOff x="1670312" y="2562997"/>
              <a:chExt cx="940318" cy="565219"/>
            </a:xfrm>
          </p:grpSpPr>
          <p:grpSp>
            <p:nvGrpSpPr>
              <p:cNvPr id="78" name="Group 77">
                <a:extLst>
                  <a:ext uri="{FF2B5EF4-FFF2-40B4-BE49-F238E27FC236}">
                    <a16:creationId xmlns:a16="http://schemas.microsoft.com/office/drawing/2014/main" id="{6D1C67F3-1B1D-7AEC-8802-385E7784AD23}"/>
                  </a:ext>
                </a:extLst>
              </p:cNvPr>
              <p:cNvGrpSpPr>
                <a:grpSpLocks/>
              </p:cNvGrpSpPr>
              <p:nvPr/>
            </p:nvGrpSpPr>
            <p:grpSpPr bwMode="auto">
              <a:xfrm>
                <a:off x="1670312" y="2562997"/>
                <a:ext cx="929822" cy="565219"/>
                <a:chOff x="1670312" y="2562997"/>
                <a:chExt cx="929822" cy="565219"/>
              </a:xfrm>
            </p:grpSpPr>
            <p:sp>
              <p:nvSpPr>
                <p:cNvPr id="80" name="Rectangle 79">
                  <a:extLst>
                    <a:ext uri="{FF2B5EF4-FFF2-40B4-BE49-F238E27FC236}">
                      <a16:creationId xmlns:a16="http://schemas.microsoft.com/office/drawing/2014/main" id="{2089A859-86CD-68C2-5164-00137E9C5215}"/>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81" name="Straight Connector 80">
                  <a:extLst>
                    <a:ext uri="{FF2B5EF4-FFF2-40B4-BE49-F238E27FC236}">
                      <a16:creationId xmlns:a16="http://schemas.microsoft.com/office/drawing/2014/main" id="{DDCB19FB-543A-2345-FA6E-DF709EB20A3A}"/>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Straight Connector 81">
                  <a:extLst>
                    <a:ext uri="{FF2B5EF4-FFF2-40B4-BE49-F238E27FC236}">
                      <a16:creationId xmlns:a16="http://schemas.microsoft.com/office/drawing/2014/main" id="{312FAA30-2F1F-6D04-E5A1-47A968673FE1}"/>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Straight Connector 82">
                  <a:extLst>
                    <a:ext uri="{FF2B5EF4-FFF2-40B4-BE49-F238E27FC236}">
                      <a16:creationId xmlns:a16="http://schemas.microsoft.com/office/drawing/2014/main" id="{9C8C1C85-B45D-41A8-ACBA-50383FD23010}"/>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Straight Connector 83">
                  <a:extLst>
                    <a:ext uri="{FF2B5EF4-FFF2-40B4-BE49-F238E27FC236}">
                      <a16:creationId xmlns:a16="http://schemas.microsoft.com/office/drawing/2014/main" id="{BB9B44A4-BD25-3252-F97F-6F92DBB64327}"/>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Straight Connector 84">
                  <a:extLst>
                    <a:ext uri="{FF2B5EF4-FFF2-40B4-BE49-F238E27FC236}">
                      <a16:creationId xmlns:a16="http://schemas.microsoft.com/office/drawing/2014/main" id="{B4FA25CC-A8CE-ECAD-0257-FC0668713A47}"/>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Straight Connector 85">
                  <a:extLst>
                    <a:ext uri="{FF2B5EF4-FFF2-40B4-BE49-F238E27FC236}">
                      <a16:creationId xmlns:a16="http://schemas.microsoft.com/office/drawing/2014/main" id="{0B08624A-FC7A-11C4-17E3-CFB70CED91A2}"/>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Straight Connector 86">
                  <a:extLst>
                    <a:ext uri="{FF2B5EF4-FFF2-40B4-BE49-F238E27FC236}">
                      <a16:creationId xmlns:a16="http://schemas.microsoft.com/office/drawing/2014/main" id="{618D6AE2-1C5C-8B48-6B3D-50C41A6B6C2D}"/>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9" name="Rectangle 78">
                <a:extLst>
                  <a:ext uri="{FF2B5EF4-FFF2-40B4-BE49-F238E27FC236}">
                    <a16:creationId xmlns:a16="http://schemas.microsoft.com/office/drawing/2014/main" id="{4836E202-2187-BBD6-0206-B8C8791325BC}"/>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67" name="Group 25">
              <a:extLst>
                <a:ext uri="{FF2B5EF4-FFF2-40B4-BE49-F238E27FC236}">
                  <a16:creationId xmlns:a16="http://schemas.microsoft.com/office/drawing/2014/main" id="{2E3809C2-1805-14A3-8D71-F1A7FE1F3CB1}"/>
                </a:ext>
              </a:extLst>
            </p:cNvPr>
            <p:cNvGrpSpPr>
              <a:grpSpLocks/>
            </p:cNvGrpSpPr>
            <p:nvPr/>
          </p:nvGrpSpPr>
          <p:grpSpPr bwMode="auto">
            <a:xfrm>
              <a:off x="8132733" y="4084509"/>
              <a:ext cx="1424529" cy="721744"/>
              <a:chOff x="1670312" y="2562997"/>
              <a:chExt cx="940317" cy="565219"/>
            </a:xfrm>
          </p:grpSpPr>
          <p:grpSp>
            <p:nvGrpSpPr>
              <p:cNvPr id="68" name="Group 67">
                <a:extLst>
                  <a:ext uri="{FF2B5EF4-FFF2-40B4-BE49-F238E27FC236}">
                    <a16:creationId xmlns:a16="http://schemas.microsoft.com/office/drawing/2014/main" id="{D522AB83-B01C-757E-BFC6-584A4F45768E}"/>
                  </a:ext>
                </a:extLst>
              </p:cNvPr>
              <p:cNvGrpSpPr>
                <a:grpSpLocks/>
              </p:cNvGrpSpPr>
              <p:nvPr/>
            </p:nvGrpSpPr>
            <p:grpSpPr bwMode="auto">
              <a:xfrm>
                <a:off x="1670312" y="2562997"/>
                <a:ext cx="929822" cy="565219"/>
                <a:chOff x="1670312" y="2562997"/>
                <a:chExt cx="929822" cy="565219"/>
              </a:xfrm>
            </p:grpSpPr>
            <p:sp>
              <p:nvSpPr>
                <p:cNvPr id="70" name="Rectangle 69">
                  <a:extLst>
                    <a:ext uri="{FF2B5EF4-FFF2-40B4-BE49-F238E27FC236}">
                      <a16:creationId xmlns:a16="http://schemas.microsoft.com/office/drawing/2014/main" id="{8C407146-DE22-2A21-8760-61E91ED8C34B}"/>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71" name="Straight Connector 70">
                  <a:extLst>
                    <a:ext uri="{FF2B5EF4-FFF2-40B4-BE49-F238E27FC236}">
                      <a16:creationId xmlns:a16="http://schemas.microsoft.com/office/drawing/2014/main" id="{C7885571-B796-2D7D-D570-3A6158FBE989}"/>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Straight Connector 71">
                  <a:extLst>
                    <a:ext uri="{FF2B5EF4-FFF2-40B4-BE49-F238E27FC236}">
                      <a16:creationId xmlns:a16="http://schemas.microsoft.com/office/drawing/2014/main" id="{8988B2BE-B694-D784-789D-C2AC0BC92E78}"/>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Straight Connector 72">
                  <a:extLst>
                    <a:ext uri="{FF2B5EF4-FFF2-40B4-BE49-F238E27FC236}">
                      <a16:creationId xmlns:a16="http://schemas.microsoft.com/office/drawing/2014/main" id="{FEE1C99F-7056-B758-2C63-82BEEC487D32}"/>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Straight Connector 73">
                  <a:extLst>
                    <a:ext uri="{FF2B5EF4-FFF2-40B4-BE49-F238E27FC236}">
                      <a16:creationId xmlns:a16="http://schemas.microsoft.com/office/drawing/2014/main" id="{C6E847E1-B617-6A6A-AE5F-340401ED114C}"/>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Straight Connector 74">
                  <a:extLst>
                    <a:ext uri="{FF2B5EF4-FFF2-40B4-BE49-F238E27FC236}">
                      <a16:creationId xmlns:a16="http://schemas.microsoft.com/office/drawing/2014/main" id="{3F2F9E14-C571-AB66-663C-5C983BF153F2}"/>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Straight Connector 75">
                  <a:extLst>
                    <a:ext uri="{FF2B5EF4-FFF2-40B4-BE49-F238E27FC236}">
                      <a16:creationId xmlns:a16="http://schemas.microsoft.com/office/drawing/2014/main" id="{09279451-A7B7-7CCE-9F7B-C7914FD48149}"/>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Straight Connector 76">
                  <a:extLst>
                    <a:ext uri="{FF2B5EF4-FFF2-40B4-BE49-F238E27FC236}">
                      <a16:creationId xmlns:a16="http://schemas.microsoft.com/office/drawing/2014/main" id="{CDF64E1C-263B-244E-E4E2-143002EFDE45}"/>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9" name="Rectangle 68">
                <a:extLst>
                  <a:ext uri="{FF2B5EF4-FFF2-40B4-BE49-F238E27FC236}">
                    <a16:creationId xmlns:a16="http://schemas.microsoft.com/office/drawing/2014/main" id="{6B7CF8F9-C540-8390-79D7-665955E18D21}"/>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sp>
        <p:nvSpPr>
          <p:cNvPr id="98" name="Triangle 3">
            <a:extLst>
              <a:ext uri="{FF2B5EF4-FFF2-40B4-BE49-F238E27FC236}">
                <a16:creationId xmlns:a16="http://schemas.microsoft.com/office/drawing/2014/main" id="{28BE875A-5409-0D3E-4D5F-3501521B57C6}"/>
              </a:ext>
            </a:extLst>
          </p:cNvPr>
          <p:cNvSpPr/>
          <p:nvPr/>
        </p:nvSpPr>
        <p:spPr>
          <a:xfrm rot="5400000">
            <a:off x="6881445" y="3717354"/>
            <a:ext cx="811706" cy="66540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99" name="Group 98">
            <a:extLst>
              <a:ext uri="{FF2B5EF4-FFF2-40B4-BE49-F238E27FC236}">
                <a16:creationId xmlns:a16="http://schemas.microsoft.com/office/drawing/2014/main" id="{466014C3-DD19-4173-1459-3695D3E4C373}"/>
              </a:ext>
            </a:extLst>
          </p:cNvPr>
          <p:cNvGrpSpPr/>
          <p:nvPr/>
        </p:nvGrpSpPr>
        <p:grpSpPr>
          <a:xfrm>
            <a:off x="6303665" y="3871966"/>
            <a:ext cx="567187" cy="339970"/>
            <a:chOff x="9460523" y="6049108"/>
            <a:chExt cx="567187" cy="339970"/>
          </a:xfrm>
        </p:grpSpPr>
        <p:cxnSp>
          <p:nvCxnSpPr>
            <p:cNvPr id="100" name="Straight Arrow Connector 99">
              <a:extLst>
                <a:ext uri="{FF2B5EF4-FFF2-40B4-BE49-F238E27FC236}">
                  <a16:creationId xmlns:a16="http://schemas.microsoft.com/office/drawing/2014/main" id="{34227F1D-15AC-83BA-0DB4-ADCBA614C1D8}"/>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386E9949-17F8-00D0-6F97-2A30F97C3CEA}"/>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4E3ED71F-466B-040B-2D26-0D9EC9E5EDE4}"/>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3" name="Group 102">
            <a:extLst>
              <a:ext uri="{FF2B5EF4-FFF2-40B4-BE49-F238E27FC236}">
                <a16:creationId xmlns:a16="http://schemas.microsoft.com/office/drawing/2014/main" id="{5357E933-A2E1-0B91-E734-722B21DBC971}"/>
              </a:ext>
            </a:extLst>
          </p:cNvPr>
          <p:cNvGrpSpPr/>
          <p:nvPr/>
        </p:nvGrpSpPr>
        <p:grpSpPr>
          <a:xfrm>
            <a:off x="11245773" y="3893738"/>
            <a:ext cx="567187" cy="339970"/>
            <a:chOff x="9460523" y="6049108"/>
            <a:chExt cx="567187" cy="339970"/>
          </a:xfrm>
        </p:grpSpPr>
        <p:cxnSp>
          <p:nvCxnSpPr>
            <p:cNvPr id="104" name="Straight Arrow Connector 103">
              <a:extLst>
                <a:ext uri="{FF2B5EF4-FFF2-40B4-BE49-F238E27FC236}">
                  <a16:creationId xmlns:a16="http://schemas.microsoft.com/office/drawing/2014/main" id="{08236915-ADBF-9FC4-FAF7-85A26133CDC9}"/>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40D786E1-ADDE-9200-DA0D-D03AD0211B3D}"/>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B4E5230D-BE0F-A867-AEA2-77B9079AFEEF}"/>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107" name="TextBox 106">
            <a:extLst>
              <a:ext uri="{FF2B5EF4-FFF2-40B4-BE49-F238E27FC236}">
                <a16:creationId xmlns:a16="http://schemas.microsoft.com/office/drawing/2014/main" id="{07773BFC-C3BF-7B9B-FC3F-270AD3A3CA19}"/>
              </a:ext>
            </a:extLst>
          </p:cNvPr>
          <p:cNvSpPr txBox="1"/>
          <p:nvPr/>
        </p:nvSpPr>
        <p:spPr>
          <a:xfrm>
            <a:off x="6576771" y="4550229"/>
            <a:ext cx="990656" cy="590931"/>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classify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arrivals</a:t>
            </a:r>
          </a:p>
        </p:txBody>
      </p:sp>
      <p:sp>
        <p:nvSpPr>
          <p:cNvPr id="108" name="TextBox 107">
            <a:extLst>
              <a:ext uri="{FF2B5EF4-FFF2-40B4-BE49-F238E27FC236}">
                <a16:creationId xmlns:a16="http://schemas.microsoft.com/office/drawing/2014/main" id="{D85E552D-2F49-15C1-ADA4-AA93A1ADEBD9}"/>
              </a:ext>
            </a:extLst>
          </p:cNvPr>
          <p:cNvSpPr txBox="1"/>
          <p:nvPr/>
        </p:nvSpPr>
        <p:spPr>
          <a:xfrm>
            <a:off x="10609189" y="4515922"/>
            <a:ext cx="1332224"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departures</a:t>
            </a:r>
          </a:p>
        </p:txBody>
      </p:sp>
      <p:cxnSp>
        <p:nvCxnSpPr>
          <p:cNvPr id="109" name="Straight Arrow Connector 108">
            <a:extLst>
              <a:ext uri="{FF2B5EF4-FFF2-40B4-BE49-F238E27FC236}">
                <a16:creationId xmlns:a16="http://schemas.microsoft.com/office/drawing/2014/main" id="{D86C3C8E-34F7-C7E1-11AC-29892A201DD1}"/>
              </a:ext>
            </a:extLst>
          </p:cNvPr>
          <p:cNvCxnSpPr>
            <a:cxnSpLocks/>
            <a:stCxn id="98" idx="0"/>
          </p:cNvCxnSpPr>
          <p:nvPr/>
        </p:nvCxnSpPr>
        <p:spPr>
          <a:xfrm flipV="1">
            <a:off x="7619999" y="3067495"/>
            <a:ext cx="682573" cy="982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5CDCB4B6-ECCA-E65E-43F2-0A51590CA097}"/>
              </a:ext>
            </a:extLst>
          </p:cNvPr>
          <p:cNvCxnSpPr>
            <a:cxnSpLocks/>
          </p:cNvCxnSpPr>
          <p:nvPr/>
        </p:nvCxnSpPr>
        <p:spPr>
          <a:xfrm>
            <a:off x="7635460" y="4051945"/>
            <a:ext cx="69657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1D4CBBB2-CB30-0D85-5DA4-204386D4DE5D}"/>
              </a:ext>
            </a:extLst>
          </p:cNvPr>
          <p:cNvCxnSpPr>
            <a:cxnSpLocks/>
            <a:stCxn id="98" idx="0"/>
          </p:cNvCxnSpPr>
          <p:nvPr/>
        </p:nvCxnSpPr>
        <p:spPr>
          <a:xfrm>
            <a:off x="7619999" y="4050055"/>
            <a:ext cx="682055" cy="871416"/>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E66DEAA8-3094-1DBE-694D-5BC8795BF58F}"/>
              </a:ext>
            </a:extLst>
          </p:cNvPr>
          <p:cNvCxnSpPr>
            <a:stCxn id="90" idx="3"/>
            <a:endCxn id="116" idx="2"/>
          </p:cNvCxnSpPr>
          <p:nvPr/>
        </p:nvCxnSpPr>
        <p:spPr>
          <a:xfrm>
            <a:off x="9250091" y="3097958"/>
            <a:ext cx="664252" cy="9427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C898CAE-693D-E5B8-19EF-468525C2C2AF}"/>
              </a:ext>
            </a:extLst>
          </p:cNvPr>
          <p:cNvCxnSpPr>
            <a:cxnSpLocks/>
            <a:stCxn id="70" idx="3"/>
            <a:endCxn id="116" idx="2"/>
          </p:cNvCxnSpPr>
          <p:nvPr/>
        </p:nvCxnSpPr>
        <p:spPr>
          <a:xfrm flipV="1">
            <a:off x="9281976" y="4040658"/>
            <a:ext cx="632367" cy="882379"/>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4860B7ED-6FDC-C356-9469-F440BDF60BAA}"/>
              </a:ext>
            </a:extLst>
          </p:cNvPr>
          <p:cNvCxnSpPr>
            <a:cxnSpLocks/>
            <a:stCxn id="79" idx="3"/>
            <a:endCxn id="116" idx="2"/>
          </p:cNvCxnSpPr>
          <p:nvPr/>
        </p:nvCxnSpPr>
        <p:spPr>
          <a:xfrm>
            <a:off x="9300262" y="4039538"/>
            <a:ext cx="614081" cy="11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115" name="Group 114">
            <a:extLst>
              <a:ext uri="{FF2B5EF4-FFF2-40B4-BE49-F238E27FC236}">
                <a16:creationId xmlns:a16="http://schemas.microsoft.com/office/drawing/2014/main" id="{4868608C-BB14-A189-B6EB-94955095E4FE}"/>
              </a:ext>
            </a:extLst>
          </p:cNvPr>
          <p:cNvGrpSpPr/>
          <p:nvPr/>
        </p:nvGrpSpPr>
        <p:grpSpPr>
          <a:xfrm>
            <a:off x="9914343" y="3604072"/>
            <a:ext cx="877582" cy="1252645"/>
            <a:chOff x="9827263" y="3125100"/>
            <a:chExt cx="877582" cy="1252645"/>
          </a:xfrm>
        </p:grpSpPr>
        <p:sp>
          <p:nvSpPr>
            <p:cNvPr id="116" name="Oval 27">
              <a:extLst>
                <a:ext uri="{FF2B5EF4-FFF2-40B4-BE49-F238E27FC236}">
                  <a16:creationId xmlns:a16="http://schemas.microsoft.com/office/drawing/2014/main" id="{B578FCAC-FB60-DFF4-F217-BDEEBB603E59}"/>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17" name="TextBox 116">
              <a:extLst>
                <a:ext uri="{FF2B5EF4-FFF2-40B4-BE49-F238E27FC236}">
                  <a16:creationId xmlns:a16="http://schemas.microsoft.com/office/drawing/2014/main" id="{C32FBCCD-8668-D8FE-0EFC-570C4A254852}"/>
                </a:ext>
              </a:extLst>
            </p:cNvPr>
            <p:cNvSpPr txBox="1"/>
            <p:nvPr/>
          </p:nvSpPr>
          <p:spPr>
            <a:xfrm>
              <a:off x="9952468" y="4033035"/>
              <a:ext cx="554960"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link</a:t>
              </a:r>
            </a:p>
          </p:txBody>
        </p:sp>
        <p:sp>
          <p:nvSpPr>
            <p:cNvPr id="118" name="TextBox 117">
              <a:extLst>
                <a:ext uri="{FF2B5EF4-FFF2-40B4-BE49-F238E27FC236}">
                  <a16:creationId xmlns:a16="http://schemas.microsoft.com/office/drawing/2014/main" id="{B39C7D13-D04D-8925-BC77-7E20D341EB4B}"/>
                </a:ext>
              </a:extLst>
            </p:cNvPr>
            <p:cNvSpPr txBox="1"/>
            <p:nvPr/>
          </p:nvSpPr>
          <p:spPr>
            <a:xfrm>
              <a:off x="10086588" y="3391108"/>
              <a:ext cx="351378" cy="395173"/>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grpSp>
        <p:nvGrpSpPr>
          <p:cNvPr id="119" name="Group 118">
            <a:extLst>
              <a:ext uri="{FF2B5EF4-FFF2-40B4-BE49-F238E27FC236}">
                <a16:creationId xmlns:a16="http://schemas.microsoft.com/office/drawing/2014/main" id="{539A3C2A-CBE4-8664-DB89-7F1B8977331E}"/>
              </a:ext>
            </a:extLst>
          </p:cNvPr>
          <p:cNvGrpSpPr/>
          <p:nvPr/>
        </p:nvGrpSpPr>
        <p:grpSpPr>
          <a:xfrm>
            <a:off x="8807568" y="2894368"/>
            <a:ext cx="1104182" cy="2221918"/>
            <a:chOff x="8807568" y="2894368"/>
            <a:chExt cx="1104182" cy="2221918"/>
          </a:xfrm>
        </p:grpSpPr>
        <p:grpSp>
          <p:nvGrpSpPr>
            <p:cNvPr id="120" name="Group 119">
              <a:extLst>
                <a:ext uri="{FF2B5EF4-FFF2-40B4-BE49-F238E27FC236}">
                  <a16:creationId xmlns:a16="http://schemas.microsoft.com/office/drawing/2014/main" id="{041E39F6-DDB5-DB49-DDF6-942E8A4F2128}"/>
                </a:ext>
              </a:extLst>
            </p:cNvPr>
            <p:cNvGrpSpPr/>
            <p:nvPr/>
          </p:nvGrpSpPr>
          <p:grpSpPr>
            <a:xfrm>
              <a:off x="9470570" y="2939143"/>
              <a:ext cx="441180" cy="2177143"/>
              <a:chOff x="9470570" y="2939143"/>
              <a:chExt cx="441180" cy="2177143"/>
            </a:xfrm>
          </p:grpSpPr>
          <p:sp>
            <p:nvSpPr>
              <p:cNvPr id="131" name="Oval 130">
                <a:extLst>
                  <a:ext uri="{FF2B5EF4-FFF2-40B4-BE49-F238E27FC236}">
                    <a16:creationId xmlns:a16="http://schemas.microsoft.com/office/drawing/2014/main" id="{FF0BCBE9-B855-A454-3A92-9C47C3CEC1F8}"/>
                  </a:ext>
                </a:extLst>
              </p:cNvPr>
              <p:cNvSpPr/>
              <p:nvPr/>
            </p:nvSpPr>
            <p:spPr>
              <a:xfrm>
                <a:off x="9470570" y="2939143"/>
                <a:ext cx="348343" cy="2177143"/>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2" name="Rectangle 131">
                <a:extLst>
                  <a:ext uri="{FF2B5EF4-FFF2-40B4-BE49-F238E27FC236}">
                    <a16:creationId xmlns:a16="http://schemas.microsoft.com/office/drawing/2014/main" id="{43292D23-191F-D8CF-0152-6DEC3DC4DED8}"/>
                  </a:ext>
                </a:extLst>
              </p:cNvPr>
              <p:cNvSpPr/>
              <p:nvPr/>
            </p:nvSpPr>
            <p:spPr>
              <a:xfrm>
                <a:off x="9716218" y="3095651"/>
                <a:ext cx="195532" cy="58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33" name="Straight Arrow Connector 132">
                <a:extLst>
                  <a:ext uri="{FF2B5EF4-FFF2-40B4-BE49-F238E27FC236}">
                    <a16:creationId xmlns:a16="http://schemas.microsoft.com/office/drawing/2014/main" id="{BBC0B286-F91B-229F-B9AF-6668CA24A85A}"/>
                  </a:ext>
                </a:extLst>
              </p:cNvPr>
              <p:cNvCxnSpPr/>
              <p:nvPr/>
            </p:nvCxnSpPr>
            <p:spPr>
              <a:xfrm flipV="1">
                <a:off x="9808687" y="3573214"/>
                <a:ext cx="0" cy="261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1" name="Group 120">
              <a:extLst>
                <a:ext uri="{FF2B5EF4-FFF2-40B4-BE49-F238E27FC236}">
                  <a16:creationId xmlns:a16="http://schemas.microsoft.com/office/drawing/2014/main" id="{5F6F2C85-685E-028B-6DA5-9E343ECEDF2D}"/>
                </a:ext>
              </a:extLst>
            </p:cNvPr>
            <p:cNvGrpSpPr/>
            <p:nvPr/>
          </p:nvGrpSpPr>
          <p:grpSpPr>
            <a:xfrm>
              <a:off x="8807568" y="2894368"/>
              <a:ext cx="457076" cy="2191108"/>
              <a:chOff x="8807568" y="2894368"/>
              <a:chExt cx="457076" cy="2191108"/>
            </a:xfrm>
          </p:grpSpPr>
          <p:grpSp>
            <p:nvGrpSpPr>
              <p:cNvPr id="122" name="Group 121">
                <a:extLst>
                  <a:ext uri="{FF2B5EF4-FFF2-40B4-BE49-F238E27FC236}">
                    <a16:creationId xmlns:a16="http://schemas.microsoft.com/office/drawing/2014/main" id="{C70B4B28-9BE6-A8F9-063E-229583A4FE73}"/>
                  </a:ext>
                </a:extLst>
              </p:cNvPr>
              <p:cNvGrpSpPr/>
              <p:nvPr/>
            </p:nvGrpSpPr>
            <p:grpSpPr>
              <a:xfrm>
                <a:off x="8807568" y="2894368"/>
                <a:ext cx="428322" cy="385312"/>
                <a:chOff x="10311441" y="2346385"/>
                <a:chExt cx="428322" cy="385312"/>
              </a:xfrm>
            </p:grpSpPr>
            <p:sp>
              <p:nvSpPr>
                <p:cNvPr id="129" name="Oval 128">
                  <a:extLst>
                    <a:ext uri="{FF2B5EF4-FFF2-40B4-BE49-F238E27FC236}">
                      <a16:creationId xmlns:a16="http://schemas.microsoft.com/office/drawing/2014/main" id="{A24E06C4-0AF6-7A5D-8A46-FDE84547C0F8}"/>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0" name="TextBox 129">
                  <a:extLst>
                    <a:ext uri="{FF2B5EF4-FFF2-40B4-BE49-F238E27FC236}">
                      <a16:creationId xmlns:a16="http://schemas.microsoft.com/office/drawing/2014/main" id="{C5234148-9CC3-BA68-B88D-A91A9A62EE43}"/>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1</a:t>
                  </a:r>
                </a:p>
              </p:txBody>
            </p:sp>
          </p:grpSp>
          <p:grpSp>
            <p:nvGrpSpPr>
              <p:cNvPr id="123" name="Group 122">
                <a:extLst>
                  <a:ext uri="{FF2B5EF4-FFF2-40B4-BE49-F238E27FC236}">
                    <a16:creationId xmlns:a16="http://schemas.microsoft.com/office/drawing/2014/main" id="{AD0E751F-710C-4B94-6E14-2B9F8B42722A}"/>
                  </a:ext>
                </a:extLst>
              </p:cNvPr>
              <p:cNvGrpSpPr/>
              <p:nvPr/>
            </p:nvGrpSpPr>
            <p:grpSpPr>
              <a:xfrm>
                <a:off x="8827696" y="3823145"/>
                <a:ext cx="428322" cy="385312"/>
                <a:chOff x="10311441" y="2346385"/>
                <a:chExt cx="428322" cy="385312"/>
              </a:xfrm>
            </p:grpSpPr>
            <p:sp>
              <p:nvSpPr>
                <p:cNvPr id="127" name="Oval 126">
                  <a:extLst>
                    <a:ext uri="{FF2B5EF4-FFF2-40B4-BE49-F238E27FC236}">
                      <a16:creationId xmlns:a16="http://schemas.microsoft.com/office/drawing/2014/main" id="{4C2D39BB-5439-2009-40B9-F90DF7944B27}"/>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8" name="TextBox 127">
                  <a:extLst>
                    <a:ext uri="{FF2B5EF4-FFF2-40B4-BE49-F238E27FC236}">
                      <a16:creationId xmlns:a16="http://schemas.microsoft.com/office/drawing/2014/main" id="{E050B05F-3120-F1BD-F8F0-A1C391C51C79}"/>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2</a:t>
                  </a:r>
                </a:p>
              </p:txBody>
            </p:sp>
          </p:grpSp>
          <p:grpSp>
            <p:nvGrpSpPr>
              <p:cNvPr id="124" name="Group 123">
                <a:extLst>
                  <a:ext uri="{FF2B5EF4-FFF2-40B4-BE49-F238E27FC236}">
                    <a16:creationId xmlns:a16="http://schemas.microsoft.com/office/drawing/2014/main" id="{96B55E38-4EE0-9AAD-3F31-559A11C435E4}"/>
                  </a:ext>
                </a:extLst>
              </p:cNvPr>
              <p:cNvGrpSpPr/>
              <p:nvPr/>
            </p:nvGrpSpPr>
            <p:grpSpPr>
              <a:xfrm>
                <a:off x="8836322" y="4700164"/>
                <a:ext cx="428322" cy="385312"/>
                <a:chOff x="10311441" y="2346385"/>
                <a:chExt cx="428322" cy="385312"/>
              </a:xfrm>
            </p:grpSpPr>
            <p:sp>
              <p:nvSpPr>
                <p:cNvPr id="125" name="Oval 124">
                  <a:extLst>
                    <a:ext uri="{FF2B5EF4-FFF2-40B4-BE49-F238E27FC236}">
                      <a16:creationId xmlns:a16="http://schemas.microsoft.com/office/drawing/2014/main" id="{748AB0A8-6630-14F9-322E-CD3FCAD5E73C}"/>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6" name="TextBox 125">
                  <a:extLst>
                    <a:ext uri="{FF2B5EF4-FFF2-40B4-BE49-F238E27FC236}">
                      <a16:creationId xmlns:a16="http://schemas.microsoft.com/office/drawing/2014/main" id="{2151DFA6-3DB7-CF04-49A2-699A31CC8E49}"/>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3</a:t>
                  </a:r>
                </a:p>
              </p:txBody>
            </p:sp>
          </p:grpSp>
        </p:grpSp>
      </p:grpSp>
      <p:sp>
        <p:nvSpPr>
          <p:cNvPr id="4" name="TextBox 28">
            <a:extLst>
              <a:ext uri="{FF2B5EF4-FFF2-40B4-BE49-F238E27FC236}">
                <a16:creationId xmlns:a16="http://schemas.microsoft.com/office/drawing/2014/main" id="{8374A599-33EF-0DCF-9BF5-EEC71969050A}"/>
              </a:ext>
            </a:extLst>
          </p:cNvPr>
          <p:cNvSpPr txBox="1"/>
          <p:nvPr/>
        </p:nvSpPr>
        <p:spPr>
          <a:xfrm>
            <a:off x="707570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3441453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dissolve">
                                      <p:cBhvr>
                                        <p:cTn id="7"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B848-1E3A-63B7-930B-F5D38DF5844B}"/>
              </a:ext>
            </a:extLst>
          </p:cNvPr>
          <p:cNvSpPr>
            <a:spLocks noGrp="1"/>
          </p:cNvSpPr>
          <p:nvPr>
            <p:ph type="title"/>
          </p:nvPr>
        </p:nvSpPr>
        <p:spPr/>
        <p:txBody>
          <a:bodyPr/>
          <a:lstStyle/>
          <a:p>
            <a:r>
              <a:rPr lang="en-IN" dirty="0"/>
              <a:t>IPv4 vs. IPv6</a:t>
            </a:r>
          </a:p>
        </p:txBody>
      </p:sp>
      <p:sp>
        <p:nvSpPr>
          <p:cNvPr id="3" name="Content Placeholder 2">
            <a:extLst>
              <a:ext uri="{FF2B5EF4-FFF2-40B4-BE49-F238E27FC236}">
                <a16:creationId xmlns:a16="http://schemas.microsoft.com/office/drawing/2014/main" id="{8F30B168-A1E3-C66C-B081-374EFD76A429}"/>
              </a:ext>
            </a:extLst>
          </p:cNvPr>
          <p:cNvSpPr>
            <a:spLocks noGrp="1"/>
          </p:cNvSpPr>
          <p:nvPr>
            <p:ph idx="1"/>
          </p:nvPr>
        </p:nvSpPr>
        <p:spPr/>
        <p:txBody>
          <a:bodyPr>
            <a:normAutofit lnSpcReduction="10000"/>
          </a:bodyPr>
          <a:lstStyle/>
          <a:p>
            <a:r>
              <a:rPr lang="en-IN" dirty="0"/>
              <a:t>In IPv4, IP addresses are 32-bit</a:t>
            </a:r>
          </a:p>
          <a:p>
            <a:endParaRPr lang="en-IN" dirty="0"/>
          </a:p>
          <a:p>
            <a:r>
              <a:rPr lang="en-IN" dirty="0"/>
              <a:t>In IPv6, IP addresses are 128-bit</a:t>
            </a:r>
          </a:p>
          <a:p>
            <a:pPr lvl="1"/>
            <a:r>
              <a:rPr lang="en-IN" dirty="0"/>
              <a:t>Due to the rapidly increasing number of internet devices, a 32-bit IP address is no longer sufficient to provide a unique address to each and every network-capable device on the planet</a:t>
            </a:r>
          </a:p>
          <a:p>
            <a:pPr lvl="1"/>
            <a:r>
              <a:rPr lang="en-IN" dirty="0"/>
              <a:t>IPv6 solves the above problem by supporting 128-bit addresses</a:t>
            </a:r>
          </a:p>
          <a:p>
            <a:endParaRPr lang="en-IN" dirty="0"/>
          </a:p>
          <a:p>
            <a:r>
              <a:rPr lang="en-IN" dirty="0"/>
              <a:t>Due to the widespread use of mechanisms such as network address translation (NAT) to solve the scarcity of 32-bit addresses, more than half of the internet traffic is still IPv4</a:t>
            </a:r>
          </a:p>
        </p:txBody>
      </p:sp>
    </p:spTree>
    <p:extLst>
      <p:ext uri="{BB962C8B-B14F-4D97-AF65-F5344CB8AC3E}">
        <p14:creationId xmlns:p14="http://schemas.microsoft.com/office/powerpoint/2010/main" val="1449060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01530-B1E3-4859-8877-4B51B87BFFE6}"/>
              </a:ext>
            </a:extLst>
          </p:cNvPr>
          <p:cNvSpPr>
            <a:spLocks noGrp="1"/>
          </p:cNvSpPr>
          <p:nvPr>
            <p:ph type="title"/>
          </p:nvPr>
        </p:nvSpPr>
        <p:spPr/>
        <p:txBody>
          <a:bodyPr/>
          <a:lstStyle/>
          <a:p>
            <a:r>
              <a:rPr lang="en-IN" dirty="0"/>
              <a:t>IPv4 header</a:t>
            </a:r>
          </a:p>
        </p:txBody>
      </p:sp>
      <p:sp>
        <p:nvSpPr>
          <p:cNvPr id="4" name="TextBox 3">
            <a:extLst>
              <a:ext uri="{FF2B5EF4-FFF2-40B4-BE49-F238E27FC236}">
                <a16:creationId xmlns:a16="http://schemas.microsoft.com/office/drawing/2014/main" id="{768ED7A9-377B-E181-2DB6-79118CFE07F7}"/>
              </a:ext>
            </a:extLst>
          </p:cNvPr>
          <p:cNvSpPr txBox="1"/>
          <p:nvPr/>
        </p:nvSpPr>
        <p:spPr>
          <a:xfrm>
            <a:off x="674914" y="1883229"/>
            <a:ext cx="7794172" cy="4401205"/>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struct </a:t>
            </a:r>
            <a:r>
              <a:rPr lang="en-IN" sz="2000" dirty="0" err="1">
                <a:latin typeface="Arial" panose="020B0604020202020204" pitchFamily="34" charset="0"/>
                <a:cs typeface="Arial" panose="020B0604020202020204" pitchFamily="34" charset="0"/>
              </a:rPr>
              <a:t>iphdr</a:t>
            </a:r>
            <a:r>
              <a:rPr lang="en-IN" sz="2000" dirty="0">
                <a:latin typeface="Arial" panose="020B0604020202020204" pitchFamily="34" charset="0"/>
                <a:cs typeface="Arial" panose="020B0604020202020204" pitchFamily="34" charset="0"/>
              </a:rPr>
              <a:t> {</a:t>
            </a:r>
          </a:p>
          <a:p>
            <a:r>
              <a:rPr lang="en-IN" sz="2000" dirty="0">
                <a:latin typeface="Arial" panose="020B0604020202020204" pitchFamily="34" charset="0"/>
                <a:cs typeface="Arial" panose="020B0604020202020204" pitchFamily="34" charset="0"/>
              </a:rPr>
              <a:t> __u8 ihl:4;                // length of header = </a:t>
            </a:r>
            <a:r>
              <a:rPr lang="en-IN" sz="2000" dirty="0" err="1">
                <a:latin typeface="Arial" panose="020B0604020202020204" pitchFamily="34" charset="0"/>
                <a:cs typeface="Arial" panose="020B0604020202020204" pitchFamily="34" charset="0"/>
              </a:rPr>
              <a:t>ihl</a:t>
            </a:r>
            <a:r>
              <a:rPr lang="en-IN" sz="2000" dirty="0">
                <a:latin typeface="Arial" panose="020B0604020202020204" pitchFamily="34" charset="0"/>
                <a:cs typeface="Arial" panose="020B0604020202020204" pitchFamily="34" charset="0"/>
              </a:rPr>
              <a:t> * 4</a:t>
            </a:r>
          </a:p>
          <a:p>
            <a:r>
              <a:rPr lang="en-IN" sz="2000" dirty="0">
                <a:latin typeface="Arial" panose="020B0604020202020204" pitchFamily="34" charset="0"/>
                <a:cs typeface="Arial" panose="020B0604020202020204" pitchFamily="34" charset="0"/>
              </a:rPr>
              <a:t> __u8 version:4;        // 4-bit version</a:t>
            </a:r>
          </a:p>
          <a:p>
            <a:r>
              <a:rPr lang="en-IN" sz="2000" dirty="0">
                <a:latin typeface="Arial" panose="020B0604020202020204" pitchFamily="34" charset="0"/>
                <a:cs typeface="Arial" panose="020B0604020202020204" pitchFamily="34" charset="0"/>
              </a:rPr>
              <a:t> __u8 </a:t>
            </a:r>
            <a:r>
              <a:rPr lang="en-IN" sz="2000" dirty="0" err="1">
                <a:latin typeface="Arial" panose="020B0604020202020204" pitchFamily="34" charset="0"/>
                <a:cs typeface="Arial" panose="020B0604020202020204" pitchFamily="34" charset="0"/>
              </a:rPr>
              <a:t>tos</a:t>
            </a:r>
            <a:r>
              <a:rPr lang="en-IN" sz="2000" dirty="0">
                <a:latin typeface="Arial" panose="020B0604020202020204" pitchFamily="34" charset="0"/>
                <a:cs typeface="Arial" panose="020B0604020202020204" pitchFamily="34" charset="0"/>
              </a:rPr>
              <a:t>;                  // type of service</a:t>
            </a:r>
          </a:p>
          <a:p>
            <a:r>
              <a:rPr lang="en-IN" sz="2000" dirty="0">
                <a:latin typeface="Arial" panose="020B0604020202020204" pitchFamily="34" charset="0"/>
                <a:cs typeface="Arial" panose="020B0604020202020204" pitchFamily="34" charset="0"/>
              </a:rPr>
              <a:t> __be16 </a:t>
            </a:r>
            <a:r>
              <a:rPr lang="en-IN" sz="2000" dirty="0" err="1">
                <a:latin typeface="Arial" panose="020B0604020202020204" pitchFamily="34" charset="0"/>
                <a:cs typeface="Arial" panose="020B0604020202020204" pitchFamily="34" charset="0"/>
              </a:rPr>
              <a:t>tot_len</a:t>
            </a:r>
            <a:r>
              <a:rPr lang="en-IN" sz="2000" dirty="0">
                <a:latin typeface="Arial" panose="020B0604020202020204" pitchFamily="34" charset="0"/>
                <a:cs typeface="Arial" panose="020B0604020202020204" pitchFamily="34" charset="0"/>
              </a:rPr>
              <a:t>;        // Entire packet size, header + data</a:t>
            </a:r>
          </a:p>
          <a:p>
            <a:r>
              <a:rPr lang="en-IN" sz="2000" dirty="0">
                <a:latin typeface="Arial" panose="020B0604020202020204" pitchFamily="34" charset="0"/>
                <a:cs typeface="Arial" panose="020B0604020202020204" pitchFamily="34" charset="0"/>
              </a:rPr>
              <a:t> __be16 id;                // 16-bit identifier</a:t>
            </a:r>
          </a:p>
          <a:p>
            <a:r>
              <a:rPr lang="en-IN" sz="2000" dirty="0">
                <a:latin typeface="Arial" panose="020B0604020202020204" pitchFamily="34" charset="0"/>
                <a:cs typeface="Arial" panose="020B0604020202020204" pitchFamily="34" charset="0"/>
              </a:rPr>
              <a:t> __be16 </a:t>
            </a:r>
            <a:r>
              <a:rPr lang="en-IN" sz="2000" dirty="0" err="1">
                <a:latin typeface="Arial" panose="020B0604020202020204" pitchFamily="34" charset="0"/>
                <a:cs typeface="Arial" panose="020B0604020202020204" pitchFamily="34" charset="0"/>
              </a:rPr>
              <a:t>frag_off</a:t>
            </a:r>
            <a:r>
              <a:rPr lang="en-IN" sz="2000" dirty="0">
                <a:latin typeface="Arial" panose="020B0604020202020204" pitchFamily="34" charset="0"/>
                <a:cs typeface="Arial" panose="020B0604020202020204" pitchFamily="34" charset="0"/>
              </a:rPr>
              <a:t>;       // 3-bit flags followed by 13-bit fragment offset </a:t>
            </a:r>
          </a:p>
          <a:p>
            <a:r>
              <a:rPr lang="en-IN" sz="2000" dirty="0">
                <a:latin typeface="Arial" panose="020B0604020202020204" pitchFamily="34" charset="0"/>
                <a:cs typeface="Arial" panose="020B0604020202020204" pitchFamily="34" charset="0"/>
              </a:rPr>
              <a:t> __u8 </a:t>
            </a:r>
            <a:r>
              <a:rPr lang="en-IN" sz="2000" dirty="0" err="1">
                <a:latin typeface="Arial" panose="020B0604020202020204" pitchFamily="34" charset="0"/>
                <a:cs typeface="Arial" panose="020B0604020202020204" pitchFamily="34" charset="0"/>
              </a:rPr>
              <a:t>ttl</a:t>
            </a:r>
            <a:r>
              <a:rPr lang="en-IN" sz="2000" dirty="0">
                <a:latin typeface="Arial" panose="020B0604020202020204" pitchFamily="34" charset="0"/>
                <a:cs typeface="Arial" panose="020B0604020202020204" pitchFamily="34" charset="0"/>
              </a:rPr>
              <a:t>;                    // Time to live, decremented at each hop</a:t>
            </a:r>
          </a:p>
          <a:p>
            <a:r>
              <a:rPr lang="en-IN" sz="2000" dirty="0">
                <a:latin typeface="Arial" panose="020B0604020202020204" pitchFamily="34" charset="0"/>
                <a:cs typeface="Arial" panose="020B0604020202020204" pitchFamily="34" charset="0"/>
              </a:rPr>
              <a:t> __u8 protocol;          // Upper layer protocol</a:t>
            </a:r>
          </a:p>
          <a:p>
            <a:r>
              <a:rPr lang="en-IN" sz="2000" dirty="0">
                <a:latin typeface="Arial" panose="020B0604020202020204" pitchFamily="34" charset="0"/>
                <a:cs typeface="Arial" panose="020B0604020202020204" pitchFamily="34" charset="0"/>
              </a:rPr>
              <a:t> __sum16 check;       // Header checksum</a:t>
            </a:r>
          </a:p>
          <a:p>
            <a:r>
              <a:rPr lang="en-IN" sz="2000" dirty="0">
                <a:latin typeface="Arial" panose="020B0604020202020204" pitchFamily="34" charset="0"/>
                <a:cs typeface="Arial" panose="020B0604020202020204" pitchFamily="34" charset="0"/>
              </a:rPr>
              <a:t> __be32 </a:t>
            </a:r>
            <a:r>
              <a:rPr lang="en-IN" sz="2000" dirty="0" err="1">
                <a:latin typeface="Arial" panose="020B0604020202020204" pitchFamily="34" charset="0"/>
                <a:cs typeface="Arial" panose="020B0604020202020204" pitchFamily="34" charset="0"/>
              </a:rPr>
              <a:t>saddr</a:t>
            </a:r>
            <a:r>
              <a:rPr lang="en-IN" sz="2000" dirty="0">
                <a:latin typeface="Arial" panose="020B0604020202020204" pitchFamily="34" charset="0"/>
                <a:cs typeface="Arial" panose="020B0604020202020204" pitchFamily="34" charset="0"/>
              </a:rPr>
              <a:t>;          // source IP address</a:t>
            </a:r>
          </a:p>
          <a:p>
            <a:r>
              <a:rPr lang="en-IN" sz="2000" dirty="0">
                <a:latin typeface="Arial" panose="020B0604020202020204" pitchFamily="34" charset="0"/>
                <a:cs typeface="Arial" panose="020B0604020202020204" pitchFamily="34" charset="0"/>
              </a:rPr>
              <a:t> __be32 </a:t>
            </a:r>
            <a:r>
              <a:rPr lang="en-IN" sz="2000" dirty="0" err="1">
                <a:latin typeface="Arial" panose="020B0604020202020204" pitchFamily="34" charset="0"/>
                <a:cs typeface="Arial" panose="020B0604020202020204" pitchFamily="34" charset="0"/>
              </a:rPr>
              <a:t>daddr</a:t>
            </a:r>
            <a:r>
              <a:rPr lang="en-IN" sz="2000" dirty="0">
                <a:latin typeface="Arial" panose="020B0604020202020204" pitchFamily="34" charset="0"/>
                <a:cs typeface="Arial" panose="020B0604020202020204" pitchFamily="34" charset="0"/>
              </a:rPr>
              <a:t>;          // destination IP address</a:t>
            </a:r>
          </a:p>
          <a:p>
            <a:r>
              <a:rPr lang="en-IN" sz="2000" dirty="0">
                <a:latin typeface="Arial" panose="020B0604020202020204" pitchFamily="34" charset="0"/>
                <a:cs typeface="Arial" panose="020B0604020202020204" pitchFamily="34" charset="0"/>
              </a:rPr>
              <a:t> char options[];           // variable length options (if any)</a:t>
            </a:r>
          </a:p>
          <a:p>
            <a:r>
              <a:rPr lang="en-IN" sz="2000" dirty="0">
                <a:latin typeface="Arial" panose="020B0604020202020204" pitchFamily="34" charset="0"/>
                <a:cs typeface="Arial" panose="020B0604020202020204" pitchFamily="34" charset="0"/>
              </a:rPr>
              <a:t>};</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BDF9CB6-EA8A-62AC-0CF6-7451A62939E5}"/>
                  </a:ext>
                </a:extLst>
              </p14:cNvPr>
              <p14:cNvContentPartPr/>
              <p14:nvPr/>
            </p14:nvContentPartPr>
            <p14:xfrm>
              <a:off x="574560" y="2831760"/>
              <a:ext cx="1807920" cy="63000"/>
            </p14:xfrm>
          </p:contentPart>
        </mc:Choice>
        <mc:Fallback xmlns="">
          <p:pic>
            <p:nvPicPr>
              <p:cNvPr id="3" name="Ink 2">
                <a:extLst>
                  <a:ext uri="{FF2B5EF4-FFF2-40B4-BE49-F238E27FC236}">
                    <a16:creationId xmlns:a16="http://schemas.microsoft.com/office/drawing/2014/main" id="{7BDF9CB6-EA8A-62AC-0CF6-7451A62939E5}"/>
                  </a:ext>
                </a:extLst>
              </p:cNvPr>
              <p:cNvPicPr/>
              <p:nvPr/>
            </p:nvPicPr>
            <p:blipFill>
              <a:blip r:embed="rId3"/>
              <a:stretch>
                <a:fillRect/>
              </a:stretch>
            </p:blipFill>
            <p:spPr>
              <a:xfrm>
                <a:off x="565200" y="2822400"/>
                <a:ext cx="1826640" cy="81720"/>
              </a:xfrm>
              <a:prstGeom prst="rect">
                <a:avLst/>
              </a:prstGeom>
            </p:spPr>
          </p:pic>
        </mc:Fallback>
      </mc:AlternateContent>
    </p:spTree>
    <p:extLst>
      <p:ext uri="{BB962C8B-B14F-4D97-AF65-F5344CB8AC3E}">
        <p14:creationId xmlns:p14="http://schemas.microsoft.com/office/powerpoint/2010/main" val="2486638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559E5-F6F1-30FA-A410-A866835DE4C6}"/>
              </a:ext>
            </a:extLst>
          </p:cNvPr>
          <p:cNvSpPr>
            <a:spLocks noGrp="1"/>
          </p:cNvSpPr>
          <p:nvPr>
            <p:ph type="title"/>
          </p:nvPr>
        </p:nvSpPr>
        <p:spPr/>
        <p:txBody>
          <a:bodyPr/>
          <a:lstStyle/>
          <a:p>
            <a:r>
              <a:rPr lang="en-IN" dirty="0"/>
              <a:t>IP header</a:t>
            </a:r>
          </a:p>
        </p:txBody>
      </p:sp>
      <p:sp>
        <p:nvSpPr>
          <p:cNvPr id="3" name="Content Placeholder 2">
            <a:extLst>
              <a:ext uri="{FF2B5EF4-FFF2-40B4-BE49-F238E27FC236}">
                <a16:creationId xmlns:a16="http://schemas.microsoft.com/office/drawing/2014/main" id="{5D0A7812-CF59-6CAA-5FBF-68CE0E7FFCC0}"/>
              </a:ext>
            </a:extLst>
          </p:cNvPr>
          <p:cNvSpPr>
            <a:spLocks noGrp="1"/>
          </p:cNvSpPr>
          <p:nvPr>
            <p:ph idx="1"/>
          </p:nvPr>
        </p:nvSpPr>
        <p:spPr>
          <a:xfrm>
            <a:off x="696685" y="1825625"/>
            <a:ext cx="10918371" cy="4564289"/>
          </a:xfrm>
        </p:spPr>
        <p:txBody>
          <a:bodyPr>
            <a:normAutofit fontScale="85000" lnSpcReduction="20000"/>
          </a:bodyPr>
          <a:lstStyle/>
          <a:p>
            <a:r>
              <a:rPr lang="en-IN" dirty="0">
                <a:latin typeface="Arial" panose="020B0604020202020204" pitchFamily="34" charset="0"/>
                <a:cs typeface="Arial" panose="020B0604020202020204" pitchFamily="34" charset="0"/>
              </a:rPr>
              <a:t>version: Always 4 for IPv4</a:t>
            </a:r>
          </a:p>
          <a:p>
            <a:r>
              <a:rPr lang="en-IN" dirty="0" err="1">
                <a:latin typeface="Arial" panose="020B0604020202020204" pitchFamily="34" charset="0"/>
                <a:cs typeface="Arial" panose="020B0604020202020204" pitchFamily="34" charset="0"/>
              </a:rPr>
              <a:t>ihl</a:t>
            </a:r>
            <a:r>
              <a:rPr lang="en-IN" dirty="0">
                <a:latin typeface="Arial" panose="020B0604020202020204" pitchFamily="34" charset="0"/>
                <a:cs typeface="Arial" panose="020B0604020202020204" pitchFamily="34" charset="0"/>
              </a:rPr>
              <a:t>: header length = </a:t>
            </a:r>
            <a:r>
              <a:rPr lang="en-IN" dirty="0" err="1">
                <a:latin typeface="Arial" panose="020B0604020202020204" pitchFamily="34" charset="0"/>
                <a:cs typeface="Arial" panose="020B0604020202020204" pitchFamily="34" charset="0"/>
              </a:rPr>
              <a:t>ihl</a:t>
            </a:r>
            <a:r>
              <a:rPr lang="en-IN" dirty="0">
                <a:latin typeface="Arial" panose="020B0604020202020204" pitchFamily="34" charset="0"/>
                <a:cs typeface="Arial" panose="020B0604020202020204" pitchFamily="34" charset="0"/>
              </a:rPr>
              <a:t> * 4</a:t>
            </a:r>
          </a:p>
          <a:p>
            <a:r>
              <a:rPr lang="en-IN" dirty="0" err="1">
                <a:latin typeface="Arial" panose="020B0604020202020204" pitchFamily="34" charset="0"/>
                <a:cs typeface="Arial" panose="020B0604020202020204" pitchFamily="34" charset="0"/>
              </a:rPr>
              <a:t>tos</a:t>
            </a:r>
            <a:r>
              <a:rPr lang="en-IN" dirty="0">
                <a:latin typeface="Arial" panose="020B0604020202020204" pitchFamily="34" charset="0"/>
                <a:cs typeface="Arial" panose="020B0604020202020204" pitchFamily="34" charset="0"/>
              </a:rPr>
              <a:t>: contains the priority of the packet. Explicit congestion notification.</a:t>
            </a:r>
          </a:p>
          <a:p>
            <a:r>
              <a:rPr lang="en-IN" dirty="0" err="1">
                <a:latin typeface="Arial" panose="020B0604020202020204" pitchFamily="34" charset="0"/>
                <a:cs typeface="Arial" panose="020B0604020202020204" pitchFamily="34" charset="0"/>
              </a:rPr>
              <a:t>tot_len</a:t>
            </a:r>
            <a:r>
              <a:rPr lang="en-IN" dirty="0">
                <a:latin typeface="Arial" panose="020B0604020202020204" pitchFamily="34" charset="0"/>
                <a:cs typeface="Arial" panose="020B0604020202020204" pitchFamily="34" charset="0"/>
              </a:rPr>
              <a:t>: total length of the packet. Header + data</a:t>
            </a:r>
          </a:p>
          <a:p>
            <a:r>
              <a:rPr lang="en-IN" dirty="0">
                <a:latin typeface="Arial" panose="020B0604020202020204" pitchFamily="34" charset="0"/>
                <a:cs typeface="Arial" panose="020B0604020202020204" pitchFamily="34" charset="0"/>
              </a:rPr>
              <a:t>id: used for fragmenting a packet, if the size &gt; MTU</a:t>
            </a:r>
          </a:p>
          <a:p>
            <a:r>
              <a:rPr lang="en-IN" dirty="0" err="1">
                <a:latin typeface="Arial" panose="020B0604020202020204" pitchFamily="34" charset="0"/>
                <a:cs typeface="Arial" panose="020B0604020202020204" pitchFamily="34" charset="0"/>
              </a:rPr>
              <a:t>frag_off</a:t>
            </a:r>
            <a:r>
              <a:rPr lang="en-IN" dirty="0">
                <a:latin typeface="Arial" panose="020B0604020202020204" pitchFamily="34" charset="0"/>
                <a:cs typeface="Arial" panose="020B0604020202020204" pitchFamily="34" charset="0"/>
              </a:rPr>
              <a:t>: related to fragmented packet</a:t>
            </a:r>
          </a:p>
          <a:p>
            <a:r>
              <a:rPr lang="en-IN" dirty="0" err="1">
                <a:latin typeface="Arial" panose="020B0604020202020204" pitchFamily="34" charset="0"/>
                <a:cs typeface="Arial" panose="020B0604020202020204" pitchFamily="34" charset="0"/>
              </a:rPr>
              <a:t>ttl</a:t>
            </a:r>
            <a:r>
              <a:rPr lang="en-IN" dirty="0">
                <a:latin typeface="Arial" panose="020B0604020202020204" pitchFamily="34" charset="0"/>
                <a:cs typeface="Arial" panose="020B0604020202020204" pitchFamily="34" charset="0"/>
              </a:rPr>
              <a:t>: Time to live. Decremented at each hop.</a:t>
            </a:r>
          </a:p>
          <a:p>
            <a:r>
              <a:rPr lang="en-IN" dirty="0">
                <a:latin typeface="Arial" panose="020B0604020202020204" pitchFamily="34" charset="0"/>
                <a:cs typeface="Arial" panose="020B0604020202020204" pitchFamily="34" charset="0"/>
              </a:rPr>
              <a:t>protocol: Higher level protocols used, e.g., TCP, UDP, or ICMP</a:t>
            </a:r>
          </a:p>
          <a:p>
            <a:r>
              <a:rPr lang="en-IN" dirty="0">
                <a:latin typeface="Arial" panose="020B0604020202020204" pitchFamily="34" charset="0"/>
                <a:cs typeface="Arial" panose="020B0604020202020204" pitchFamily="34" charset="0"/>
              </a:rPr>
              <a:t>check: Checksum of just the IP header, not payload</a:t>
            </a:r>
          </a:p>
          <a:p>
            <a:r>
              <a:rPr lang="en-IN" dirty="0" err="1">
                <a:latin typeface="Arial" panose="020B0604020202020204" pitchFamily="34" charset="0"/>
                <a:cs typeface="Arial" panose="020B0604020202020204" pitchFamily="34" charset="0"/>
              </a:rPr>
              <a:t>saddr</a:t>
            </a:r>
            <a:r>
              <a:rPr lang="en-IN" dirty="0">
                <a:latin typeface="Arial" panose="020B0604020202020204" pitchFamily="34" charset="0"/>
                <a:cs typeface="Arial" panose="020B0604020202020204" pitchFamily="34" charset="0"/>
              </a:rPr>
              <a:t>: Source IP address</a:t>
            </a:r>
          </a:p>
          <a:p>
            <a:r>
              <a:rPr lang="en-IN" dirty="0" err="1">
                <a:latin typeface="Arial" panose="020B0604020202020204" pitchFamily="34" charset="0"/>
                <a:cs typeface="Arial" panose="020B0604020202020204" pitchFamily="34" charset="0"/>
              </a:rPr>
              <a:t>daddr</a:t>
            </a:r>
            <a:r>
              <a:rPr lang="en-IN" dirty="0">
                <a:latin typeface="Arial" panose="020B0604020202020204" pitchFamily="34" charset="0"/>
                <a:cs typeface="Arial" panose="020B0604020202020204" pitchFamily="34" charset="0"/>
              </a:rPr>
              <a:t>: Destination IP address</a:t>
            </a:r>
          </a:p>
          <a:p>
            <a:r>
              <a:rPr lang="en-IN" dirty="0">
                <a:latin typeface="Arial" panose="020B0604020202020204" pitchFamily="34" charset="0"/>
                <a:cs typeface="Arial" panose="020B0604020202020204" pitchFamily="34" charset="0"/>
              </a:rPr>
              <a:t>options: variable length options. Rarely used.</a:t>
            </a:r>
          </a:p>
          <a:p>
            <a:endParaRPr lang="en-IN" dirty="0"/>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2812199-F324-A591-CF5F-D4E98E398FF3}"/>
                  </a:ext>
                </a:extLst>
              </p14:cNvPr>
              <p14:cNvContentPartPr/>
              <p14:nvPr/>
            </p14:nvContentPartPr>
            <p14:xfrm>
              <a:off x="1022040" y="1800720"/>
              <a:ext cx="8668440" cy="4447440"/>
            </p14:xfrm>
          </p:contentPart>
        </mc:Choice>
        <mc:Fallback xmlns="">
          <p:pic>
            <p:nvPicPr>
              <p:cNvPr id="4" name="Ink 3">
                <a:extLst>
                  <a:ext uri="{FF2B5EF4-FFF2-40B4-BE49-F238E27FC236}">
                    <a16:creationId xmlns:a16="http://schemas.microsoft.com/office/drawing/2014/main" id="{52812199-F324-A591-CF5F-D4E98E398FF3}"/>
                  </a:ext>
                </a:extLst>
              </p:cNvPr>
              <p:cNvPicPr/>
              <p:nvPr/>
            </p:nvPicPr>
            <p:blipFill>
              <a:blip r:embed="rId3"/>
              <a:stretch>
                <a:fillRect/>
              </a:stretch>
            </p:blipFill>
            <p:spPr>
              <a:xfrm>
                <a:off x="1012680" y="1791360"/>
                <a:ext cx="8687160" cy="4466160"/>
              </a:xfrm>
              <a:prstGeom prst="rect">
                <a:avLst/>
              </a:prstGeom>
            </p:spPr>
          </p:pic>
        </mc:Fallback>
      </mc:AlternateContent>
    </p:spTree>
    <p:extLst>
      <p:ext uri="{BB962C8B-B14F-4D97-AF65-F5344CB8AC3E}">
        <p14:creationId xmlns:p14="http://schemas.microsoft.com/office/powerpoint/2010/main" val="32273734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70BBC-BD95-C063-481D-A553C10EB5FB}"/>
              </a:ext>
            </a:extLst>
          </p:cNvPr>
          <p:cNvSpPr>
            <a:spLocks noGrp="1"/>
          </p:cNvSpPr>
          <p:nvPr>
            <p:ph type="title"/>
          </p:nvPr>
        </p:nvSpPr>
        <p:spPr/>
        <p:txBody>
          <a:bodyPr/>
          <a:lstStyle/>
          <a:p>
            <a:r>
              <a:rPr lang="en-IN" dirty="0"/>
              <a:t>Network Interface</a:t>
            </a:r>
          </a:p>
        </p:txBody>
      </p:sp>
      <p:sp>
        <p:nvSpPr>
          <p:cNvPr id="3" name="Content Placeholder 2">
            <a:extLst>
              <a:ext uri="{FF2B5EF4-FFF2-40B4-BE49-F238E27FC236}">
                <a16:creationId xmlns:a16="http://schemas.microsoft.com/office/drawing/2014/main" id="{16E3B37D-D83D-9E33-281B-5D2A27F1847B}"/>
              </a:ext>
            </a:extLst>
          </p:cNvPr>
          <p:cNvSpPr>
            <a:spLocks noGrp="1"/>
          </p:cNvSpPr>
          <p:nvPr>
            <p:ph idx="1"/>
          </p:nvPr>
        </p:nvSpPr>
        <p:spPr/>
        <p:txBody>
          <a:bodyPr/>
          <a:lstStyle/>
          <a:p>
            <a:r>
              <a:rPr lang="en-IN" dirty="0"/>
              <a:t>A host typically has one interface, e.g., </a:t>
            </a:r>
            <a:r>
              <a:rPr lang="en-IN" i="0" dirty="0">
                <a:latin typeface="+mj-lt"/>
              </a:rPr>
              <a:t>eth0</a:t>
            </a:r>
            <a:endParaRPr lang="en-IN" dirty="0"/>
          </a:p>
          <a:p>
            <a:pPr lvl="1"/>
            <a:r>
              <a:rPr lang="en-IN" dirty="0"/>
              <a:t>i.e., number of links to the network</a:t>
            </a:r>
          </a:p>
          <a:p>
            <a:r>
              <a:rPr lang="en-IN" dirty="0"/>
              <a:t>A router may have multiple interfaces</a:t>
            </a:r>
          </a:p>
          <a:p>
            <a:r>
              <a:rPr lang="en-IN" dirty="0"/>
              <a:t>Internet protocol (IP) requires each interface to have an IP address</a:t>
            </a:r>
          </a:p>
          <a:p>
            <a:endParaRPr lang="en-IN" dirty="0"/>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13C90CD-C93D-6DDC-491C-2700C4939190}"/>
                  </a:ext>
                </a:extLst>
              </p14:cNvPr>
              <p14:cNvContentPartPr/>
              <p14:nvPr/>
            </p14:nvContentPartPr>
            <p14:xfrm>
              <a:off x="6740640" y="2979360"/>
              <a:ext cx="186120" cy="116640"/>
            </p14:xfrm>
          </p:contentPart>
        </mc:Choice>
        <mc:Fallback xmlns="">
          <p:pic>
            <p:nvPicPr>
              <p:cNvPr id="4" name="Ink 3">
                <a:extLst>
                  <a:ext uri="{FF2B5EF4-FFF2-40B4-BE49-F238E27FC236}">
                    <a16:creationId xmlns:a16="http://schemas.microsoft.com/office/drawing/2014/main" id="{213C90CD-C93D-6DDC-491C-2700C4939190}"/>
                  </a:ext>
                </a:extLst>
              </p:cNvPr>
              <p:cNvPicPr/>
              <p:nvPr/>
            </p:nvPicPr>
            <p:blipFill>
              <a:blip r:embed="rId3"/>
              <a:stretch>
                <a:fillRect/>
              </a:stretch>
            </p:blipFill>
            <p:spPr>
              <a:xfrm>
                <a:off x="6731280" y="2970000"/>
                <a:ext cx="204840" cy="135360"/>
              </a:xfrm>
              <a:prstGeom prst="rect">
                <a:avLst/>
              </a:prstGeom>
            </p:spPr>
          </p:pic>
        </mc:Fallback>
      </mc:AlternateContent>
    </p:spTree>
    <p:extLst>
      <p:ext uri="{BB962C8B-B14F-4D97-AF65-F5344CB8AC3E}">
        <p14:creationId xmlns:p14="http://schemas.microsoft.com/office/powerpoint/2010/main" val="1701047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6EBC-67C7-F036-B090-4EDB398EE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2FC82-8E26-B542-218A-6F00375A56CE}"/>
              </a:ext>
            </a:extLst>
          </p:cNvPr>
          <p:cNvSpPr>
            <a:spLocks noGrp="1"/>
          </p:cNvSpPr>
          <p:nvPr>
            <p:ph type="title"/>
          </p:nvPr>
        </p:nvSpPr>
        <p:spPr/>
        <p:txBody>
          <a:bodyPr/>
          <a:lstStyle/>
          <a:p>
            <a:r>
              <a:rPr lang="en-IN" dirty="0"/>
              <a:t>Network interface</a:t>
            </a:r>
          </a:p>
        </p:txBody>
      </p:sp>
      <p:sp>
        <p:nvSpPr>
          <p:cNvPr id="4" name="Freeform 140">
            <a:extLst>
              <a:ext uri="{FF2B5EF4-FFF2-40B4-BE49-F238E27FC236}">
                <a16:creationId xmlns:a16="http://schemas.microsoft.com/office/drawing/2014/main" id="{896A3001-7E76-2F82-27F9-74F7DD604594}"/>
              </a:ext>
            </a:extLst>
          </p:cNvPr>
          <p:cNvSpPr>
            <a:spLocks/>
          </p:cNvSpPr>
          <p:nvPr/>
        </p:nvSpPr>
        <p:spPr bwMode="auto">
          <a:xfrm rot="16200000">
            <a:off x="8946356" y="3046530"/>
            <a:ext cx="846137"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 name="Freeform 140">
            <a:extLst>
              <a:ext uri="{FF2B5EF4-FFF2-40B4-BE49-F238E27FC236}">
                <a16:creationId xmlns:a16="http://schemas.microsoft.com/office/drawing/2014/main" id="{0AE1574C-0716-5BCF-91A8-E24C5EA01984}"/>
              </a:ext>
            </a:extLst>
          </p:cNvPr>
          <p:cNvSpPr>
            <a:spLocks/>
          </p:cNvSpPr>
          <p:nvPr/>
        </p:nvSpPr>
        <p:spPr bwMode="auto">
          <a:xfrm rot="10800000">
            <a:off x="9944100" y="1720173"/>
            <a:ext cx="846138"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 name="Freeform 140">
            <a:extLst>
              <a:ext uri="{FF2B5EF4-FFF2-40B4-BE49-F238E27FC236}">
                <a16:creationId xmlns:a16="http://schemas.microsoft.com/office/drawing/2014/main" id="{086C76EB-654C-89AA-FC36-46F739583173}"/>
              </a:ext>
            </a:extLst>
          </p:cNvPr>
          <p:cNvSpPr>
            <a:spLocks/>
          </p:cNvSpPr>
          <p:nvPr/>
        </p:nvSpPr>
        <p:spPr bwMode="auto">
          <a:xfrm>
            <a:off x="7908925" y="1302661"/>
            <a:ext cx="1038225" cy="192722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 name="Text Box 26">
            <a:extLst>
              <a:ext uri="{FF2B5EF4-FFF2-40B4-BE49-F238E27FC236}">
                <a16:creationId xmlns:a16="http://schemas.microsoft.com/office/drawing/2014/main" id="{7A9DDAE3-43FC-175F-7C90-D1A1504700D3}"/>
              </a:ext>
            </a:extLst>
          </p:cNvPr>
          <p:cNvSpPr txBox="1">
            <a:spLocks noChangeArrowheads="1"/>
          </p:cNvSpPr>
          <p:nvPr/>
        </p:nvSpPr>
        <p:spPr bwMode="auto">
          <a:xfrm>
            <a:off x="7291388" y="1132798"/>
            <a:ext cx="825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8" name="Group 27">
            <a:extLst>
              <a:ext uri="{FF2B5EF4-FFF2-40B4-BE49-F238E27FC236}">
                <a16:creationId xmlns:a16="http://schemas.microsoft.com/office/drawing/2014/main" id="{C145F8D2-C36C-2721-9A68-6062C70686A8}"/>
              </a:ext>
            </a:extLst>
          </p:cNvPr>
          <p:cNvGrpSpPr>
            <a:grpSpLocks/>
          </p:cNvGrpSpPr>
          <p:nvPr/>
        </p:nvGrpSpPr>
        <p:grpSpPr bwMode="auto">
          <a:xfrm>
            <a:off x="6557963" y="2093236"/>
            <a:ext cx="920750" cy="276225"/>
            <a:chOff x="3251" y="608"/>
            <a:chExt cx="580" cy="174"/>
          </a:xfrm>
        </p:grpSpPr>
        <p:sp>
          <p:nvSpPr>
            <p:cNvPr id="9" name="Rectangle 28">
              <a:extLst>
                <a:ext uri="{FF2B5EF4-FFF2-40B4-BE49-F238E27FC236}">
                  <a16:creationId xmlns:a16="http://schemas.microsoft.com/office/drawing/2014/main" id="{8E169919-8C37-0FD4-292A-DE6A6922E2D7}"/>
                </a:ext>
              </a:extLst>
            </p:cNvPr>
            <p:cNvSpPr>
              <a:spLocks noChangeArrowheads="1"/>
            </p:cNvSpPr>
            <p:nvPr/>
          </p:nvSpPr>
          <p:spPr bwMode="auto">
            <a:xfrm>
              <a:off x="3306" y="657"/>
              <a:ext cx="525"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Text Box 29">
              <a:extLst>
                <a:ext uri="{FF2B5EF4-FFF2-40B4-BE49-F238E27FC236}">
                  <a16:creationId xmlns:a16="http://schemas.microsoft.com/office/drawing/2014/main" id="{F2309CD1-CE07-C394-09F5-CCA1CFC47E93}"/>
                </a:ext>
              </a:extLst>
            </p:cNvPr>
            <p:cNvSpPr txBox="1">
              <a:spLocks noChangeArrowheads="1"/>
            </p:cNvSpPr>
            <p:nvPr/>
          </p:nvSpPr>
          <p:spPr bwMode="auto">
            <a:xfrm>
              <a:off x="3251" y="608"/>
              <a:ext cx="5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sp>
        <p:nvSpPr>
          <p:cNvPr id="11" name="Text Box 30">
            <a:extLst>
              <a:ext uri="{FF2B5EF4-FFF2-40B4-BE49-F238E27FC236}">
                <a16:creationId xmlns:a16="http://schemas.microsoft.com/office/drawing/2014/main" id="{B3F6AA8B-ED36-D5D6-0C0C-90CD39183D8A}"/>
              </a:ext>
            </a:extLst>
          </p:cNvPr>
          <p:cNvSpPr txBox="1">
            <a:spLocks noChangeArrowheads="1"/>
          </p:cNvSpPr>
          <p:nvPr/>
        </p:nvSpPr>
        <p:spPr bwMode="auto">
          <a:xfrm>
            <a:off x="7396163" y="3088598"/>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223.1.1.3</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2" name="Text Box 31">
            <a:extLst>
              <a:ext uri="{FF2B5EF4-FFF2-40B4-BE49-F238E27FC236}">
                <a16:creationId xmlns:a16="http://schemas.microsoft.com/office/drawing/2014/main" id="{A326462D-396C-81E1-83FD-122AF285B975}"/>
              </a:ext>
            </a:extLst>
          </p:cNvPr>
          <p:cNvSpPr txBox="1">
            <a:spLocks noChangeArrowheads="1"/>
          </p:cNvSpPr>
          <p:nvPr/>
        </p:nvSpPr>
        <p:spPr bwMode="auto">
          <a:xfrm>
            <a:off x="8365672" y="2275798"/>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3" name="Text Box 33">
            <a:extLst>
              <a:ext uri="{FF2B5EF4-FFF2-40B4-BE49-F238E27FC236}">
                <a16:creationId xmlns:a16="http://schemas.microsoft.com/office/drawing/2014/main" id="{499DF642-EB9E-ABF9-1FB5-2707CFA592E1}"/>
              </a:ext>
            </a:extLst>
          </p:cNvPr>
          <p:cNvSpPr txBox="1">
            <a:spLocks noChangeArrowheads="1"/>
          </p:cNvSpPr>
          <p:nvPr/>
        </p:nvSpPr>
        <p:spPr bwMode="auto">
          <a:xfrm>
            <a:off x="9578749" y="2277157"/>
            <a:ext cx="8270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223.1.2.9</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4" name="Text Box 41">
            <a:extLst>
              <a:ext uri="{FF2B5EF4-FFF2-40B4-BE49-F238E27FC236}">
                <a16:creationId xmlns:a16="http://schemas.microsoft.com/office/drawing/2014/main" id="{6A4638CE-FE45-4E6A-F0E8-28FD31F61074}"/>
              </a:ext>
            </a:extLst>
          </p:cNvPr>
          <p:cNvSpPr txBox="1">
            <a:spLocks noChangeArrowheads="1"/>
          </p:cNvSpPr>
          <p:nvPr/>
        </p:nvSpPr>
        <p:spPr bwMode="auto">
          <a:xfrm>
            <a:off x="10148207" y="3220134"/>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5" name="Text Box 44">
            <a:extLst>
              <a:ext uri="{FF2B5EF4-FFF2-40B4-BE49-F238E27FC236}">
                <a16:creationId xmlns:a16="http://schemas.microsoft.com/office/drawing/2014/main" id="{FDB1191A-A711-A8EC-63CF-BC0396D28437}"/>
              </a:ext>
            </a:extLst>
          </p:cNvPr>
          <p:cNvSpPr txBox="1">
            <a:spLocks noChangeArrowheads="1"/>
          </p:cNvSpPr>
          <p:nvPr/>
        </p:nvSpPr>
        <p:spPr bwMode="auto">
          <a:xfrm>
            <a:off x="10107612" y="1703391"/>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6" name="Line 45">
            <a:extLst>
              <a:ext uri="{FF2B5EF4-FFF2-40B4-BE49-F238E27FC236}">
                <a16:creationId xmlns:a16="http://schemas.microsoft.com/office/drawing/2014/main" id="{B431B7B4-94C8-E8B4-E3D3-67F492AD0895}"/>
              </a:ext>
            </a:extLst>
          </p:cNvPr>
          <p:cNvSpPr>
            <a:spLocks noChangeShapeType="1"/>
          </p:cNvSpPr>
          <p:nvPr/>
        </p:nvSpPr>
        <p:spPr bwMode="auto">
          <a:xfrm>
            <a:off x="9359900" y="2735036"/>
            <a:ext cx="0" cy="8790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 name="Text Box 53">
            <a:extLst>
              <a:ext uri="{FF2B5EF4-FFF2-40B4-BE49-F238E27FC236}">
                <a16:creationId xmlns:a16="http://schemas.microsoft.com/office/drawing/2014/main" id="{D77FBA41-6D1E-ACC7-7673-EE40B5BD1C27}"/>
              </a:ext>
            </a:extLst>
          </p:cNvPr>
          <p:cNvSpPr txBox="1">
            <a:spLocks noChangeArrowheads="1"/>
          </p:cNvSpPr>
          <p:nvPr/>
        </p:nvSpPr>
        <p:spPr bwMode="auto">
          <a:xfrm>
            <a:off x="9955213" y="4195086"/>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8" name="Text Box 56">
            <a:extLst>
              <a:ext uri="{FF2B5EF4-FFF2-40B4-BE49-F238E27FC236}">
                <a16:creationId xmlns:a16="http://schemas.microsoft.com/office/drawing/2014/main" id="{46651B05-E7B1-2B9A-75F2-AC04CCE8B8FB}"/>
              </a:ext>
            </a:extLst>
          </p:cNvPr>
          <p:cNvSpPr txBox="1">
            <a:spLocks noChangeArrowheads="1"/>
          </p:cNvSpPr>
          <p:nvPr/>
        </p:nvSpPr>
        <p:spPr bwMode="auto">
          <a:xfrm>
            <a:off x="8712200" y="4199848"/>
            <a:ext cx="8270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19" name="Group 57">
            <a:extLst>
              <a:ext uri="{FF2B5EF4-FFF2-40B4-BE49-F238E27FC236}">
                <a16:creationId xmlns:a16="http://schemas.microsoft.com/office/drawing/2014/main" id="{EF7A34F5-A55A-2D13-9F36-E326FD43F6AD}"/>
              </a:ext>
            </a:extLst>
          </p:cNvPr>
          <p:cNvGrpSpPr>
            <a:grpSpLocks/>
          </p:cNvGrpSpPr>
          <p:nvPr/>
        </p:nvGrpSpPr>
        <p:grpSpPr bwMode="auto">
          <a:xfrm>
            <a:off x="8885238" y="2996523"/>
            <a:ext cx="912812" cy="276225"/>
            <a:chOff x="4550" y="1257"/>
            <a:chExt cx="575" cy="174"/>
          </a:xfrm>
        </p:grpSpPr>
        <p:sp>
          <p:nvSpPr>
            <p:cNvPr id="20" name="Rectangle 58">
              <a:extLst>
                <a:ext uri="{FF2B5EF4-FFF2-40B4-BE49-F238E27FC236}">
                  <a16:creationId xmlns:a16="http://schemas.microsoft.com/office/drawing/2014/main" id="{5AB65111-5668-777F-3847-43EB1D3439B2}"/>
                </a:ext>
              </a:extLst>
            </p:cNvPr>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 name="Text Box 59">
              <a:extLst>
                <a:ext uri="{FF2B5EF4-FFF2-40B4-BE49-F238E27FC236}">
                  <a16:creationId xmlns:a16="http://schemas.microsoft.com/office/drawing/2014/main" id="{F6CD5F71-72C8-2949-7F15-06E68A196CCB}"/>
                </a:ext>
              </a:extLst>
            </p:cNvPr>
            <p:cNvSpPr txBox="1">
              <a:spLocks noChangeArrowheads="1"/>
            </p:cNvSpPr>
            <p:nvPr/>
          </p:nvSpPr>
          <p:spPr bwMode="auto">
            <a:xfrm>
              <a:off x="4550" y="1257"/>
              <a:ext cx="57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223.1.3.27</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grpSp>
        <p:nvGrpSpPr>
          <p:cNvPr id="22" name="Group 73">
            <a:extLst>
              <a:ext uri="{FF2B5EF4-FFF2-40B4-BE49-F238E27FC236}">
                <a16:creationId xmlns:a16="http://schemas.microsoft.com/office/drawing/2014/main" id="{807E1217-D130-18E4-009B-BB018840FD07}"/>
              </a:ext>
            </a:extLst>
          </p:cNvPr>
          <p:cNvGrpSpPr>
            <a:grpSpLocks/>
          </p:cNvGrpSpPr>
          <p:nvPr/>
        </p:nvGrpSpPr>
        <p:grpSpPr bwMode="auto">
          <a:xfrm>
            <a:off x="7116763" y="1378861"/>
            <a:ext cx="641350" cy="558800"/>
            <a:chOff x="-44" y="1473"/>
            <a:chExt cx="981" cy="1105"/>
          </a:xfrm>
        </p:grpSpPr>
        <p:pic>
          <p:nvPicPr>
            <p:cNvPr id="23" name="Picture 74" descr="desktop_computer_stylized_medium">
              <a:extLst>
                <a:ext uri="{FF2B5EF4-FFF2-40B4-BE49-F238E27FC236}">
                  <a16:creationId xmlns:a16="http://schemas.microsoft.com/office/drawing/2014/main" id="{91D8A48E-5714-98F8-DF1A-1C56C46113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75">
              <a:extLst>
                <a:ext uri="{FF2B5EF4-FFF2-40B4-BE49-F238E27FC236}">
                  <a16:creationId xmlns:a16="http://schemas.microsoft.com/office/drawing/2014/main" id="{612F430D-FC48-D7A4-9D94-AB790E55B114}"/>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5" name="Group 80">
            <a:extLst>
              <a:ext uri="{FF2B5EF4-FFF2-40B4-BE49-F238E27FC236}">
                <a16:creationId xmlns:a16="http://schemas.microsoft.com/office/drawing/2014/main" id="{2F83BA50-932A-5B6C-AE91-6FFDF633A6F2}"/>
              </a:ext>
            </a:extLst>
          </p:cNvPr>
          <p:cNvGrpSpPr>
            <a:grpSpLocks/>
          </p:cNvGrpSpPr>
          <p:nvPr/>
        </p:nvGrpSpPr>
        <p:grpSpPr bwMode="auto">
          <a:xfrm>
            <a:off x="7112000" y="1977348"/>
            <a:ext cx="641350" cy="558800"/>
            <a:chOff x="-44" y="1473"/>
            <a:chExt cx="981" cy="1105"/>
          </a:xfrm>
        </p:grpSpPr>
        <p:pic>
          <p:nvPicPr>
            <p:cNvPr id="26" name="Picture 81" descr="desktop_computer_stylized_medium">
              <a:extLst>
                <a:ext uri="{FF2B5EF4-FFF2-40B4-BE49-F238E27FC236}">
                  <a16:creationId xmlns:a16="http://schemas.microsoft.com/office/drawing/2014/main" id="{2DE47DA6-5844-C403-32D7-C274ECEDD9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82">
              <a:extLst>
                <a:ext uri="{FF2B5EF4-FFF2-40B4-BE49-F238E27FC236}">
                  <a16:creationId xmlns:a16="http://schemas.microsoft.com/office/drawing/2014/main" id="{D25313DD-1479-EF35-6D75-6D832A0398DF}"/>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8" name="Group 83">
            <a:extLst>
              <a:ext uri="{FF2B5EF4-FFF2-40B4-BE49-F238E27FC236}">
                <a16:creationId xmlns:a16="http://schemas.microsoft.com/office/drawing/2014/main" id="{8DF58C46-DD4F-E73F-FA21-0618906C2E02}"/>
              </a:ext>
            </a:extLst>
          </p:cNvPr>
          <p:cNvGrpSpPr>
            <a:grpSpLocks/>
          </p:cNvGrpSpPr>
          <p:nvPr/>
        </p:nvGrpSpPr>
        <p:grpSpPr bwMode="auto">
          <a:xfrm>
            <a:off x="7140575" y="2586948"/>
            <a:ext cx="641350" cy="558800"/>
            <a:chOff x="-44" y="1473"/>
            <a:chExt cx="981" cy="1105"/>
          </a:xfrm>
        </p:grpSpPr>
        <p:pic>
          <p:nvPicPr>
            <p:cNvPr id="29" name="Picture 84" descr="desktop_computer_stylized_medium">
              <a:extLst>
                <a:ext uri="{FF2B5EF4-FFF2-40B4-BE49-F238E27FC236}">
                  <a16:creationId xmlns:a16="http://schemas.microsoft.com/office/drawing/2014/main" id="{3906C5AE-DD12-AF94-11A6-97B4283E32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Freeform 85">
              <a:extLst>
                <a:ext uri="{FF2B5EF4-FFF2-40B4-BE49-F238E27FC236}">
                  <a16:creationId xmlns:a16="http://schemas.microsoft.com/office/drawing/2014/main" id="{9FC09E83-1E04-8C62-55B2-B27D3D2665F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1" name="Group 87">
            <a:extLst>
              <a:ext uri="{FF2B5EF4-FFF2-40B4-BE49-F238E27FC236}">
                <a16:creationId xmlns:a16="http://schemas.microsoft.com/office/drawing/2014/main" id="{391106FB-B7F4-1CBF-1105-8B517227E1BB}"/>
              </a:ext>
            </a:extLst>
          </p:cNvPr>
          <p:cNvGrpSpPr>
            <a:grpSpLocks/>
          </p:cNvGrpSpPr>
          <p:nvPr/>
        </p:nvGrpSpPr>
        <p:grpSpPr bwMode="auto">
          <a:xfrm flipH="1">
            <a:off x="10799763" y="1536023"/>
            <a:ext cx="641350" cy="558800"/>
            <a:chOff x="-44" y="1473"/>
            <a:chExt cx="981" cy="1105"/>
          </a:xfrm>
        </p:grpSpPr>
        <p:pic>
          <p:nvPicPr>
            <p:cNvPr id="32" name="Picture 88" descr="desktop_computer_stylized_medium">
              <a:extLst>
                <a:ext uri="{FF2B5EF4-FFF2-40B4-BE49-F238E27FC236}">
                  <a16:creationId xmlns:a16="http://schemas.microsoft.com/office/drawing/2014/main" id="{9E6F0100-AD88-3753-A789-C69A5F7F31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89">
              <a:extLst>
                <a:ext uri="{FF2B5EF4-FFF2-40B4-BE49-F238E27FC236}">
                  <a16:creationId xmlns:a16="http://schemas.microsoft.com/office/drawing/2014/main" id="{16A36810-2EF8-1A04-2B1D-5361D5BD7C3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4" name="Group 90">
            <a:extLst>
              <a:ext uri="{FF2B5EF4-FFF2-40B4-BE49-F238E27FC236}">
                <a16:creationId xmlns:a16="http://schemas.microsoft.com/office/drawing/2014/main" id="{D30C68E2-42E0-FB54-A536-AB94015FC521}"/>
              </a:ext>
            </a:extLst>
          </p:cNvPr>
          <p:cNvGrpSpPr>
            <a:grpSpLocks/>
          </p:cNvGrpSpPr>
          <p:nvPr/>
        </p:nvGrpSpPr>
        <p:grpSpPr bwMode="auto">
          <a:xfrm flipH="1">
            <a:off x="10814050" y="2815548"/>
            <a:ext cx="641350" cy="558800"/>
            <a:chOff x="-44" y="1473"/>
            <a:chExt cx="981" cy="1105"/>
          </a:xfrm>
        </p:grpSpPr>
        <p:pic>
          <p:nvPicPr>
            <p:cNvPr id="35" name="Picture 91" descr="desktop_computer_stylized_medium">
              <a:extLst>
                <a:ext uri="{FF2B5EF4-FFF2-40B4-BE49-F238E27FC236}">
                  <a16:creationId xmlns:a16="http://schemas.microsoft.com/office/drawing/2014/main" id="{DC97319F-E460-FE5D-0876-80F02ABF0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eform 92">
              <a:extLst>
                <a:ext uri="{FF2B5EF4-FFF2-40B4-BE49-F238E27FC236}">
                  <a16:creationId xmlns:a16="http://schemas.microsoft.com/office/drawing/2014/main" id="{ECA164B6-3F10-4EE9-C70D-F91A7D63E91C}"/>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7" name="Group 93">
            <a:extLst>
              <a:ext uri="{FF2B5EF4-FFF2-40B4-BE49-F238E27FC236}">
                <a16:creationId xmlns:a16="http://schemas.microsoft.com/office/drawing/2014/main" id="{CAE17D3C-9111-63AB-EF7E-786BDA16DDBF}"/>
              </a:ext>
            </a:extLst>
          </p:cNvPr>
          <p:cNvGrpSpPr>
            <a:grpSpLocks/>
          </p:cNvGrpSpPr>
          <p:nvPr/>
        </p:nvGrpSpPr>
        <p:grpSpPr bwMode="auto">
          <a:xfrm flipH="1">
            <a:off x="9715500" y="4339548"/>
            <a:ext cx="641350" cy="558800"/>
            <a:chOff x="-44" y="1473"/>
            <a:chExt cx="981" cy="1105"/>
          </a:xfrm>
        </p:grpSpPr>
        <p:pic>
          <p:nvPicPr>
            <p:cNvPr id="38" name="Picture 94" descr="desktop_computer_stylized_medium">
              <a:extLst>
                <a:ext uri="{FF2B5EF4-FFF2-40B4-BE49-F238E27FC236}">
                  <a16:creationId xmlns:a16="http://schemas.microsoft.com/office/drawing/2014/main" id="{07C6009A-381B-81D5-576F-6A70AB8EED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Freeform 95">
              <a:extLst>
                <a:ext uri="{FF2B5EF4-FFF2-40B4-BE49-F238E27FC236}">
                  <a16:creationId xmlns:a16="http://schemas.microsoft.com/office/drawing/2014/main" id="{7E4DB892-D77F-107F-DBA2-BDBCD89EA34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0" name="Group 96">
            <a:extLst>
              <a:ext uri="{FF2B5EF4-FFF2-40B4-BE49-F238E27FC236}">
                <a16:creationId xmlns:a16="http://schemas.microsoft.com/office/drawing/2014/main" id="{0CADF086-0797-A5F3-72BD-2D643EE5FA91}"/>
              </a:ext>
            </a:extLst>
          </p:cNvPr>
          <p:cNvGrpSpPr>
            <a:grpSpLocks/>
          </p:cNvGrpSpPr>
          <p:nvPr/>
        </p:nvGrpSpPr>
        <p:grpSpPr bwMode="auto">
          <a:xfrm flipH="1">
            <a:off x="8551863" y="4380823"/>
            <a:ext cx="641350" cy="558800"/>
            <a:chOff x="-44" y="1473"/>
            <a:chExt cx="981" cy="1105"/>
          </a:xfrm>
        </p:grpSpPr>
        <p:pic>
          <p:nvPicPr>
            <p:cNvPr id="41" name="Picture 97" descr="desktop_computer_stylized_medium">
              <a:extLst>
                <a:ext uri="{FF2B5EF4-FFF2-40B4-BE49-F238E27FC236}">
                  <a16:creationId xmlns:a16="http://schemas.microsoft.com/office/drawing/2014/main" id="{22213EE7-92BA-71FD-BAE6-6FBFD405B7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Freeform 98">
              <a:extLst>
                <a:ext uri="{FF2B5EF4-FFF2-40B4-BE49-F238E27FC236}">
                  <a16:creationId xmlns:a16="http://schemas.microsoft.com/office/drawing/2014/main" id="{914F4842-AAFB-ACC1-ACB5-BCD5D44839FB}"/>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43" name="Straight Connector 42">
            <a:extLst>
              <a:ext uri="{FF2B5EF4-FFF2-40B4-BE49-F238E27FC236}">
                <a16:creationId xmlns:a16="http://schemas.microsoft.com/office/drawing/2014/main" id="{95B142D9-1EFA-9221-B706-950C4673089E}"/>
              </a:ext>
            </a:extLst>
          </p:cNvPr>
          <p:cNvCxnSpPr/>
          <p:nvPr/>
        </p:nvCxnSpPr>
        <p:spPr>
          <a:xfrm>
            <a:off x="7697391" y="1785938"/>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3D035BD-5D21-9211-2FC5-62AFB5CCB8EF}"/>
              </a:ext>
            </a:extLst>
          </p:cNvPr>
          <p:cNvCxnSpPr/>
          <p:nvPr/>
        </p:nvCxnSpPr>
        <p:spPr>
          <a:xfrm>
            <a:off x="7706916" y="2384823"/>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8048835-EF96-272D-2FDC-2967AB96E486}"/>
              </a:ext>
            </a:extLst>
          </p:cNvPr>
          <p:cNvCxnSpPr/>
          <p:nvPr/>
        </p:nvCxnSpPr>
        <p:spPr>
          <a:xfrm>
            <a:off x="7734301" y="2997995"/>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1681358-9F7A-7D33-1ACA-49A7357CDB3C}"/>
              </a:ext>
            </a:extLst>
          </p:cNvPr>
          <p:cNvCxnSpPr>
            <a:cxnSpLocks/>
          </p:cNvCxnSpPr>
          <p:nvPr/>
        </p:nvCxnSpPr>
        <p:spPr>
          <a:xfrm>
            <a:off x="8364512" y="2578622"/>
            <a:ext cx="79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42EAB1A-03A8-3277-D0B3-4ACB308713A9}"/>
              </a:ext>
            </a:extLst>
          </p:cNvPr>
          <p:cNvCxnSpPr>
            <a:cxnSpLocks/>
          </p:cNvCxnSpPr>
          <p:nvPr/>
        </p:nvCxnSpPr>
        <p:spPr>
          <a:xfrm>
            <a:off x="9547622" y="2584574"/>
            <a:ext cx="9754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6652F688-2617-ED3E-EEDE-516983261D3E}"/>
              </a:ext>
            </a:extLst>
          </p:cNvPr>
          <p:cNvGrpSpPr/>
          <p:nvPr/>
        </p:nvGrpSpPr>
        <p:grpSpPr>
          <a:xfrm>
            <a:off x="9053641" y="2438501"/>
            <a:ext cx="632991" cy="300938"/>
            <a:chOff x="7493876" y="2774731"/>
            <a:chExt cx="1481958" cy="894622"/>
          </a:xfrm>
        </p:grpSpPr>
        <p:sp>
          <p:nvSpPr>
            <p:cNvPr id="49" name="Freeform 145">
              <a:extLst>
                <a:ext uri="{FF2B5EF4-FFF2-40B4-BE49-F238E27FC236}">
                  <a16:creationId xmlns:a16="http://schemas.microsoft.com/office/drawing/2014/main" id="{BA47018B-ADD6-C07B-295B-6C187C07592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0" name="Oval 49">
              <a:extLst>
                <a:ext uri="{FF2B5EF4-FFF2-40B4-BE49-F238E27FC236}">
                  <a16:creationId xmlns:a16="http://schemas.microsoft.com/office/drawing/2014/main" id="{83D74EDC-D5F0-43D2-C3C0-C0CC0EA2691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1" name="Group 50">
              <a:extLst>
                <a:ext uri="{FF2B5EF4-FFF2-40B4-BE49-F238E27FC236}">
                  <a16:creationId xmlns:a16="http://schemas.microsoft.com/office/drawing/2014/main" id="{81B291AA-AC82-18EF-37C5-9C0B2508863E}"/>
                </a:ext>
              </a:extLst>
            </p:cNvPr>
            <p:cNvGrpSpPr/>
            <p:nvPr/>
          </p:nvGrpSpPr>
          <p:grpSpPr>
            <a:xfrm>
              <a:off x="7713663" y="2848339"/>
              <a:ext cx="1042107" cy="425543"/>
              <a:chOff x="7786941" y="2884917"/>
              <a:chExt cx="897649" cy="353919"/>
            </a:xfrm>
          </p:grpSpPr>
          <p:sp>
            <p:nvSpPr>
              <p:cNvPr id="52" name="Freeform 148">
                <a:extLst>
                  <a:ext uri="{FF2B5EF4-FFF2-40B4-BE49-F238E27FC236}">
                    <a16:creationId xmlns:a16="http://schemas.microsoft.com/office/drawing/2014/main" id="{C58D65FB-C6BF-3763-57C4-8A09FF24DF6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 name="Freeform 149">
                <a:extLst>
                  <a:ext uri="{FF2B5EF4-FFF2-40B4-BE49-F238E27FC236}">
                    <a16:creationId xmlns:a16="http://schemas.microsoft.com/office/drawing/2014/main" id="{3C7E4CF0-898E-53E9-1418-7986A1E4A36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Freeform 150">
                <a:extLst>
                  <a:ext uri="{FF2B5EF4-FFF2-40B4-BE49-F238E27FC236}">
                    <a16:creationId xmlns:a16="http://schemas.microsoft.com/office/drawing/2014/main" id="{807DA559-69F2-1BC9-2F78-9BCC89295C0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 name="Freeform 151">
                <a:extLst>
                  <a:ext uri="{FF2B5EF4-FFF2-40B4-BE49-F238E27FC236}">
                    <a16:creationId xmlns:a16="http://schemas.microsoft.com/office/drawing/2014/main" id="{F539E571-7293-AF73-7DBC-B1E855BA8A9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cxnSp>
        <p:nvCxnSpPr>
          <p:cNvPr id="56" name="Straight Connector 55">
            <a:extLst>
              <a:ext uri="{FF2B5EF4-FFF2-40B4-BE49-F238E27FC236}">
                <a16:creationId xmlns:a16="http://schemas.microsoft.com/office/drawing/2014/main" id="{EA5DFE15-4996-1A4D-CF41-4A4D02A5D8E3}"/>
              </a:ext>
            </a:extLst>
          </p:cNvPr>
          <p:cNvCxnSpPr>
            <a:cxnSpLocks/>
          </p:cNvCxnSpPr>
          <p:nvPr/>
        </p:nvCxnSpPr>
        <p:spPr>
          <a:xfrm>
            <a:off x="10629900" y="1942421"/>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F191F0E-E954-95B2-6C3A-DF06D0094FAE}"/>
              </a:ext>
            </a:extLst>
          </p:cNvPr>
          <p:cNvCxnSpPr>
            <a:cxnSpLocks/>
          </p:cNvCxnSpPr>
          <p:nvPr/>
        </p:nvCxnSpPr>
        <p:spPr>
          <a:xfrm>
            <a:off x="10631261" y="3225575"/>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D434E01-F0CA-2BB5-AF35-06E084CD10E9}"/>
              </a:ext>
            </a:extLst>
          </p:cNvPr>
          <p:cNvCxnSpPr/>
          <p:nvPr/>
        </p:nvCxnSpPr>
        <p:spPr>
          <a:xfrm>
            <a:off x="8740878" y="418198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4A7F541-1DEA-227D-36A8-F2E2CA3CAF09}"/>
              </a:ext>
            </a:extLst>
          </p:cNvPr>
          <p:cNvCxnSpPr/>
          <p:nvPr/>
        </p:nvCxnSpPr>
        <p:spPr>
          <a:xfrm>
            <a:off x="9886336" y="414429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61877DB3-BD8A-AD8A-362B-A288BEFB45DD}"/>
              </a:ext>
            </a:extLst>
          </p:cNvPr>
          <p:cNvSpPr txBox="1"/>
          <p:nvPr/>
        </p:nvSpPr>
        <p:spPr>
          <a:xfrm>
            <a:off x="6841671" y="5290457"/>
            <a:ext cx="465306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dotted-decimal IP address notation:</a:t>
            </a:r>
          </a:p>
        </p:txBody>
      </p:sp>
      <p:sp>
        <p:nvSpPr>
          <p:cNvPr id="61" name="TextBox 60">
            <a:extLst>
              <a:ext uri="{FF2B5EF4-FFF2-40B4-BE49-F238E27FC236}">
                <a16:creationId xmlns:a16="http://schemas.microsoft.com/office/drawing/2014/main" id="{17B205D7-E68B-FC84-16AB-B1E0946A0190}"/>
              </a:ext>
            </a:extLst>
          </p:cNvPr>
          <p:cNvSpPr txBox="1"/>
          <p:nvPr/>
        </p:nvSpPr>
        <p:spPr>
          <a:xfrm>
            <a:off x="402771" y="2030952"/>
            <a:ext cx="5658306" cy="1692771"/>
          </a:xfrm>
          <a:prstGeom prst="rect">
            <a:avLst/>
          </a:prstGeom>
          <a:noFill/>
        </p:spPr>
        <p:txBody>
          <a:bodyPr wrap="square" rtlCol="0">
            <a:spAutoFit/>
          </a:bodyPr>
          <a:lstStyle/>
          <a:p>
            <a:r>
              <a:rPr lang="en-US" sz="2600" dirty="0">
                <a:latin typeface="Arial" panose="020B0604020202020204" pitchFamily="34" charset="0"/>
                <a:cs typeface="Arial" panose="020B0604020202020204" pitchFamily="34" charset="0"/>
              </a:rPr>
              <a:t>Each host and router is connected to the physical link via an interface. </a:t>
            </a:r>
          </a:p>
          <a:p>
            <a:endParaRPr lang="en-US" sz="2600" dirty="0">
              <a:latin typeface="Arial" panose="020B0604020202020204" pitchFamily="34" charset="0"/>
              <a:cs typeface="Arial" panose="020B0604020202020204" pitchFamily="34" charset="0"/>
            </a:endParaRPr>
          </a:p>
          <a:p>
            <a:r>
              <a:rPr lang="en-US" sz="2600" dirty="0">
                <a:latin typeface="Arial" panose="020B0604020202020204" pitchFamily="34" charset="0"/>
                <a:cs typeface="Arial" panose="020B0604020202020204" pitchFamily="34" charset="0"/>
              </a:rPr>
              <a:t>Each interface has an IP address</a:t>
            </a:r>
            <a:r>
              <a:rPr lang="en-US" dirty="0">
                <a:latin typeface="Arial" panose="020B0604020202020204" pitchFamily="34" charset="0"/>
                <a:cs typeface="Arial" panose="020B0604020202020204" pitchFamily="34" charset="0"/>
              </a:rPr>
              <a:t>.</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C6D1793-5C16-BD59-8014-ED3B4DD9CBEB}"/>
                  </a:ext>
                </a:extLst>
              </p14:cNvPr>
              <p14:cNvContentPartPr/>
              <p14:nvPr/>
            </p14:nvContentPartPr>
            <p14:xfrm>
              <a:off x="6442920" y="1157400"/>
              <a:ext cx="3418200" cy="2616840"/>
            </p14:xfrm>
          </p:contentPart>
        </mc:Choice>
        <mc:Fallback xmlns="">
          <p:pic>
            <p:nvPicPr>
              <p:cNvPr id="3" name="Ink 2">
                <a:extLst>
                  <a:ext uri="{FF2B5EF4-FFF2-40B4-BE49-F238E27FC236}">
                    <a16:creationId xmlns:a16="http://schemas.microsoft.com/office/drawing/2014/main" id="{DC6D1793-5C16-BD59-8014-ED3B4DD9CBEB}"/>
                  </a:ext>
                </a:extLst>
              </p:cNvPr>
              <p:cNvPicPr/>
              <p:nvPr/>
            </p:nvPicPr>
            <p:blipFill>
              <a:blip r:embed="rId4"/>
              <a:stretch>
                <a:fillRect/>
              </a:stretch>
            </p:blipFill>
            <p:spPr>
              <a:xfrm>
                <a:off x="6433560" y="1148040"/>
                <a:ext cx="3436920" cy="2635560"/>
              </a:xfrm>
              <a:prstGeom prst="rect">
                <a:avLst/>
              </a:prstGeom>
            </p:spPr>
          </p:pic>
        </mc:Fallback>
      </mc:AlternateContent>
      <p:sp>
        <p:nvSpPr>
          <p:cNvPr id="62" name="TextBox 28">
            <a:extLst>
              <a:ext uri="{FF2B5EF4-FFF2-40B4-BE49-F238E27FC236}">
                <a16:creationId xmlns:a16="http://schemas.microsoft.com/office/drawing/2014/main" id="{0E710FF9-0751-3C7D-B42C-C69C4EABEEA0}"/>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10370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EF6E7-CA2C-C88F-2879-5CCE6550284D}"/>
              </a:ext>
            </a:extLst>
          </p:cNvPr>
          <p:cNvSpPr>
            <a:spLocks noGrp="1"/>
          </p:cNvSpPr>
          <p:nvPr>
            <p:ph type="title"/>
          </p:nvPr>
        </p:nvSpPr>
        <p:spPr/>
        <p:txBody>
          <a:bodyPr/>
          <a:lstStyle/>
          <a:p>
            <a:r>
              <a:rPr lang="en-IN" dirty="0"/>
              <a:t>Network internet</a:t>
            </a:r>
          </a:p>
        </p:txBody>
      </p:sp>
      <p:sp>
        <p:nvSpPr>
          <p:cNvPr id="3" name="Content Placeholder 2">
            <a:extLst>
              <a:ext uri="{FF2B5EF4-FFF2-40B4-BE49-F238E27FC236}">
                <a16:creationId xmlns:a16="http://schemas.microsoft.com/office/drawing/2014/main" id="{BB45000C-9F22-47CE-3813-D2E5D6C36461}"/>
              </a:ext>
            </a:extLst>
          </p:cNvPr>
          <p:cNvSpPr>
            <a:spLocks noGrp="1"/>
          </p:cNvSpPr>
          <p:nvPr>
            <p:ph idx="1"/>
          </p:nvPr>
        </p:nvSpPr>
        <p:spPr>
          <a:xfrm>
            <a:off x="838200" y="1825625"/>
            <a:ext cx="3677509" cy="4351338"/>
          </a:xfrm>
        </p:spPr>
        <p:txBody>
          <a:bodyPr>
            <a:normAutofit fontScale="85000" lnSpcReduction="10000"/>
          </a:bodyPr>
          <a:lstStyle/>
          <a:p>
            <a:r>
              <a:rPr lang="en-IN" dirty="0"/>
              <a:t>Within an organization, sometimes hosts are connected using a switch</a:t>
            </a:r>
          </a:p>
          <a:p>
            <a:endParaRPr lang="en-IN" dirty="0"/>
          </a:p>
          <a:p>
            <a:r>
              <a:rPr lang="en-US" dirty="0"/>
              <a:t>Switch operates at the data-link layer, which is below the network layer</a:t>
            </a:r>
          </a:p>
          <a:p>
            <a:pPr lvl="1"/>
            <a:r>
              <a:rPr lang="en-IN" dirty="0"/>
              <a:t>IP address is not used at data-link layer</a:t>
            </a:r>
          </a:p>
          <a:p>
            <a:endParaRPr lang="en-IN" dirty="0"/>
          </a:p>
          <a:p>
            <a:r>
              <a:rPr lang="en-IN" dirty="0"/>
              <a:t>We’ll discuss the data-link layer later in this course</a:t>
            </a:r>
          </a:p>
        </p:txBody>
      </p:sp>
      <p:sp>
        <p:nvSpPr>
          <p:cNvPr id="4" name="Freeform 140">
            <a:extLst>
              <a:ext uri="{FF2B5EF4-FFF2-40B4-BE49-F238E27FC236}">
                <a16:creationId xmlns:a16="http://schemas.microsoft.com/office/drawing/2014/main" id="{FA0FC9B5-43CB-2FA9-74B6-746F1223F7F4}"/>
              </a:ext>
            </a:extLst>
          </p:cNvPr>
          <p:cNvSpPr>
            <a:spLocks/>
          </p:cNvSpPr>
          <p:nvPr/>
        </p:nvSpPr>
        <p:spPr bwMode="auto">
          <a:xfrm rot="16200000">
            <a:off x="8946356" y="3046530"/>
            <a:ext cx="846137"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 name="Freeform 140">
            <a:extLst>
              <a:ext uri="{FF2B5EF4-FFF2-40B4-BE49-F238E27FC236}">
                <a16:creationId xmlns:a16="http://schemas.microsoft.com/office/drawing/2014/main" id="{612345BE-215B-068C-9F44-E14F9173E036}"/>
              </a:ext>
            </a:extLst>
          </p:cNvPr>
          <p:cNvSpPr>
            <a:spLocks/>
          </p:cNvSpPr>
          <p:nvPr/>
        </p:nvSpPr>
        <p:spPr bwMode="auto">
          <a:xfrm rot="10800000">
            <a:off x="9944100" y="1720173"/>
            <a:ext cx="846138"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 name="Freeform 140">
            <a:extLst>
              <a:ext uri="{FF2B5EF4-FFF2-40B4-BE49-F238E27FC236}">
                <a16:creationId xmlns:a16="http://schemas.microsoft.com/office/drawing/2014/main" id="{6F5AFAB4-4088-FA5D-A11E-A4E33CE05426}"/>
              </a:ext>
            </a:extLst>
          </p:cNvPr>
          <p:cNvSpPr>
            <a:spLocks/>
          </p:cNvSpPr>
          <p:nvPr/>
        </p:nvSpPr>
        <p:spPr bwMode="auto">
          <a:xfrm>
            <a:off x="7908925" y="1302661"/>
            <a:ext cx="1038225" cy="192722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 name="Text Box 26">
            <a:extLst>
              <a:ext uri="{FF2B5EF4-FFF2-40B4-BE49-F238E27FC236}">
                <a16:creationId xmlns:a16="http://schemas.microsoft.com/office/drawing/2014/main" id="{0E558204-693D-4F25-6DE4-B369E7B90A9A}"/>
              </a:ext>
            </a:extLst>
          </p:cNvPr>
          <p:cNvSpPr txBox="1">
            <a:spLocks noChangeArrowheads="1"/>
          </p:cNvSpPr>
          <p:nvPr/>
        </p:nvSpPr>
        <p:spPr bwMode="auto">
          <a:xfrm>
            <a:off x="7291388" y="1132798"/>
            <a:ext cx="825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8" name="Group 27">
            <a:extLst>
              <a:ext uri="{FF2B5EF4-FFF2-40B4-BE49-F238E27FC236}">
                <a16:creationId xmlns:a16="http://schemas.microsoft.com/office/drawing/2014/main" id="{F0DAC45F-7A17-09CD-BD73-C14B30D208D6}"/>
              </a:ext>
            </a:extLst>
          </p:cNvPr>
          <p:cNvGrpSpPr>
            <a:grpSpLocks/>
          </p:cNvGrpSpPr>
          <p:nvPr/>
        </p:nvGrpSpPr>
        <p:grpSpPr bwMode="auto">
          <a:xfrm>
            <a:off x="6557963" y="2093236"/>
            <a:ext cx="920750" cy="276225"/>
            <a:chOff x="3251" y="608"/>
            <a:chExt cx="580" cy="174"/>
          </a:xfrm>
        </p:grpSpPr>
        <p:sp>
          <p:nvSpPr>
            <p:cNvPr id="9" name="Rectangle 28">
              <a:extLst>
                <a:ext uri="{FF2B5EF4-FFF2-40B4-BE49-F238E27FC236}">
                  <a16:creationId xmlns:a16="http://schemas.microsoft.com/office/drawing/2014/main" id="{D2530B2C-1E58-4121-8EF1-82E490A0EC6E}"/>
                </a:ext>
              </a:extLst>
            </p:cNvPr>
            <p:cNvSpPr>
              <a:spLocks noChangeArrowheads="1"/>
            </p:cNvSpPr>
            <p:nvPr/>
          </p:nvSpPr>
          <p:spPr bwMode="auto">
            <a:xfrm>
              <a:off x="3306" y="657"/>
              <a:ext cx="525"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Text Box 29">
              <a:extLst>
                <a:ext uri="{FF2B5EF4-FFF2-40B4-BE49-F238E27FC236}">
                  <a16:creationId xmlns:a16="http://schemas.microsoft.com/office/drawing/2014/main" id="{C4BD832F-F16C-FE25-66EA-700FBA54C831}"/>
                </a:ext>
              </a:extLst>
            </p:cNvPr>
            <p:cNvSpPr txBox="1">
              <a:spLocks noChangeArrowheads="1"/>
            </p:cNvSpPr>
            <p:nvPr/>
          </p:nvSpPr>
          <p:spPr bwMode="auto">
            <a:xfrm>
              <a:off x="3251" y="608"/>
              <a:ext cx="5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sp>
        <p:nvSpPr>
          <p:cNvPr id="11" name="Text Box 30">
            <a:extLst>
              <a:ext uri="{FF2B5EF4-FFF2-40B4-BE49-F238E27FC236}">
                <a16:creationId xmlns:a16="http://schemas.microsoft.com/office/drawing/2014/main" id="{7ACFB44A-7D9A-06EC-E294-C4D70CB2ED14}"/>
              </a:ext>
            </a:extLst>
          </p:cNvPr>
          <p:cNvSpPr txBox="1">
            <a:spLocks noChangeArrowheads="1"/>
          </p:cNvSpPr>
          <p:nvPr/>
        </p:nvSpPr>
        <p:spPr bwMode="auto">
          <a:xfrm>
            <a:off x="7396163" y="3088598"/>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223.1.1.3</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2" name="Text Box 31">
            <a:extLst>
              <a:ext uri="{FF2B5EF4-FFF2-40B4-BE49-F238E27FC236}">
                <a16:creationId xmlns:a16="http://schemas.microsoft.com/office/drawing/2014/main" id="{B46DCF17-C598-AE41-B090-838AEE0FAFFA}"/>
              </a:ext>
            </a:extLst>
          </p:cNvPr>
          <p:cNvSpPr txBox="1">
            <a:spLocks noChangeArrowheads="1"/>
          </p:cNvSpPr>
          <p:nvPr/>
        </p:nvSpPr>
        <p:spPr bwMode="auto">
          <a:xfrm>
            <a:off x="8365672" y="2275798"/>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3" name="Text Box 33">
            <a:extLst>
              <a:ext uri="{FF2B5EF4-FFF2-40B4-BE49-F238E27FC236}">
                <a16:creationId xmlns:a16="http://schemas.microsoft.com/office/drawing/2014/main" id="{0BC28126-C968-54F9-BA10-11286A2134BA}"/>
              </a:ext>
            </a:extLst>
          </p:cNvPr>
          <p:cNvSpPr txBox="1">
            <a:spLocks noChangeArrowheads="1"/>
          </p:cNvSpPr>
          <p:nvPr/>
        </p:nvSpPr>
        <p:spPr bwMode="auto">
          <a:xfrm>
            <a:off x="9578749" y="2277157"/>
            <a:ext cx="8270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223.1.2.9</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4" name="Text Box 41">
            <a:extLst>
              <a:ext uri="{FF2B5EF4-FFF2-40B4-BE49-F238E27FC236}">
                <a16:creationId xmlns:a16="http://schemas.microsoft.com/office/drawing/2014/main" id="{5F1741DD-6E5B-6284-3592-1537FC786402}"/>
              </a:ext>
            </a:extLst>
          </p:cNvPr>
          <p:cNvSpPr txBox="1">
            <a:spLocks noChangeArrowheads="1"/>
          </p:cNvSpPr>
          <p:nvPr/>
        </p:nvSpPr>
        <p:spPr bwMode="auto">
          <a:xfrm>
            <a:off x="10148207" y="3220134"/>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5" name="Text Box 44">
            <a:extLst>
              <a:ext uri="{FF2B5EF4-FFF2-40B4-BE49-F238E27FC236}">
                <a16:creationId xmlns:a16="http://schemas.microsoft.com/office/drawing/2014/main" id="{3B59CBDF-1AFF-A4B3-66A9-C7A42CF21EC1}"/>
              </a:ext>
            </a:extLst>
          </p:cNvPr>
          <p:cNvSpPr txBox="1">
            <a:spLocks noChangeArrowheads="1"/>
          </p:cNvSpPr>
          <p:nvPr/>
        </p:nvSpPr>
        <p:spPr bwMode="auto">
          <a:xfrm>
            <a:off x="10107612" y="1703391"/>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6" name="Line 45">
            <a:extLst>
              <a:ext uri="{FF2B5EF4-FFF2-40B4-BE49-F238E27FC236}">
                <a16:creationId xmlns:a16="http://schemas.microsoft.com/office/drawing/2014/main" id="{E916FA73-A1EE-074B-B21D-7B90A8AD286F}"/>
              </a:ext>
            </a:extLst>
          </p:cNvPr>
          <p:cNvSpPr>
            <a:spLocks noChangeShapeType="1"/>
          </p:cNvSpPr>
          <p:nvPr/>
        </p:nvSpPr>
        <p:spPr bwMode="auto">
          <a:xfrm>
            <a:off x="9359900" y="2735036"/>
            <a:ext cx="0" cy="8790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 name="Text Box 53">
            <a:extLst>
              <a:ext uri="{FF2B5EF4-FFF2-40B4-BE49-F238E27FC236}">
                <a16:creationId xmlns:a16="http://schemas.microsoft.com/office/drawing/2014/main" id="{382F69E6-3546-B298-45E5-2B4F766E99BC}"/>
              </a:ext>
            </a:extLst>
          </p:cNvPr>
          <p:cNvSpPr txBox="1">
            <a:spLocks noChangeArrowheads="1"/>
          </p:cNvSpPr>
          <p:nvPr/>
        </p:nvSpPr>
        <p:spPr bwMode="auto">
          <a:xfrm>
            <a:off x="9955213" y="4195086"/>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8" name="Text Box 56">
            <a:extLst>
              <a:ext uri="{FF2B5EF4-FFF2-40B4-BE49-F238E27FC236}">
                <a16:creationId xmlns:a16="http://schemas.microsoft.com/office/drawing/2014/main" id="{9256C926-66A6-30B7-B8D5-8DB92380F8E0}"/>
              </a:ext>
            </a:extLst>
          </p:cNvPr>
          <p:cNvSpPr txBox="1">
            <a:spLocks noChangeArrowheads="1"/>
          </p:cNvSpPr>
          <p:nvPr/>
        </p:nvSpPr>
        <p:spPr bwMode="auto">
          <a:xfrm>
            <a:off x="8712200" y="4199848"/>
            <a:ext cx="8270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19" name="Group 57">
            <a:extLst>
              <a:ext uri="{FF2B5EF4-FFF2-40B4-BE49-F238E27FC236}">
                <a16:creationId xmlns:a16="http://schemas.microsoft.com/office/drawing/2014/main" id="{B5AE7C79-E5C9-F610-8210-6B431F1E9FB9}"/>
              </a:ext>
            </a:extLst>
          </p:cNvPr>
          <p:cNvGrpSpPr>
            <a:grpSpLocks/>
          </p:cNvGrpSpPr>
          <p:nvPr/>
        </p:nvGrpSpPr>
        <p:grpSpPr bwMode="auto">
          <a:xfrm>
            <a:off x="8885238" y="2996523"/>
            <a:ext cx="912812" cy="276225"/>
            <a:chOff x="4550" y="1257"/>
            <a:chExt cx="575" cy="174"/>
          </a:xfrm>
        </p:grpSpPr>
        <p:sp>
          <p:nvSpPr>
            <p:cNvPr id="20" name="Rectangle 58">
              <a:extLst>
                <a:ext uri="{FF2B5EF4-FFF2-40B4-BE49-F238E27FC236}">
                  <a16:creationId xmlns:a16="http://schemas.microsoft.com/office/drawing/2014/main" id="{4D399B2C-C82A-6B4D-1F46-495DE684EE16}"/>
                </a:ext>
              </a:extLst>
            </p:cNvPr>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 name="Text Box 59">
              <a:extLst>
                <a:ext uri="{FF2B5EF4-FFF2-40B4-BE49-F238E27FC236}">
                  <a16:creationId xmlns:a16="http://schemas.microsoft.com/office/drawing/2014/main" id="{1221508D-968E-91AD-4C50-29520E85AE83}"/>
                </a:ext>
              </a:extLst>
            </p:cNvPr>
            <p:cNvSpPr txBox="1">
              <a:spLocks noChangeArrowheads="1"/>
            </p:cNvSpPr>
            <p:nvPr/>
          </p:nvSpPr>
          <p:spPr bwMode="auto">
            <a:xfrm>
              <a:off x="4550" y="1257"/>
              <a:ext cx="57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223.1.3.27</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grpSp>
        <p:nvGrpSpPr>
          <p:cNvPr id="22" name="Group 73">
            <a:extLst>
              <a:ext uri="{FF2B5EF4-FFF2-40B4-BE49-F238E27FC236}">
                <a16:creationId xmlns:a16="http://schemas.microsoft.com/office/drawing/2014/main" id="{407D0FAB-9C81-0464-064C-F211C37873F7}"/>
              </a:ext>
            </a:extLst>
          </p:cNvPr>
          <p:cNvGrpSpPr>
            <a:grpSpLocks/>
          </p:cNvGrpSpPr>
          <p:nvPr/>
        </p:nvGrpSpPr>
        <p:grpSpPr bwMode="auto">
          <a:xfrm>
            <a:off x="7116763" y="1378861"/>
            <a:ext cx="641350" cy="558800"/>
            <a:chOff x="-44" y="1473"/>
            <a:chExt cx="981" cy="1105"/>
          </a:xfrm>
        </p:grpSpPr>
        <p:pic>
          <p:nvPicPr>
            <p:cNvPr id="23" name="Picture 74" descr="desktop_computer_stylized_medium">
              <a:extLst>
                <a:ext uri="{FF2B5EF4-FFF2-40B4-BE49-F238E27FC236}">
                  <a16:creationId xmlns:a16="http://schemas.microsoft.com/office/drawing/2014/main" id="{F4CEDB1B-3E55-D12D-5B48-34C708A82B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75">
              <a:extLst>
                <a:ext uri="{FF2B5EF4-FFF2-40B4-BE49-F238E27FC236}">
                  <a16:creationId xmlns:a16="http://schemas.microsoft.com/office/drawing/2014/main" id="{24DDCA6E-775C-0DE7-FB06-AE34DCAB151C}"/>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5" name="Group 80">
            <a:extLst>
              <a:ext uri="{FF2B5EF4-FFF2-40B4-BE49-F238E27FC236}">
                <a16:creationId xmlns:a16="http://schemas.microsoft.com/office/drawing/2014/main" id="{9FE13D58-BC92-17BF-EF2C-65AE9260FC21}"/>
              </a:ext>
            </a:extLst>
          </p:cNvPr>
          <p:cNvGrpSpPr>
            <a:grpSpLocks/>
          </p:cNvGrpSpPr>
          <p:nvPr/>
        </p:nvGrpSpPr>
        <p:grpSpPr bwMode="auto">
          <a:xfrm>
            <a:off x="7112000" y="1977348"/>
            <a:ext cx="641350" cy="558800"/>
            <a:chOff x="-44" y="1473"/>
            <a:chExt cx="981" cy="1105"/>
          </a:xfrm>
        </p:grpSpPr>
        <p:pic>
          <p:nvPicPr>
            <p:cNvPr id="26" name="Picture 81" descr="desktop_computer_stylized_medium">
              <a:extLst>
                <a:ext uri="{FF2B5EF4-FFF2-40B4-BE49-F238E27FC236}">
                  <a16:creationId xmlns:a16="http://schemas.microsoft.com/office/drawing/2014/main" id="{C9A4A218-D47F-39BF-8ACF-B8B78919B8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82">
              <a:extLst>
                <a:ext uri="{FF2B5EF4-FFF2-40B4-BE49-F238E27FC236}">
                  <a16:creationId xmlns:a16="http://schemas.microsoft.com/office/drawing/2014/main" id="{B590DE71-7616-3A10-443D-CF30D5021B0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8" name="Group 83">
            <a:extLst>
              <a:ext uri="{FF2B5EF4-FFF2-40B4-BE49-F238E27FC236}">
                <a16:creationId xmlns:a16="http://schemas.microsoft.com/office/drawing/2014/main" id="{62F8716C-859E-98D1-65B0-9C0D9F509CB2}"/>
              </a:ext>
            </a:extLst>
          </p:cNvPr>
          <p:cNvGrpSpPr>
            <a:grpSpLocks/>
          </p:cNvGrpSpPr>
          <p:nvPr/>
        </p:nvGrpSpPr>
        <p:grpSpPr bwMode="auto">
          <a:xfrm>
            <a:off x="7140575" y="2586948"/>
            <a:ext cx="641350" cy="558800"/>
            <a:chOff x="-44" y="1473"/>
            <a:chExt cx="981" cy="1105"/>
          </a:xfrm>
        </p:grpSpPr>
        <p:pic>
          <p:nvPicPr>
            <p:cNvPr id="29" name="Picture 84" descr="desktop_computer_stylized_medium">
              <a:extLst>
                <a:ext uri="{FF2B5EF4-FFF2-40B4-BE49-F238E27FC236}">
                  <a16:creationId xmlns:a16="http://schemas.microsoft.com/office/drawing/2014/main" id="{B5015A76-5BD8-7F7B-EB18-0E1FD2C27A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Freeform 85">
              <a:extLst>
                <a:ext uri="{FF2B5EF4-FFF2-40B4-BE49-F238E27FC236}">
                  <a16:creationId xmlns:a16="http://schemas.microsoft.com/office/drawing/2014/main" id="{BBDB0C97-49B8-84EE-C580-6F70DF9AA316}"/>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1" name="Group 87">
            <a:extLst>
              <a:ext uri="{FF2B5EF4-FFF2-40B4-BE49-F238E27FC236}">
                <a16:creationId xmlns:a16="http://schemas.microsoft.com/office/drawing/2014/main" id="{95CBDC5F-FAA9-9B76-CF95-3240EAE3E132}"/>
              </a:ext>
            </a:extLst>
          </p:cNvPr>
          <p:cNvGrpSpPr>
            <a:grpSpLocks/>
          </p:cNvGrpSpPr>
          <p:nvPr/>
        </p:nvGrpSpPr>
        <p:grpSpPr bwMode="auto">
          <a:xfrm flipH="1">
            <a:off x="10799763" y="1536023"/>
            <a:ext cx="641350" cy="558800"/>
            <a:chOff x="-44" y="1473"/>
            <a:chExt cx="981" cy="1105"/>
          </a:xfrm>
        </p:grpSpPr>
        <p:pic>
          <p:nvPicPr>
            <p:cNvPr id="32" name="Picture 88" descr="desktop_computer_stylized_medium">
              <a:extLst>
                <a:ext uri="{FF2B5EF4-FFF2-40B4-BE49-F238E27FC236}">
                  <a16:creationId xmlns:a16="http://schemas.microsoft.com/office/drawing/2014/main" id="{6FCFACA5-97CD-02D6-D7D5-E6AAC5B2BA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89">
              <a:extLst>
                <a:ext uri="{FF2B5EF4-FFF2-40B4-BE49-F238E27FC236}">
                  <a16:creationId xmlns:a16="http://schemas.microsoft.com/office/drawing/2014/main" id="{DC964F49-1A25-3BEA-0AA8-61EFAE2617F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4" name="Group 90">
            <a:extLst>
              <a:ext uri="{FF2B5EF4-FFF2-40B4-BE49-F238E27FC236}">
                <a16:creationId xmlns:a16="http://schemas.microsoft.com/office/drawing/2014/main" id="{7883166B-88FD-0C39-AE58-E4F55D514F22}"/>
              </a:ext>
            </a:extLst>
          </p:cNvPr>
          <p:cNvGrpSpPr>
            <a:grpSpLocks/>
          </p:cNvGrpSpPr>
          <p:nvPr/>
        </p:nvGrpSpPr>
        <p:grpSpPr bwMode="auto">
          <a:xfrm flipH="1">
            <a:off x="10814050" y="2815548"/>
            <a:ext cx="641350" cy="558800"/>
            <a:chOff x="-44" y="1473"/>
            <a:chExt cx="981" cy="1105"/>
          </a:xfrm>
        </p:grpSpPr>
        <p:pic>
          <p:nvPicPr>
            <p:cNvPr id="35" name="Picture 91" descr="desktop_computer_stylized_medium">
              <a:extLst>
                <a:ext uri="{FF2B5EF4-FFF2-40B4-BE49-F238E27FC236}">
                  <a16:creationId xmlns:a16="http://schemas.microsoft.com/office/drawing/2014/main" id="{DE968707-501C-4C4B-B0F3-605F9DB709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eform 92">
              <a:extLst>
                <a:ext uri="{FF2B5EF4-FFF2-40B4-BE49-F238E27FC236}">
                  <a16:creationId xmlns:a16="http://schemas.microsoft.com/office/drawing/2014/main" id="{4E546895-0DF8-DACB-3605-586E9FB833A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7" name="Group 93">
            <a:extLst>
              <a:ext uri="{FF2B5EF4-FFF2-40B4-BE49-F238E27FC236}">
                <a16:creationId xmlns:a16="http://schemas.microsoft.com/office/drawing/2014/main" id="{AAE94426-8BF2-FC66-59A7-CF5B27A15B70}"/>
              </a:ext>
            </a:extLst>
          </p:cNvPr>
          <p:cNvGrpSpPr>
            <a:grpSpLocks/>
          </p:cNvGrpSpPr>
          <p:nvPr/>
        </p:nvGrpSpPr>
        <p:grpSpPr bwMode="auto">
          <a:xfrm flipH="1">
            <a:off x="9715500" y="4339548"/>
            <a:ext cx="641350" cy="558800"/>
            <a:chOff x="-44" y="1473"/>
            <a:chExt cx="981" cy="1105"/>
          </a:xfrm>
        </p:grpSpPr>
        <p:pic>
          <p:nvPicPr>
            <p:cNvPr id="38" name="Picture 94" descr="desktop_computer_stylized_medium">
              <a:extLst>
                <a:ext uri="{FF2B5EF4-FFF2-40B4-BE49-F238E27FC236}">
                  <a16:creationId xmlns:a16="http://schemas.microsoft.com/office/drawing/2014/main" id="{1F4F7DC2-1C29-2DDA-36E4-3B5576A845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Freeform 95">
              <a:extLst>
                <a:ext uri="{FF2B5EF4-FFF2-40B4-BE49-F238E27FC236}">
                  <a16:creationId xmlns:a16="http://schemas.microsoft.com/office/drawing/2014/main" id="{2316A3DA-C5B2-64BA-C2E6-F677D5D5204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0" name="Group 96">
            <a:extLst>
              <a:ext uri="{FF2B5EF4-FFF2-40B4-BE49-F238E27FC236}">
                <a16:creationId xmlns:a16="http://schemas.microsoft.com/office/drawing/2014/main" id="{5BBA1298-F961-B8C3-7F3C-CEACC1A9837D}"/>
              </a:ext>
            </a:extLst>
          </p:cNvPr>
          <p:cNvGrpSpPr>
            <a:grpSpLocks/>
          </p:cNvGrpSpPr>
          <p:nvPr/>
        </p:nvGrpSpPr>
        <p:grpSpPr bwMode="auto">
          <a:xfrm flipH="1">
            <a:off x="8551863" y="4380823"/>
            <a:ext cx="641350" cy="558800"/>
            <a:chOff x="-44" y="1473"/>
            <a:chExt cx="981" cy="1105"/>
          </a:xfrm>
        </p:grpSpPr>
        <p:pic>
          <p:nvPicPr>
            <p:cNvPr id="41" name="Picture 97" descr="desktop_computer_stylized_medium">
              <a:extLst>
                <a:ext uri="{FF2B5EF4-FFF2-40B4-BE49-F238E27FC236}">
                  <a16:creationId xmlns:a16="http://schemas.microsoft.com/office/drawing/2014/main" id="{8938CFCC-919F-A892-3D60-C0E5A602BA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Freeform 98">
              <a:extLst>
                <a:ext uri="{FF2B5EF4-FFF2-40B4-BE49-F238E27FC236}">
                  <a16:creationId xmlns:a16="http://schemas.microsoft.com/office/drawing/2014/main" id="{C41AF129-BF89-BEE8-B8BF-1A9CB1C8E97F}"/>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43" name="Straight Connector 42">
            <a:extLst>
              <a:ext uri="{FF2B5EF4-FFF2-40B4-BE49-F238E27FC236}">
                <a16:creationId xmlns:a16="http://schemas.microsoft.com/office/drawing/2014/main" id="{0D4CCC9B-0B34-E036-42FA-E9F751B2FF56}"/>
              </a:ext>
            </a:extLst>
          </p:cNvPr>
          <p:cNvCxnSpPr/>
          <p:nvPr/>
        </p:nvCxnSpPr>
        <p:spPr>
          <a:xfrm>
            <a:off x="7697391" y="1785938"/>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7B4ACC0-A0FD-F1BA-46F8-CF05F6E13C37}"/>
              </a:ext>
            </a:extLst>
          </p:cNvPr>
          <p:cNvCxnSpPr/>
          <p:nvPr/>
        </p:nvCxnSpPr>
        <p:spPr>
          <a:xfrm>
            <a:off x="7698824" y="2384823"/>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0279DEA-8614-2709-3CEF-A086F9122A14}"/>
              </a:ext>
            </a:extLst>
          </p:cNvPr>
          <p:cNvCxnSpPr/>
          <p:nvPr/>
        </p:nvCxnSpPr>
        <p:spPr>
          <a:xfrm>
            <a:off x="7705979" y="2997995"/>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9A7EC8C-5606-A174-D69A-25F250E2EB38}"/>
              </a:ext>
            </a:extLst>
          </p:cNvPr>
          <p:cNvCxnSpPr>
            <a:cxnSpLocks/>
          </p:cNvCxnSpPr>
          <p:nvPr/>
        </p:nvCxnSpPr>
        <p:spPr>
          <a:xfrm>
            <a:off x="10629900" y="1942421"/>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9F84747-7877-07F3-1156-2CEF87F99E03}"/>
              </a:ext>
            </a:extLst>
          </p:cNvPr>
          <p:cNvCxnSpPr>
            <a:cxnSpLocks/>
          </p:cNvCxnSpPr>
          <p:nvPr/>
        </p:nvCxnSpPr>
        <p:spPr>
          <a:xfrm>
            <a:off x="10631261" y="3221529"/>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10682C0-F08E-B9CA-3A7D-D70760A2C225}"/>
              </a:ext>
            </a:extLst>
          </p:cNvPr>
          <p:cNvCxnSpPr/>
          <p:nvPr/>
        </p:nvCxnSpPr>
        <p:spPr>
          <a:xfrm>
            <a:off x="8740878" y="418198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256A13F-72B7-0C34-902F-AB8F51A04F29}"/>
              </a:ext>
            </a:extLst>
          </p:cNvPr>
          <p:cNvCxnSpPr/>
          <p:nvPr/>
        </p:nvCxnSpPr>
        <p:spPr>
          <a:xfrm>
            <a:off x="9886336" y="414429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 name="Group 14">
            <a:extLst>
              <a:ext uri="{FF2B5EF4-FFF2-40B4-BE49-F238E27FC236}">
                <a16:creationId xmlns:a16="http://schemas.microsoft.com/office/drawing/2014/main" id="{D7C6365C-0A72-EC4E-D071-2D607DFF2F8F}"/>
              </a:ext>
            </a:extLst>
          </p:cNvPr>
          <p:cNvGrpSpPr>
            <a:grpSpLocks/>
          </p:cNvGrpSpPr>
          <p:nvPr/>
        </p:nvGrpSpPr>
        <p:grpSpPr bwMode="auto">
          <a:xfrm>
            <a:off x="4691921" y="2355418"/>
            <a:ext cx="3185855" cy="1323439"/>
            <a:chOff x="4692210" y="2354697"/>
            <a:chExt cx="3185636" cy="1323881"/>
          </a:xfrm>
        </p:grpSpPr>
        <p:sp>
          <p:nvSpPr>
            <p:cNvPr id="51" name="TextBox 10">
              <a:extLst>
                <a:ext uri="{FF2B5EF4-FFF2-40B4-BE49-F238E27FC236}">
                  <a16:creationId xmlns:a16="http://schemas.microsoft.com/office/drawing/2014/main" id="{391AE0A1-0AA5-C0F5-2EF6-DCB9E52756A0}"/>
                </a:ext>
              </a:extLst>
            </p:cNvPr>
            <p:cNvSpPr txBox="1">
              <a:spLocks noChangeArrowheads="1"/>
            </p:cNvSpPr>
            <p:nvPr/>
          </p:nvSpPr>
          <p:spPr bwMode="auto">
            <a:xfrm>
              <a:off x="4692210" y="2354697"/>
              <a:ext cx="2548153" cy="13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A: </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wired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Ethernet interfaces connected by Ethernet switches</a:t>
              </a:r>
            </a:p>
          </p:txBody>
        </p:sp>
        <p:cxnSp>
          <p:nvCxnSpPr>
            <p:cNvPr id="52" name="Straight Connector 12">
              <a:extLst>
                <a:ext uri="{FF2B5EF4-FFF2-40B4-BE49-F238E27FC236}">
                  <a16:creationId xmlns:a16="http://schemas.microsoft.com/office/drawing/2014/main" id="{69F0A523-5D50-6F73-62BC-55C6262ABFD8}"/>
                </a:ext>
              </a:extLst>
            </p:cNvPr>
            <p:cNvCxnSpPr>
              <a:cxnSpLocks noChangeShapeType="1"/>
            </p:cNvCxnSpPr>
            <p:nvPr/>
          </p:nvCxnSpPr>
          <p:spPr bwMode="auto">
            <a:xfrm flipH="1">
              <a:off x="5801407" y="2510599"/>
              <a:ext cx="2076439" cy="0"/>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cxnSp>
      </p:grpSp>
      <p:grpSp>
        <p:nvGrpSpPr>
          <p:cNvPr id="53" name="Group 15">
            <a:extLst>
              <a:ext uri="{FF2B5EF4-FFF2-40B4-BE49-F238E27FC236}">
                <a16:creationId xmlns:a16="http://schemas.microsoft.com/office/drawing/2014/main" id="{2B06910C-D903-3D64-D378-47C02C4B009A}"/>
              </a:ext>
            </a:extLst>
          </p:cNvPr>
          <p:cNvGrpSpPr>
            <a:grpSpLocks/>
          </p:cNvGrpSpPr>
          <p:nvPr/>
        </p:nvGrpSpPr>
        <p:grpSpPr bwMode="auto">
          <a:xfrm>
            <a:off x="7689955" y="3656040"/>
            <a:ext cx="4167265" cy="2436076"/>
            <a:chOff x="5036498" y="3790332"/>
            <a:chExt cx="4168379" cy="2435958"/>
          </a:xfrm>
        </p:grpSpPr>
        <p:pic>
          <p:nvPicPr>
            <p:cNvPr id="54" name="Picture 777" descr="access_point_stylized_small">
              <a:extLst>
                <a:ext uri="{FF2B5EF4-FFF2-40B4-BE49-F238E27FC236}">
                  <a16:creationId xmlns:a16="http://schemas.microsoft.com/office/drawing/2014/main" id="{2BAFED43-F319-0EF2-7EF4-A620EBB205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2411" y="3790332"/>
              <a:ext cx="587569" cy="48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TextBox 89">
              <a:extLst>
                <a:ext uri="{FF2B5EF4-FFF2-40B4-BE49-F238E27FC236}">
                  <a16:creationId xmlns:a16="http://schemas.microsoft.com/office/drawing/2014/main" id="{BD8797CC-7727-71D9-C0B5-1B8B9EA381A3}"/>
                </a:ext>
              </a:extLst>
            </p:cNvPr>
            <p:cNvSpPr txBox="1">
              <a:spLocks noChangeArrowheads="1"/>
            </p:cNvSpPr>
            <p:nvPr/>
          </p:nvSpPr>
          <p:spPr bwMode="auto">
            <a:xfrm>
              <a:off x="5036498" y="5518438"/>
              <a:ext cx="4168379" cy="707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A: </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wireless WiFi interfaces connected by WiFi base station</a:t>
              </a:r>
            </a:p>
          </p:txBody>
        </p:sp>
        <p:cxnSp>
          <p:nvCxnSpPr>
            <p:cNvPr id="56" name="Straight Connector 90">
              <a:extLst>
                <a:ext uri="{FF2B5EF4-FFF2-40B4-BE49-F238E27FC236}">
                  <a16:creationId xmlns:a16="http://schemas.microsoft.com/office/drawing/2014/main" id="{B12D1403-6044-CD3C-9F0F-26F49CC806C1}"/>
                </a:ext>
              </a:extLst>
            </p:cNvPr>
            <p:cNvCxnSpPr>
              <a:cxnSpLocks noChangeShapeType="1"/>
            </p:cNvCxnSpPr>
            <p:nvPr/>
          </p:nvCxnSpPr>
          <p:spPr bwMode="auto">
            <a:xfrm flipV="1">
              <a:off x="6850795" y="4241577"/>
              <a:ext cx="0" cy="1289090"/>
            </a:xfrm>
            <a:prstGeom prst="line">
              <a:avLst/>
            </a:prstGeom>
            <a:noFill/>
            <a:ln w="12700">
              <a:solidFill>
                <a:srgbClr val="C00000"/>
              </a:solidFill>
              <a:round/>
              <a:headEnd/>
              <a:tailEnd/>
            </a:ln>
            <a:extLst>
              <a:ext uri="{909E8E84-426E-40DD-AFC4-6F175D3DCCD1}">
                <a14:hiddenFill xmlns:a14="http://schemas.microsoft.com/office/drawing/2010/main">
                  <a:noFill/>
                </a14:hiddenFill>
              </a:ext>
            </a:extLst>
          </p:spPr>
        </p:cxnSp>
      </p:grpSp>
      <p:cxnSp>
        <p:nvCxnSpPr>
          <p:cNvPr id="57" name="Straight Connector 56">
            <a:extLst>
              <a:ext uri="{FF2B5EF4-FFF2-40B4-BE49-F238E27FC236}">
                <a16:creationId xmlns:a16="http://schemas.microsoft.com/office/drawing/2014/main" id="{B7CAF0A1-C4E3-68DA-61B7-CA0BF0124BCA}"/>
              </a:ext>
            </a:extLst>
          </p:cNvPr>
          <p:cNvCxnSpPr>
            <a:cxnSpLocks/>
          </p:cNvCxnSpPr>
          <p:nvPr/>
        </p:nvCxnSpPr>
        <p:spPr>
          <a:xfrm>
            <a:off x="8364512" y="2578622"/>
            <a:ext cx="79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5605750-05F3-DA20-2756-9223A977EF08}"/>
              </a:ext>
            </a:extLst>
          </p:cNvPr>
          <p:cNvCxnSpPr>
            <a:cxnSpLocks/>
          </p:cNvCxnSpPr>
          <p:nvPr/>
        </p:nvCxnSpPr>
        <p:spPr>
          <a:xfrm>
            <a:off x="9547622" y="2584574"/>
            <a:ext cx="9754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E7FB80D0-046B-75D6-5A0F-1931A6E64EAA}"/>
              </a:ext>
            </a:extLst>
          </p:cNvPr>
          <p:cNvGrpSpPr/>
          <p:nvPr/>
        </p:nvGrpSpPr>
        <p:grpSpPr>
          <a:xfrm>
            <a:off x="9053641" y="2438501"/>
            <a:ext cx="632991" cy="300938"/>
            <a:chOff x="7493876" y="2774731"/>
            <a:chExt cx="1481958" cy="894622"/>
          </a:xfrm>
        </p:grpSpPr>
        <p:sp>
          <p:nvSpPr>
            <p:cNvPr id="60" name="Freeform 145">
              <a:extLst>
                <a:ext uri="{FF2B5EF4-FFF2-40B4-BE49-F238E27FC236}">
                  <a16:creationId xmlns:a16="http://schemas.microsoft.com/office/drawing/2014/main" id="{520E518A-6169-1D12-4F45-E7EB7DEEF79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1" name="Oval 60">
              <a:extLst>
                <a:ext uri="{FF2B5EF4-FFF2-40B4-BE49-F238E27FC236}">
                  <a16:creationId xmlns:a16="http://schemas.microsoft.com/office/drawing/2014/main" id="{78E7FD88-A32C-A12B-B33D-05FE800D0FA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2" name="Group 61">
              <a:extLst>
                <a:ext uri="{FF2B5EF4-FFF2-40B4-BE49-F238E27FC236}">
                  <a16:creationId xmlns:a16="http://schemas.microsoft.com/office/drawing/2014/main" id="{CAC30F94-11EE-F468-9564-2EF8F34439FF}"/>
                </a:ext>
              </a:extLst>
            </p:cNvPr>
            <p:cNvGrpSpPr/>
            <p:nvPr/>
          </p:nvGrpSpPr>
          <p:grpSpPr>
            <a:xfrm>
              <a:off x="7713663" y="2848339"/>
              <a:ext cx="1042107" cy="425543"/>
              <a:chOff x="7786941" y="2884917"/>
              <a:chExt cx="897649" cy="353919"/>
            </a:xfrm>
          </p:grpSpPr>
          <p:sp>
            <p:nvSpPr>
              <p:cNvPr id="63" name="Freeform 148">
                <a:extLst>
                  <a:ext uri="{FF2B5EF4-FFF2-40B4-BE49-F238E27FC236}">
                    <a16:creationId xmlns:a16="http://schemas.microsoft.com/office/drawing/2014/main" id="{F6E1EB66-3DB2-9E98-4B03-E817C65C727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 name="Freeform 149">
                <a:extLst>
                  <a:ext uri="{FF2B5EF4-FFF2-40B4-BE49-F238E27FC236}">
                    <a16:creationId xmlns:a16="http://schemas.microsoft.com/office/drawing/2014/main" id="{51C47376-6CEF-65CF-C5CF-5934F543A7C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5" name="Freeform 150">
                <a:extLst>
                  <a:ext uri="{FF2B5EF4-FFF2-40B4-BE49-F238E27FC236}">
                    <a16:creationId xmlns:a16="http://schemas.microsoft.com/office/drawing/2014/main" id="{DE5C5EDF-D4BE-2F5E-18B4-AACF8201946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 name="Freeform 151">
                <a:extLst>
                  <a:ext uri="{FF2B5EF4-FFF2-40B4-BE49-F238E27FC236}">
                    <a16:creationId xmlns:a16="http://schemas.microsoft.com/office/drawing/2014/main" id="{D38B0C88-17D2-663C-4350-0B67BB03EE2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7" name="Group 66">
            <a:extLst>
              <a:ext uri="{FF2B5EF4-FFF2-40B4-BE49-F238E27FC236}">
                <a16:creationId xmlns:a16="http://schemas.microsoft.com/office/drawing/2014/main" id="{A8F6B677-58AC-DFC5-97A9-8D01093725B1}"/>
              </a:ext>
            </a:extLst>
          </p:cNvPr>
          <p:cNvGrpSpPr/>
          <p:nvPr/>
        </p:nvGrpSpPr>
        <p:grpSpPr>
          <a:xfrm>
            <a:off x="7865822" y="1784294"/>
            <a:ext cx="3069150" cy="1444428"/>
            <a:chOff x="7865822" y="1784294"/>
            <a:chExt cx="3069150" cy="1444428"/>
          </a:xfrm>
        </p:grpSpPr>
        <p:cxnSp>
          <p:nvCxnSpPr>
            <p:cNvPr id="68" name="Straight Connector 67">
              <a:extLst>
                <a:ext uri="{FF2B5EF4-FFF2-40B4-BE49-F238E27FC236}">
                  <a16:creationId xmlns:a16="http://schemas.microsoft.com/office/drawing/2014/main" id="{740A2253-F891-2F70-A5A0-C37AACD1173A}"/>
                </a:ext>
              </a:extLst>
            </p:cNvPr>
            <p:cNvCxnSpPr/>
            <p:nvPr/>
          </p:nvCxnSpPr>
          <p:spPr>
            <a:xfrm>
              <a:off x="8043483" y="1784294"/>
              <a:ext cx="0" cy="12178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D7E5917B-7B16-288B-80E9-9D4031A5A2A9}"/>
                </a:ext>
              </a:extLst>
            </p:cNvPr>
            <p:cNvGrpSpPr/>
            <p:nvPr/>
          </p:nvGrpSpPr>
          <p:grpSpPr>
            <a:xfrm>
              <a:off x="7865822" y="2488367"/>
              <a:ext cx="618612" cy="329734"/>
              <a:chOff x="3668110" y="2448910"/>
              <a:chExt cx="3794234" cy="2165130"/>
            </a:xfrm>
          </p:grpSpPr>
          <p:sp>
            <p:nvSpPr>
              <p:cNvPr id="79" name="Rectangle 78">
                <a:extLst>
                  <a:ext uri="{FF2B5EF4-FFF2-40B4-BE49-F238E27FC236}">
                    <a16:creationId xmlns:a16="http://schemas.microsoft.com/office/drawing/2014/main" id="{77454085-7E89-39B6-AA2A-E08BBF814CDF}"/>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134">
                <a:extLst>
                  <a:ext uri="{FF2B5EF4-FFF2-40B4-BE49-F238E27FC236}">
                    <a16:creationId xmlns:a16="http://schemas.microsoft.com/office/drawing/2014/main" id="{27F93459-0637-D69D-F2FE-1FC60411AF5D}"/>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81" name="Group 80">
                <a:extLst>
                  <a:ext uri="{FF2B5EF4-FFF2-40B4-BE49-F238E27FC236}">
                    <a16:creationId xmlns:a16="http://schemas.microsoft.com/office/drawing/2014/main" id="{65B1FEB0-AF75-52E1-A969-8366A88E6F2E}"/>
                  </a:ext>
                </a:extLst>
              </p:cNvPr>
              <p:cNvGrpSpPr/>
              <p:nvPr/>
            </p:nvGrpSpPr>
            <p:grpSpPr>
              <a:xfrm>
                <a:off x="3941378" y="2603243"/>
                <a:ext cx="3202061" cy="1066110"/>
                <a:chOff x="7939341" y="3037317"/>
                <a:chExt cx="897649" cy="353919"/>
              </a:xfrm>
            </p:grpSpPr>
            <p:sp>
              <p:nvSpPr>
                <p:cNvPr id="82" name="Freeform 136">
                  <a:extLst>
                    <a:ext uri="{FF2B5EF4-FFF2-40B4-BE49-F238E27FC236}">
                      <a16:creationId xmlns:a16="http://schemas.microsoft.com/office/drawing/2014/main" id="{94DD509E-4320-22CD-5C2F-00715670A9C9}"/>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3" name="Freeform 137">
                  <a:extLst>
                    <a:ext uri="{FF2B5EF4-FFF2-40B4-BE49-F238E27FC236}">
                      <a16:creationId xmlns:a16="http://schemas.microsoft.com/office/drawing/2014/main" id="{D369D5A2-B6DE-436E-34DB-58368D234CD1}"/>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143">
                  <a:extLst>
                    <a:ext uri="{FF2B5EF4-FFF2-40B4-BE49-F238E27FC236}">
                      <a16:creationId xmlns:a16="http://schemas.microsoft.com/office/drawing/2014/main" id="{590D4C16-B014-5FC9-050A-0AC0B18B3584}"/>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5" name="Freeform 153">
                  <a:extLst>
                    <a:ext uri="{FF2B5EF4-FFF2-40B4-BE49-F238E27FC236}">
                      <a16:creationId xmlns:a16="http://schemas.microsoft.com/office/drawing/2014/main" id="{F69C20B6-E4E2-FB54-DA69-7EBAE4352CD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cxnSp>
          <p:nvCxnSpPr>
            <p:cNvPr id="70" name="Straight Connector 69">
              <a:extLst>
                <a:ext uri="{FF2B5EF4-FFF2-40B4-BE49-F238E27FC236}">
                  <a16:creationId xmlns:a16="http://schemas.microsoft.com/office/drawing/2014/main" id="{85441D2B-198B-61F0-C434-09233BDC66E0}"/>
                </a:ext>
              </a:extLst>
            </p:cNvPr>
            <p:cNvCxnSpPr>
              <a:cxnSpLocks/>
            </p:cNvCxnSpPr>
            <p:nvPr/>
          </p:nvCxnSpPr>
          <p:spPr>
            <a:xfrm>
              <a:off x="10631585" y="1932648"/>
              <a:ext cx="0" cy="12960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CDB227DB-20B8-D211-356C-4DF96C2F44FA}"/>
                </a:ext>
              </a:extLst>
            </p:cNvPr>
            <p:cNvGrpSpPr/>
            <p:nvPr/>
          </p:nvGrpSpPr>
          <p:grpSpPr>
            <a:xfrm>
              <a:off x="10316360" y="2442512"/>
              <a:ext cx="618612" cy="329734"/>
              <a:chOff x="3668110" y="2448910"/>
              <a:chExt cx="3794234" cy="2165130"/>
            </a:xfrm>
          </p:grpSpPr>
          <p:sp>
            <p:nvSpPr>
              <p:cNvPr id="72" name="Rectangle 71">
                <a:extLst>
                  <a:ext uri="{FF2B5EF4-FFF2-40B4-BE49-F238E27FC236}">
                    <a16:creationId xmlns:a16="http://schemas.microsoft.com/office/drawing/2014/main" id="{321D8BAE-1A57-C90E-2196-1CB6A05FB6CE}"/>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3" name="Freeform 168">
                <a:extLst>
                  <a:ext uri="{FF2B5EF4-FFF2-40B4-BE49-F238E27FC236}">
                    <a16:creationId xmlns:a16="http://schemas.microsoft.com/office/drawing/2014/main" id="{07EAB8A0-BF84-625B-3795-ACA3F6825454}"/>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74" name="Group 73">
                <a:extLst>
                  <a:ext uri="{FF2B5EF4-FFF2-40B4-BE49-F238E27FC236}">
                    <a16:creationId xmlns:a16="http://schemas.microsoft.com/office/drawing/2014/main" id="{64A800A8-A8B4-F2AC-A775-34CE957CEC5A}"/>
                  </a:ext>
                </a:extLst>
              </p:cNvPr>
              <p:cNvGrpSpPr/>
              <p:nvPr/>
            </p:nvGrpSpPr>
            <p:grpSpPr>
              <a:xfrm>
                <a:off x="3941378" y="2603243"/>
                <a:ext cx="3202061" cy="1066110"/>
                <a:chOff x="7939341" y="3037317"/>
                <a:chExt cx="897649" cy="353919"/>
              </a:xfrm>
            </p:grpSpPr>
            <p:sp>
              <p:nvSpPr>
                <p:cNvPr id="75" name="Freeform 170">
                  <a:extLst>
                    <a:ext uri="{FF2B5EF4-FFF2-40B4-BE49-F238E27FC236}">
                      <a16:creationId xmlns:a16="http://schemas.microsoft.com/office/drawing/2014/main" id="{957D0DEE-5FFF-BF2F-B46E-92A454251B82}"/>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171">
                  <a:extLst>
                    <a:ext uri="{FF2B5EF4-FFF2-40B4-BE49-F238E27FC236}">
                      <a16:creationId xmlns:a16="http://schemas.microsoft.com/office/drawing/2014/main" id="{FAE5E5C5-6D0E-D0A2-327C-6D1F5130271A}"/>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Freeform 172">
                  <a:extLst>
                    <a:ext uri="{FF2B5EF4-FFF2-40B4-BE49-F238E27FC236}">
                      <a16:creationId xmlns:a16="http://schemas.microsoft.com/office/drawing/2014/main" id="{DD75BF7C-8DFB-93FD-2DD0-9BC5236E2B7C}"/>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8" name="Freeform 173">
                  <a:extLst>
                    <a:ext uri="{FF2B5EF4-FFF2-40B4-BE49-F238E27FC236}">
                      <a16:creationId xmlns:a16="http://schemas.microsoft.com/office/drawing/2014/main" id="{07E9A8E1-45F4-E4A5-7E3A-FDFB70540B5C}"/>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mc:AlternateContent xmlns:mc="http://schemas.openxmlformats.org/markup-compatibility/2006" xmlns:p14="http://schemas.microsoft.com/office/powerpoint/2010/main">
        <mc:Choice Requires="p14">
          <p:contentPart p14:bwMode="auto" r:id="rId4">
            <p14:nvContentPartPr>
              <p14:cNvPr id="86" name="Ink 85">
                <a:extLst>
                  <a:ext uri="{FF2B5EF4-FFF2-40B4-BE49-F238E27FC236}">
                    <a16:creationId xmlns:a16="http://schemas.microsoft.com/office/drawing/2014/main" id="{88CFD2A2-E678-21F4-7A76-A84F2A4E57C9}"/>
                  </a:ext>
                </a:extLst>
              </p14:cNvPr>
              <p14:cNvContentPartPr/>
              <p14:nvPr/>
            </p14:nvContentPartPr>
            <p14:xfrm>
              <a:off x="8321040" y="2886480"/>
              <a:ext cx="1434960" cy="1376640"/>
            </p14:xfrm>
          </p:contentPart>
        </mc:Choice>
        <mc:Fallback xmlns="">
          <p:pic>
            <p:nvPicPr>
              <p:cNvPr id="86" name="Ink 85">
                <a:extLst>
                  <a:ext uri="{FF2B5EF4-FFF2-40B4-BE49-F238E27FC236}">
                    <a16:creationId xmlns:a16="http://schemas.microsoft.com/office/drawing/2014/main" id="{88CFD2A2-E678-21F4-7A76-A84F2A4E57C9}"/>
                  </a:ext>
                </a:extLst>
              </p:cNvPr>
              <p:cNvPicPr/>
              <p:nvPr/>
            </p:nvPicPr>
            <p:blipFill>
              <a:blip r:embed="rId5"/>
              <a:stretch>
                <a:fillRect/>
              </a:stretch>
            </p:blipFill>
            <p:spPr>
              <a:xfrm>
                <a:off x="8311680" y="2877120"/>
                <a:ext cx="1453680" cy="1395360"/>
              </a:xfrm>
              <a:prstGeom prst="rect">
                <a:avLst/>
              </a:prstGeom>
            </p:spPr>
          </p:pic>
        </mc:Fallback>
      </mc:AlternateContent>
      <p:sp>
        <p:nvSpPr>
          <p:cNvPr id="87" name="TextBox 28">
            <a:extLst>
              <a:ext uri="{FF2B5EF4-FFF2-40B4-BE49-F238E27FC236}">
                <a16:creationId xmlns:a16="http://schemas.microsoft.com/office/drawing/2014/main" id="{7F29511A-EEB0-B5A8-AF20-5842840D648D}"/>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5886093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E8648-96F9-EA28-E81A-B00481AE2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61F36-CBD8-50A2-5738-7735CAC1BE6C}"/>
              </a:ext>
            </a:extLst>
          </p:cNvPr>
          <p:cNvSpPr>
            <a:spLocks noGrp="1"/>
          </p:cNvSpPr>
          <p:nvPr>
            <p:ph type="title"/>
          </p:nvPr>
        </p:nvSpPr>
        <p:spPr/>
        <p:txBody>
          <a:bodyPr/>
          <a:lstStyle/>
          <a:p>
            <a:r>
              <a:rPr lang="en-IN" dirty="0"/>
              <a:t>Network internet</a:t>
            </a:r>
          </a:p>
        </p:txBody>
      </p:sp>
      <p:sp>
        <p:nvSpPr>
          <p:cNvPr id="3" name="Content Placeholder 2">
            <a:extLst>
              <a:ext uri="{FF2B5EF4-FFF2-40B4-BE49-F238E27FC236}">
                <a16:creationId xmlns:a16="http://schemas.microsoft.com/office/drawing/2014/main" id="{936F6BC0-F068-586A-F378-7D7E40DAAE40}"/>
              </a:ext>
            </a:extLst>
          </p:cNvPr>
          <p:cNvSpPr>
            <a:spLocks noGrp="1"/>
          </p:cNvSpPr>
          <p:nvPr>
            <p:ph idx="1"/>
          </p:nvPr>
        </p:nvSpPr>
        <p:spPr>
          <a:xfrm>
            <a:off x="838200" y="1825625"/>
            <a:ext cx="3677509" cy="4351338"/>
          </a:xfrm>
        </p:spPr>
        <p:txBody>
          <a:bodyPr>
            <a:normAutofit/>
          </a:bodyPr>
          <a:lstStyle/>
          <a:p>
            <a:r>
              <a:rPr lang="en-IN" dirty="0"/>
              <a:t>Subnet</a:t>
            </a:r>
          </a:p>
          <a:p>
            <a:pPr lvl="1"/>
            <a:r>
              <a:rPr lang="en-IN" dirty="0"/>
              <a:t>If we conceptually remove all the routers and hosts from the network, then each remaining disjoint set of links is called a subnet.</a:t>
            </a:r>
          </a:p>
        </p:txBody>
      </p:sp>
      <p:sp>
        <p:nvSpPr>
          <p:cNvPr id="4" name="Freeform 140">
            <a:extLst>
              <a:ext uri="{FF2B5EF4-FFF2-40B4-BE49-F238E27FC236}">
                <a16:creationId xmlns:a16="http://schemas.microsoft.com/office/drawing/2014/main" id="{01EE93E5-E3F4-453A-7829-CC17906B73CA}"/>
              </a:ext>
            </a:extLst>
          </p:cNvPr>
          <p:cNvSpPr>
            <a:spLocks/>
          </p:cNvSpPr>
          <p:nvPr/>
        </p:nvSpPr>
        <p:spPr bwMode="auto">
          <a:xfrm rot="16200000">
            <a:off x="8946356" y="3046530"/>
            <a:ext cx="846137"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 name="Freeform 140">
            <a:extLst>
              <a:ext uri="{FF2B5EF4-FFF2-40B4-BE49-F238E27FC236}">
                <a16:creationId xmlns:a16="http://schemas.microsoft.com/office/drawing/2014/main" id="{003889FF-6D2B-155F-0FA6-9141E21DE531}"/>
              </a:ext>
            </a:extLst>
          </p:cNvPr>
          <p:cNvSpPr>
            <a:spLocks/>
          </p:cNvSpPr>
          <p:nvPr/>
        </p:nvSpPr>
        <p:spPr bwMode="auto">
          <a:xfrm rot="10800000">
            <a:off x="9944100" y="1720173"/>
            <a:ext cx="846138"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 name="Freeform 140">
            <a:extLst>
              <a:ext uri="{FF2B5EF4-FFF2-40B4-BE49-F238E27FC236}">
                <a16:creationId xmlns:a16="http://schemas.microsoft.com/office/drawing/2014/main" id="{1D27ACA5-7597-5DBD-8AD3-3405BA441FD8}"/>
              </a:ext>
            </a:extLst>
          </p:cNvPr>
          <p:cNvSpPr>
            <a:spLocks/>
          </p:cNvSpPr>
          <p:nvPr/>
        </p:nvSpPr>
        <p:spPr bwMode="auto">
          <a:xfrm>
            <a:off x="7908925" y="1302661"/>
            <a:ext cx="1038225" cy="192722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 name="Text Box 26">
            <a:extLst>
              <a:ext uri="{FF2B5EF4-FFF2-40B4-BE49-F238E27FC236}">
                <a16:creationId xmlns:a16="http://schemas.microsoft.com/office/drawing/2014/main" id="{C97DDD94-8C4D-3E1E-C38E-1B7EE21A65B0}"/>
              </a:ext>
            </a:extLst>
          </p:cNvPr>
          <p:cNvSpPr txBox="1">
            <a:spLocks noChangeArrowheads="1"/>
          </p:cNvSpPr>
          <p:nvPr/>
        </p:nvSpPr>
        <p:spPr bwMode="auto">
          <a:xfrm>
            <a:off x="7291388" y="1132798"/>
            <a:ext cx="825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8" name="Group 27">
            <a:extLst>
              <a:ext uri="{FF2B5EF4-FFF2-40B4-BE49-F238E27FC236}">
                <a16:creationId xmlns:a16="http://schemas.microsoft.com/office/drawing/2014/main" id="{E9E3B2E3-0FD3-C56F-4BD0-DEB1882DC7B3}"/>
              </a:ext>
            </a:extLst>
          </p:cNvPr>
          <p:cNvGrpSpPr>
            <a:grpSpLocks/>
          </p:cNvGrpSpPr>
          <p:nvPr/>
        </p:nvGrpSpPr>
        <p:grpSpPr bwMode="auto">
          <a:xfrm>
            <a:off x="6557963" y="2093236"/>
            <a:ext cx="920750" cy="276225"/>
            <a:chOff x="3251" y="608"/>
            <a:chExt cx="580" cy="174"/>
          </a:xfrm>
        </p:grpSpPr>
        <p:sp>
          <p:nvSpPr>
            <p:cNvPr id="9" name="Rectangle 28">
              <a:extLst>
                <a:ext uri="{FF2B5EF4-FFF2-40B4-BE49-F238E27FC236}">
                  <a16:creationId xmlns:a16="http://schemas.microsoft.com/office/drawing/2014/main" id="{270D6EC4-063B-CD6B-EB1D-EE4EF501E183}"/>
                </a:ext>
              </a:extLst>
            </p:cNvPr>
            <p:cNvSpPr>
              <a:spLocks noChangeArrowheads="1"/>
            </p:cNvSpPr>
            <p:nvPr/>
          </p:nvSpPr>
          <p:spPr bwMode="auto">
            <a:xfrm>
              <a:off x="3306" y="657"/>
              <a:ext cx="525"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Text Box 29">
              <a:extLst>
                <a:ext uri="{FF2B5EF4-FFF2-40B4-BE49-F238E27FC236}">
                  <a16:creationId xmlns:a16="http://schemas.microsoft.com/office/drawing/2014/main" id="{8264EF4A-8C7F-93A4-D136-CB05A7122C53}"/>
                </a:ext>
              </a:extLst>
            </p:cNvPr>
            <p:cNvSpPr txBox="1">
              <a:spLocks noChangeArrowheads="1"/>
            </p:cNvSpPr>
            <p:nvPr/>
          </p:nvSpPr>
          <p:spPr bwMode="auto">
            <a:xfrm>
              <a:off x="3251" y="608"/>
              <a:ext cx="5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sp>
        <p:nvSpPr>
          <p:cNvPr id="11" name="Text Box 30">
            <a:extLst>
              <a:ext uri="{FF2B5EF4-FFF2-40B4-BE49-F238E27FC236}">
                <a16:creationId xmlns:a16="http://schemas.microsoft.com/office/drawing/2014/main" id="{904D441B-8DF2-D374-AAB8-F32B2B7DD965}"/>
              </a:ext>
            </a:extLst>
          </p:cNvPr>
          <p:cNvSpPr txBox="1">
            <a:spLocks noChangeArrowheads="1"/>
          </p:cNvSpPr>
          <p:nvPr/>
        </p:nvSpPr>
        <p:spPr bwMode="auto">
          <a:xfrm>
            <a:off x="7396163" y="3088598"/>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223.1.1.3</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2" name="Text Box 31">
            <a:extLst>
              <a:ext uri="{FF2B5EF4-FFF2-40B4-BE49-F238E27FC236}">
                <a16:creationId xmlns:a16="http://schemas.microsoft.com/office/drawing/2014/main" id="{61940873-BED0-A800-3C48-BC34891BD8BB}"/>
              </a:ext>
            </a:extLst>
          </p:cNvPr>
          <p:cNvSpPr txBox="1">
            <a:spLocks noChangeArrowheads="1"/>
          </p:cNvSpPr>
          <p:nvPr/>
        </p:nvSpPr>
        <p:spPr bwMode="auto">
          <a:xfrm>
            <a:off x="8365672" y="2275798"/>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3" name="Text Box 33">
            <a:extLst>
              <a:ext uri="{FF2B5EF4-FFF2-40B4-BE49-F238E27FC236}">
                <a16:creationId xmlns:a16="http://schemas.microsoft.com/office/drawing/2014/main" id="{D03F2712-B14F-DF77-1D88-AEA6DB2A1E58}"/>
              </a:ext>
            </a:extLst>
          </p:cNvPr>
          <p:cNvSpPr txBox="1">
            <a:spLocks noChangeArrowheads="1"/>
          </p:cNvSpPr>
          <p:nvPr/>
        </p:nvSpPr>
        <p:spPr bwMode="auto">
          <a:xfrm>
            <a:off x="9578749" y="2277157"/>
            <a:ext cx="8270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223.1.2.9</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4" name="Text Box 41">
            <a:extLst>
              <a:ext uri="{FF2B5EF4-FFF2-40B4-BE49-F238E27FC236}">
                <a16:creationId xmlns:a16="http://schemas.microsoft.com/office/drawing/2014/main" id="{1CB789BA-06E8-BAE1-4C4D-1F77148195A1}"/>
              </a:ext>
            </a:extLst>
          </p:cNvPr>
          <p:cNvSpPr txBox="1">
            <a:spLocks noChangeArrowheads="1"/>
          </p:cNvSpPr>
          <p:nvPr/>
        </p:nvSpPr>
        <p:spPr bwMode="auto">
          <a:xfrm>
            <a:off x="10148207" y="3220134"/>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5" name="Text Box 44">
            <a:extLst>
              <a:ext uri="{FF2B5EF4-FFF2-40B4-BE49-F238E27FC236}">
                <a16:creationId xmlns:a16="http://schemas.microsoft.com/office/drawing/2014/main" id="{0D3F4409-8604-0478-BEC2-34A2B4C95356}"/>
              </a:ext>
            </a:extLst>
          </p:cNvPr>
          <p:cNvSpPr txBox="1">
            <a:spLocks noChangeArrowheads="1"/>
          </p:cNvSpPr>
          <p:nvPr/>
        </p:nvSpPr>
        <p:spPr bwMode="auto">
          <a:xfrm>
            <a:off x="10107612" y="1703391"/>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6" name="Line 45">
            <a:extLst>
              <a:ext uri="{FF2B5EF4-FFF2-40B4-BE49-F238E27FC236}">
                <a16:creationId xmlns:a16="http://schemas.microsoft.com/office/drawing/2014/main" id="{58001130-DD42-9878-7CFD-CD98B52188E2}"/>
              </a:ext>
            </a:extLst>
          </p:cNvPr>
          <p:cNvSpPr>
            <a:spLocks noChangeShapeType="1"/>
          </p:cNvSpPr>
          <p:nvPr/>
        </p:nvSpPr>
        <p:spPr bwMode="auto">
          <a:xfrm>
            <a:off x="9359900" y="2735036"/>
            <a:ext cx="0" cy="8790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 name="Text Box 53">
            <a:extLst>
              <a:ext uri="{FF2B5EF4-FFF2-40B4-BE49-F238E27FC236}">
                <a16:creationId xmlns:a16="http://schemas.microsoft.com/office/drawing/2014/main" id="{09B6A881-59FA-1BE1-A4D0-EF3C05879785}"/>
              </a:ext>
            </a:extLst>
          </p:cNvPr>
          <p:cNvSpPr txBox="1">
            <a:spLocks noChangeArrowheads="1"/>
          </p:cNvSpPr>
          <p:nvPr/>
        </p:nvSpPr>
        <p:spPr bwMode="auto">
          <a:xfrm>
            <a:off x="9955213" y="4195086"/>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8" name="Text Box 56">
            <a:extLst>
              <a:ext uri="{FF2B5EF4-FFF2-40B4-BE49-F238E27FC236}">
                <a16:creationId xmlns:a16="http://schemas.microsoft.com/office/drawing/2014/main" id="{4920434E-5603-1176-4BF1-E2C8881968EF}"/>
              </a:ext>
            </a:extLst>
          </p:cNvPr>
          <p:cNvSpPr txBox="1">
            <a:spLocks noChangeArrowheads="1"/>
          </p:cNvSpPr>
          <p:nvPr/>
        </p:nvSpPr>
        <p:spPr bwMode="auto">
          <a:xfrm>
            <a:off x="8712200" y="4199848"/>
            <a:ext cx="8270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19" name="Group 57">
            <a:extLst>
              <a:ext uri="{FF2B5EF4-FFF2-40B4-BE49-F238E27FC236}">
                <a16:creationId xmlns:a16="http://schemas.microsoft.com/office/drawing/2014/main" id="{F58559A5-3E39-71C7-40C3-7EA3C13BFDCA}"/>
              </a:ext>
            </a:extLst>
          </p:cNvPr>
          <p:cNvGrpSpPr>
            <a:grpSpLocks/>
          </p:cNvGrpSpPr>
          <p:nvPr/>
        </p:nvGrpSpPr>
        <p:grpSpPr bwMode="auto">
          <a:xfrm>
            <a:off x="8885238" y="2996523"/>
            <a:ext cx="912812" cy="276225"/>
            <a:chOff x="4550" y="1257"/>
            <a:chExt cx="575" cy="174"/>
          </a:xfrm>
        </p:grpSpPr>
        <p:sp>
          <p:nvSpPr>
            <p:cNvPr id="20" name="Rectangle 58">
              <a:extLst>
                <a:ext uri="{FF2B5EF4-FFF2-40B4-BE49-F238E27FC236}">
                  <a16:creationId xmlns:a16="http://schemas.microsoft.com/office/drawing/2014/main" id="{4E036EF4-8396-122B-23DC-A95F160BF07E}"/>
                </a:ext>
              </a:extLst>
            </p:cNvPr>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 name="Text Box 59">
              <a:extLst>
                <a:ext uri="{FF2B5EF4-FFF2-40B4-BE49-F238E27FC236}">
                  <a16:creationId xmlns:a16="http://schemas.microsoft.com/office/drawing/2014/main" id="{4811EBD2-CF7D-74D6-349D-1EE852EFF938}"/>
                </a:ext>
              </a:extLst>
            </p:cNvPr>
            <p:cNvSpPr txBox="1">
              <a:spLocks noChangeArrowheads="1"/>
            </p:cNvSpPr>
            <p:nvPr/>
          </p:nvSpPr>
          <p:spPr bwMode="auto">
            <a:xfrm>
              <a:off x="4550" y="1257"/>
              <a:ext cx="57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223.1.3.27</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grpSp>
        <p:nvGrpSpPr>
          <p:cNvPr id="22" name="Group 73">
            <a:extLst>
              <a:ext uri="{FF2B5EF4-FFF2-40B4-BE49-F238E27FC236}">
                <a16:creationId xmlns:a16="http://schemas.microsoft.com/office/drawing/2014/main" id="{DB33BD1C-E331-119C-5ACA-2D368F20C738}"/>
              </a:ext>
            </a:extLst>
          </p:cNvPr>
          <p:cNvGrpSpPr>
            <a:grpSpLocks/>
          </p:cNvGrpSpPr>
          <p:nvPr/>
        </p:nvGrpSpPr>
        <p:grpSpPr bwMode="auto">
          <a:xfrm>
            <a:off x="7116763" y="1378861"/>
            <a:ext cx="641350" cy="558800"/>
            <a:chOff x="-44" y="1473"/>
            <a:chExt cx="981" cy="1105"/>
          </a:xfrm>
        </p:grpSpPr>
        <p:pic>
          <p:nvPicPr>
            <p:cNvPr id="23" name="Picture 74" descr="desktop_computer_stylized_medium">
              <a:extLst>
                <a:ext uri="{FF2B5EF4-FFF2-40B4-BE49-F238E27FC236}">
                  <a16:creationId xmlns:a16="http://schemas.microsoft.com/office/drawing/2014/main" id="{4410F01F-80D9-6A6F-B9C7-CA3B7E658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75">
              <a:extLst>
                <a:ext uri="{FF2B5EF4-FFF2-40B4-BE49-F238E27FC236}">
                  <a16:creationId xmlns:a16="http://schemas.microsoft.com/office/drawing/2014/main" id="{91F3090C-614D-4955-5D05-C8E2ABCC76F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5" name="Group 80">
            <a:extLst>
              <a:ext uri="{FF2B5EF4-FFF2-40B4-BE49-F238E27FC236}">
                <a16:creationId xmlns:a16="http://schemas.microsoft.com/office/drawing/2014/main" id="{7B1D039C-475F-C90D-B21C-B3860713A97C}"/>
              </a:ext>
            </a:extLst>
          </p:cNvPr>
          <p:cNvGrpSpPr>
            <a:grpSpLocks/>
          </p:cNvGrpSpPr>
          <p:nvPr/>
        </p:nvGrpSpPr>
        <p:grpSpPr bwMode="auto">
          <a:xfrm>
            <a:off x="7112000" y="1977348"/>
            <a:ext cx="641350" cy="558800"/>
            <a:chOff x="-44" y="1473"/>
            <a:chExt cx="981" cy="1105"/>
          </a:xfrm>
        </p:grpSpPr>
        <p:pic>
          <p:nvPicPr>
            <p:cNvPr id="26" name="Picture 81" descr="desktop_computer_stylized_medium">
              <a:extLst>
                <a:ext uri="{FF2B5EF4-FFF2-40B4-BE49-F238E27FC236}">
                  <a16:creationId xmlns:a16="http://schemas.microsoft.com/office/drawing/2014/main" id="{17F310F5-07A7-F3EB-FC62-BD5FD5ED53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82">
              <a:extLst>
                <a:ext uri="{FF2B5EF4-FFF2-40B4-BE49-F238E27FC236}">
                  <a16:creationId xmlns:a16="http://schemas.microsoft.com/office/drawing/2014/main" id="{0C8C1592-7A81-8AC3-0601-CB57FF620A3D}"/>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8" name="Group 83">
            <a:extLst>
              <a:ext uri="{FF2B5EF4-FFF2-40B4-BE49-F238E27FC236}">
                <a16:creationId xmlns:a16="http://schemas.microsoft.com/office/drawing/2014/main" id="{0A9A5F41-9D39-2B8C-8EAF-ACBCE54BA89E}"/>
              </a:ext>
            </a:extLst>
          </p:cNvPr>
          <p:cNvGrpSpPr>
            <a:grpSpLocks/>
          </p:cNvGrpSpPr>
          <p:nvPr/>
        </p:nvGrpSpPr>
        <p:grpSpPr bwMode="auto">
          <a:xfrm>
            <a:off x="7140575" y="2586948"/>
            <a:ext cx="641350" cy="558800"/>
            <a:chOff x="-44" y="1473"/>
            <a:chExt cx="981" cy="1105"/>
          </a:xfrm>
        </p:grpSpPr>
        <p:pic>
          <p:nvPicPr>
            <p:cNvPr id="29" name="Picture 84" descr="desktop_computer_stylized_medium">
              <a:extLst>
                <a:ext uri="{FF2B5EF4-FFF2-40B4-BE49-F238E27FC236}">
                  <a16:creationId xmlns:a16="http://schemas.microsoft.com/office/drawing/2014/main" id="{0836A3D2-46FB-BAC8-9901-06E3975B7A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Freeform 85">
              <a:extLst>
                <a:ext uri="{FF2B5EF4-FFF2-40B4-BE49-F238E27FC236}">
                  <a16:creationId xmlns:a16="http://schemas.microsoft.com/office/drawing/2014/main" id="{0E60EE48-AEFB-590F-87A7-7D8A51FCD494}"/>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1" name="Group 87">
            <a:extLst>
              <a:ext uri="{FF2B5EF4-FFF2-40B4-BE49-F238E27FC236}">
                <a16:creationId xmlns:a16="http://schemas.microsoft.com/office/drawing/2014/main" id="{54493B59-DD57-065D-1B79-1CE2F1DB608A}"/>
              </a:ext>
            </a:extLst>
          </p:cNvPr>
          <p:cNvGrpSpPr>
            <a:grpSpLocks/>
          </p:cNvGrpSpPr>
          <p:nvPr/>
        </p:nvGrpSpPr>
        <p:grpSpPr bwMode="auto">
          <a:xfrm flipH="1">
            <a:off x="10799763" y="1536023"/>
            <a:ext cx="641350" cy="558800"/>
            <a:chOff x="-44" y="1473"/>
            <a:chExt cx="981" cy="1105"/>
          </a:xfrm>
        </p:grpSpPr>
        <p:pic>
          <p:nvPicPr>
            <p:cNvPr id="32" name="Picture 88" descr="desktop_computer_stylized_medium">
              <a:extLst>
                <a:ext uri="{FF2B5EF4-FFF2-40B4-BE49-F238E27FC236}">
                  <a16:creationId xmlns:a16="http://schemas.microsoft.com/office/drawing/2014/main" id="{A2D74BB2-2BE5-B6A9-0764-A8A3D94E9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89">
              <a:extLst>
                <a:ext uri="{FF2B5EF4-FFF2-40B4-BE49-F238E27FC236}">
                  <a16:creationId xmlns:a16="http://schemas.microsoft.com/office/drawing/2014/main" id="{3ED0DF80-5800-30E5-883C-FAE242B487B3}"/>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4" name="Group 90">
            <a:extLst>
              <a:ext uri="{FF2B5EF4-FFF2-40B4-BE49-F238E27FC236}">
                <a16:creationId xmlns:a16="http://schemas.microsoft.com/office/drawing/2014/main" id="{43F3445E-6C09-6D8C-59CD-62EC9C51E82A}"/>
              </a:ext>
            </a:extLst>
          </p:cNvPr>
          <p:cNvGrpSpPr>
            <a:grpSpLocks/>
          </p:cNvGrpSpPr>
          <p:nvPr/>
        </p:nvGrpSpPr>
        <p:grpSpPr bwMode="auto">
          <a:xfrm flipH="1">
            <a:off x="10814050" y="2815548"/>
            <a:ext cx="641350" cy="558800"/>
            <a:chOff x="-44" y="1473"/>
            <a:chExt cx="981" cy="1105"/>
          </a:xfrm>
        </p:grpSpPr>
        <p:pic>
          <p:nvPicPr>
            <p:cNvPr id="35" name="Picture 91" descr="desktop_computer_stylized_medium">
              <a:extLst>
                <a:ext uri="{FF2B5EF4-FFF2-40B4-BE49-F238E27FC236}">
                  <a16:creationId xmlns:a16="http://schemas.microsoft.com/office/drawing/2014/main" id="{259E4711-ED2B-955F-3F9D-1E36C03CC7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eform 92">
              <a:extLst>
                <a:ext uri="{FF2B5EF4-FFF2-40B4-BE49-F238E27FC236}">
                  <a16:creationId xmlns:a16="http://schemas.microsoft.com/office/drawing/2014/main" id="{10F4F604-13CA-066D-87B0-4196A93858E3}"/>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7" name="Group 93">
            <a:extLst>
              <a:ext uri="{FF2B5EF4-FFF2-40B4-BE49-F238E27FC236}">
                <a16:creationId xmlns:a16="http://schemas.microsoft.com/office/drawing/2014/main" id="{D3E43E74-E1C1-1146-B189-76FD59AFAF97}"/>
              </a:ext>
            </a:extLst>
          </p:cNvPr>
          <p:cNvGrpSpPr>
            <a:grpSpLocks/>
          </p:cNvGrpSpPr>
          <p:nvPr/>
        </p:nvGrpSpPr>
        <p:grpSpPr bwMode="auto">
          <a:xfrm flipH="1">
            <a:off x="9715500" y="4339548"/>
            <a:ext cx="641350" cy="558800"/>
            <a:chOff x="-44" y="1473"/>
            <a:chExt cx="981" cy="1105"/>
          </a:xfrm>
        </p:grpSpPr>
        <p:pic>
          <p:nvPicPr>
            <p:cNvPr id="38" name="Picture 94" descr="desktop_computer_stylized_medium">
              <a:extLst>
                <a:ext uri="{FF2B5EF4-FFF2-40B4-BE49-F238E27FC236}">
                  <a16:creationId xmlns:a16="http://schemas.microsoft.com/office/drawing/2014/main" id="{8030B2FD-EB74-B49F-6ACF-C933BE484C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Freeform 95">
              <a:extLst>
                <a:ext uri="{FF2B5EF4-FFF2-40B4-BE49-F238E27FC236}">
                  <a16:creationId xmlns:a16="http://schemas.microsoft.com/office/drawing/2014/main" id="{7F3E9306-46C6-7144-DBBD-CF8A57CEB8F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0" name="Group 96">
            <a:extLst>
              <a:ext uri="{FF2B5EF4-FFF2-40B4-BE49-F238E27FC236}">
                <a16:creationId xmlns:a16="http://schemas.microsoft.com/office/drawing/2014/main" id="{3EE5BD37-756C-4517-3CE1-599B8233CFD1}"/>
              </a:ext>
            </a:extLst>
          </p:cNvPr>
          <p:cNvGrpSpPr>
            <a:grpSpLocks/>
          </p:cNvGrpSpPr>
          <p:nvPr/>
        </p:nvGrpSpPr>
        <p:grpSpPr bwMode="auto">
          <a:xfrm flipH="1">
            <a:off x="8551863" y="4380823"/>
            <a:ext cx="641350" cy="558800"/>
            <a:chOff x="-44" y="1473"/>
            <a:chExt cx="981" cy="1105"/>
          </a:xfrm>
        </p:grpSpPr>
        <p:pic>
          <p:nvPicPr>
            <p:cNvPr id="41" name="Picture 97" descr="desktop_computer_stylized_medium">
              <a:extLst>
                <a:ext uri="{FF2B5EF4-FFF2-40B4-BE49-F238E27FC236}">
                  <a16:creationId xmlns:a16="http://schemas.microsoft.com/office/drawing/2014/main" id="{3110FE19-2EF1-2E21-B884-B273D1F2B3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Freeform 98">
              <a:extLst>
                <a:ext uri="{FF2B5EF4-FFF2-40B4-BE49-F238E27FC236}">
                  <a16:creationId xmlns:a16="http://schemas.microsoft.com/office/drawing/2014/main" id="{790A9F67-B8D5-3D72-5ED4-B2EECB8A43B3}"/>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43" name="Straight Connector 42">
            <a:extLst>
              <a:ext uri="{FF2B5EF4-FFF2-40B4-BE49-F238E27FC236}">
                <a16:creationId xmlns:a16="http://schemas.microsoft.com/office/drawing/2014/main" id="{15BDE130-0A3F-E7DB-D0E8-B1BA327B1D5F}"/>
              </a:ext>
            </a:extLst>
          </p:cNvPr>
          <p:cNvCxnSpPr/>
          <p:nvPr/>
        </p:nvCxnSpPr>
        <p:spPr>
          <a:xfrm>
            <a:off x="7697391" y="1785938"/>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3D0EE3-603D-79CE-5E7B-6B27E062C0EC}"/>
              </a:ext>
            </a:extLst>
          </p:cNvPr>
          <p:cNvCxnSpPr/>
          <p:nvPr/>
        </p:nvCxnSpPr>
        <p:spPr>
          <a:xfrm>
            <a:off x="7698824" y="2384823"/>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BD3F7DE-E551-9A25-B017-101F39324466}"/>
              </a:ext>
            </a:extLst>
          </p:cNvPr>
          <p:cNvCxnSpPr/>
          <p:nvPr/>
        </p:nvCxnSpPr>
        <p:spPr>
          <a:xfrm>
            <a:off x="7705979" y="2997995"/>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7310209-F84D-853A-5DDA-E79B0C2041C1}"/>
              </a:ext>
            </a:extLst>
          </p:cNvPr>
          <p:cNvCxnSpPr>
            <a:cxnSpLocks/>
          </p:cNvCxnSpPr>
          <p:nvPr/>
        </p:nvCxnSpPr>
        <p:spPr>
          <a:xfrm>
            <a:off x="10629900" y="1942421"/>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B1BDA51-A565-3047-3C9C-8A6DE1402108}"/>
              </a:ext>
            </a:extLst>
          </p:cNvPr>
          <p:cNvCxnSpPr>
            <a:cxnSpLocks/>
          </p:cNvCxnSpPr>
          <p:nvPr/>
        </p:nvCxnSpPr>
        <p:spPr>
          <a:xfrm>
            <a:off x="10631261" y="3221529"/>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BD586E6-1E79-8E98-0BB3-31673BC6C9D2}"/>
              </a:ext>
            </a:extLst>
          </p:cNvPr>
          <p:cNvCxnSpPr/>
          <p:nvPr/>
        </p:nvCxnSpPr>
        <p:spPr>
          <a:xfrm>
            <a:off x="8740878" y="418198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2686F4D-1E96-743F-0223-63613B316965}"/>
              </a:ext>
            </a:extLst>
          </p:cNvPr>
          <p:cNvCxnSpPr/>
          <p:nvPr/>
        </p:nvCxnSpPr>
        <p:spPr>
          <a:xfrm>
            <a:off x="9886336" y="414429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 name="Group 14">
            <a:extLst>
              <a:ext uri="{FF2B5EF4-FFF2-40B4-BE49-F238E27FC236}">
                <a16:creationId xmlns:a16="http://schemas.microsoft.com/office/drawing/2014/main" id="{B61B432B-24E0-8697-1B67-DCCBAD54E698}"/>
              </a:ext>
            </a:extLst>
          </p:cNvPr>
          <p:cNvGrpSpPr>
            <a:grpSpLocks/>
          </p:cNvGrpSpPr>
          <p:nvPr/>
        </p:nvGrpSpPr>
        <p:grpSpPr bwMode="auto">
          <a:xfrm>
            <a:off x="4691921" y="2355418"/>
            <a:ext cx="3185855" cy="1323439"/>
            <a:chOff x="4692210" y="2354697"/>
            <a:chExt cx="3185636" cy="1323881"/>
          </a:xfrm>
        </p:grpSpPr>
        <p:sp>
          <p:nvSpPr>
            <p:cNvPr id="51" name="TextBox 10">
              <a:extLst>
                <a:ext uri="{FF2B5EF4-FFF2-40B4-BE49-F238E27FC236}">
                  <a16:creationId xmlns:a16="http://schemas.microsoft.com/office/drawing/2014/main" id="{76476744-C2C3-EC79-2689-9A3222E72163}"/>
                </a:ext>
              </a:extLst>
            </p:cNvPr>
            <p:cNvSpPr txBox="1">
              <a:spLocks noChangeArrowheads="1"/>
            </p:cNvSpPr>
            <p:nvPr/>
          </p:nvSpPr>
          <p:spPr bwMode="auto">
            <a:xfrm>
              <a:off x="4692210" y="2354697"/>
              <a:ext cx="2548153" cy="13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A: </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wired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Ethernet interfaces connected by Ethernet switches</a:t>
              </a:r>
            </a:p>
          </p:txBody>
        </p:sp>
        <p:cxnSp>
          <p:nvCxnSpPr>
            <p:cNvPr id="52" name="Straight Connector 12">
              <a:extLst>
                <a:ext uri="{FF2B5EF4-FFF2-40B4-BE49-F238E27FC236}">
                  <a16:creationId xmlns:a16="http://schemas.microsoft.com/office/drawing/2014/main" id="{DCCD78C2-6B2A-6ECA-43D8-1722BFFAB6BD}"/>
                </a:ext>
              </a:extLst>
            </p:cNvPr>
            <p:cNvCxnSpPr>
              <a:cxnSpLocks noChangeShapeType="1"/>
            </p:cNvCxnSpPr>
            <p:nvPr/>
          </p:nvCxnSpPr>
          <p:spPr bwMode="auto">
            <a:xfrm flipH="1">
              <a:off x="5801407" y="2510599"/>
              <a:ext cx="2076439" cy="0"/>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cxnSp>
      </p:grpSp>
      <p:grpSp>
        <p:nvGrpSpPr>
          <p:cNvPr id="53" name="Group 15">
            <a:extLst>
              <a:ext uri="{FF2B5EF4-FFF2-40B4-BE49-F238E27FC236}">
                <a16:creationId xmlns:a16="http://schemas.microsoft.com/office/drawing/2014/main" id="{6A687274-5700-4BE2-5A44-0FC31531B1DB}"/>
              </a:ext>
            </a:extLst>
          </p:cNvPr>
          <p:cNvGrpSpPr>
            <a:grpSpLocks/>
          </p:cNvGrpSpPr>
          <p:nvPr/>
        </p:nvGrpSpPr>
        <p:grpSpPr bwMode="auto">
          <a:xfrm>
            <a:off x="7689955" y="3656040"/>
            <a:ext cx="4167265" cy="2436076"/>
            <a:chOff x="5036498" y="3790332"/>
            <a:chExt cx="4168379" cy="2435958"/>
          </a:xfrm>
        </p:grpSpPr>
        <p:pic>
          <p:nvPicPr>
            <p:cNvPr id="54" name="Picture 777" descr="access_point_stylized_small">
              <a:extLst>
                <a:ext uri="{FF2B5EF4-FFF2-40B4-BE49-F238E27FC236}">
                  <a16:creationId xmlns:a16="http://schemas.microsoft.com/office/drawing/2014/main" id="{C2CF2A4A-F675-3E4E-9E29-740B9734D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2411" y="3790332"/>
              <a:ext cx="587569" cy="48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TextBox 89">
              <a:extLst>
                <a:ext uri="{FF2B5EF4-FFF2-40B4-BE49-F238E27FC236}">
                  <a16:creationId xmlns:a16="http://schemas.microsoft.com/office/drawing/2014/main" id="{DEA1DB1A-A715-A78C-E7E2-76B4173BBCDB}"/>
                </a:ext>
              </a:extLst>
            </p:cNvPr>
            <p:cNvSpPr txBox="1">
              <a:spLocks noChangeArrowheads="1"/>
            </p:cNvSpPr>
            <p:nvPr/>
          </p:nvSpPr>
          <p:spPr bwMode="auto">
            <a:xfrm>
              <a:off x="5036498" y="5518438"/>
              <a:ext cx="4168379" cy="707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A: </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wireless WiFi interfaces connected by WiFi base station</a:t>
              </a:r>
            </a:p>
          </p:txBody>
        </p:sp>
        <p:cxnSp>
          <p:nvCxnSpPr>
            <p:cNvPr id="56" name="Straight Connector 90">
              <a:extLst>
                <a:ext uri="{FF2B5EF4-FFF2-40B4-BE49-F238E27FC236}">
                  <a16:creationId xmlns:a16="http://schemas.microsoft.com/office/drawing/2014/main" id="{4EF17CB2-4CF1-5EA6-8AEF-CD70E34C7B03}"/>
                </a:ext>
              </a:extLst>
            </p:cNvPr>
            <p:cNvCxnSpPr>
              <a:cxnSpLocks noChangeShapeType="1"/>
            </p:cNvCxnSpPr>
            <p:nvPr/>
          </p:nvCxnSpPr>
          <p:spPr bwMode="auto">
            <a:xfrm flipV="1">
              <a:off x="6850795" y="4241577"/>
              <a:ext cx="0" cy="1289090"/>
            </a:xfrm>
            <a:prstGeom prst="line">
              <a:avLst/>
            </a:prstGeom>
            <a:noFill/>
            <a:ln w="12700">
              <a:solidFill>
                <a:srgbClr val="C00000"/>
              </a:solidFill>
              <a:round/>
              <a:headEnd/>
              <a:tailEnd/>
            </a:ln>
            <a:extLst>
              <a:ext uri="{909E8E84-426E-40DD-AFC4-6F175D3DCCD1}">
                <a14:hiddenFill xmlns:a14="http://schemas.microsoft.com/office/drawing/2010/main">
                  <a:noFill/>
                </a14:hiddenFill>
              </a:ext>
            </a:extLst>
          </p:spPr>
        </p:cxnSp>
      </p:grpSp>
      <p:cxnSp>
        <p:nvCxnSpPr>
          <p:cNvPr id="57" name="Straight Connector 56">
            <a:extLst>
              <a:ext uri="{FF2B5EF4-FFF2-40B4-BE49-F238E27FC236}">
                <a16:creationId xmlns:a16="http://schemas.microsoft.com/office/drawing/2014/main" id="{1FC63FDB-3B79-46CA-2D4B-1E6BA9527C7E}"/>
              </a:ext>
            </a:extLst>
          </p:cNvPr>
          <p:cNvCxnSpPr>
            <a:cxnSpLocks/>
          </p:cNvCxnSpPr>
          <p:nvPr/>
        </p:nvCxnSpPr>
        <p:spPr>
          <a:xfrm>
            <a:off x="8364512" y="2578622"/>
            <a:ext cx="79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322D268-E398-21D9-86AA-A66DE0BFDDC1}"/>
              </a:ext>
            </a:extLst>
          </p:cNvPr>
          <p:cNvCxnSpPr>
            <a:cxnSpLocks/>
          </p:cNvCxnSpPr>
          <p:nvPr/>
        </p:nvCxnSpPr>
        <p:spPr>
          <a:xfrm>
            <a:off x="9547622" y="2584574"/>
            <a:ext cx="9754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44996475-69A0-6F2D-16B1-2E156B231389}"/>
              </a:ext>
            </a:extLst>
          </p:cNvPr>
          <p:cNvGrpSpPr/>
          <p:nvPr/>
        </p:nvGrpSpPr>
        <p:grpSpPr>
          <a:xfrm>
            <a:off x="9053641" y="2438501"/>
            <a:ext cx="632991" cy="300938"/>
            <a:chOff x="7493876" y="2774731"/>
            <a:chExt cx="1481958" cy="894622"/>
          </a:xfrm>
        </p:grpSpPr>
        <p:sp>
          <p:nvSpPr>
            <p:cNvPr id="60" name="Freeform 145">
              <a:extLst>
                <a:ext uri="{FF2B5EF4-FFF2-40B4-BE49-F238E27FC236}">
                  <a16:creationId xmlns:a16="http://schemas.microsoft.com/office/drawing/2014/main" id="{8DEB77FE-A2A3-38B8-C147-64741603952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1" name="Oval 60">
              <a:extLst>
                <a:ext uri="{FF2B5EF4-FFF2-40B4-BE49-F238E27FC236}">
                  <a16:creationId xmlns:a16="http://schemas.microsoft.com/office/drawing/2014/main" id="{132E126F-C817-FD85-0E2B-F8415591E7E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2" name="Group 61">
              <a:extLst>
                <a:ext uri="{FF2B5EF4-FFF2-40B4-BE49-F238E27FC236}">
                  <a16:creationId xmlns:a16="http://schemas.microsoft.com/office/drawing/2014/main" id="{751FC9DA-02CB-250A-D546-F806AD0AFBB4}"/>
                </a:ext>
              </a:extLst>
            </p:cNvPr>
            <p:cNvGrpSpPr/>
            <p:nvPr/>
          </p:nvGrpSpPr>
          <p:grpSpPr>
            <a:xfrm>
              <a:off x="7713663" y="2848339"/>
              <a:ext cx="1042107" cy="425543"/>
              <a:chOff x="7786941" y="2884917"/>
              <a:chExt cx="897649" cy="353919"/>
            </a:xfrm>
          </p:grpSpPr>
          <p:sp>
            <p:nvSpPr>
              <p:cNvPr id="63" name="Freeform 148">
                <a:extLst>
                  <a:ext uri="{FF2B5EF4-FFF2-40B4-BE49-F238E27FC236}">
                    <a16:creationId xmlns:a16="http://schemas.microsoft.com/office/drawing/2014/main" id="{2DB0F650-127B-ED45-C440-0D3E93E6E88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 name="Freeform 149">
                <a:extLst>
                  <a:ext uri="{FF2B5EF4-FFF2-40B4-BE49-F238E27FC236}">
                    <a16:creationId xmlns:a16="http://schemas.microsoft.com/office/drawing/2014/main" id="{2F840860-1644-52B9-9CC2-DF305A3B17D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5" name="Freeform 150">
                <a:extLst>
                  <a:ext uri="{FF2B5EF4-FFF2-40B4-BE49-F238E27FC236}">
                    <a16:creationId xmlns:a16="http://schemas.microsoft.com/office/drawing/2014/main" id="{EF3BEEE6-DDA5-7867-AD20-A3070E81C71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 name="Freeform 151">
                <a:extLst>
                  <a:ext uri="{FF2B5EF4-FFF2-40B4-BE49-F238E27FC236}">
                    <a16:creationId xmlns:a16="http://schemas.microsoft.com/office/drawing/2014/main" id="{4B635BA0-111F-12AA-84BF-7349DE5EA40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7" name="Group 66">
            <a:extLst>
              <a:ext uri="{FF2B5EF4-FFF2-40B4-BE49-F238E27FC236}">
                <a16:creationId xmlns:a16="http://schemas.microsoft.com/office/drawing/2014/main" id="{DF81AA65-95D8-E379-24F1-F5D5B4939D7F}"/>
              </a:ext>
            </a:extLst>
          </p:cNvPr>
          <p:cNvGrpSpPr/>
          <p:nvPr/>
        </p:nvGrpSpPr>
        <p:grpSpPr>
          <a:xfrm>
            <a:off x="7865822" y="1784294"/>
            <a:ext cx="3069150" cy="1444428"/>
            <a:chOff x="7865822" y="1784294"/>
            <a:chExt cx="3069150" cy="1444428"/>
          </a:xfrm>
        </p:grpSpPr>
        <p:cxnSp>
          <p:nvCxnSpPr>
            <p:cNvPr id="68" name="Straight Connector 67">
              <a:extLst>
                <a:ext uri="{FF2B5EF4-FFF2-40B4-BE49-F238E27FC236}">
                  <a16:creationId xmlns:a16="http://schemas.microsoft.com/office/drawing/2014/main" id="{700E1F00-8D41-6DC5-0C10-C45A3F98592A}"/>
                </a:ext>
              </a:extLst>
            </p:cNvPr>
            <p:cNvCxnSpPr/>
            <p:nvPr/>
          </p:nvCxnSpPr>
          <p:spPr>
            <a:xfrm>
              <a:off x="8043483" y="1784294"/>
              <a:ext cx="0" cy="12178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09B7CE52-F658-C91A-CBD6-EDE8F6B2D5FD}"/>
                </a:ext>
              </a:extLst>
            </p:cNvPr>
            <p:cNvGrpSpPr/>
            <p:nvPr/>
          </p:nvGrpSpPr>
          <p:grpSpPr>
            <a:xfrm>
              <a:off x="7865822" y="2488367"/>
              <a:ext cx="618612" cy="329734"/>
              <a:chOff x="3668110" y="2448910"/>
              <a:chExt cx="3794234" cy="2165130"/>
            </a:xfrm>
          </p:grpSpPr>
          <p:sp>
            <p:nvSpPr>
              <p:cNvPr id="79" name="Rectangle 78">
                <a:extLst>
                  <a:ext uri="{FF2B5EF4-FFF2-40B4-BE49-F238E27FC236}">
                    <a16:creationId xmlns:a16="http://schemas.microsoft.com/office/drawing/2014/main" id="{2B5CEB02-60D0-1735-EE09-5BBF6268D427}"/>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134">
                <a:extLst>
                  <a:ext uri="{FF2B5EF4-FFF2-40B4-BE49-F238E27FC236}">
                    <a16:creationId xmlns:a16="http://schemas.microsoft.com/office/drawing/2014/main" id="{0E49F2CE-C645-1932-9FCE-A00763C3476C}"/>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81" name="Group 80">
                <a:extLst>
                  <a:ext uri="{FF2B5EF4-FFF2-40B4-BE49-F238E27FC236}">
                    <a16:creationId xmlns:a16="http://schemas.microsoft.com/office/drawing/2014/main" id="{36D498A4-61F4-9770-2CD5-A84B4B172982}"/>
                  </a:ext>
                </a:extLst>
              </p:cNvPr>
              <p:cNvGrpSpPr/>
              <p:nvPr/>
            </p:nvGrpSpPr>
            <p:grpSpPr>
              <a:xfrm>
                <a:off x="3941378" y="2603243"/>
                <a:ext cx="3202061" cy="1066110"/>
                <a:chOff x="7939341" y="3037317"/>
                <a:chExt cx="897649" cy="353919"/>
              </a:xfrm>
            </p:grpSpPr>
            <p:sp>
              <p:nvSpPr>
                <p:cNvPr id="82" name="Freeform 136">
                  <a:extLst>
                    <a:ext uri="{FF2B5EF4-FFF2-40B4-BE49-F238E27FC236}">
                      <a16:creationId xmlns:a16="http://schemas.microsoft.com/office/drawing/2014/main" id="{B73B97F6-39DD-044B-6052-129036CE74CA}"/>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3" name="Freeform 137">
                  <a:extLst>
                    <a:ext uri="{FF2B5EF4-FFF2-40B4-BE49-F238E27FC236}">
                      <a16:creationId xmlns:a16="http://schemas.microsoft.com/office/drawing/2014/main" id="{1DF510DB-3028-B673-62C9-01E320AB66E9}"/>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143">
                  <a:extLst>
                    <a:ext uri="{FF2B5EF4-FFF2-40B4-BE49-F238E27FC236}">
                      <a16:creationId xmlns:a16="http://schemas.microsoft.com/office/drawing/2014/main" id="{CE92CEEE-D9C1-B09B-63FB-85DFBACCEE7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5" name="Freeform 153">
                  <a:extLst>
                    <a:ext uri="{FF2B5EF4-FFF2-40B4-BE49-F238E27FC236}">
                      <a16:creationId xmlns:a16="http://schemas.microsoft.com/office/drawing/2014/main" id="{24667033-B2EB-12B0-5694-1B09819BDD5E}"/>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cxnSp>
          <p:nvCxnSpPr>
            <p:cNvPr id="70" name="Straight Connector 69">
              <a:extLst>
                <a:ext uri="{FF2B5EF4-FFF2-40B4-BE49-F238E27FC236}">
                  <a16:creationId xmlns:a16="http://schemas.microsoft.com/office/drawing/2014/main" id="{F3C85A4A-0DC6-B4CB-F268-EF110C111A9F}"/>
                </a:ext>
              </a:extLst>
            </p:cNvPr>
            <p:cNvCxnSpPr>
              <a:cxnSpLocks/>
            </p:cNvCxnSpPr>
            <p:nvPr/>
          </p:nvCxnSpPr>
          <p:spPr>
            <a:xfrm>
              <a:off x="10631585" y="1932648"/>
              <a:ext cx="0" cy="12960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A8C7818E-E48B-2437-F4C3-B43325C0FB9B}"/>
                </a:ext>
              </a:extLst>
            </p:cNvPr>
            <p:cNvGrpSpPr/>
            <p:nvPr/>
          </p:nvGrpSpPr>
          <p:grpSpPr>
            <a:xfrm>
              <a:off x="10316360" y="2442512"/>
              <a:ext cx="618612" cy="329734"/>
              <a:chOff x="3668110" y="2448910"/>
              <a:chExt cx="3794234" cy="2165130"/>
            </a:xfrm>
          </p:grpSpPr>
          <p:sp>
            <p:nvSpPr>
              <p:cNvPr id="72" name="Rectangle 71">
                <a:extLst>
                  <a:ext uri="{FF2B5EF4-FFF2-40B4-BE49-F238E27FC236}">
                    <a16:creationId xmlns:a16="http://schemas.microsoft.com/office/drawing/2014/main" id="{8E8F1CBE-684A-6863-CD6E-4AAFA97EB9E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3" name="Freeform 168">
                <a:extLst>
                  <a:ext uri="{FF2B5EF4-FFF2-40B4-BE49-F238E27FC236}">
                    <a16:creationId xmlns:a16="http://schemas.microsoft.com/office/drawing/2014/main" id="{BA7D83A9-3F33-AEB8-5A2A-A311B1B2DA1A}"/>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74" name="Group 73">
                <a:extLst>
                  <a:ext uri="{FF2B5EF4-FFF2-40B4-BE49-F238E27FC236}">
                    <a16:creationId xmlns:a16="http://schemas.microsoft.com/office/drawing/2014/main" id="{7DC33BBF-BFC4-B656-6A71-5EF1D065D028}"/>
                  </a:ext>
                </a:extLst>
              </p:cNvPr>
              <p:cNvGrpSpPr/>
              <p:nvPr/>
            </p:nvGrpSpPr>
            <p:grpSpPr>
              <a:xfrm>
                <a:off x="3941378" y="2603243"/>
                <a:ext cx="3202061" cy="1066110"/>
                <a:chOff x="7939341" y="3037317"/>
                <a:chExt cx="897649" cy="353919"/>
              </a:xfrm>
            </p:grpSpPr>
            <p:sp>
              <p:nvSpPr>
                <p:cNvPr id="75" name="Freeform 170">
                  <a:extLst>
                    <a:ext uri="{FF2B5EF4-FFF2-40B4-BE49-F238E27FC236}">
                      <a16:creationId xmlns:a16="http://schemas.microsoft.com/office/drawing/2014/main" id="{34EA031E-09A2-7DC4-76C8-A2662366695D}"/>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171">
                  <a:extLst>
                    <a:ext uri="{FF2B5EF4-FFF2-40B4-BE49-F238E27FC236}">
                      <a16:creationId xmlns:a16="http://schemas.microsoft.com/office/drawing/2014/main" id="{0D02953C-FF93-BA95-659D-2C225FB966CB}"/>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Freeform 172">
                  <a:extLst>
                    <a:ext uri="{FF2B5EF4-FFF2-40B4-BE49-F238E27FC236}">
                      <a16:creationId xmlns:a16="http://schemas.microsoft.com/office/drawing/2014/main" id="{4F85CC9B-633E-7AE0-B8E5-0E65F77F3DA1}"/>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8" name="Freeform 173">
                  <a:extLst>
                    <a:ext uri="{FF2B5EF4-FFF2-40B4-BE49-F238E27FC236}">
                      <a16:creationId xmlns:a16="http://schemas.microsoft.com/office/drawing/2014/main" id="{BBDE28BB-221B-875C-7F0A-BB4EAC7AEBB4}"/>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86" name="TextBox 28">
            <a:extLst>
              <a:ext uri="{FF2B5EF4-FFF2-40B4-BE49-F238E27FC236}">
                <a16:creationId xmlns:a16="http://schemas.microsoft.com/office/drawing/2014/main" id="{0F902AFC-0890-3922-63BC-0E2326C15AFD}"/>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37487793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2A4BD-A835-E7ED-0E38-E5DC24843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A0058-69D3-432E-EC90-EE2EAF23A953}"/>
              </a:ext>
            </a:extLst>
          </p:cNvPr>
          <p:cNvSpPr>
            <a:spLocks noGrp="1"/>
          </p:cNvSpPr>
          <p:nvPr>
            <p:ph type="title"/>
          </p:nvPr>
        </p:nvSpPr>
        <p:spPr/>
        <p:txBody>
          <a:bodyPr/>
          <a:lstStyle/>
          <a:p>
            <a:r>
              <a:rPr lang="en-IN" dirty="0"/>
              <a:t>Network internet</a:t>
            </a:r>
          </a:p>
        </p:txBody>
      </p:sp>
      <p:sp>
        <p:nvSpPr>
          <p:cNvPr id="3" name="Content Placeholder 2">
            <a:extLst>
              <a:ext uri="{FF2B5EF4-FFF2-40B4-BE49-F238E27FC236}">
                <a16:creationId xmlns:a16="http://schemas.microsoft.com/office/drawing/2014/main" id="{C9027560-261A-8B72-0E42-DDFB84F8F106}"/>
              </a:ext>
            </a:extLst>
          </p:cNvPr>
          <p:cNvSpPr>
            <a:spLocks noGrp="1"/>
          </p:cNvSpPr>
          <p:nvPr>
            <p:ph idx="1"/>
          </p:nvPr>
        </p:nvSpPr>
        <p:spPr>
          <a:xfrm>
            <a:off x="838200" y="1825625"/>
            <a:ext cx="3677509" cy="4351338"/>
          </a:xfrm>
        </p:spPr>
        <p:txBody>
          <a:bodyPr>
            <a:normAutofit/>
          </a:bodyPr>
          <a:lstStyle/>
          <a:p>
            <a:r>
              <a:rPr lang="en-IN" dirty="0"/>
              <a:t>Subnet</a:t>
            </a:r>
          </a:p>
          <a:p>
            <a:pPr lvl="1"/>
            <a:r>
              <a:rPr lang="en-IN" dirty="0"/>
              <a:t>If we conceptually remove all the routers and hosts from the network, then each remaining disjoint set of links is called a subnet.</a:t>
            </a:r>
          </a:p>
        </p:txBody>
      </p:sp>
      <p:sp>
        <p:nvSpPr>
          <p:cNvPr id="4" name="Freeform 140">
            <a:extLst>
              <a:ext uri="{FF2B5EF4-FFF2-40B4-BE49-F238E27FC236}">
                <a16:creationId xmlns:a16="http://schemas.microsoft.com/office/drawing/2014/main" id="{122DBFB4-5906-6D0A-6AE4-863FD144A3D7}"/>
              </a:ext>
            </a:extLst>
          </p:cNvPr>
          <p:cNvSpPr>
            <a:spLocks/>
          </p:cNvSpPr>
          <p:nvPr/>
        </p:nvSpPr>
        <p:spPr bwMode="auto">
          <a:xfrm rot="16200000">
            <a:off x="8946356" y="3046530"/>
            <a:ext cx="846137"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 name="Freeform 140">
            <a:extLst>
              <a:ext uri="{FF2B5EF4-FFF2-40B4-BE49-F238E27FC236}">
                <a16:creationId xmlns:a16="http://schemas.microsoft.com/office/drawing/2014/main" id="{26DBBF2A-7713-AFCC-196E-7DCA760B9B47}"/>
              </a:ext>
            </a:extLst>
          </p:cNvPr>
          <p:cNvSpPr>
            <a:spLocks/>
          </p:cNvSpPr>
          <p:nvPr/>
        </p:nvSpPr>
        <p:spPr bwMode="auto">
          <a:xfrm rot="10800000">
            <a:off x="9944100" y="1720173"/>
            <a:ext cx="846138"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 name="Freeform 140">
            <a:extLst>
              <a:ext uri="{FF2B5EF4-FFF2-40B4-BE49-F238E27FC236}">
                <a16:creationId xmlns:a16="http://schemas.microsoft.com/office/drawing/2014/main" id="{2A7C75E1-2BFF-D002-B303-FA59DF6385AC}"/>
              </a:ext>
            </a:extLst>
          </p:cNvPr>
          <p:cNvSpPr>
            <a:spLocks/>
          </p:cNvSpPr>
          <p:nvPr/>
        </p:nvSpPr>
        <p:spPr bwMode="auto">
          <a:xfrm>
            <a:off x="7908925" y="1302661"/>
            <a:ext cx="1038225" cy="192722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 name="Text Box 26">
            <a:extLst>
              <a:ext uri="{FF2B5EF4-FFF2-40B4-BE49-F238E27FC236}">
                <a16:creationId xmlns:a16="http://schemas.microsoft.com/office/drawing/2014/main" id="{4BCB19E7-A8CE-E388-5F1D-EAE2AF22CF64}"/>
              </a:ext>
            </a:extLst>
          </p:cNvPr>
          <p:cNvSpPr txBox="1">
            <a:spLocks noChangeArrowheads="1"/>
          </p:cNvSpPr>
          <p:nvPr/>
        </p:nvSpPr>
        <p:spPr bwMode="auto">
          <a:xfrm>
            <a:off x="7291388" y="1132798"/>
            <a:ext cx="825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8" name="Group 27">
            <a:extLst>
              <a:ext uri="{FF2B5EF4-FFF2-40B4-BE49-F238E27FC236}">
                <a16:creationId xmlns:a16="http://schemas.microsoft.com/office/drawing/2014/main" id="{8ACE8FE8-399E-DE7B-EF62-70A32D0F2915}"/>
              </a:ext>
            </a:extLst>
          </p:cNvPr>
          <p:cNvGrpSpPr>
            <a:grpSpLocks/>
          </p:cNvGrpSpPr>
          <p:nvPr/>
        </p:nvGrpSpPr>
        <p:grpSpPr bwMode="auto">
          <a:xfrm>
            <a:off x="6557963" y="2093236"/>
            <a:ext cx="920750" cy="276225"/>
            <a:chOff x="3251" y="608"/>
            <a:chExt cx="580" cy="174"/>
          </a:xfrm>
        </p:grpSpPr>
        <p:sp>
          <p:nvSpPr>
            <p:cNvPr id="9" name="Rectangle 28">
              <a:extLst>
                <a:ext uri="{FF2B5EF4-FFF2-40B4-BE49-F238E27FC236}">
                  <a16:creationId xmlns:a16="http://schemas.microsoft.com/office/drawing/2014/main" id="{CBC01BB5-7684-191E-9674-F343CE40432D}"/>
                </a:ext>
              </a:extLst>
            </p:cNvPr>
            <p:cNvSpPr>
              <a:spLocks noChangeArrowheads="1"/>
            </p:cNvSpPr>
            <p:nvPr/>
          </p:nvSpPr>
          <p:spPr bwMode="auto">
            <a:xfrm>
              <a:off x="3306" y="657"/>
              <a:ext cx="525"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Text Box 29">
              <a:extLst>
                <a:ext uri="{FF2B5EF4-FFF2-40B4-BE49-F238E27FC236}">
                  <a16:creationId xmlns:a16="http://schemas.microsoft.com/office/drawing/2014/main" id="{7E072FB6-DE1F-4439-8424-01BED1F6219A}"/>
                </a:ext>
              </a:extLst>
            </p:cNvPr>
            <p:cNvSpPr txBox="1">
              <a:spLocks noChangeArrowheads="1"/>
            </p:cNvSpPr>
            <p:nvPr/>
          </p:nvSpPr>
          <p:spPr bwMode="auto">
            <a:xfrm>
              <a:off x="3251" y="608"/>
              <a:ext cx="5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sp>
        <p:nvSpPr>
          <p:cNvPr id="11" name="Text Box 30">
            <a:extLst>
              <a:ext uri="{FF2B5EF4-FFF2-40B4-BE49-F238E27FC236}">
                <a16:creationId xmlns:a16="http://schemas.microsoft.com/office/drawing/2014/main" id="{9E267A0C-FF18-31AA-8628-70D3BE5F7369}"/>
              </a:ext>
            </a:extLst>
          </p:cNvPr>
          <p:cNvSpPr txBox="1">
            <a:spLocks noChangeArrowheads="1"/>
          </p:cNvSpPr>
          <p:nvPr/>
        </p:nvSpPr>
        <p:spPr bwMode="auto">
          <a:xfrm>
            <a:off x="7396163" y="3088598"/>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223.1.1.3</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2" name="Text Box 31">
            <a:extLst>
              <a:ext uri="{FF2B5EF4-FFF2-40B4-BE49-F238E27FC236}">
                <a16:creationId xmlns:a16="http://schemas.microsoft.com/office/drawing/2014/main" id="{9846E6BA-13BA-804C-E6C7-2B8CD36E42F0}"/>
              </a:ext>
            </a:extLst>
          </p:cNvPr>
          <p:cNvSpPr txBox="1">
            <a:spLocks noChangeArrowheads="1"/>
          </p:cNvSpPr>
          <p:nvPr/>
        </p:nvSpPr>
        <p:spPr bwMode="auto">
          <a:xfrm>
            <a:off x="8365672" y="2275798"/>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3" name="Text Box 33">
            <a:extLst>
              <a:ext uri="{FF2B5EF4-FFF2-40B4-BE49-F238E27FC236}">
                <a16:creationId xmlns:a16="http://schemas.microsoft.com/office/drawing/2014/main" id="{ADDC3176-E7A0-FEDA-388C-0C343023C7B4}"/>
              </a:ext>
            </a:extLst>
          </p:cNvPr>
          <p:cNvSpPr txBox="1">
            <a:spLocks noChangeArrowheads="1"/>
          </p:cNvSpPr>
          <p:nvPr/>
        </p:nvSpPr>
        <p:spPr bwMode="auto">
          <a:xfrm>
            <a:off x="9578749" y="2277157"/>
            <a:ext cx="8270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223.1.2.9</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4" name="Text Box 41">
            <a:extLst>
              <a:ext uri="{FF2B5EF4-FFF2-40B4-BE49-F238E27FC236}">
                <a16:creationId xmlns:a16="http://schemas.microsoft.com/office/drawing/2014/main" id="{63460129-F06B-5CCF-D627-EE828E472758}"/>
              </a:ext>
            </a:extLst>
          </p:cNvPr>
          <p:cNvSpPr txBox="1">
            <a:spLocks noChangeArrowheads="1"/>
          </p:cNvSpPr>
          <p:nvPr/>
        </p:nvSpPr>
        <p:spPr bwMode="auto">
          <a:xfrm>
            <a:off x="10148207" y="3220134"/>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5" name="Text Box 44">
            <a:extLst>
              <a:ext uri="{FF2B5EF4-FFF2-40B4-BE49-F238E27FC236}">
                <a16:creationId xmlns:a16="http://schemas.microsoft.com/office/drawing/2014/main" id="{9925C79A-3BE6-AF07-2249-C086379A71F5}"/>
              </a:ext>
            </a:extLst>
          </p:cNvPr>
          <p:cNvSpPr txBox="1">
            <a:spLocks noChangeArrowheads="1"/>
          </p:cNvSpPr>
          <p:nvPr/>
        </p:nvSpPr>
        <p:spPr bwMode="auto">
          <a:xfrm>
            <a:off x="10107612" y="1703391"/>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6" name="Line 45">
            <a:extLst>
              <a:ext uri="{FF2B5EF4-FFF2-40B4-BE49-F238E27FC236}">
                <a16:creationId xmlns:a16="http://schemas.microsoft.com/office/drawing/2014/main" id="{CCDCBE62-A48B-31EF-AF65-9D994B56A864}"/>
              </a:ext>
            </a:extLst>
          </p:cNvPr>
          <p:cNvSpPr>
            <a:spLocks noChangeShapeType="1"/>
          </p:cNvSpPr>
          <p:nvPr/>
        </p:nvSpPr>
        <p:spPr bwMode="auto">
          <a:xfrm>
            <a:off x="9359900" y="2735036"/>
            <a:ext cx="0" cy="8790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 name="Text Box 53">
            <a:extLst>
              <a:ext uri="{FF2B5EF4-FFF2-40B4-BE49-F238E27FC236}">
                <a16:creationId xmlns:a16="http://schemas.microsoft.com/office/drawing/2014/main" id="{898DDB14-1473-489F-3F65-47E0B4F68D9D}"/>
              </a:ext>
            </a:extLst>
          </p:cNvPr>
          <p:cNvSpPr txBox="1">
            <a:spLocks noChangeArrowheads="1"/>
          </p:cNvSpPr>
          <p:nvPr/>
        </p:nvSpPr>
        <p:spPr bwMode="auto">
          <a:xfrm>
            <a:off x="9955213" y="4195086"/>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8" name="Text Box 56">
            <a:extLst>
              <a:ext uri="{FF2B5EF4-FFF2-40B4-BE49-F238E27FC236}">
                <a16:creationId xmlns:a16="http://schemas.microsoft.com/office/drawing/2014/main" id="{FB84DC65-E258-8B24-CF11-BF7AD847163C}"/>
              </a:ext>
            </a:extLst>
          </p:cNvPr>
          <p:cNvSpPr txBox="1">
            <a:spLocks noChangeArrowheads="1"/>
          </p:cNvSpPr>
          <p:nvPr/>
        </p:nvSpPr>
        <p:spPr bwMode="auto">
          <a:xfrm>
            <a:off x="8712200" y="4199848"/>
            <a:ext cx="8270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19" name="Group 57">
            <a:extLst>
              <a:ext uri="{FF2B5EF4-FFF2-40B4-BE49-F238E27FC236}">
                <a16:creationId xmlns:a16="http://schemas.microsoft.com/office/drawing/2014/main" id="{22FD42F4-D697-6EBF-D4B2-0A4BC3685FDD}"/>
              </a:ext>
            </a:extLst>
          </p:cNvPr>
          <p:cNvGrpSpPr>
            <a:grpSpLocks/>
          </p:cNvGrpSpPr>
          <p:nvPr/>
        </p:nvGrpSpPr>
        <p:grpSpPr bwMode="auto">
          <a:xfrm>
            <a:off x="8885238" y="2996523"/>
            <a:ext cx="912812" cy="276225"/>
            <a:chOff x="4550" y="1257"/>
            <a:chExt cx="575" cy="174"/>
          </a:xfrm>
        </p:grpSpPr>
        <p:sp>
          <p:nvSpPr>
            <p:cNvPr id="20" name="Rectangle 58">
              <a:extLst>
                <a:ext uri="{FF2B5EF4-FFF2-40B4-BE49-F238E27FC236}">
                  <a16:creationId xmlns:a16="http://schemas.microsoft.com/office/drawing/2014/main" id="{C121A302-C549-259F-5E8A-CF7C46A63EC1}"/>
                </a:ext>
              </a:extLst>
            </p:cNvPr>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 name="Text Box 59">
              <a:extLst>
                <a:ext uri="{FF2B5EF4-FFF2-40B4-BE49-F238E27FC236}">
                  <a16:creationId xmlns:a16="http://schemas.microsoft.com/office/drawing/2014/main" id="{D35A425F-A256-A928-7CE5-022D9D9CFFE3}"/>
                </a:ext>
              </a:extLst>
            </p:cNvPr>
            <p:cNvSpPr txBox="1">
              <a:spLocks noChangeArrowheads="1"/>
            </p:cNvSpPr>
            <p:nvPr/>
          </p:nvSpPr>
          <p:spPr bwMode="auto">
            <a:xfrm>
              <a:off x="4550" y="1257"/>
              <a:ext cx="57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223.1.3.27</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cxnSp>
        <p:nvCxnSpPr>
          <p:cNvPr id="43" name="Straight Connector 42">
            <a:extLst>
              <a:ext uri="{FF2B5EF4-FFF2-40B4-BE49-F238E27FC236}">
                <a16:creationId xmlns:a16="http://schemas.microsoft.com/office/drawing/2014/main" id="{AB251A70-E205-6993-81BE-EF03E197A05B}"/>
              </a:ext>
            </a:extLst>
          </p:cNvPr>
          <p:cNvCxnSpPr/>
          <p:nvPr/>
        </p:nvCxnSpPr>
        <p:spPr>
          <a:xfrm>
            <a:off x="7697391" y="1785938"/>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A3619F7-81E4-2413-5C73-31BB9A9D5C0B}"/>
              </a:ext>
            </a:extLst>
          </p:cNvPr>
          <p:cNvCxnSpPr/>
          <p:nvPr/>
        </p:nvCxnSpPr>
        <p:spPr>
          <a:xfrm>
            <a:off x="7698824" y="2384823"/>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780E2F5-0599-AD30-8503-C62B18E8C0C0}"/>
              </a:ext>
            </a:extLst>
          </p:cNvPr>
          <p:cNvCxnSpPr/>
          <p:nvPr/>
        </p:nvCxnSpPr>
        <p:spPr>
          <a:xfrm>
            <a:off x="7705979" y="2997995"/>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F190F8E-65A7-3267-CA5A-49B8A4DD154B}"/>
              </a:ext>
            </a:extLst>
          </p:cNvPr>
          <p:cNvCxnSpPr>
            <a:cxnSpLocks/>
          </p:cNvCxnSpPr>
          <p:nvPr/>
        </p:nvCxnSpPr>
        <p:spPr>
          <a:xfrm>
            <a:off x="10629900" y="1942421"/>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E43CE80-CD22-7855-7248-88989D5ACEF9}"/>
              </a:ext>
            </a:extLst>
          </p:cNvPr>
          <p:cNvCxnSpPr>
            <a:cxnSpLocks/>
          </p:cNvCxnSpPr>
          <p:nvPr/>
        </p:nvCxnSpPr>
        <p:spPr>
          <a:xfrm>
            <a:off x="10631261" y="3221529"/>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AC686CB-7FB7-87BE-F859-AAD978FC728A}"/>
              </a:ext>
            </a:extLst>
          </p:cNvPr>
          <p:cNvCxnSpPr/>
          <p:nvPr/>
        </p:nvCxnSpPr>
        <p:spPr>
          <a:xfrm>
            <a:off x="8740878" y="418198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CB05F8F-5578-776B-4155-31BAB3970627}"/>
              </a:ext>
            </a:extLst>
          </p:cNvPr>
          <p:cNvCxnSpPr/>
          <p:nvPr/>
        </p:nvCxnSpPr>
        <p:spPr>
          <a:xfrm>
            <a:off x="9886336" y="414429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12">
            <a:extLst>
              <a:ext uri="{FF2B5EF4-FFF2-40B4-BE49-F238E27FC236}">
                <a16:creationId xmlns:a16="http://schemas.microsoft.com/office/drawing/2014/main" id="{B09C6EE0-3128-1E6E-0D4A-45258067F50C}"/>
              </a:ext>
            </a:extLst>
          </p:cNvPr>
          <p:cNvCxnSpPr>
            <a:cxnSpLocks noChangeShapeType="1"/>
          </p:cNvCxnSpPr>
          <p:nvPr/>
        </p:nvCxnSpPr>
        <p:spPr bwMode="auto">
          <a:xfrm flipH="1">
            <a:off x="5801195" y="2512106"/>
            <a:ext cx="2076582" cy="0"/>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cxnSp>
      <p:cxnSp>
        <p:nvCxnSpPr>
          <p:cNvPr id="57" name="Straight Connector 56">
            <a:extLst>
              <a:ext uri="{FF2B5EF4-FFF2-40B4-BE49-F238E27FC236}">
                <a16:creationId xmlns:a16="http://schemas.microsoft.com/office/drawing/2014/main" id="{E0F4B41E-802A-C8BF-B17F-AD71B702A2A1}"/>
              </a:ext>
            </a:extLst>
          </p:cNvPr>
          <p:cNvCxnSpPr>
            <a:cxnSpLocks/>
          </p:cNvCxnSpPr>
          <p:nvPr/>
        </p:nvCxnSpPr>
        <p:spPr>
          <a:xfrm>
            <a:off x="8364512" y="2578622"/>
            <a:ext cx="79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E34222C-9C72-B71B-456D-47EBB550C7F2}"/>
              </a:ext>
            </a:extLst>
          </p:cNvPr>
          <p:cNvCxnSpPr>
            <a:cxnSpLocks/>
          </p:cNvCxnSpPr>
          <p:nvPr/>
        </p:nvCxnSpPr>
        <p:spPr>
          <a:xfrm>
            <a:off x="9547622" y="2584574"/>
            <a:ext cx="9754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B6CFE57C-C866-98D6-5194-A41E2B762760}"/>
              </a:ext>
            </a:extLst>
          </p:cNvPr>
          <p:cNvGrpSpPr/>
          <p:nvPr/>
        </p:nvGrpSpPr>
        <p:grpSpPr>
          <a:xfrm>
            <a:off x="7865822" y="1784294"/>
            <a:ext cx="3069150" cy="1444428"/>
            <a:chOff x="7865822" y="1784294"/>
            <a:chExt cx="3069150" cy="1444428"/>
          </a:xfrm>
        </p:grpSpPr>
        <p:cxnSp>
          <p:nvCxnSpPr>
            <p:cNvPr id="68" name="Straight Connector 67">
              <a:extLst>
                <a:ext uri="{FF2B5EF4-FFF2-40B4-BE49-F238E27FC236}">
                  <a16:creationId xmlns:a16="http://schemas.microsoft.com/office/drawing/2014/main" id="{89F0DC11-4260-7408-77F2-F047ED9BDF7F}"/>
                </a:ext>
              </a:extLst>
            </p:cNvPr>
            <p:cNvCxnSpPr/>
            <p:nvPr/>
          </p:nvCxnSpPr>
          <p:spPr>
            <a:xfrm>
              <a:off x="8043483" y="1784294"/>
              <a:ext cx="0" cy="12178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E768C89A-25C2-1D97-4E68-89D4CF445D0F}"/>
                </a:ext>
              </a:extLst>
            </p:cNvPr>
            <p:cNvGrpSpPr/>
            <p:nvPr/>
          </p:nvGrpSpPr>
          <p:grpSpPr>
            <a:xfrm>
              <a:off x="7865822" y="2488367"/>
              <a:ext cx="618612" cy="329734"/>
              <a:chOff x="3668110" y="2448910"/>
              <a:chExt cx="3794234" cy="2165130"/>
            </a:xfrm>
          </p:grpSpPr>
          <p:sp>
            <p:nvSpPr>
              <p:cNvPr id="79" name="Rectangle 78">
                <a:extLst>
                  <a:ext uri="{FF2B5EF4-FFF2-40B4-BE49-F238E27FC236}">
                    <a16:creationId xmlns:a16="http://schemas.microsoft.com/office/drawing/2014/main" id="{CD2023BB-A4FB-A775-92ED-CCE747E5C94F}"/>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134">
                <a:extLst>
                  <a:ext uri="{FF2B5EF4-FFF2-40B4-BE49-F238E27FC236}">
                    <a16:creationId xmlns:a16="http://schemas.microsoft.com/office/drawing/2014/main" id="{CC4E481C-A783-9952-0B33-BB97FDC85AF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81" name="Group 80">
                <a:extLst>
                  <a:ext uri="{FF2B5EF4-FFF2-40B4-BE49-F238E27FC236}">
                    <a16:creationId xmlns:a16="http://schemas.microsoft.com/office/drawing/2014/main" id="{41A46E5C-CC95-CBCD-C3FB-66540C1836F8}"/>
                  </a:ext>
                </a:extLst>
              </p:cNvPr>
              <p:cNvGrpSpPr/>
              <p:nvPr/>
            </p:nvGrpSpPr>
            <p:grpSpPr>
              <a:xfrm>
                <a:off x="3941378" y="2603243"/>
                <a:ext cx="3202061" cy="1066110"/>
                <a:chOff x="7939341" y="3037317"/>
                <a:chExt cx="897649" cy="353919"/>
              </a:xfrm>
            </p:grpSpPr>
            <p:sp>
              <p:nvSpPr>
                <p:cNvPr id="82" name="Freeform 136">
                  <a:extLst>
                    <a:ext uri="{FF2B5EF4-FFF2-40B4-BE49-F238E27FC236}">
                      <a16:creationId xmlns:a16="http://schemas.microsoft.com/office/drawing/2014/main" id="{89ED61EE-7324-3276-FCA1-5959ACE33362}"/>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3" name="Freeform 137">
                  <a:extLst>
                    <a:ext uri="{FF2B5EF4-FFF2-40B4-BE49-F238E27FC236}">
                      <a16:creationId xmlns:a16="http://schemas.microsoft.com/office/drawing/2014/main" id="{73AD8980-B7BF-8A06-4362-1214B3E0A33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143">
                  <a:extLst>
                    <a:ext uri="{FF2B5EF4-FFF2-40B4-BE49-F238E27FC236}">
                      <a16:creationId xmlns:a16="http://schemas.microsoft.com/office/drawing/2014/main" id="{7EF504F5-4DE6-D7F7-312F-DC973DE6847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5" name="Freeform 153">
                  <a:extLst>
                    <a:ext uri="{FF2B5EF4-FFF2-40B4-BE49-F238E27FC236}">
                      <a16:creationId xmlns:a16="http://schemas.microsoft.com/office/drawing/2014/main" id="{21FE753E-629D-57B4-4CF6-EBA1716F71F4}"/>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cxnSp>
          <p:nvCxnSpPr>
            <p:cNvPr id="70" name="Straight Connector 69">
              <a:extLst>
                <a:ext uri="{FF2B5EF4-FFF2-40B4-BE49-F238E27FC236}">
                  <a16:creationId xmlns:a16="http://schemas.microsoft.com/office/drawing/2014/main" id="{98F78B60-77AE-9B44-D353-40F0C151217A}"/>
                </a:ext>
              </a:extLst>
            </p:cNvPr>
            <p:cNvCxnSpPr>
              <a:cxnSpLocks/>
            </p:cNvCxnSpPr>
            <p:nvPr/>
          </p:nvCxnSpPr>
          <p:spPr>
            <a:xfrm>
              <a:off x="10631585" y="1932648"/>
              <a:ext cx="0" cy="12960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BBC8E0E3-5ACC-EB75-A15E-C77929A97DEF}"/>
                </a:ext>
              </a:extLst>
            </p:cNvPr>
            <p:cNvGrpSpPr/>
            <p:nvPr/>
          </p:nvGrpSpPr>
          <p:grpSpPr>
            <a:xfrm>
              <a:off x="10316360" y="2442512"/>
              <a:ext cx="618612" cy="329734"/>
              <a:chOff x="3668110" y="2448910"/>
              <a:chExt cx="3794234" cy="2165130"/>
            </a:xfrm>
          </p:grpSpPr>
          <p:sp>
            <p:nvSpPr>
              <p:cNvPr id="72" name="Rectangle 71">
                <a:extLst>
                  <a:ext uri="{FF2B5EF4-FFF2-40B4-BE49-F238E27FC236}">
                    <a16:creationId xmlns:a16="http://schemas.microsoft.com/office/drawing/2014/main" id="{7E2E703D-DB7D-BB83-8E32-65E895C6964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3" name="Freeform 168">
                <a:extLst>
                  <a:ext uri="{FF2B5EF4-FFF2-40B4-BE49-F238E27FC236}">
                    <a16:creationId xmlns:a16="http://schemas.microsoft.com/office/drawing/2014/main" id="{402564A0-722B-2A00-7EE2-10F1ED9174CC}"/>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74" name="Group 73">
                <a:extLst>
                  <a:ext uri="{FF2B5EF4-FFF2-40B4-BE49-F238E27FC236}">
                    <a16:creationId xmlns:a16="http://schemas.microsoft.com/office/drawing/2014/main" id="{96D4BE9D-5A50-719D-F537-CA388E20A76F}"/>
                  </a:ext>
                </a:extLst>
              </p:cNvPr>
              <p:cNvGrpSpPr/>
              <p:nvPr/>
            </p:nvGrpSpPr>
            <p:grpSpPr>
              <a:xfrm>
                <a:off x="3941378" y="2603243"/>
                <a:ext cx="3202061" cy="1066110"/>
                <a:chOff x="7939341" y="3037317"/>
                <a:chExt cx="897649" cy="353919"/>
              </a:xfrm>
            </p:grpSpPr>
            <p:sp>
              <p:nvSpPr>
                <p:cNvPr id="75" name="Freeform 170">
                  <a:extLst>
                    <a:ext uri="{FF2B5EF4-FFF2-40B4-BE49-F238E27FC236}">
                      <a16:creationId xmlns:a16="http://schemas.microsoft.com/office/drawing/2014/main" id="{F2AC4471-8D57-6EBB-D2D9-211024BF0B6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171">
                  <a:extLst>
                    <a:ext uri="{FF2B5EF4-FFF2-40B4-BE49-F238E27FC236}">
                      <a16:creationId xmlns:a16="http://schemas.microsoft.com/office/drawing/2014/main" id="{FF64D367-18A0-47D7-688A-0D9C5F7C8284}"/>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Freeform 172">
                  <a:extLst>
                    <a:ext uri="{FF2B5EF4-FFF2-40B4-BE49-F238E27FC236}">
                      <a16:creationId xmlns:a16="http://schemas.microsoft.com/office/drawing/2014/main" id="{5A858260-7890-9D19-4EAE-6803BB1B7C92}"/>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8" name="Freeform 173">
                  <a:extLst>
                    <a:ext uri="{FF2B5EF4-FFF2-40B4-BE49-F238E27FC236}">
                      <a16:creationId xmlns:a16="http://schemas.microsoft.com/office/drawing/2014/main" id="{B6E84077-AE1A-C1E8-5BD0-F08813E41AFB}"/>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pic>
        <p:nvPicPr>
          <p:cNvPr id="86" name="Picture 777" descr="access_point_stylized_small">
            <a:extLst>
              <a:ext uri="{FF2B5EF4-FFF2-40B4-BE49-F238E27FC236}">
                <a16:creationId xmlns:a16="http://schemas.microsoft.com/office/drawing/2014/main" id="{B1D70324-DBCE-05F1-4B39-A5DE256972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5527" y="3656040"/>
            <a:ext cx="587412" cy="486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08894ABB-2561-E08E-CEAB-8FE74536079C}"/>
                  </a:ext>
                </a:extLst>
              </p14:cNvPr>
              <p14:cNvContentPartPr/>
              <p14:nvPr/>
            </p14:nvContentPartPr>
            <p14:xfrm>
              <a:off x="6370200" y="888120"/>
              <a:ext cx="4848840" cy="4190760"/>
            </p14:xfrm>
          </p:contentPart>
        </mc:Choice>
        <mc:Fallback xmlns="">
          <p:pic>
            <p:nvPicPr>
              <p:cNvPr id="22" name="Ink 21">
                <a:extLst>
                  <a:ext uri="{FF2B5EF4-FFF2-40B4-BE49-F238E27FC236}">
                    <a16:creationId xmlns:a16="http://schemas.microsoft.com/office/drawing/2014/main" id="{08894ABB-2561-E08E-CEAB-8FE74536079C}"/>
                  </a:ext>
                </a:extLst>
              </p:cNvPr>
              <p:cNvPicPr/>
              <p:nvPr/>
            </p:nvPicPr>
            <p:blipFill>
              <a:blip r:embed="rId4"/>
              <a:stretch>
                <a:fillRect/>
              </a:stretch>
            </p:blipFill>
            <p:spPr>
              <a:xfrm>
                <a:off x="6360840" y="878760"/>
                <a:ext cx="4867560" cy="4209480"/>
              </a:xfrm>
              <a:prstGeom prst="rect">
                <a:avLst/>
              </a:prstGeom>
            </p:spPr>
          </p:pic>
        </mc:Fallback>
      </mc:AlternateContent>
      <p:sp>
        <p:nvSpPr>
          <p:cNvPr id="23" name="TextBox 28">
            <a:extLst>
              <a:ext uri="{FF2B5EF4-FFF2-40B4-BE49-F238E27FC236}">
                <a16:creationId xmlns:a16="http://schemas.microsoft.com/office/drawing/2014/main" id="{73A4BE17-5B0F-1BA9-B909-8319E4748C41}"/>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34182911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9DF34-76D4-DEE5-94C0-9CC2D8FF7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17CF1-B5A0-3ED7-C443-EDD03264A830}"/>
              </a:ext>
            </a:extLst>
          </p:cNvPr>
          <p:cNvSpPr>
            <a:spLocks noGrp="1"/>
          </p:cNvSpPr>
          <p:nvPr>
            <p:ph type="title"/>
          </p:nvPr>
        </p:nvSpPr>
        <p:spPr/>
        <p:txBody>
          <a:bodyPr/>
          <a:lstStyle/>
          <a:p>
            <a:r>
              <a:rPr lang="en-IN" dirty="0"/>
              <a:t>Subnet address</a:t>
            </a:r>
          </a:p>
        </p:txBody>
      </p:sp>
      <p:sp>
        <p:nvSpPr>
          <p:cNvPr id="3" name="Content Placeholder 2">
            <a:extLst>
              <a:ext uri="{FF2B5EF4-FFF2-40B4-BE49-F238E27FC236}">
                <a16:creationId xmlns:a16="http://schemas.microsoft.com/office/drawing/2014/main" id="{74F4BA5B-5699-98E2-4502-6A61BFC1FCD3}"/>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All interfaces in the subnet have IP addresses of the form: </a:t>
            </a:r>
            <a:r>
              <a:rPr lang="en-US" i="0" dirty="0" err="1">
                <a:latin typeface="+mj-lt"/>
                <a:cs typeface="Arial" panose="020B0604020202020204" pitchFamily="34" charset="0"/>
              </a:rPr>
              <a:t>a.b.c.d</a:t>
            </a:r>
            <a:r>
              <a:rPr lang="en-US" i="0" dirty="0">
                <a:latin typeface="+mj-lt"/>
                <a:cs typeface="Arial" panose="020B0604020202020204" pitchFamily="34" charset="0"/>
              </a:rPr>
              <a:t>/x</a:t>
            </a: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where </a:t>
            </a:r>
            <a:r>
              <a:rPr lang="en-US" i="0" dirty="0">
                <a:latin typeface="+mj-lt"/>
                <a:cs typeface="Arial" panose="020B0604020202020204" pitchFamily="34" charset="0"/>
              </a:rPr>
              <a:t>x</a:t>
            </a:r>
            <a:r>
              <a:rPr lang="en-US" dirty="0">
                <a:latin typeface="Arial" panose="020B0604020202020204" pitchFamily="34" charset="0"/>
                <a:cs typeface="Arial" panose="020B0604020202020204" pitchFamily="34" charset="0"/>
              </a:rPr>
              <a:t> is the subnet mask. </a:t>
            </a:r>
          </a:p>
          <a:p>
            <a:pPr lvl="1"/>
            <a:r>
              <a:rPr lang="en-US" i="0" dirty="0">
                <a:latin typeface="+mj-lt"/>
                <a:cs typeface="Arial" panose="020B0604020202020204" pitchFamily="34" charset="0"/>
              </a:rPr>
              <a:t>a, b, c, </a:t>
            </a:r>
            <a:r>
              <a:rPr lang="en-US" dirty="0">
                <a:latin typeface="Arial" panose="020B0604020202020204" pitchFamily="34" charset="0"/>
                <a:cs typeface="Arial" panose="020B0604020202020204" pitchFamily="34" charset="0"/>
              </a:rPr>
              <a:t>and </a:t>
            </a:r>
            <a:r>
              <a:rPr lang="en-US" i="0" dirty="0">
                <a:latin typeface="+mj-lt"/>
                <a:cs typeface="Arial" panose="020B0604020202020204" pitchFamily="34" charset="0"/>
              </a:rPr>
              <a:t>d</a:t>
            </a:r>
            <a:r>
              <a:rPr lang="en-US" dirty="0">
                <a:latin typeface="Arial" panose="020B0604020202020204" pitchFamily="34" charset="0"/>
                <a:cs typeface="Arial" panose="020B0604020202020204" pitchFamily="34" charset="0"/>
              </a:rPr>
              <a:t> are 1-byte values. </a:t>
            </a:r>
          </a:p>
          <a:p>
            <a:pPr lvl="1"/>
            <a:r>
              <a:rPr lang="en-US" i="0" dirty="0">
                <a:latin typeface="+mj-lt"/>
                <a:cs typeface="Arial" panose="020B0604020202020204" pitchFamily="34" charset="0"/>
              </a:rPr>
              <a:t>a</a:t>
            </a:r>
            <a:r>
              <a:rPr lang="en-US" dirty="0">
                <a:latin typeface="Arial" panose="020B0604020202020204" pitchFamily="34" charset="0"/>
                <a:cs typeface="Arial" panose="020B0604020202020204" pitchFamily="34" charset="0"/>
              </a:rPr>
              <a:t> is the most significant byte.</a:t>
            </a:r>
          </a:p>
          <a:p>
            <a:pPr lvl="1"/>
            <a:r>
              <a:rPr lang="en-US" dirty="0">
                <a:latin typeface="Arial" panose="020B0604020202020204" pitchFamily="34" charset="0"/>
                <a:cs typeface="Arial" panose="020B0604020202020204" pitchFamily="34" charset="0"/>
              </a:rPr>
              <a:t>top </a:t>
            </a:r>
            <a:r>
              <a:rPr lang="en-US" i="0" dirty="0">
                <a:latin typeface="+mj-lt"/>
                <a:cs typeface="Arial" panose="020B0604020202020204" pitchFamily="34" charset="0"/>
              </a:rPr>
              <a:t>x</a:t>
            </a:r>
            <a:r>
              <a:rPr lang="en-US" dirty="0">
                <a:latin typeface="Arial" panose="020B0604020202020204" pitchFamily="34" charset="0"/>
                <a:cs typeface="Arial" panose="020B0604020202020204" pitchFamily="34" charset="0"/>
              </a:rPr>
              <a:t> bits are the subnet part, which is the same for all IP addresses in a subnet</a:t>
            </a:r>
          </a:p>
          <a:p>
            <a:pPr lvl="1"/>
            <a:endParaRPr lang="en-US" dirty="0">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F49B0F66-A4B5-5A41-E454-3D18FE952125}"/>
              </a:ext>
            </a:extLst>
          </p:cNvPr>
          <p:cNvGrpSpPr/>
          <p:nvPr/>
        </p:nvGrpSpPr>
        <p:grpSpPr>
          <a:xfrm>
            <a:off x="3242716" y="4440216"/>
            <a:ext cx="6124575" cy="1624012"/>
            <a:chOff x="3242716" y="3863272"/>
            <a:chExt cx="6124575" cy="1624012"/>
          </a:xfrm>
        </p:grpSpPr>
        <p:sp>
          <p:nvSpPr>
            <p:cNvPr id="5" name="Text Box 5">
              <a:extLst>
                <a:ext uri="{FF2B5EF4-FFF2-40B4-BE49-F238E27FC236}">
                  <a16:creationId xmlns:a16="http://schemas.microsoft.com/office/drawing/2014/main" id="{2854DAE0-2CAA-0981-0C9A-CF6CCD71A356}"/>
                </a:ext>
              </a:extLst>
            </p:cNvPr>
            <p:cNvSpPr txBox="1">
              <a:spLocks noChangeArrowheads="1"/>
            </p:cNvSpPr>
            <p:nvPr/>
          </p:nvSpPr>
          <p:spPr bwMode="auto">
            <a:xfrm>
              <a:off x="3242716" y="4444297"/>
              <a:ext cx="612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11001000  00010111  0001000</a:t>
              </a: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0  00000000</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 name="Text Box 6">
              <a:extLst>
                <a:ext uri="{FF2B5EF4-FFF2-40B4-BE49-F238E27FC236}">
                  <a16:creationId xmlns:a16="http://schemas.microsoft.com/office/drawing/2014/main" id="{B107E04D-12A8-1067-B024-FFDE0DE9E8B5}"/>
                </a:ext>
              </a:extLst>
            </p:cNvPr>
            <p:cNvSpPr txBox="1">
              <a:spLocks noChangeArrowheads="1"/>
            </p:cNvSpPr>
            <p:nvPr/>
          </p:nvSpPr>
          <p:spPr bwMode="auto">
            <a:xfrm>
              <a:off x="4904829" y="3899784"/>
              <a:ext cx="869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subnet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part</a:t>
              </a:r>
            </a:p>
          </p:txBody>
        </p:sp>
        <p:sp>
          <p:nvSpPr>
            <p:cNvPr id="7" name="Text Box 7">
              <a:extLst>
                <a:ext uri="{FF2B5EF4-FFF2-40B4-BE49-F238E27FC236}">
                  <a16:creationId xmlns:a16="http://schemas.microsoft.com/office/drawing/2014/main" id="{A832878C-E4E2-90B5-8A0B-13D129E846AE}"/>
                </a:ext>
              </a:extLst>
            </p:cNvPr>
            <p:cNvSpPr txBox="1">
              <a:spLocks noChangeArrowheads="1"/>
            </p:cNvSpPr>
            <p:nvPr/>
          </p:nvSpPr>
          <p:spPr bwMode="auto">
            <a:xfrm>
              <a:off x="8184604" y="3863272"/>
              <a:ext cx="615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host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part</a:t>
              </a:r>
            </a:p>
          </p:txBody>
        </p:sp>
        <p:sp>
          <p:nvSpPr>
            <p:cNvPr id="8" name="Line 8">
              <a:extLst>
                <a:ext uri="{FF2B5EF4-FFF2-40B4-BE49-F238E27FC236}">
                  <a16:creationId xmlns:a16="http://schemas.microsoft.com/office/drawing/2014/main" id="{987CC28E-E279-298C-8502-71059CB6A280}"/>
                </a:ext>
              </a:extLst>
            </p:cNvPr>
            <p:cNvSpPr>
              <a:spLocks noChangeShapeType="1"/>
            </p:cNvSpPr>
            <p:nvPr/>
          </p:nvSpPr>
          <p:spPr bwMode="auto">
            <a:xfrm>
              <a:off x="5911304" y="4209347"/>
              <a:ext cx="1620837"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Line 11">
              <a:extLst>
                <a:ext uri="{FF2B5EF4-FFF2-40B4-BE49-F238E27FC236}">
                  <a16:creationId xmlns:a16="http://schemas.microsoft.com/office/drawing/2014/main" id="{50649410-B2FE-6AC5-7580-187FD7015C4B}"/>
                </a:ext>
              </a:extLst>
            </p:cNvPr>
            <p:cNvSpPr>
              <a:spLocks noChangeShapeType="1"/>
            </p:cNvSpPr>
            <p:nvPr/>
          </p:nvSpPr>
          <p:spPr bwMode="auto">
            <a:xfrm flipV="1">
              <a:off x="8702129" y="4198234"/>
              <a:ext cx="59531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Box 12">
              <a:extLst>
                <a:ext uri="{FF2B5EF4-FFF2-40B4-BE49-F238E27FC236}">
                  <a16:creationId xmlns:a16="http://schemas.microsoft.com/office/drawing/2014/main" id="{A2B8F9F0-E654-2203-7FA7-6A52A2CBD1D2}"/>
                </a:ext>
              </a:extLst>
            </p:cNvPr>
            <p:cNvSpPr txBox="1">
              <a:spLocks noChangeArrowheads="1"/>
            </p:cNvSpPr>
            <p:nvPr/>
          </p:nvSpPr>
          <p:spPr bwMode="auto">
            <a:xfrm>
              <a:off x="5179466" y="5030084"/>
              <a:ext cx="2219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200.23.16.0/23</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1" name="Line 14">
              <a:extLst>
                <a:ext uri="{FF2B5EF4-FFF2-40B4-BE49-F238E27FC236}">
                  <a16:creationId xmlns:a16="http://schemas.microsoft.com/office/drawing/2014/main" id="{C4CDEC15-5417-F2C1-2B7D-2B0BB32C6C66}"/>
                </a:ext>
              </a:extLst>
            </p:cNvPr>
            <p:cNvSpPr>
              <a:spLocks noChangeShapeType="1"/>
            </p:cNvSpPr>
            <p:nvPr/>
          </p:nvSpPr>
          <p:spPr bwMode="auto">
            <a:xfrm flipH="1">
              <a:off x="3312566" y="4199822"/>
              <a:ext cx="1438275"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Line 15">
              <a:extLst>
                <a:ext uri="{FF2B5EF4-FFF2-40B4-BE49-F238E27FC236}">
                  <a16:creationId xmlns:a16="http://schemas.microsoft.com/office/drawing/2014/main" id="{F65F480D-6546-538C-C98F-22C0A8B1EB7E}"/>
                </a:ext>
              </a:extLst>
            </p:cNvPr>
            <p:cNvSpPr>
              <a:spLocks noChangeShapeType="1"/>
            </p:cNvSpPr>
            <p:nvPr/>
          </p:nvSpPr>
          <p:spPr bwMode="auto">
            <a:xfrm flipH="1">
              <a:off x="7571829" y="4210934"/>
              <a:ext cx="6477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2D067477-3C02-05A4-EF7B-44A767F78FDF}"/>
                  </a:ext>
                </a:extLst>
              </p14:cNvPr>
              <p14:cNvContentPartPr/>
              <p14:nvPr/>
            </p14:nvContentPartPr>
            <p14:xfrm>
              <a:off x="1167480" y="2610360"/>
              <a:ext cx="6342840" cy="2973600"/>
            </p14:xfrm>
          </p:contentPart>
        </mc:Choice>
        <mc:Fallback xmlns="">
          <p:pic>
            <p:nvPicPr>
              <p:cNvPr id="13" name="Ink 12">
                <a:extLst>
                  <a:ext uri="{FF2B5EF4-FFF2-40B4-BE49-F238E27FC236}">
                    <a16:creationId xmlns:a16="http://schemas.microsoft.com/office/drawing/2014/main" id="{2D067477-3C02-05A4-EF7B-44A767F78FDF}"/>
                  </a:ext>
                </a:extLst>
              </p:cNvPr>
              <p:cNvPicPr/>
              <p:nvPr/>
            </p:nvPicPr>
            <p:blipFill>
              <a:blip r:embed="rId3"/>
              <a:stretch>
                <a:fillRect/>
              </a:stretch>
            </p:blipFill>
            <p:spPr>
              <a:xfrm>
                <a:off x="1158120" y="2601000"/>
                <a:ext cx="6361560" cy="2992320"/>
              </a:xfrm>
              <a:prstGeom prst="rect">
                <a:avLst/>
              </a:prstGeom>
            </p:spPr>
          </p:pic>
        </mc:Fallback>
      </mc:AlternateContent>
      <p:sp>
        <p:nvSpPr>
          <p:cNvPr id="14" name="TextBox 28">
            <a:extLst>
              <a:ext uri="{FF2B5EF4-FFF2-40B4-BE49-F238E27FC236}">
                <a16:creationId xmlns:a16="http://schemas.microsoft.com/office/drawing/2014/main" id="{0F84CEB8-264F-B560-F0E3-8A4DBB66DC15}"/>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17124470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509F1-C741-C5CA-D9CC-B6DE9D895A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DCE36-6308-6C75-8156-345D84C6A0D3}"/>
              </a:ext>
            </a:extLst>
          </p:cNvPr>
          <p:cNvSpPr>
            <a:spLocks noGrp="1"/>
          </p:cNvSpPr>
          <p:nvPr>
            <p:ph type="title"/>
          </p:nvPr>
        </p:nvSpPr>
        <p:spPr/>
        <p:txBody>
          <a:bodyPr/>
          <a:lstStyle/>
          <a:p>
            <a:r>
              <a:rPr lang="en-IN" dirty="0"/>
              <a:t>Subnet address</a:t>
            </a:r>
          </a:p>
        </p:txBody>
      </p:sp>
      <p:sp>
        <p:nvSpPr>
          <p:cNvPr id="4" name="Freeform 140">
            <a:extLst>
              <a:ext uri="{FF2B5EF4-FFF2-40B4-BE49-F238E27FC236}">
                <a16:creationId xmlns:a16="http://schemas.microsoft.com/office/drawing/2014/main" id="{BD933C4F-EACD-48DE-137C-FC2D21F9E940}"/>
              </a:ext>
            </a:extLst>
          </p:cNvPr>
          <p:cNvSpPr>
            <a:spLocks/>
          </p:cNvSpPr>
          <p:nvPr/>
        </p:nvSpPr>
        <p:spPr bwMode="auto">
          <a:xfrm rot="16200000">
            <a:off x="8946356" y="3046530"/>
            <a:ext cx="846137"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 name="Freeform 140">
            <a:extLst>
              <a:ext uri="{FF2B5EF4-FFF2-40B4-BE49-F238E27FC236}">
                <a16:creationId xmlns:a16="http://schemas.microsoft.com/office/drawing/2014/main" id="{F671890D-6413-9B81-69B9-9492485C5752}"/>
              </a:ext>
            </a:extLst>
          </p:cNvPr>
          <p:cNvSpPr>
            <a:spLocks/>
          </p:cNvSpPr>
          <p:nvPr/>
        </p:nvSpPr>
        <p:spPr bwMode="auto">
          <a:xfrm rot="10800000">
            <a:off x="9944100" y="1720173"/>
            <a:ext cx="846138"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 name="Freeform 140">
            <a:extLst>
              <a:ext uri="{FF2B5EF4-FFF2-40B4-BE49-F238E27FC236}">
                <a16:creationId xmlns:a16="http://schemas.microsoft.com/office/drawing/2014/main" id="{7F9DBCAA-DFD1-D939-66AA-65C35D4B3D8C}"/>
              </a:ext>
            </a:extLst>
          </p:cNvPr>
          <p:cNvSpPr>
            <a:spLocks/>
          </p:cNvSpPr>
          <p:nvPr/>
        </p:nvSpPr>
        <p:spPr bwMode="auto">
          <a:xfrm>
            <a:off x="7908925" y="1302661"/>
            <a:ext cx="1038225" cy="192722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 name="Text Box 26">
            <a:extLst>
              <a:ext uri="{FF2B5EF4-FFF2-40B4-BE49-F238E27FC236}">
                <a16:creationId xmlns:a16="http://schemas.microsoft.com/office/drawing/2014/main" id="{408A96A0-3398-73FB-F1D5-1D0F7D7C45E0}"/>
              </a:ext>
            </a:extLst>
          </p:cNvPr>
          <p:cNvSpPr txBox="1">
            <a:spLocks noChangeArrowheads="1"/>
          </p:cNvSpPr>
          <p:nvPr/>
        </p:nvSpPr>
        <p:spPr bwMode="auto">
          <a:xfrm>
            <a:off x="7291388" y="1132798"/>
            <a:ext cx="825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8" name="Group 27">
            <a:extLst>
              <a:ext uri="{FF2B5EF4-FFF2-40B4-BE49-F238E27FC236}">
                <a16:creationId xmlns:a16="http://schemas.microsoft.com/office/drawing/2014/main" id="{DE980F45-63CA-4575-50EF-1BAE53AF0343}"/>
              </a:ext>
            </a:extLst>
          </p:cNvPr>
          <p:cNvGrpSpPr>
            <a:grpSpLocks/>
          </p:cNvGrpSpPr>
          <p:nvPr/>
        </p:nvGrpSpPr>
        <p:grpSpPr bwMode="auto">
          <a:xfrm>
            <a:off x="6557963" y="2093236"/>
            <a:ext cx="920750" cy="276225"/>
            <a:chOff x="3251" y="608"/>
            <a:chExt cx="580" cy="174"/>
          </a:xfrm>
        </p:grpSpPr>
        <p:sp>
          <p:nvSpPr>
            <p:cNvPr id="9" name="Rectangle 28">
              <a:extLst>
                <a:ext uri="{FF2B5EF4-FFF2-40B4-BE49-F238E27FC236}">
                  <a16:creationId xmlns:a16="http://schemas.microsoft.com/office/drawing/2014/main" id="{5B576968-8BEB-E5B1-39C5-4F88CDEDE512}"/>
                </a:ext>
              </a:extLst>
            </p:cNvPr>
            <p:cNvSpPr>
              <a:spLocks noChangeArrowheads="1"/>
            </p:cNvSpPr>
            <p:nvPr/>
          </p:nvSpPr>
          <p:spPr bwMode="auto">
            <a:xfrm>
              <a:off x="3306" y="657"/>
              <a:ext cx="525"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Text Box 29">
              <a:extLst>
                <a:ext uri="{FF2B5EF4-FFF2-40B4-BE49-F238E27FC236}">
                  <a16:creationId xmlns:a16="http://schemas.microsoft.com/office/drawing/2014/main" id="{F249DBE3-D26E-C84A-1D21-98FA37692FBF}"/>
                </a:ext>
              </a:extLst>
            </p:cNvPr>
            <p:cNvSpPr txBox="1">
              <a:spLocks noChangeArrowheads="1"/>
            </p:cNvSpPr>
            <p:nvPr/>
          </p:nvSpPr>
          <p:spPr bwMode="auto">
            <a:xfrm>
              <a:off x="3251" y="608"/>
              <a:ext cx="5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sp>
        <p:nvSpPr>
          <p:cNvPr id="11" name="Text Box 30">
            <a:extLst>
              <a:ext uri="{FF2B5EF4-FFF2-40B4-BE49-F238E27FC236}">
                <a16:creationId xmlns:a16="http://schemas.microsoft.com/office/drawing/2014/main" id="{EA9228D3-9221-C402-3513-490F8D780331}"/>
              </a:ext>
            </a:extLst>
          </p:cNvPr>
          <p:cNvSpPr txBox="1">
            <a:spLocks noChangeArrowheads="1"/>
          </p:cNvSpPr>
          <p:nvPr/>
        </p:nvSpPr>
        <p:spPr bwMode="auto">
          <a:xfrm>
            <a:off x="7396163" y="3088598"/>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223.1.1.3</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2" name="Text Box 31">
            <a:extLst>
              <a:ext uri="{FF2B5EF4-FFF2-40B4-BE49-F238E27FC236}">
                <a16:creationId xmlns:a16="http://schemas.microsoft.com/office/drawing/2014/main" id="{C0F1A106-24B3-9F7C-772A-3A3FDA81D2E7}"/>
              </a:ext>
            </a:extLst>
          </p:cNvPr>
          <p:cNvSpPr txBox="1">
            <a:spLocks noChangeArrowheads="1"/>
          </p:cNvSpPr>
          <p:nvPr/>
        </p:nvSpPr>
        <p:spPr bwMode="auto">
          <a:xfrm>
            <a:off x="8365672" y="2275798"/>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3" name="Text Box 33">
            <a:extLst>
              <a:ext uri="{FF2B5EF4-FFF2-40B4-BE49-F238E27FC236}">
                <a16:creationId xmlns:a16="http://schemas.microsoft.com/office/drawing/2014/main" id="{79726079-E6D6-1EF3-C35E-47FCE20C7A1F}"/>
              </a:ext>
            </a:extLst>
          </p:cNvPr>
          <p:cNvSpPr txBox="1">
            <a:spLocks noChangeArrowheads="1"/>
          </p:cNvSpPr>
          <p:nvPr/>
        </p:nvSpPr>
        <p:spPr bwMode="auto">
          <a:xfrm>
            <a:off x="9578749" y="2277157"/>
            <a:ext cx="8270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223.1.2.9</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4" name="Text Box 41">
            <a:extLst>
              <a:ext uri="{FF2B5EF4-FFF2-40B4-BE49-F238E27FC236}">
                <a16:creationId xmlns:a16="http://schemas.microsoft.com/office/drawing/2014/main" id="{5F3645C1-7DDD-22D6-A296-152BFE5FD537}"/>
              </a:ext>
            </a:extLst>
          </p:cNvPr>
          <p:cNvSpPr txBox="1">
            <a:spLocks noChangeArrowheads="1"/>
          </p:cNvSpPr>
          <p:nvPr/>
        </p:nvSpPr>
        <p:spPr bwMode="auto">
          <a:xfrm>
            <a:off x="10148207" y="3220134"/>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5" name="Text Box 44">
            <a:extLst>
              <a:ext uri="{FF2B5EF4-FFF2-40B4-BE49-F238E27FC236}">
                <a16:creationId xmlns:a16="http://schemas.microsoft.com/office/drawing/2014/main" id="{C06DADE4-547A-7D41-BD4D-2E9F83102EBE}"/>
              </a:ext>
            </a:extLst>
          </p:cNvPr>
          <p:cNvSpPr txBox="1">
            <a:spLocks noChangeArrowheads="1"/>
          </p:cNvSpPr>
          <p:nvPr/>
        </p:nvSpPr>
        <p:spPr bwMode="auto">
          <a:xfrm>
            <a:off x="10107612" y="1703391"/>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6" name="Line 45">
            <a:extLst>
              <a:ext uri="{FF2B5EF4-FFF2-40B4-BE49-F238E27FC236}">
                <a16:creationId xmlns:a16="http://schemas.microsoft.com/office/drawing/2014/main" id="{E64BF300-8A10-F416-BC6F-7C65FF11A4FF}"/>
              </a:ext>
            </a:extLst>
          </p:cNvPr>
          <p:cNvSpPr>
            <a:spLocks noChangeShapeType="1"/>
          </p:cNvSpPr>
          <p:nvPr/>
        </p:nvSpPr>
        <p:spPr bwMode="auto">
          <a:xfrm>
            <a:off x="9359900" y="2735036"/>
            <a:ext cx="0" cy="8790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 name="Text Box 53">
            <a:extLst>
              <a:ext uri="{FF2B5EF4-FFF2-40B4-BE49-F238E27FC236}">
                <a16:creationId xmlns:a16="http://schemas.microsoft.com/office/drawing/2014/main" id="{F99AE8BB-41C8-1D46-3BB0-35A1F338937C}"/>
              </a:ext>
            </a:extLst>
          </p:cNvPr>
          <p:cNvSpPr txBox="1">
            <a:spLocks noChangeArrowheads="1"/>
          </p:cNvSpPr>
          <p:nvPr/>
        </p:nvSpPr>
        <p:spPr bwMode="auto">
          <a:xfrm>
            <a:off x="9955213" y="4195086"/>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8" name="Text Box 56">
            <a:extLst>
              <a:ext uri="{FF2B5EF4-FFF2-40B4-BE49-F238E27FC236}">
                <a16:creationId xmlns:a16="http://schemas.microsoft.com/office/drawing/2014/main" id="{E9E312EF-3E9E-584C-EAA1-05A8B420003C}"/>
              </a:ext>
            </a:extLst>
          </p:cNvPr>
          <p:cNvSpPr txBox="1">
            <a:spLocks noChangeArrowheads="1"/>
          </p:cNvSpPr>
          <p:nvPr/>
        </p:nvSpPr>
        <p:spPr bwMode="auto">
          <a:xfrm>
            <a:off x="8712200" y="4199848"/>
            <a:ext cx="8270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19" name="Group 57">
            <a:extLst>
              <a:ext uri="{FF2B5EF4-FFF2-40B4-BE49-F238E27FC236}">
                <a16:creationId xmlns:a16="http://schemas.microsoft.com/office/drawing/2014/main" id="{1243BF65-83FB-383B-5205-1F6230376DDB}"/>
              </a:ext>
            </a:extLst>
          </p:cNvPr>
          <p:cNvGrpSpPr>
            <a:grpSpLocks/>
          </p:cNvGrpSpPr>
          <p:nvPr/>
        </p:nvGrpSpPr>
        <p:grpSpPr bwMode="auto">
          <a:xfrm>
            <a:off x="8885238" y="2996523"/>
            <a:ext cx="912812" cy="276225"/>
            <a:chOff x="4550" y="1257"/>
            <a:chExt cx="575" cy="174"/>
          </a:xfrm>
        </p:grpSpPr>
        <p:sp>
          <p:nvSpPr>
            <p:cNvPr id="20" name="Rectangle 58">
              <a:extLst>
                <a:ext uri="{FF2B5EF4-FFF2-40B4-BE49-F238E27FC236}">
                  <a16:creationId xmlns:a16="http://schemas.microsoft.com/office/drawing/2014/main" id="{0060448D-C948-2517-07AF-0FA65842A43A}"/>
                </a:ext>
              </a:extLst>
            </p:cNvPr>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 name="Text Box 59">
              <a:extLst>
                <a:ext uri="{FF2B5EF4-FFF2-40B4-BE49-F238E27FC236}">
                  <a16:creationId xmlns:a16="http://schemas.microsoft.com/office/drawing/2014/main" id="{89F4C192-9768-661D-27CF-99E1BD547F86}"/>
                </a:ext>
              </a:extLst>
            </p:cNvPr>
            <p:cNvSpPr txBox="1">
              <a:spLocks noChangeArrowheads="1"/>
            </p:cNvSpPr>
            <p:nvPr/>
          </p:nvSpPr>
          <p:spPr bwMode="auto">
            <a:xfrm>
              <a:off x="4550" y="1257"/>
              <a:ext cx="57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223.1.3.27</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cxnSp>
        <p:nvCxnSpPr>
          <p:cNvPr id="43" name="Straight Connector 42">
            <a:extLst>
              <a:ext uri="{FF2B5EF4-FFF2-40B4-BE49-F238E27FC236}">
                <a16:creationId xmlns:a16="http://schemas.microsoft.com/office/drawing/2014/main" id="{3506C22D-4D7B-BF47-F07E-9C39F331EB9B}"/>
              </a:ext>
            </a:extLst>
          </p:cNvPr>
          <p:cNvCxnSpPr/>
          <p:nvPr/>
        </p:nvCxnSpPr>
        <p:spPr>
          <a:xfrm>
            <a:off x="7697391" y="1785938"/>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B19AE5-C924-B70B-FBBF-A98F10379794}"/>
              </a:ext>
            </a:extLst>
          </p:cNvPr>
          <p:cNvCxnSpPr/>
          <p:nvPr/>
        </p:nvCxnSpPr>
        <p:spPr>
          <a:xfrm>
            <a:off x="7698824" y="2384823"/>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BB44E9E-AB4F-3465-ADEF-AEDF718FD8F5}"/>
              </a:ext>
            </a:extLst>
          </p:cNvPr>
          <p:cNvCxnSpPr/>
          <p:nvPr/>
        </p:nvCxnSpPr>
        <p:spPr>
          <a:xfrm>
            <a:off x="7705979" y="2997995"/>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EFF41F9-5EA0-288C-679C-2A1318A6A382}"/>
              </a:ext>
            </a:extLst>
          </p:cNvPr>
          <p:cNvCxnSpPr>
            <a:cxnSpLocks/>
          </p:cNvCxnSpPr>
          <p:nvPr/>
        </p:nvCxnSpPr>
        <p:spPr>
          <a:xfrm>
            <a:off x="10629900" y="1942421"/>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80B53D1-7A9F-1810-F9BB-9321261B28C5}"/>
              </a:ext>
            </a:extLst>
          </p:cNvPr>
          <p:cNvCxnSpPr>
            <a:cxnSpLocks/>
          </p:cNvCxnSpPr>
          <p:nvPr/>
        </p:nvCxnSpPr>
        <p:spPr>
          <a:xfrm>
            <a:off x="10631261" y="3221529"/>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9A54236-14B2-6DAC-554D-44471F2CE576}"/>
              </a:ext>
            </a:extLst>
          </p:cNvPr>
          <p:cNvCxnSpPr/>
          <p:nvPr/>
        </p:nvCxnSpPr>
        <p:spPr>
          <a:xfrm>
            <a:off x="8740878" y="418198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66174B2-51F4-D32D-125D-D217F24E3B52}"/>
              </a:ext>
            </a:extLst>
          </p:cNvPr>
          <p:cNvCxnSpPr/>
          <p:nvPr/>
        </p:nvCxnSpPr>
        <p:spPr>
          <a:xfrm>
            <a:off x="9886336" y="414429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12">
            <a:extLst>
              <a:ext uri="{FF2B5EF4-FFF2-40B4-BE49-F238E27FC236}">
                <a16:creationId xmlns:a16="http://schemas.microsoft.com/office/drawing/2014/main" id="{E7797D41-B6D9-8F5E-9811-510F95ED577C}"/>
              </a:ext>
            </a:extLst>
          </p:cNvPr>
          <p:cNvCxnSpPr>
            <a:cxnSpLocks noChangeShapeType="1"/>
          </p:cNvCxnSpPr>
          <p:nvPr/>
        </p:nvCxnSpPr>
        <p:spPr bwMode="auto">
          <a:xfrm flipH="1">
            <a:off x="5801195" y="2512106"/>
            <a:ext cx="2076582" cy="0"/>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cxnSp>
      <p:cxnSp>
        <p:nvCxnSpPr>
          <p:cNvPr id="57" name="Straight Connector 56">
            <a:extLst>
              <a:ext uri="{FF2B5EF4-FFF2-40B4-BE49-F238E27FC236}">
                <a16:creationId xmlns:a16="http://schemas.microsoft.com/office/drawing/2014/main" id="{298BD823-0AC3-F912-7887-CFD5BAB6C198}"/>
              </a:ext>
            </a:extLst>
          </p:cNvPr>
          <p:cNvCxnSpPr>
            <a:cxnSpLocks/>
          </p:cNvCxnSpPr>
          <p:nvPr/>
        </p:nvCxnSpPr>
        <p:spPr>
          <a:xfrm>
            <a:off x="8364512" y="2578622"/>
            <a:ext cx="79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38E2CCD-5F10-CCE5-66A2-85377A6B609D}"/>
              </a:ext>
            </a:extLst>
          </p:cNvPr>
          <p:cNvCxnSpPr>
            <a:cxnSpLocks/>
          </p:cNvCxnSpPr>
          <p:nvPr/>
        </p:nvCxnSpPr>
        <p:spPr>
          <a:xfrm>
            <a:off x="9547622" y="2584574"/>
            <a:ext cx="9754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FF87B41E-4129-4122-70D0-34FD92699A12}"/>
              </a:ext>
            </a:extLst>
          </p:cNvPr>
          <p:cNvGrpSpPr/>
          <p:nvPr/>
        </p:nvGrpSpPr>
        <p:grpSpPr>
          <a:xfrm>
            <a:off x="7865822" y="1784294"/>
            <a:ext cx="3069150" cy="1444428"/>
            <a:chOff x="7865822" y="1784294"/>
            <a:chExt cx="3069150" cy="1444428"/>
          </a:xfrm>
        </p:grpSpPr>
        <p:cxnSp>
          <p:nvCxnSpPr>
            <p:cNvPr id="68" name="Straight Connector 67">
              <a:extLst>
                <a:ext uri="{FF2B5EF4-FFF2-40B4-BE49-F238E27FC236}">
                  <a16:creationId xmlns:a16="http://schemas.microsoft.com/office/drawing/2014/main" id="{8C8A64CA-1670-21C2-0874-9E923196DD3E}"/>
                </a:ext>
              </a:extLst>
            </p:cNvPr>
            <p:cNvCxnSpPr/>
            <p:nvPr/>
          </p:nvCxnSpPr>
          <p:spPr>
            <a:xfrm>
              <a:off x="8043483" y="1784294"/>
              <a:ext cx="0" cy="12178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E124E624-FAC7-8B8D-0CB4-9C1BAFA4ACD9}"/>
                </a:ext>
              </a:extLst>
            </p:cNvPr>
            <p:cNvGrpSpPr/>
            <p:nvPr/>
          </p:nvGrpSpPr>
          <p:grpSpPr>
            <a:xfrm>
              <a:off x="7865822" y="2488367"/>
              <a:ext cx="618612" cy="329734"/>
              <a:chOff x="3668110" y="2448910"/>
              <a:chExt cx="3794234" cy="2165130"/>
            </a:xfrm>
          </p:grpSpPr>
          <p:sp>
            <p:nvSpPr>
              <p:cNvPr id="79" name="Rectangle 78">
                <a:extLst>
                  <a:ext uri="{FF2B5EF4-FFF2-40B4-BE49-F238E27FC236}">
                    <a16:creationId xmlns:a16="http://schemas.microsoft.com/office/drawing/2014/main" id="{3EE1D3EC-58D5-000B-366B-D299E00E0AE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134">
                <a:extLst>
                  <a:ext uri="{FF2B5EF4-FFF2-40B4-BE49-F238E27FC236}">
                    <a16:creationId xmlns:a16="http://schemas.microsoft.com/office/drawing/2014/main" id="{07D827C8-F772-046D-FFE1-930D81CF19A4}"/>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81" name="Group 80">
                <a:extLst>
                  <a:ext uri="{FF2B5EF4-FFF2-40B4-BE49-F238E27FC236}">
                    <a16:creationId xmlns:a16="http://schemas.microsoft.com/office/drawing/2014/main" id="{4B8F8FAD-B659-E0B7-2DB5-6451F785C14D}"/>
                  </a:ext>
                </a:extLst>
              </p:cNvPr>
              <p:cNvGrpSpPr/>
              <p:nvPr/>
            </p:nvGrpSpPr>
            <p:grpSpPr>
              <a:xfrm>
                <a:off x="3941378" y="2603243"/>
                <a:ext cx="3202061" cy="1066110"/>
                <a:chOff x="7939341" y="3037317"/>
                <a:chExt cx="897649" cy="353919"/>
              </a:xfrm>
            </p:grpSpPr>
            <p:sp>
              <p:nvSpPr>
                <p:cNvPr id="82" name="Freeform 136">
                  <a:extLst>
                    <a:ext uri="{FF2B5EF4-FFF2-40B4-BE49-F238E27FC236}">
                      <a16:creationId xmlns:a16="http://schemas.microsoft.com/office/drawing/2014/main" id="{D5C0E29A-5E30-1574-C89E-6A7A71F0FC4E}"/>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3" name="Freeform 137">
                  <a:extLst>
                    <a:ext uri="{FF2B5EF4-FFF2-40B4-BE49-F238E27FC236}">
                      <a16:creationId xmlns:a16="http://schemas.microsoft.com/office/drawing/2014/main" id="{BE2CE1BD-1AF5-C6B8-75CF-2B6B184095B6}"/>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143">
                  <a:extLst>
                    <a:ext uri="{FF2B5EF4-FFF2-40B4-BE49-F238E27FC236}">
                      <a16:creationId xmlns:a16="http://schemas.microsoft.com/office/drawing/2014/main" id="{19870ECF-8601-329B-98E0-E9DAFA1F4ED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5" name="Freeform 153">
                  <a:extLst>
                    <a:ext uri="{FF2B5EF4-FFF2-40B4-BE49-F238E27FC236}">
                      <a16:creationId xmlns:a16="http://schemas.microsoft.com/office/drawing/2014/main" id="{C124D52B-5BF2-8652-15E4-79A80BA4F75E}"/>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cxnSp>
          <p:nvCxnSpPr>
            <p:cNvPr id="70" name="Straight Connector 69">
              <a:extLst>
                <a:ext uri="{FF2B5EF4-FFF2-40B4-BE49-F238E27FC236}">
                  <a16:creationId xmlns:a16="http://schemas.microsoft.com/office/drawing/2014/main" id="{97822DF0-BF27-5F27-B7CC-224F55A6046E}"/>
                </a:ext>
              </a:extLst>
            </p:cNvPr>
            <p:cNvCxnSpPr>
              <a:cxnSpLocks/>
            </p:cNvCxnSpPr>
            <p:nvPr/>
          </p:nvCxnSpPr>
          <p:spPr>
            <a:xfrm>
              <a:off x="10631585" y="1932648"/>
              <a:ext cx="0" cy="12960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939F44AA-7243-948B-1339-165B10234B71}"/>
                </a:ext>
              </a:extLst>
            </p:cNvPr>
            <p:cNvGrpSpPr/>
            <p:nvPr/>
          </p:nvGrpSpPr>
          <p:grpSpPr>
            <a:xfrm>
              <a:off x="10316360" y="2442512"/>
              <a:ext cx="618612" cy="329734"/>
              <a:chOff x="3668110" y="2448910"/>
              <a:chExt cx="3794234" cy="2165130"/>
            </a:xfrm>
          </p:grpSpPr>
          <p:sp>
            <p:nvSpPr>
              <p:cNvPr id="72" name="Rectangle 71">
                <a:extLst>
                  <a:ext uri="{FF2B5EF4-FFF2-40B4-BE49-F238E27FC236}">
                    <a16:creationId xmlns:a16="http://schemas.microsoft.com/office/drawing/2014/main" id="{FC28BE30-E952-9B81-6E7D-29D8DA680E21}"/>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3" name="Freeform 168">
                <a:extLst>
                  <a:ext uri="{FF2B5EF4-FFF2-40B4-BE49-F238E27FC236}">
                    <a16:creationId xmlns:a16="http://schemas.microsoft.com/office/drawing/2014/main" id="{80ABC779-645A-736B-4D1B-B8B4113E72CE}"/>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74" name="Group 73">
                <a:extLst>
                  <a:ext uri="{FF2B5EF4-FFF2-40B4-BE49-F238E27FC236}">
                    <a16:creationId xmlns:a16="http://schemas.microsoft.com/office/drawing/2014/main" id="{1A652025-A781-F74B-EE81-719AE8DF23AC}"/>
                  </a:ext>
                </a:extLst>
              </p:cNvPr>
              <p:cNvGrpSpPr/>
              <p:nvPr/>
            </p:nvGrpSpPr>
            <p:grpSpPr>
              <a:xfrm>
                <a:off x="3941378" y="2603243"/>
                <a:ext cx="3202061" cy="1066110"/>
                <a:chOff x="7939341" y="3037317"/>
                <a:chExt cx="897649" cy="353919"/>
              </a:xfrm>
            </p:grpSpPr>
            <p:sp>
              <p:nvSpPr>
                <p:cNvPr id="75" name="Freeform 170">
                  <a:extLst>
                    <a:ext uri="{FF2B5EF4-FFF2-40B4-BE49-F238E27FC236}">
                      <a16:creationId xmlns:a16="http://schemas.microsoft.com/office/drawing/2014/main" id="{62F27724-CFD3-FD84-EF28-43FFCD1D986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171">
                  <a:extLst>
                    <a:ext uri="{FF2B5EF4-FFF2-40B4-BE49-F238E27FC236}">
                      <a16:creationId xmlns:a16="http://schemas.microsoft.com/office/drawing/2014/main" id="{3FD03543-FB4F-D9A7-BD76-C3770553E22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Freeform 172">
                  <a:extLst>
                    <a:ext uri="{FF2B5EF4-FFF2-40B4-BE49-F238E27FC236}">
                      <a16:creationId xmlns:a16="http://schemas.microsoft.com/office/drawing/2014/main" id="{60459B94-9179-D9D3-B950-85A72FB462F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8" name="Freeform 173">
                  <a:extLst>
                    <a:ext uri="{FF2B5EF4-FFF2-40B4-BE49-F238E27FC236}">
                      <a16:creationId xmlns:a16="http://schemas.microsoft.com/office/drawing/2014/main" id="{0206EC76-6CE5-4A28-B698-958670EC28B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pic>
        <p:nvPicPr>
          <p:cNvPr id="86" name="Picture 777" descr="access_point_stylized_small">
            <a:extLst>
              <a:ext uri="{FF2B5EF4-FFF2-40B4-BE49-F238E27FC236}">
                <a16:creationId xmlns:a16="http://schemas.microsoft.com/office/drawing/2014/main" id="{FF52C53A-A6A8-E56A-5C56-E6B2A7656C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5527" y="3656040"/>
            <a:ext cx="587412" cy="486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Content Placeholder 22">
            <a:extLst>
              <a:ext uri="{FF2B5EF4-FFF2-40B4-BE49-F238E27FC236}">
                <a16:creationId xmlns:a16="http://schemas.microsoft.com/office/drawing/2014/main" id="{21E065C4-AA42-D0E8-C1E2-22C9B230A2F6}"/>
              </a:ext>
            </a:extLst>
          </p:cNvPr>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EA2BC45-F42B-CD8E-FA4E-0A1DE59F9C1A}"/>
                  </a:ext>
                </a:extLst>
              </p14:cNvPr>
              <p14:cNvContentPartPr/>
              <p14:nvPr/>
            </p14:nvContentPartPr>
            <p14:xfrm>
              <a:off x="2609280" y="793080"/>
              <a:ext cx="8766720" cy="4485240"/>
            </p14:xfrm>
          </p:contentPart>
        </mc:Choice>
        <mc:Fallback xmlns="">
          <p:pic>
            <p:nvPicPr>
              <p:cNvPr id="3" name="Ink 2">
                <a:extLst>
                  <a:ext uri="{FF2B5EF4-FFF2-40B4-BE49-F238E27FC236}">
                    <a16:creationId xmlns:a16="http://schemas.microsoft.com/office/drawing/2014/main" id="{8EA2BC45-F42B-CD8E-FA4E-0A1DE59F9C1A}"/>
                  </a:ext>
                </a:extLst>
              </p:cNvPr>
              <p:cNvPicPr/>
              <p:nvPr/>
            </p:nvPicPr>
            <p:blipFill>
              <a:blip r:embed="rId4"/>
              <a:stretch>
                <a:fillRect/>
              </a:stretch>
            </p:blipFill>
            <p:spPr>
              <a:xfrm>
                <a:off x="2599920" y="783720"/>
                <a:ext cx="8785440" cy="4503960"/>
              </a:xfrm>
              <a:prstGeom prst="rect">
                <a:avLst/>
              </a:prstGeom>
            </p:spPr>
          </p:pic>
        </mc:Fallback>
      </mc:AlternateContent>
      <p:sp>
        <p:nvSpPr>
          <p:cNvPr id="22" name="TextBox 28">
            <a:extLst>
              <a:ext uri="{FF2B5EF4-FFF2-40B4-BE49-F238E27FC236}">
                <a16:creationId xmlns:a16="http://schemas.microsoft.com/office/drawing/2014/main" id="{25F1BD9E-344D-07E7-01D8-4EA94EAD0501}"/>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2844785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9978D-B5E2-B0F1-B797-1873E76F8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5F1BC-7758-D5A5-92B2-71B3F64733A3}"/>
              </a:ext>
            </a:extLst>
          </p:cNvPr>
          <p:cNvSpPr>
            <a:spLocks noGrp="1"/>
          </p:cNvSpPr>
          <p:nvPr>
            <p:ph type="title"/>
          </p:nvPr>
        </p:nvSpPr>
        <p:spPr/>
        <p:txBody>
          <a:bodyPr/>
          <a:lstStyle/>
          <a:p>
            <a:r>
              <a:rPr lang="en-IN" dirty="0"/>
              <a:t>Subnet address</a:t>
            </a:r>
          </a:p>
        </p:txBody>
      </p:sp>
      <p:sp>
        <p:nvSpPr>
          <p:cNvPr id="4" name="Freeform 140">
            <a:extLst>
              <a:ext uri="{FF2B5EF4-FFF2-40B4-BE49-F238E27FC236}">
                <a16:creationId xmlns:a16="http://schemas.microsoft.com/office/drawing/2014/main" id="{38417ECC-579F-37BF-A9A0-56D3B7961025}"/>
              </a:ext>
            </a:extLst>
          </p:cNvPr>
          <p:cNvSpPr>
            <a:spLocks/>
          </p:cNvSpPr>
          <p:nvPr/>
        </p:nvSpPr>
        <p:spPr bwMode="auto">
          <a:xfrm rot="16200000">
            <a:off x="8946356" y="3046530"/>
            <a:ext cx="846137"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 name="Freeform 140">
            <a:extLst>
              <a:ext uri="{FF2B5EF4-FFF2-40B4-BE49-F238E27FC236}">
                <a16:creationId xmlns:a16="http://schemas.microsoft.com/office/drawing/2014/main" id="{7E2E043B-39C7-F7BF-4068-70D6F2D4182D}"/>
              </a:ext>
            </a:extLst>
          </p:cNvPr>
          <p:cNvSpPr>
            <a:spLocks/>
          </p:cNvSpPr>
          <p:nvPr/>
        </p:nvSpPr>
        <p:spPr bwMode="auto">
          <a:xfrm rot="10800000">
            <a:off x="9944100" y="1720173"/>
            <a:ext cx="846138"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 name="Freeform 140">
            <a:extLst>
              <a:ext uri="{FF2B5EF4-FFF2-40B4-BE49-F238E27FC236}">
                <a16:creationId xmlns:a16="http://schemas.microsoft.com/office/drawing/2014/main" id="{CF92FD1A-3A4E-F5C7-23F5-E489E324115D}"/>
              </a:ext>
            </a:extLst>
          </p:cNvPr>
          <p:cNvSpPr>
            <a:spLocks/>
          </p:cNvSpPr>
          <p:nvPr/>
        </p:nvSpPr>
        <p:spPr bwMode="auto">
          <a:xfrm>
            <a:off x="7908925" y="1302661"/>
            <a:ext cx="1038225" cy="192722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 name="Text Box 26">
            <a:extLst>
              <a:ext uri="{FF2B5EF4-FFF2-40B4-BE49-F238E27FC236}">
                <a16:creationId xmlns:a16="http://schemas.microsoft.com/office/drawing/2014/main" id="{F94207C4-5A63-0842-FD32-E27FCCB9EEBD}"/>
              </a:ext>
            </a:extLst>
          </p:cNvPr>
          <p:cNvSpPr txBox="1">
            <a:spLocks noChangeArrowheads="1"/>
          </p:cNvSpPr>
          <p:nvPr/>
        </p:nvSpPr>
        <p:spPr bwMode="auto">
          <a:xfrm>
            <a:off x="7291388" y="1132798"/>
            <a:ext cx="10374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223.1.1.1/24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8" name="Group 27">
            <a:extLst>
              <a:ext uri="{FF2B5EF4-FFF2-40B4-BE49-F238E27FC236}">
                <a16:creationId xmlns:a16="http://schemas.microsoft.com/office/drawing/2014/main" id="{7A60817B-28FD-C376-D92A-EBF2130AC68C}"/>
              </a:ext>
            </a:extLst>
          </p:cNvPr>
          <p:cNvGrpSpPr>
            <a:grpSpLocks/>
          </p:cNvGrpSpPr>
          <p:nvPr/>
        </p:nvGrpSpPr>
        <p:grpSpPr bwMode="auto">
          <a:xfrm>
            <a:off x="6557963" y="2093236"/>
            <a:ext cx="1038225" cy="276225"/>
            <a:chOff x="3251" y="608"/>
            <a:chExt cx="654" cy="174"/>
          </a:xfrm>
        </p:grpSpPr>
        <p:sp>
          <p:nvSpPr>
            <p:cNvPr id="9" name="Rectangle 28">
              <a:extLst>
                <a:ext uri="{FF2B5EF4-FFF2-40B4-BE49-F238E27FC236}">
                  <a16:creationId xmlns:a16="http://schemas.microsoft.com/office/drawing/2014/main" id="{C585F541-A7BC-0974-511D-C59C47985D37}"/>
                </a:ext>
              </a:extLst>
            </p:cNvPr>
            <p:cNvSpPr>
              <a:spLocks noChangeArrowheads="1"/>
            </p:cNvSpPr>
            <p:nvPr/>
          </p:nvSpPr>
          <p:spPr bwMode="auto">
            <a:xfrm>
              <a:off x="3306" y="657"/>
              <a:ext cx="525"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Text Box 29">
              <a:extLst>
                <a:ext uri="{FF2B5EF4-FFF2-40B4-BE49-F238E27FC236}">
                  <a16:creationId xmlns:a16="http://schemas.microsoft.com/office/drawing/2014/main" id="{CF3802BD-4E79-27AB-23CD-7B1E535974C8}"/>
                </a:ext>
              </a:extLst>
            </p:cNvPr>
            <p:cNvSpPr txBox="1">
              <a:spLocks noChangeArrowheads="1"/>
            </p:cNvSpPr>
            <p:nvPr/>
          </p:nvSpPr>
          <p:spPr bwMode="auto">
            <a:xfrm>
              <a:off x="3251" y="608"/>
              <a:ext cx="65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223.1.1.2/24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sp>
        <p:nvSpPr>
          <p:cNvPr id="11" name="Text Box 30">
            <a:extLst>
              <a:ext uri="{FF2B5EF4-FFF2-40B4-BE49-F238E27FC236}">
                <a16:creationId xmlns:a16="http://schemas.microsoft.com/office/drawing/2014/main" id="{EC364463-CE49-BAE4-6D51-F7AC52B06353}"/>
              </a:ext>
            </a:extLst>
          </p:cNvPr>
          <p:cNvSpPr txBox="1">
            <a:spLocks noChangeArrowheads="1"/>
          </p:cNvSpPr>
          <p:nvPr/>
        </p:nvSpPr>
        <p:spPr bwMode="auto">
          <a:xfrm>
            <a:off x="7396163" y="3088598"/>
            <a:ext cx="10374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223.1.1.3/24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2" name="Text Box 31">
            <a:extLst>
              <a:ext uri="{FF2B5EF4-FFF2-40B4-BE49-F238E27FC236}">
                <a16:creationId xmlns:a16="http://schemas.microsoft.com/office/drawing/2014/main" id="{1A5C4489-B6E7-72B2-BA20-E0CBF69F959D}"/>
              </a:ext>
            </a:extLst>
          </p:cNvPr>
          <p:cNvSpPr txBox="1">
            <a:spLocks noChangeArrowheads="1"/>
          </p:cNvSpPr>
          <p:nvPr/>
        </p:nvSpPr>
        <p:spPr bwMode="auto">
          <a:xfrm>
            <a:off x="8365672" y="2275798"/>
            <a:ext cx="10374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223.1.1.4/24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3" name="Text Box 33">
            <a:extLst>
              <a:ext uri="{FF2B5EF4-FFF2-40B4-BE49-F238E27FC236}">
                <a16:creationId xmlns:a16="http://schemas.microsoft.com/office/drawing/2014/main" id="{D8588030-4980-7941-EB0F-C742A36E45A9}"/>
              </a:ext>
            </a:extLst>
          </p:cNvPr>
          <p:cNvSpPr txBox="1">
            <a:spLocks noChangeArrowheads="1"/>
          </p:cNvSpPr>
          <p:nvPr/>
        </p:nvSpPr>
        <p:spPr bwMode="auto">
          <a:xfrm>
            <a:off x="9546091" y="2211842"/>
            <a:ext cx="10374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223.1.2.9/24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4" name="Text Box 41">
            <a:extLst>
              <a:ext uri="{FF2B5EF4-FFF2-40B4-BE49-F238E27FC236}">
                <a16:creationId xmlns:a16="http://schemas.microsoft.com/office/drawing/2014/main" id="{B9A7AFAE-EAE2-C773-02E9-9CF3C00CF96F}"/>
              </a:ext>
            </a:extLst>
          </p:cNvPr>
          <p:cNvSpPr txBox="1">
            <a:spLocks noChangeArrowheads="1"/>
          </p:cNvSpPr>
          <p:nvPr/>
        </p:nvSpPr>
        <p:spPr bwMode="auto">
          <a:xfrm>
            <a:off x="10148207" y="3220134"/>
            <a:ext cx="10374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223.1.2.2/24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5" name="Text Box 44">
            <a:extLst>
              <a:ext uri="{FF2B5EF4-FFF2-40B4-BE49-F238E27FC236}">
                <a16:creationId xmlns:a16="http://schemas.microsoft.com/office/drawing/2014/main" id="{CD07DFA4-2580-08DC-A1CA-E87A2BB7CB0C}"/>
              </a:ext>
            </a:extLst>
          </p:cNvPr>
          <p:cNvSpPr txBox="1">
            <a:spLocks noChangeArrowheads="1"/>
          </p:cNvSpPr>
          <p:nvPr/>
        </p:nvSpPr>
        <p:spPr bwMode="auto">
          <a:xfrm>
            <a:off x="10107612" y="1703391"/>
            <a:ext cx="10374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223.1.2.1/24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6" name="Line 45">
            <a:extLst>
              <a:ext uri="{FF2B5EF4-FFF2-40B4-BE49-F238E27FC236}">
                <a16:creationId xmlns:a16="http://schemas.microsoft.com/office/drawing/2014/main" id="{7EF87170-79D6-FBD1-72D8-13DE7E1F1FED}"/>
              </a:ext>
            </a:extLst>
          </p:cNvPr>
          <p:cNvSpPr>
            <a:spLocks noChangeShapeType="1"/>
          </p:cNvSpPr>
          <p:nvPr/>
        </p:nvSpPr>
        <p:spPr bwMode="auto">
          <a:xfrm>
            <a:off x="9359900" y="2735036"/>
            <a:ext cx="0" cy="8790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 name="Text Box 53">
            <a:extLst>
              <a:ext uri="{FF2B5EF4-FFF2-40B4-BE49-F238E27FC236}">
                <a16:creationId xmlns:a16="http://schemas.microsoft.com/office/drawing/2014/main" id="{56B764F1-9FB6-8B73-0426-CFCE09710F77}"/>
              </a:ext>
            </a:extLst>
          </p:cNvPr>
          <p:cNvSpPr txBox="1">
            <a:spLocks noChangeArrowheads="1"/>
          </p:cNvSpPr>
          <p:nvPr/>
        </p:nvSpPr>
        <p:spPr bwMode="auto">
          <a:xfrm>
            <a:off x="9955213" y="4195086"/>
            <a:ext cx="10374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223.1.3.2/24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8" name="Text Box 56">
            <a:extLst>
              <a:ext uri="{FF2B5EF4-FFF2-40B4-BE49-F238E27FC236}">
                <a16:creationId xmlns:a16="http://schemas.microsoft.com/office/drawing/2014/main" id="{72F43517-3663-FD73-CC53-F8F30FF6F3B6}"/>
              </a:ext>
            </a:extLst>
          </p:cNvPr>
          <p:cNvSpPr txBox="1">
            <a:spLocks noChangeArrowheads="1"/>
          </p:cNvSpPr>
          <p:nvPr/>
        </p:nvSpPr>
        <p:spPr bwMode="auto">
          <a:xfrm>
            <a:off x="8712200" y="4199848"/>
            <a:ext cx="10374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223.1.3.1/24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19" name="Group 57">
            <a:extLst>
              <a:ext uri="{FF2B5EF4-FFF2-40B4-BE49-F238E27FC236}">
                <a16:creationId xmlns:a16="http://schemas.microsoft.com/office/drawing/2014/main" id="{665152F0-4F3A-7844-D504-5584B07C6D38}"/>
              </a:ext>
            </a:extLst>
          </p:cNvPr>
          <p:cNvGrpSpPr>
            <a:grpSpLocks/>
          </p:cNvGrpSpPr>
          <p:nvPr/>
        </p:nvGrpSpPr>
        <p:grpSpPr bwMode="auto">
          <a:xfrm>
            <a:off x="8885232" y="2996523"/>
            <a:ext cx="1122361" cy="276225"/>
            <a:chOff x="4550" y="1257"/>
            <a:chExt cx="707" cy="174"/>
          </a:xfrm>
        </p:grpSpPr>
        <p:sp>
          <p:nvSpPr>
            <p:cNvPr id="20" name="Rectangle 58">
              <a:extLst>
                <a:ext uri="{FF2B5EF4-FFF2-40B4-BE49-F238E27FC236}">
                  <a16:creationId xmlns:a16="http://schemas.microsoft.com/office/drawing/2014/main" id="{9EE1788C-ADF7-7334-0E6E-23903CA17056}"/>
                </a:ext>
              </a:extLst>
            </p:cNvPr>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 name="Text Box 59">
              <a:extLst>
                <a:ext uri="{FF2B5EF4-FFF2-40B4-BE49-F238E27FC236}">
                  <a16:creationId xmlns:a16="http://schemas.microsoft.com/office/drawing/2014/main" id="{D3555539-18C3-4FC3-A7E8-C5BF81B23BE1}"/>
                </a:ext>
              </a:extLst>
            </p:cNvPr>
            <p:cNvSpPr txBox="1">
              <a:spLocks noChangeArrowheads="1"/>
            </p:cNvSpPr>
            <p:nvPr/>
          </p:nvSpPr>
          <p:spPr bwMode="auto">
            <a:xfrm>
              <a:off x="4550" y="1257"/>
              <a:ext cx="70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223.1.3.27/24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cxnSp>
        <p:nvCxnSpPr>
          <p:cNvPr id="43" name="Straight Connector 42">
            <a:extLst>
              <a:ext uri="{FF2B5EF4-FFF2-40B4-BE49-F238E27FC236}">
                <a16:creationId xmlns:a16="http://schemas.microsoft.com/office/drawing/2014/main" id="{DEB70F56-F04B-ABCB-A741-D12E4B3A9ADF}"/>
              </a:ext>
            </a:extLst>
          </p:cNvPr>
          <p:cNvCxnSpPr/>
          <p:nvPr/>
        </p:nvCxnSpPr>
        <p:spPr>
          <a:xfrm>
            <a:off x="7697391" y="1785938"/>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7BF7233-21DF-7A9D-506A-3F077B783F1A}"/>
              </a:ext>
            </a:extLst>
          </p:cNvPr>
          <p:cNvCxnSpPr/>
          <p:nvPr/>
        </p:nvCxnSpPr>
        <p:spPr>
          <a:xfrm>
            <a:off x="7698824" y="2384823"/>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7A01156-42F4-2A54-D511-3E6613E619E6}"/>
              </a:ext>
            </a:extLst>
          </p:cNvPr>
          <p:cNvCxnSpPr/>
          <p:nvPr/>
        </p:nvCxnSpPr>
        <p:spPr>
          <a:xfrm>
            <a:off x="7705979" y="2997995"/>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91FFB4D-FE37-AF0B-B917-4275BD30FFE8}"/>
              </a:ext>
            </a:extLst>
          </p:cNvPr>
          <p:cNvCxnSpPr>
            <a:cxnSpLocks/>
          </p:cNvCxnSpPr>
          <p:nvPr/>
        </p:nvCxnSpPr>
        <p:spPr>
          <a:xfrm>
            <a:off x="10629900" y="1942421"/>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A03DB53-71F1-53A7-5229-38912A5348E5}"/>
              </a:ext>
            </a:extLst>
          </p:cNvPr>
          <p:cNvCxnSpPr>
            <a:cxnSpLocks/>
          </p:cNvCxnSpPr>
          <p:nvPr/>
        </p:nvCxnSpPr>
        <p:spPr>
          <a:xfrm>
            <a:off x="10631261" y="3221529"/>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9FC74B5-7DB8-09B4-66E6-BF6E63B20871}"/>
              </a:ext>
            </a:extLst>
          </p:cNvPr>
          <p:cNvCxnSpPr/>
          <p:nvPr/>
        </p:nvCxnSpPr>
        <p:spPr>
          <a:xfrm>
            <a:off x="8740878" y="418198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1EB0DCF-E3DC-3A19-9665-8878D5D9032D}"/>
              </a:ext>
            </a:extLst>
          </p:cNvPr>
          <p:cNvCxnSpPr/>
          <p:nvPr/>
        </p:nvCxnSpPr>
        <p:spPr>
          <a:xfrm>
            <a:off x="9886336" y="414429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12">
            <a:extLst>
              <a:ext uri="{FF2B5EF4-FFF2-40B4-BE49-F238E27FC236}">
                <a16:creationId xmlns:a16="http://schemas.microsoft.com/office/drawing/2014/main" id="{170702B1-3396-396F-E58A-84EA097E7527}"/>
              </a:ext>
            </a:extLst>
          </p:cNvPr>
          <p:cNvCxnSpPr>
            <a:cxnSpLocks noChangeShapeType="1"/>
          </p:cNvCxnSpPr>
          <p:nvPr/>
        </p:nvCxnSpPr>
        <p:spPr bwMode="auto">
          <a:xfrm flipH="1">
            <a:off x="5801195" y="2512106"/>
            <a:ext cx="2076582" cy="0"/>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cxnSp>
      <p:cxnSp>
        <p:nvCxnSpPr>
          <p:cNvPr id="57" name="Straight Connector 56">
            <a:extLst>
              <a:ext uri="{FF2B5EF4-FFF2-40B4-BE49-F238E27FC236}">
                <a16:creationId xmlns:a16="http://schemas.microsoft.com/office/drawing/2014/main" id="{6849D738-4598-01ED-0414-3E01776B5943}"/>
              </a:ext>
            </a:extLst>
          </p:cNvPr>
          <p:cNvCxnSpPr>
            <a:cxnSpLocks/>
          </p:cNvCxnSpPr>
          <p:nvPr/>
        </p:nvCxnSpPr>
        <p:spPr>
          <a:xfrm>
            <a:off x="8364512" y="2578622"/>
            <a:ext cx="79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084CF17-3B0A-F513-7A70-501C82F42C47}"/>
              </a:ext>
            </a:extLst>
          </p:cNvPr>
          <p:cNvCxnSpPr>
            <a:cxnSpLocks/>
          </p:cNvCxnSpPr>
          <p:nvPr/>
        </p:nvCxnSpPr>
        <p:spPr>
          <a:xfrm>
            <a:off x="9547622" y="2584574"/>
            <a:ext cx="9754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65910291-0CD1-4D04-684B-43D8722FF431}"/>
              </a:ext>
            </a:extLst>
          </p:cNvPr>
          <p:cNvGrpSpPr/>
          <p:nvPr/>
        </p:nvGrpSpPr>
        <p:grpSpPr>
          <a:xfrm>
            <a:off x="7865822" y="1784294"/>
            <a:ext cx="3069150" cy="1444428"/>
            <a:chOff x="7865822" y="1784294"/>
            <a:chExt cx="3069150" cy="1444428"/>
          </a:xfrm>
        </p:grpSpPr>
        <p:cxnSp>
          <p:nvCxnSpPr>
            <p:cNvPr id="68" name="Straight Connector 67">
              <a:extLst>
                <a:ext uri="{FF2B5EF4-FFF2-40B4-BE49-F238E27FC236}">
                  <a16:creationId xmlns:a16="http://schemas.microsoft.com/office/drawing/2014/main" id="{DBE8C5B5-4EE9-CB1B-8B26-7470C49B82E1}"/>
                </a:ext>
              </a:extLst>
            </p:cNvPr>
            <p:cNvCxnSpPr/>
            <p:nvPr/>
          </p:nvCxnSpPr>
          <p:spPr>
            <a:xfrm>
              <a:off x="8043483" y="1784294"/>
              <a:ext cx="0" cy="12178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CB5A2D54-D4D4-5E3E-718D-10036B663CF6}"/>
                </a:ext>
              </a:extLst>
            </p:cNvPr>
            <p:cNvGrpSpPr/>
            <p:nvPr/>
          </p:nvGrpSpPr>
          <p:grpSpPr>
            <a:xfrm>
              <a:off x="7865822" y="2488367"/>
              <a:ext cx="618612" cy="329734"/>
              <a:chOff x="3668110" y="2448910"/>
              <a:chExt cx="3794234" cy="2165130"/>
            </a:xfrm>
          </p:grpSpPr>
          <p:sp>
            <p:nvSpPr>
              <p:cNvPr id="79" name="Rectangle 78">
                <a:extLst>
                  <a:ext uri="{FF2B5EF4-FFF2-40B4-BE49-F238E27FC236}">
                    <a16:creationId xmlns:a16="http://schemas.microsoft.com/office/drawing/2014/main" id="{17180D54-5899-E834-4E20-6DFE3DA790FA}"/>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134">
                <a:extLst>
                  <a:ext uri="{FF2B5EF4-FFF2-40B4-BE49-F238E27FC236}">
                    <a16:creationId xmlns:a16="http://schemas.microsoft.com/office/drawing/2014/main" id="{A9998DE7-7530-EDF8-E25F-5DC003C571F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81" name="Group 80">
                <a:extLst>
                  <a:ext uri="{FF2B5EF4-FFF2-40B4-BE49-F238E27FC236}">
                    <a16:creationId xmlns:a16="http://schemas.microsoft.com/office/drawing/2014/main" id="{F3FA3DDB-4EDA-32FE-955D-968C4D580E44}"/>
                  </a:ext>
                </a:extLst>
              </p:cNvPr>
              <p:cNvGrpSpPr/>
              <p:nvPr/>
            </p:nvGrpSpPr>
            <p:grpSpPr>
              <a:xfrm>
                <a:off x="3941378" y="2603243"/>
                <a:ext cx="3202061" cy="1066110"/>
                <a:chOff x="7939341" y="3037317"/>
                <a:chExt cx="897649" cy="353919"/>
              </a:xfrm>
            </p:grpSpPr>
            <p:sp>
              <p:nvSpPr>
                <p:cNvPr id="82" name="Freeform 136">
                  <a:extLst>
                    <a:ext uri="{FF2B5EF4-FFF2-40B4-BE49-F238E27FC236}">
                      <a16:creationId xmlns:a16="http://schemas.microsoft.com/office/drawing/2014/main" id="{C014BCFF-5DC8-3401-3CC6-95EADA3F3E1E}"/>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3" name="Freeform 137">
                  <a:extLst>
                    <a:ext uri="{FF2B5EF4-FFF2-40B4-BE49-F238E27FC236}">
                      <a16:creationId xmlns:a16="http://schemas.microsoft.com/office/drawing/2014/main" id="{A7FD6DC8-9473-A967-8CF8-8AA9D54213BA}"/>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143">
                  <a:extLst>
                    <a:ext uri="{FF2B5EF4-FFF2-40B4-BE49-F238E27FC236}">
                      <a16:creationId xmlns:a16="http://schemas.microsoft.com/office/drawing/2014/main" id="{7FC99617-20B2-9AD3-C9C2-45AA48110BDD}"/>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5" name="Freeform 153">
                  <a:extLst>
                    <a:ext uri="{FF2B5EF4-FFF2-40B4-BE49-F238E27FC236}">
                      <a16:creationId xmlns:a16="http://schemas.microsoft.com/office/drawing/2014/main" id="{705591BF-BD45-887E-ADC0-6E931ECDDD8F}"/>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cxnSp>
          <p:nvCxnSpPr>
            <p:cNvPr id="70" name="Straight Connector 69">
              <a:extLst>
                <a:ext uri="{FF2B5EF4-FFF2-40B4-BE49-F238E27FC236}">
                  <a16:creationId xmlns:a16="http://schemas.microsoft.com/office/drawing/2014/main" id="{994A4B86-ADA0-C5ED-F860-FE6F784357E5}"/>
                </a:ext>
              </a:extLst>
            </p:cNvPr>
            <p:cNvCxnSpPr>
              <a:cxnSpLocks/>
            </p:cNvCxnSpPr>
            <p:nvPr/>
          </p:nvCxnSpPr>
          <p:spPr>
            <a:xfrm>
              <a:off x="10631585" y="1932648"/>
              <a:ext cx="0" cy="12960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A096662D-EDAE-FAB0-B577-668C087553C4}"/>
                </a:ext>
              </a:extLst>
            </p:cNvPr>
            <p:cNvGrpSpPr/>
            <p:nvPr/>
          </p:nvGrpSpPr>
          <p:grpSpPr>
            <a:xfrm>
              <a:off x="10316360" y="2442512"/>
              <a:ext cx="618612" cy="329734"/>
              <a:chOff x="3668110" y="2448910"/>
              <a:chExt cx="3794234" cy="2165130"/>
            </a:xfrm>
          </p:grpSpPr>
          <p:sp>
            <p:nvSpPr>
              <p:cNvPr id="72" name="Rectangle 71">
                <a:extLst>
                  <a:ext uri="{FF2B5EF4-FFF2-40B4-BE49-F238E27FC236}">
                    <a16:creationId xmlns:a16="http://schemas.microsoft.com/office/drawing/2014/main" id="{8C7C978D-575B-352D-7B69-A56C279D4AAB}"/>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3" name="Freeform 168">
                <a:extLst>
                  <a:ext uri="{FF2B5EF4-FFF2-40B4-BE49-F238E27FC236}">
                    <a16:creationId xmlns:a16="http://schemas.microsoft.com/office/drawing/2014/main" id="{DA908203-E2C3-2598-347B-2A9F2ACAB1E9}"/>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74" name="Group 73">
                <a:extLst>
                  <a:ext uri="{FF2B5EF4-FFF2-40B4-BE49-F238E27FC236}">
                    <a16:creationId xmlns:a16="http://schemas.microsoft.com/office/drawing/2014/main" id="{5C9B1CA2-44FB-3190-7E65-520571FEDC8D}"/>
                  </a:ext>
                </a:extLst>
              </p:cNvPr>
              <p:cNvGrpSpPr/>
              <p:nvPr/>
            </p:nvGrpSpPr>
            <p:grpSpPr>
              <a:xfrm>
                <a:off x="3941378" y="2603243"/>
                <a:ext cx="3202061" cy="1066110"/>
                <a:chOff x="7939341" y="3037317"/>
                <a:chExt cx="897649" cy="353919"/>
              </a:xfrm>
            </p:grpSpPr>
            <p:sp>
              <p:nvSpPr>
                <p:cNvPr id="75" name="Freeform 170">
                  <a:extLst>
                    <a:ext uri="{FF2B5EF4-FFF2-40B4-BE49-F238E27FC236}">
                      <a16:creationId xmlns:a16="http://schemas.microsoft.com/office/drawing/2014/main" id="{B92E0717-3498-195C-A308-C32EB2BFDF56}"/>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171">
                  <a:extLst>
                    <a:ext uri="{FF2B5EF4-FFF2-40B4-BE49-F238E27FC236}">
                      <a16:creationId xmlns:a16="http://schemas.microsoft.com/office/drawing/2014/main" id="{2D5D61C0-E67E-A42A-AEC6-05D6A93C002F}"/>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Freeform 172">
                  <a:extLst>
                    <a:ext uri="{FF2B5EF4-FFF2-40B4-BE49-F238E27FC236}">
                      <a16:creationId xmlns:a16="http://schemas.microsoft.com/office/drawing/2014/main" id="{FFD1CEB9-B1B0-B0DD-415A-07C391B8DF0A}"/>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8" name="Freeform 173">
                  <a:extLst>
                    <a:ext uri="{FF2B5EF4-FFF2-40B4-BE49-F238E27FC236}">
                      <a16:creationId xmlns:a16="http://schemas.microsoft.com/office/drawing/2014/main" id="{A14F8D12-6B82-28C8-F992-985B9F3913B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pic>
        <p:nvPicPr>
          <p:cNvPr id="86" name="Picture 777" descr="access_point_stylized_small">
            <a:extLst>
              <a:ext uri="{FF2B5EF4-FFF2-40B4-BE49-F238E27FC236}">
                <a16:creationId xmlns:a16="http://schemas.microsoft.com/office/drawing/2014/main" id="{22B5C63B-4AA1-D750-9DF3-7797258C78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5527" y="3656040"/>
            <a:ext cx="587412" cy="486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8">
            <a:extLst>
              <a:ext uri="{FF2B5EF4-FFF2-40B4-BE49-F238E27FC236}">
                <a16:creationId xmlns:a16="http://schemas.microsoft.com/office/drawing/2014/main" id="{B064A9B2-1582-9830-12FB-E236AF284E1B}"/>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14091764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CF9ED-F568-5EE4-7140-21BFB42EF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831B31-DDA8-C0C2-4357-4CAEF571D4C1}"/>
              </a:ext>
            </a:extLst>
          </p:cNvPr>
          <p:cNvSpPr>
            <a:spLocks noGrp="1"/>
          </p:cNvSpPr>
          <p:nvPr>
            <p:ph type="title"/>
          </p:nvPr>
        </p:nvSpPr>
        <p:spPr/>
        <p:txBody>
          <a:bodyPr/>
          <a:lstStyle/>
          <a:p>
            <a:r>
              <a:rPr lang="en-IN" dirty="0"/>
              <a:t>Subnets</a:t>
            </a:r>
          </a:p>
        </p:txBody>
      </p:sp>
      <p:sp>
        <p:nvSpPr>
          <p:cNvPr id="3" name="Content Placeholder 2">
            <a:extLst>
              <a:ext uri="{FF2B5EF4-FFF2-40B4-BE49-F238E27FC236}">
                <a16:creationId xmlns:a16="http://schemas.microsoft.com/office/drawing/2014/main" id="{470F1997-968F-B909-E888-86ABECEE6894}"/>
              </a:ext>
            </a:extLst>
          </p:cNvPr>
          <p:cNvSpPr>
            <a:spLocks noGrp="1"/>
          </p:cNvSpPr>
          <p:nvPr>
            <p:ph idx="1"/>
          </p:nvPr>
        </p:nvSpPr>
        <p:spPr/>
        <p:txBody>
          <a:bodyPr/>
          <a:lstStyle/>
          <a:p>
            <a:r>
              <a:rPr lang="en-IN" dirty="0"/>
              <a:t>How many subnets?</a:t>
            </a:r>
          </a:p>
        </p:txBody>
      </p:sp>
      <p:sp>
        <p:nvSpPr>
          <p:cNvPr id="5" name="Freeform 2">
            <a:extLst>
              <a:ext uri="{FF2B5EF4-FFF2-40B4-BE49-F238E27FC236}">
                <a16:creationId xmlns:a16="http://schemas.microsoft.com/office/drawing/2014/main" id="{43A6BA4D-192C-1C16-0DC1-B3DFBF0FB066}"/>
              </a:ext>
            </a:extLst>
          </p:cNvPr>
          <p:cNvSpPr>
            <a:spLocks/>
          </p:cNvSpPr>
          <p:nvPr/>
        </p:nvSpPr>
        <p:spPr bwMode="auto">
          <a:xfrm>
            <a:off x="7898119" y="2985309"/>
            <a:ext cx="1268413" cy="1463675"/>
          </a:xfrm>
          <a:custGeom>
            <a:avLst/>
            <a:gdLst>
              <a:gd name="T0" fmla="*/ 2147483647 w 799"/>
              <a:gd name="T1" fmla="*/ 2147483647 h 922"/>
              <a:gd name="T2" fmla="*/ 2147483647 w 799"/>
              <a:gd name="T3" fmla="*/ 2147483647 h 922"/>
              <a:gd name="T4" fmla="*/ 2147483647 w 799"/>
              <a:gd name="T5" fmla="*/ 2147483647 h 922"/>
              <a:gd name="T6" fmla="*/ 2147483647 w 799"/>
              <a:gd name="T7" fmla="*/ 2147483647 h 922"/>
              <a:gd name="T8" fmla="*/ 2147483647 w 799"/>
              <a:gd name="T9" fmla="*/ 2147483647 h 922"/>
              <a:gd name="T10" fmla="*/ 2147483647 w 799"/>
              <a:gd name="T11" fmla="*/ 0 h 922"/>
              <a:gd name="T12" fmla="*/ 2147483647 w 799"/>
              <a:gd name="T13" fmla="*/ 2147483647 h 922"/>
              <a:gd name="T14" fmla="*/ 0 60000 65536"/>
              <a:gd name="T15" fmla="*/ 0 60000 65536"/>
              <a:gd name="T16" fmla="*/ 0 60000 65536"/>
              <a:gd name="T17" fmla="*/ 0 60000 65536"/>
              <a:gd name="T18" fmla="*/ 0 60000 65536"/>
              <a:gd name="T19" fmla="*/ 0 60000 65536"/>
              <a:gd name="T20" fmla="*/ 0 60000 65536"/>
              <a:gd name="T21" fmla="*/ 0 w 799"/>
              <a:gd name="T22" fmla="*/ 0 h 922"/>
              <a:gd name="T23" fmla="*/ 799 w 799"/>
              <a:gd name="T24" fmla="*/ 922 h 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9" h="922">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3">
            <a:extLst>
              <a:ext uri="{FF2B5EF4-FFF2-40B4-BE49-F238E27FC236}">
                <a16:creationId xmlns:a16="http://schemas.microsoft.com/office/drawing/2014/main" id="{E7A02586-A56B-9120-ACE4-D63B749E7745}"/>
              </a:ext>
            </a:extLst>
          </p:cNvPr>
          <p:cNvSpPr>
            <a:spLocks/>
          </p:cNvSpPr>
          <p:nvPr/>
        </p:nvSpPr>
        <p:spPr bwMode="auto">
          <a:xfrm>
            <a:off x="6699842" y="4496609"/>
            <a:ext cx="2098623" cy="361221"/>
          </a:xfrm>
          <a:custGeom>
            <a:avLst/>
            <a:gdLst>
              <a:gd name="T0" fmla="*/ 2147483647 w 1422"/>
              <a:gd name="T1" fmla="*/ 2147483647 h 206"/>
              <a:gd name="T2" fmla="*/ 2147483647 w 1422"/>
              <a:gd name="T3" fmla="*/ 2147483647 h 206"/>
              <a:gd name="T4" fmla="*/ 2147483647 w 1422"/>
              <a:gd name="T5" fmla="*/ 2147483647 h 206"/>
              <a:gd name="T6" fmla="*/ 2147483647 w 1422"/>
              <a:gd name="T7" fmla="*/ 2147483647 h 206"/>
              <a:gd name="T8" fmla="*/ 2147483647 w 1422"/>
              <a:gd name="T9" fmla="*/ 2147483647 h 206"/>
              <a:gd name="T10" fmla="*/ 2147483647 w 1422"/>
              <a:gd name="T11" fmla="*/ 2147483647 h 206"/>
              <a:gd name="T12" fmla="*/ 2147483647 w 1422"/>
              <a:gd name="T13" fmla="*/ 2147483647 h 206"/>
              <a:gd name="T14" fmla="*/ 0 60000 65536"/>
              <a:gd name="T15" fmla="*/ 0 60000 65536"/>
              <a:gd name="T16" fmla="*/ 0 60000 65536"/>
              <a:gd name="T17" fmla="*/ 0 60000 65536"/>
              <a:gd name="T18" fmla="*/ 0 60000 65536"/>
              <a:gd name="T19" fmla="*/ 0 60000 65536"/>
              <a:gd name="T20" fmla="*/ 0 60000 65536"/>
              <a:gd name="T21" fmla="*/ 0 w 1422"/>
              <a:gd name="T22" fmla="*/ 0 h 206"/>
              <a:gd name="T23" fmla="*/ 1422 w 1422"/>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2" h="206">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4">
            <a:extLst>
              <a:ext uri="{FF2B5EF4-FFF2-40B4-BE49-F238E27FC236}">
                <a16:creationId xmlns:a16="http://schemas.microsoft.com/office/drawing/2014/main" id="{27D4E382-59AE-AE59-DCA1-D7A45D65CC9B}"/>
              </a:ext>
            </a:extLst>
          </p:cNvPr>
          <p:cNvSpPr>
            <a:spLocks/>
          </p:cNvSpPr>
          <p:nvPr/>
        </p:nvSpPr>
        <p:spPr bwMode="auto">
          <a:xfrm>
            <a:off x="6345544" y="2909109"/>
            <a:ext cx="1158875" cy="1547813"/>
          </a:xfrm>
          <a:custGeom>
            <a:avLst/>
            <a:gdLst>
              <a:gd name="T0" fmla="*/ 2147483647 w 730"/>
              <a:gd name="T1" fmla="*/ 2147483647 h 975"/>
              <a:gd name="T2" fmla="*/ 2147483647 w 730"/>
              <a:gd name="T3" fmla="*/ 2147483647 h 975"/>
              <a:gd name="T4" fmla="*/ 2147483647 w 730"/>
              <a:gd name="T5" fmla="*/ 2147483647 h 975"/>
              <a:gd name="T6" fmla="*/ 2147483647 w 730"/>
              <a:gd name="T7" fmla="*/ 2147483647 h 975"/>
              <a:gd name="T8" fmla="*/ 2147483647 w 730"/>
              <a:gd name="T9" fmla="*/ 2147483647 h 975"/>
              <a:gd name="T10" fmla="*/ 0 w 730"/>
              <a:gd name="T11" fmla="*/ 2147483647 h 975"/>
              <a:gd name="T12" fmla="*/ 2147483647 w 730"/>
              <a:gd name="T13" fmla="*/ 2147483647 h 975"/>
              <a:gd name="T14" fmla="*/ 0 60000 65536"/>
              <a:gd name="T15" fmla="*/ 0 60000 65536"/>
              <a:gd name="T16" fmla="*/ 0 60000 65536"/>
              <a:gd name="T17" fmla="*/ 0 60000 65536"/>
              <a:gd name="T18" fmla="*/ 0 60000 65536"/>
              <a:gd name="T19" fmla="*/ 0 60000 65536"/>
              <a:gd name="T20" fmla="*/ 0 60000 65536"/>
              <a:gd name="T21" fmla="*/ 0 w 730"/>
              <a:gd name="T22" fmla="*/ 0 h 975"/>
              <a:gd name="T23" fmla="*/ 730 w 730"/>
              <a:gd name="T24" fmla="*/ 975 h 9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30" h="975">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5">
            <a:extLst>
              <a:ext uri="{FF2B5EF4-FFF2-40B4-BE49-F238E27FC236}">
                <a16:creationId xmlns:a16="http://schemas.microsoft.com/office/drawing/2014/main" id="{97CF23B8-CDC4-122C-AFFA-94CA493D410A}"/>
              </a:ext>
            </a:extLst>
          </p:cNvPr>
          <p:cNvSpPr>
            <a:spLocks/>
          </p:cNvSpPr>
          <p:nvPr/>
        </p:nvSpPr>
        <p:spPr bwMode="auto">
          <a:xfrm rot="5265760">
            <a:off x="7334817" y="866004"/>
            <a:ext cx="1078238" cy="216217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Line 14">
            <a:extLst>
              <a:ext uri="{FF2B5EF4-FFF2-40B4-BE49-F238E27FC236}">
                <a16:creationId xmlns:a16="http://schemas.microsoft.com/office/drawing/2014/main" id="{DE5034EB-34EF-C372-06C6-EA9E89224424}"/>
              </a:ext>
            </a:extLst>
          </p:cNvPr>
          <p:cNvSpPr>
            <a:spLocks noChangeShapeType="1"/>
          </p:cNvSpPr>
          <p:nvPr/>
        </p:nvSpPr>
        <p:spPr bwMode="auto">
          <a:xfrm flipH="1">
            <a:off x="7639357" y="1956609"/>
            <a:ext cx="3175" cy="5921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Box 15">
            <a:extLst>
              <a:ext uri="{FF2B5EF4-FFF2-40B4-BE49-F238E27FC236}">
                <a16:creationId xmlns:a16="http://schemas.microsoft.com/office/drawing/2014/main" id="{883A4F49-29F0-DD34-67F5-1BAAEE2AB1B6}"/>
              </a:ext>
            </a:extLst>
          </p:cNvPr>
          <p:cNvSpPr txBox="1">
            <a:spLocks noChangeArrowheads="1"/>
          </p:cNvSpPr>
          <p:nvPr/>
        </p:nvSpPr>
        <p:spPr bwMode="auto">
          <a:xfrm>
            <a:off x="6099456" y="140389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1" name="Rectangle 16">
            <a:extLst>
              <a:ext uri="{FF2B5EF4-FFF2-40B4-BE49-F238E27FC236}">
                <a16:creationId xmlns:a16="http://schemas.microsoft.com/office/drawing/2014/main" id="{F8A584B0-EAFF-5912-8092-C8A9F3372AD4}"/>
              </a:ext>
            </a:extLst>
          </p:cNvPr>
          <p:cNvSpPr>
            <a:spLocks noChangeArrowheads="1"/>
          </p:cNvSpPr>
          <p:nvPr/>
        </p:nvSpPr>
        <p:spPr bwMode="auto">
          <a:xfrm>
            <a:off x="7474572" y="2218547"/>
            <a:ext cx="309562"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2" name="Text Box 17">
            <a:extLst>
              <a:ext uri="{FF2B5EF4-FFF2-40B4-BE49-F238E27FC236}">
                <a16:creationId xmlns:a16="http://schemas.microsoft.com/office/drawing/2014/main" id="{EEDAA245-CE76-5023-A89B-F4BA576E3DCB}"/>
              </a:ext>
            </a:extLst>
          </p:cNvPr>
          <p:cNvSpPr txBox="1">
            <a:spLocks noChangeArrowheads="1"/>
          </p:cNvSpPr>
          <p:nvPr/>
        </p:nvSpPr>
        <p:spPr bwMode="auto">
          <a:xfrm>
            <a:off x="7211846" y="2127679"/>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3" name="Text Box 18">
            <a:extLst>
              <a:ext uri="{FF2B5EF4-FFF2-40B4-BE49-F238E27FC236}">
                <a16:creationId xmlns:a16="http://schemas.microsoft.com/office/drawing/2014/main" id="{33E3F7A4-9AE5-24F8-3045-6308DE1254FA}"/>
              </a:ext>
            </a:extLst>
          </p:cNvPr>
          <p:cNvSpPr txBox="1">
            <a:spLocks noChangeArrowheads="1"/>
          </p:cNvSpPr>
          <p:nvPr/>
        </p:nvSpPr>
        <p:spPr bwMode="auto">
          <a:xfrm>
            <a:off x="8486925" y="1514459"/>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223.1.1.4</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4" name="Freeform 19">
            <a:extLst>
              <a:ext uri="{FF2B5EF4-FFF2-40B4-BE49-F238E27FC236}">
                <a16:creationId xmlns:a16="http://schemas.microsoft.com/office/drawing/2014/main" id="{D03ED781-7BF8-D87F-77CF-1125814C0B68}"/>
              </a:ext>
            </a:extLst>
          </p:cNvPr>
          <p:cNvSpPr>
            <a:spLocks/>
          </p:cNvSpPr>
          <p:nvPr/>
        </p:nvSpPr>
        <p:spPr bwMode="auto">
          <a:xfrm>
            <a:off x="5405744" y="4847609"/>
            <a:ext cx="1539875" cy="1070265"/>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Line 34">
            <a:extLst>
              <a:ext uri="{FF2B5EF4-FFF2-40B4-BE49-F238E27FC236}">
                <a16:creationId xmlns:a16="http://schemas.microsoft.com/office/drawing/2014/main" id="{0CABD8DB-E857-3EEA-80E1-82D73EAB1EFC}"/>
              </a:ext>
            </a:extLst>
          </p:cNvPr>
          <p:cNvSpPr>
            <a:spLocks noChangeShapeType="1"/>
          </p:cNvSpPr>
          <p:nvPr/>
        </p:nvSpPr>
        <p:spPr bwMode="auto">
          <a:xfrm>
            <a:off x="6161394" y="4833159"/>
            <a:ext cx="7938" cy="5619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Box 40">
            <a:extLst>
              <a:ext uri="{FF2B5EF4-FFF2-40B4-BE49-F238E27FC236}">
                <a16:creationId xmlns:a16="http://schemas.microsoft.com/office/drawing/2014/main" id="{8E1ABD61-44F5-AF16-21C7-633FD7E5D004}"/>
              </a:ext>
            </a:extLst>
          </p:cNvPr>
          <p:cNvSpPr txBox="1">
            <a:spLocks noChangeArrowheads="1"/>
          </p:cNvSpPr>
          <p:nvPr/>
        </p:nvSpPr>
        <p:spPr bwMode="auto">
          <a:xfrm>
            <a:off x="6523633" y="5561966"/>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7" name="Rectangle 42">
            <a:extLst>
              <a:ext uri="{FF2B5EF4-FFF2-40B4-BE49-F238E27FC236}">
                <a16:creationId xmlns:a16="http://schemas.microsoft.com/office/drawing/2014/main" id="{5724045A-ECFE-A929-47A1-A672C3469900}"/>
              </a:ext>
            </a:extLst>
          </p:cNvPr>
          <p:cNvSpPr>
            <a:spLocks noChangeArrowheads="1"/>
          </p:cNvSpPr>
          <p:nvPr/>
        </p:nvSpPr>
        <p:spPr bwMode="auto">
          <a:xfrm>
            <a:off x="6109914" y="4958572"/>
            <a:ext cx="128587"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8" name="Text Box 43">
            <a:extLst>
              <a:ext uri="{FF2B5EF4-FFF2-40B4-BE49-F238E27FC236}">
                <a16:creationId xmlns:a16="http://schemas.microsoft.com/office/drawing/2014/main" id="{8F3CEA84-7907-A7A7-F285-E62CA7EFE508}"/>
              </a:ext>
            </a:extLst>
          </p:cNvPr>
          <p:cNvSpPr txBox="1">
            <a:spLocks noChangeArrowheads="1"/>
          </p:cNvSpPr>
          <p:nvPr/>
        </p:nvSpPr>
        <p:spPr bwMode="auto">
          <a:xfrm>
            <a:off x="5577277" y="487598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223.1.2.6</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9" name="Freeform 45">
            <a:extLst>
              <a:ext uri="{FF2B5EF4-FFF2-40B4-BE49-F238E27FC236}">
                <a16:creationId xmlns:a16="http://schemas.microsoft.com/office/drawing/2014/main" id="{0DF115E7-29A9-BB2C-26BC-684CA0E462AF}"/>
              </a:ext>
            </a:extLst>
          </p:cNvPr>
          <p:cNvSpPr>
            <a:spLocks/>
          </p:cNvSpPr>
          <p:nvPr/>
        </p:nvSpPr>
        <p:spPr bwMode="auto">
          <a:xfrm>
            <a:off x="8423582" y="4858944"/>
            <a:ext cx="1539875" cy="1129777"/>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ine 60">
            <a:extLst>
              <a:ext uri="{FF2B5EF4-FFF2-40B4-BE49-F238E27FC236}">
                <a16:creationId xmlns:a16="http://schemas.microsoft.com/office/drawing/2014/main" id="{6E898580-BFA9-DAD4-44FC-A7DACFE0DA6F}"/>
              </a:ext>
            </a:extLst>
          </p:cNvPr>
          <p:cNvSpPr>
            <a:spLocks noChangeShapeType="1"/>
          </p:cNvSpPr>
          <p:nvPr/>
        </p:nvSpPr>
        <p:spPr bwMode="auto">
          <a:xfrm>
            <a:off x="9190344" y="4852209"/>
            <a:ext cx="1588" cy="520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Box 66">
            <a:extLst>
              <a:ext uri="{FF2B5EF4-FFF2-40B4-BE49-F238E27FC236}">
                <a16:creationId xmlns:a16="http://schemas.microsoft.com/office/drawing/2014/main" id="{E80657A1-ED04-2F0B-BDDB-6FA7D8DFDB12}"/>
              </a:ext>
            </a:extLst>
          </p:cNvPr>
          <p:cNvSpPr txBox="1">
            <a:spLocks noChangeArrowheads="1"/>
          </p:cNvSpPr>
          <p:nvPr/>
        </p:nvSpPr>
        <p:spPr bwMode="auto">
          <a:xfrm>
            <a:off x="9708446" y="575766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2" name="Text Box 67">
            <a:extLst>
              <a:ext uri="{FF2B5EF4-FFF2-40B4-BE49-F238E27FC236}">
                <a16:creationId xmlns:a16="http://schemas.microsoft.com/office/drawing/2014/main" id="{77FF2469-7189-3BB9-A68E-BC8A25234574}"/>
              </a:ext>
            </a:extLst>
          </p:cNvPr>
          <p:cNvSpPr txBox="1">
            <a:spLocks noChangeArrowheads="1"/>
          </p:cNvSpPr>
          <p:nvPr/>
        </p:nvSpPr>
        <p:spPr bwMode="auto">
          <a:xfrm>
            <a:off x="7937662" y="565938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3" name="Rectangle 68">
            <a:extLst>
              <a:ext uri="{FF2B5EF4-FFF2-40B4-BE49-F238E27FC236}">
                <a16:creationId xmlns:a16="http://schemas.microsoft.com/office/drawing/2014/main" id="{A61FD4BA-AAF1-561F-2235-2F58F943F42D}"/>
              </a:ext>
            </a:extLst>
          </p:cNvPr>
          <p:cNvSpPr>
            <a:spLocks noChangeArrowheads="1"/>
          </p:cNvSpPr>
          <p:nvPr/>
        </p:nvSpPr>
        <p:spPr bwMode="auto">
          <a:xfrm>
            <a:off x="9131607" y="4952222"/>
            <a:ext cx="128587"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4" name="Text Box 69">
            <a:extLst>
              <a:ext uri="{FF2B5EF4-FFF2-40B4-BE49-F238E27FC236}">
                <a16:creationId xmlns:a16="http://schemas.microsoft.com/office/drawing/2014/main" id="{79371F12-C06E-9FBF-0CB9-C3110D1C902C}"/>
              </a:ext>
            </a:extLst>
          </p:cNvPr>
          <p:cNvSpPr txBox="1">
            <a:spLocks noChangeArrowheads="1"/>
          </p:cNvSpPr>
          <p:nvPr/>
        </p:nvSpPr>
        <p:spPr bwMode="auto">
          <a:xfrm>
            <a:off x="8621888" y="4864398"/>
            <a:ext cx="10679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223.1.3.27</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5" name="Text Box 86">
            <a:extLst>
              <a:ext uri="{FF2B5EF4-FFF2-40B4-BE49-F238E27FC236}">
                <a16:creationId xmlns:a16="http://schemas.microsoft.com/office/drawing/2014/main" id="{6708E282-CE7D-9EB1-FFA3-2DEBFE15EE52}"/>
              </a:ext>
            </a:extLst>
          </p:cNvPr>
          <p:cNvSpPr txBox="1">
            <a:spLocks noChangeArrowheads="1"/>
          </p:cNvSpPr>
          <p:nvPr/>
        </p:nvSpPr>
        <p:spPr bwMode="auto">
          <a:xfrm>
            <a:off x="7401232" y="55823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223.1.1.2</a:t>
            </a:r>
          </a:p>
        </p:txBody>
      </p:sp>
      <p:sp>
        <p:nvSpPr>
          <p:cNvPr id="26" name="Line 87">
            <a:extLst>
              <a:ext uri="{FF2B5EF4-FFF2-40B4-BE49-F238E27FC236}">
                <a16:creationId xmlns:a16="http://schemas.microsoft.com/office/drawing/2014/main" id="{825C345C-9422-878F-D54B-165B7C3192EA}"/>
              </a:ext>
            </a:extLst>
          </p:cNvPr>
          <p:cNvSpPr>
            <a:spLocks noChangeShapeType="1"/>
          </p:cNvSpPr>
          <p:nvPr/>
        </p:nvSpPr>
        <p:spPr bwMode="auto">
          <a:xfrm flipV="1">
            <a:off x="6374119" y="2928159"/>
            <a:ext cx="1114425"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88">
            <a:extLst>
              <a:ext uri="{FF2B5EF4-FFF2-40B4-BE49-F238E27FC236}">
                <a16:creationId xmlns:a16="http://schemas.microsoft.com/office/drawing/2014/main" id="{FDA61CBF-7931-601E-DE3D-13C73A9B1E68}"/>
              </a:ext>
            </a:extLst>
          </p:cNvPr>
          <p:cNvSpPr>
            <a:spLocks noChangeShapeType="1"/>
          </p:cNvSpPr>
          <p:nvPr/>
        </p:nvSpPr>
        <p:spPr bwMode="auto">
          <a:xfrm flipH="1" flipV="1">
            <a:off x="7888594" y="2909109"/>
            <a:ext cx="1276350"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89">
            <a:extLst>
              <a:ext uri="{FF2B5EF4-FFF2-40B4-BE49-F238E27FC236}">
                <a16:creationId xmlns:a16="http://schemas.microsoft.com/office/drawing/2014/main" id="{4CE49840-F5EE-408D-E272-C2D236452C37}"/>
              </a:ext>
            </a:extLst>
          </p:cNvPr>
          <p:cNvSpPr>
            <a:spLocks noChangeShapeType="1"/>
          </p:cNvSpPr>
          <p:nvPr/>
        </p:nvSpPr>
        <p:spPr bwMode="auto">
          <a:xfrm flipH="1" flipV="1">
            <a:off x="6564619" y="4671234"/>
            <a:ext cx="2305050" cy="9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Box 90">
            <a:extLst>
              <a:ext uri="{FF2B5EF4-FFF2-40B4-BE49-F238E27FC236}">
                <a16:creationId xmlns:a16="http://schemas.microsoft.com/office/drawing/2014/main" id="{1D9F70FF-AF68-730F-A54A-DF5220A9191B}"/>
              </a:ext>
            </a:extLst>
          </p:cNvPr>
          <p:cNvSpPr txBox="1">
            <a:spLocks noChangeArrowheads="1"/>
          </p:cNvSpPr>
          <p:nvPr/>
        </p:nvSpPr>
        <p:spPr bwMode="auto">
          <a:xfrm>
            <a:off x="7967969" y="282179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223.1.7.0</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0" name="Text Box 91">
            <a:extLst>
              <a:ext uri="{FF2B5EF4-FFF2-40B4-BE49-F238E27FC236}">
                <a16:creationId xmlns:a16="http://schemas.microsoft.com/office/drawing/2014/main" id="{3D38AA5E-42EA-9804-C54C-40B3F3FF4637}"/>
              </a:ext>
            </a:extLst>
          </p:cNvPr>
          <p:cNvSpPr txBox="1">
            <a:spLocks noChangeArrowheads="1"/>
          </p:cNvSpPr>
          <p:nvPr/>
        </p:nvSpPr>
        <p:spPr bwMode="auto">
          <a:xfrm>
            <a:off x="9044294" y="410767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223.1.7.1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1" name="Text Box 92">
            <a:extLst>
              <a:ext uri="{FF2B5EF4-FFF2-40B4-BE49-F238E27FC236}">
                <a16:creationId xmlns:a16="http://schemas.microsoft.com/office/drawing/2014/main" id="{9EF93A64-2FBE-4CFE-B130-A2CF4FF879CB}"/>
              </a:ext>
            </a:extLst>
          </p:cNvPr>
          <p:cNvSpPr txBox="1">
            <a:spLocks noChangeArrowheads="1"/>
          </p:cNvSpPr>
          <p:nvPr/>
        </p:nvSpPr>
        <p:spPr bwMode="auto">
          <a:xfrm>
            <a:off x="7806044" y="436484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223.1.8.0</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2" name="Text Box 93">
            <a:extLst>
              <a:ext uri="{FF2B5EF4-FFF2-40B4-BE49-F238E27FC236}">
                <a16:creationId xmlns:a16="http://schemas.microsoft.com/office/drawing/2014/main" id="{1149240C-B1F5-DC47-B90B-CFB7FE57EFCB}"/>
              </a:ext>
            </a:extLst>
          </p:cNvPr>
          <p:cNvSpPr txBox="1">
            <a:spLocks noChangeArrowheads="1"/>
          </p:cNvSpPr>
          <p:nvPr/>
        </p:nvSpPr>
        <p:spPr bwMode="auto">
          <a:xfrm>
            <a:off x="6558269" y="436484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223.1.8.1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3" name="Text Box 94">
            <a:extLst>
              <a:ext uri="{FF2B5EF4-FFF2-40B4-BE49-F238E27FC236}">
                <a16:creationId xmlns:a16="http://schemas.microsoft.com/office/drawing/2014/main" id="{89939C9F-79B0-543B-9880-DB1F801EC40F}"/>
              </a:ext>
            </a:extLst>
          </p:cNvPr>
          <p:cNvSpPr txBox="1">
            <a:spLocks noChangeArrowheads="1"/>
          </p:cNvSpPr>
          <p:nvPr/>
        </p:nvSpPr>
        <p:spPr bwMode="auto">
          <a:xfrm>
            <a:off x="5481944" y="406957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223.1.9.1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4" name="Text Box 95">
            <a:extLst>
              <a:ext uri="{FF2B5EF4-FFF2-40B4-BE49-F238E27FC236}">
                <a16:creationId xmlns:a16="http://schemas.microsoft.com/office/drawing/2014/main" id="{D947072F-9929-D219-37D6-0D587A5D9EC7}"/>
              </a:ext>
            </a:extLst>
          </p:cNvPr>
          <p:cNvSpPr txBox="1">
            <a:spLocks noChangeArrowheads="1"/>
          </p:cNvSpPr>
          <p:nvPr/>
        </p:nvSpPr>
        <p:spPr bwMode="auto">
          <a:xfrm>
            <a:off x="6348719" y="283132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223.1.9.2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35" name="Straight Connector 34">
            <a:extLst>
              <a:ext uri="{FF2B5EF4-FFF2-40B4-BE49-F238E27FC236}">
                <a16:creationId xmlns:a16="http://schemas.microsoft.com/office/drawing/2014/main" id="{EEFC010A-7D4B-5B4B-18C2-C5B1D3EB1DB8}"/>
              </a:ext>
            </a:extLst>
          </p:cNvPr>
          <p:cNvCxnSpPr>
            <a:cxnSpLocks/>
          </p:cNvCxnSpPr>
          <p:nvPr/>
        </p:nvCxnSpPr>
        <p:spPr>
          <a:xfrm>
            <a:off x="7907727" y="1333593"/>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A4D19BE-2297-7BAA-D51E-6619F6B80C6B}"/>
              </a:ext>
            </a:extLst>
          </p:cNvPr>
          <p:cNvCxnSpPr>
            <a:cxnSpLocks/>
          </p:cNvCxnSpPr>
          <p:nvPr/>
        </p:nvCxnSpPr>
        <p:spPr>
          <a:xfrm>
            <a:off x="7077714" y="1391530"/>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1CB05A2-45C9-F47F-A8C0-F27943889454}"/>
              </a:ext>
            </a:extLst>
          </p:cNvPr>
          <p:cNvCxnSpPr>
            <a:cxnSpLocks/>
          </p:cNvCxnSpPr>
          <p:nvPr/>
        </p:nvCxnSpPr>
        <p:spPr>
          <a:xfrm>
            <a:off x="8747817" y="1349966"/>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3664E92-C602-0AB6-AF27-0BD691531535}"/>
              </a:ext>
            </a:extLst>
          </p:cNvPr>
          <p:cNvCxnSpPr>
            <a:cxnSpLocks/>
          </p:cNvCxnSpPr>
          <p:nvPr/>
        </p:nvCxnSpPr>
        <p:spPr>
          <a:xfrm>
            <a:off x="9721099" y="5845766"/>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050DF67-5A0F-6341-C302-73792324A149}"/>
              </a:ext>
            </a:extLst>
          </p:cNvPr>
          <p:cNvCxnSpPr>
            <a:cxnSpLocks/>
          </p:cNvCxnSpPr>
          <p:nvPr/>
        </p:nvCxnSpPr>
        <p:spPr>
          <a:xfrm>
            <a:off x="8855191" y="58319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7A4DCA8-5C5A-0119-B3AB-2F278D878513}"/>
              </a:ext>
            </a:extLst>
          </p:cNvPr>
          <p:cNvCxnSpPr>
            <a:cxnSpLocks/>
          </p:cNvCxnSpPr>
          <p:nvPr/>
        </p:nvCxnSpPr>
        <p:spPr>
          <a:xfrm>
            <a:off x="6527626" y="57176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579D52D-B3C4-34DB-A8E4-BC76A5520280}"/>
              </a:ext>
            </a:extLst>
          </p:cNvPr>
          <p:cNvCxnSpPr>
            <a:cxnSpLocks/>
          </p:cNvCxnSpPr>
          <p:nvPr/>
        </p:nvCxnSpPr>
        <p:spPr>
          <a:xfrm>
            <a:off x="5734453" y="57557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BE222280-D97A-EB8F-D34E-E76AE1539CD1}"/>
              </a:ext>
            </a:extLst>
          </p:cNvPr>
          <p:cNvGrpSpPr/>
          <p:nvPr/>
        </p:nvGrpSpPr>
        <p:grpSpPr>
          <a:xfrm>
            <a:off x="5269942" y="831439"/>
            <a:ext cx="4571749" cy="5747039"/>
            <a:chOff x="3921589" y="800442"/>
            <a:chExt cx="4571749" cy="5747039"/>
          </a:xfrm>
        </p:grpSpPr>
        <p:grpSp>
          <p:nvGrpSpPr>
            <p:cNvPr id="43" name="Group 127">
              <a:extLst>
                <a:ext uri="{FF2B5EF4-FFF2-40B4-BE49-F238E27FC236}">
                  <a16:creationId xmlns:a16="http://schemas.microsoft.com/office/drawing/2014/main" id="{57F4B3CA-1B5A-F148-6DDA-B6C3E60DDD2D}"/>
                </a:ext>
              </a:extLst>
            </p:cNvPr>
            <p:cNvGrpSpPr>
              <a:grpSpLocks/>
            </p:cNvGrpSpPr>
            <p:nvPr/>
          </p:nvGrpSpPr>
          <p:grpSpPr bwMode="auto">
            <a:xfrm>
              <a:off x="6912267" y="813299"/>
              <a:ext cx="641350" cy="558800"/>
              <a:chOff x="-44" y="1473"/>
              <a:chExt cx="981" cy="1105"/>
            </a:xfrm>
          </p:grpSpPr>
          <p:pic>
            <p:nvPicPr>
              <p:cNvPr id="86" name="Picture 128" descr="desktop_computer_stylized_medium">
                <a:extLst>
                  <a:ext uri="{FF2B5EF4-FFF2-40B4-BE49-F238E27FC236}">
                    <a16:creationId xmlns:a16="http://schemas.microsoft.com/office/drawing/2014/main" id="{9CE2319C-92C9-4837-87E2-E981EC2620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Freeform 129">
                <a:extLst>
                  <a:ext uri="{FF2B5EF4-FFF2-40B4-BE49-F238E27FC236}">
                    <a16:creationId xmlns:a16="http://schemas.microsoft.com/office/drawing/2014/main" id="{CC7E0B26-9FB7-3769-77A5-4E184D03097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4" name="Group 130">
              <a:extLst>
                <a:ext uri="{FF2B5EF4-FFF2-40B4-BE49-F238E27FC236}">
                  <a16:creationId xmlns:a16="http://schemas.microsoft.com/office/drawing/2014/main" id="{8BE75AB1-39DE-8E92-BFC3-4338D98D65A3}"/>
                </a:ext>
              </a:extLst>
            </p:cNvPr>
            <p:cNvGrpSpPr>
              <a:grpSpLocks/>
            </p:cNvGrpSpPr>
            <p:nvPr/>
          </p:nvGrpSpPr>
          <p:grpSpPr bwMode="auto">
            <a:xfrm>
              <a:off x="5243214" y="845876"/>
              <a:ext cx="641350" cy="558800"/>
              <a:chOff x="-44" y="1473"/>
              <a:chExt cx="981" cy="1105"/>
            </a:xfrm>
          </p:grpSpPr>
          <p:pic>
            <p:nvPicPr>
              <p:cNvPr id="84" name="Picture 131" descr="desktop_computer_stylized_medium">
                <a:extLst>
                  <a:ext uri="{FF2B5EF4-FFF2-40B4-BE49-F238E27FC236}">
                    <a16:creationId xmlns:a16="http://schemas.microsoft.com/office/drawing/2014/main" id="{8A45E843-2791-8F06-19E9-3B97E2C893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Freeform 132">
                <a:extLst>
                  <a:ext uri="{FF2B5EF4-FFF2-40B4-BE49-F238E27FC236}">
                    <a16:creationId xmlns:a16="http://schemas.microsoft.com/office/drawing/2014/main" id="{61273FBC-6B23-31C2-0295-70670FD0E94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5" name="Group 133">
              <a:extLst>
                <a:ext uri="{FF2B5EF4-FFF2-40B4-BE49-F238E27FC236}">
                  <a16:creationId xmlns:a16="http://schemas.microsoft.com/office/drawing/2014/main" id="{9477CBC3-383A-EDA5-9D7E-5C171892391A}"/>
                </a:ext>
              </a:extLst>
            </p:cNvPr>
            <p:cNvGrpSpPr>
              <a:grpSpLocks/>
            </p:cNvGrpSpPr>
            <p:nvPr/>
          </p:nvGrpSpPr>
          <p:grpSpPr bwMode="auto">
            <a:xfrm>
              <a:off x="6075064" y="800442"/>
              <a:ext cx="641350" cy="558800"/>
              <a:chOff x="-44" y="1473"/>
              <a:chExt cx="981" cy="1105"/>
            </a:xfrm>
          </p:grpSpPr>
          <p:pic>
            <p:nvPicPr>
              <p:cNvPr id="82" name="Picture 134" descr="desktop_computer_stylized_medium">
                <a:extLst>
                  <a:ext uri="{FF2B5EF4-FFF2-40B4-BE49-F238E27FC236}">
                    <a16:creationId xmlns:a16="http://schemas.microsoft.com/office/drawing/2014/main" id="{D8743DB3-D488-3337-BE47-8EA70C9716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Freeform 135">
                <a:extLst>
                  <a:ext uri="{FF2B5EF4-FFF2-40B4-BE49-F238E27FC236}">
                    <a16:creationId xmlns:a16="http://schemas.microsoft.com/office/drawing/2014/main" id="{35306C5B-D019-CFB1-DE1B-5669D5E99DCF}"/>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6" name="Group 45">
              <a:extLst>
                <a:ext uri="{FF2B5EF4-FFF2-40B4-BE49-F238E27FC236}">
                  <a16:creationId xmlns:a16="http://schemas.microsoft.com/office/drawing/2014/main" id="{08BC05C8-E9F5-DD11-C4BB-B22C8943837B}"/>
                </a:ext>
              </a:extLst>
            </p:cNvPr>
            <p:cNvGrpSpPr/>
            <p:nvPr/>
          </p:nvGrpSpPr>
          <p:grpSpPr>
            <a:xfrm>
              <a:off x="5951096" y="2488367"/>
              <a:ext cx="764498" cy="449705"/>
              <a:chOff x="7493876" y="2774731"/>
              <a:chExt cx="1481958" cy="894622"/>
            </a:xfrm>
          </p:grpSpPr>
          <p:sp>
            <p:nvSpPr>
              <p:cNvPr id="75" name="Freeform 214">
                <a:extLst>
                  <a:ext uri="{FF2B5EF4-FFF2-40B4-BE49-F238E27FC236}">
                    <a16:creationId xmlns:a16="http://schemas.microsoft.com/office/drawing/2014/main" id="{44579EE4-BA5E-5307-CE2F-E5426C9E5D2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6" name="Oval 75">
                <a:extLst>
                  <a:ext uri="{FF2B5EF4-FFF2-40B4-BE49-F238E27FC236}">
                    <a16:creationId xmlns:a16="http://schemas.microsoft.com/office/drawing/2014/main" id="{95A5EB24-C39E-A40D-5DAB-4AE02D26B23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77" name="Group 76">
                <a:extLst>
                  <a:ext uri="{FF2B5EF4-FFF2-40B4-BE49-F238E27FC236}">
                    <a16:creationId xmlns:a16="http://schemas.microsoft.com/office/drawing/2014/main" id="{5D97AF57-3129-70F0-8073-7880E057B453}"/>
                  </a:ext>
                </a:extLst>
              </p:cNvPr>
              <p:cNvGrpSpPr/>
              <p:nvPr/>
            </p:nvGrpSpPr>
            <p:grpSpPr>
              <a:xfrm>
                <a:off x="7713663" y="2848339"/>
                <a:ext cx="1042107" cy="425543"/>
                <a:chOff x="7786941" y="2884917"/>
                <a:chExt cx="897649" cy="353919"/>
              </a:xfrm>
            </p:grpSpPr>
            <p:sp>
              <p:nvSpPr>
                <p:cNvPr id="78" name="Freeform 217">
                  <a:extLst>
                    <a:ext uri="{FF2B5EF4-FFF2-40B4-BE49-F238E27FC236}">
                      <a16:creationId xmlns:a16="http://schemas.microsoft.com/office/drawing/2014/main" id="{0B9FE9D6-C959-BC12-BE21-A9B4BE38E6C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Freeform 218">
                  <a:extLst>
                    <a:ext uri="{FF2B5EF4-FFF2-40B4-BE49-F238E27FC236}">
                      <a16:creationId xmlns:a16="http://schemas.microsoft.com/office/drawing/2014/main" id="{23E54572-4C24-987A-5B8E-3CA330FCA1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219">
                  <a:extLst>
                    <a:ext uri="{FF2B5EF4-FFF2-40B4-BE49-F238E27FC236}">
                      <a16:creationId xmlns:a16="http://schemas.microsoft.com/office/drawing/2014/main" id="{68A5DEF7-E060-E877-0BA7-4AD31FA91E6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Freeform 220">
                  <a:extLst>
                    <a:ext uri="{FF2B5EF4-FFF2-40B4-BE49-F238E27FC236}">
                      <a16:creationId xmlns:a16="http://schemas.microsoft.com/office/drawing/2014/main" id="{961E73B1-2654-7C21-E95D-E9255B9BA9A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7" name="Group 46">
              <a:extLst>
                <a:ext uri="{FF2B5EF4-FFF2-40B4-BE49-F238E27FC236}">
                  <a16:creationId xmlns:a16="http://schemas.microsoft.com/office/drawing/2014/main" id="{44A19F52-0107-731C-EFAD-4B8EEAC6C15D}"/>
                </a:ext>
              </a:extLst>
            </p:cNvPr>
            <p:cNvGrpSpPr/>
            <p:nvPr/>
          </p:nvGrpSpPr>
          <p:grpSpPr>
            <a:xfrm>
              <a:off x="7452610" y="4364636"/>
              <a:ext cx="764498" cy="449705"/>
              <a:chOff x="7493876" y="2774731"/>
              <a:chExt cx="1481958" cy="894622"/>
            </a:xfrm>
          </p:grpSpPr>
          <p:sp>
            <p:nvSpPr>
              <p:cNvPr id="68" name="Freeform 222">
                <a:extLst>
                  <a:ext uri="{FF2B5EF4-FFF2-40B4-BE49-F238E27FC236}">
                    <a16:creationId xmlns:a16="http://schemas.microsoft.com/office/drawing/2014/main" id="{2ABA484C-CA55-083C-4F16-2369A2FC8C7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9" name="Oval 68">
                <a:extLst>
                  <a:ext uri="{FF2B5EF4-FFF2-40B4-BE49-F238E27FC236}">
                    <a16:creationId xmlns:a16="http://schemas.microsoft.com/office/drawing/2014/main" id="{C7663A8D-CF24-ABE6-3DCD-F6C1E9887EA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70" name="Group 69">
                <a:extLst>
                  <a:ext uri="{FF2B5EF4-FFF2-40B4-BE49-F238E27FC236}">
                    <a16:creationId xmlns:a16="http://schemas.microsoft.com/office/drawing/2014/main" id="{77A776DB-9BF7-C714-08D1-01AF0050DB45}"/>
                  </a:ext>
                </a:extLst>
              </p:cNvPr>
              <p:cNvGrpSpPr/>
              <p:nvPr/>
            </p:nvGrpSpPr>
            <p:grpSpPr>
              <a:xfrm>
                <a:off x="7713663" y="2848339"/>
                <a:ext cx="1042107" cy="425543"/>
                <a:chOff x="7786941" y="2884917"/>
                <a:chExt cx="897649" cy="353919"/>
              </a:xfrm>
            </p:grpSpPr>
            <p:sp>
              <p:nvSpPr>
                <p:cNvPr id="71" name="Freeform 225">
                  <a:extLst>
                    <a:ext uri="{FF2B5EF4-FFF2-40B4-BE49-F238E27FC236}">
                      <a16:creationId xmlns:a16="http://schemas.microsoft.com/office/drawing/2014/main" id="{7FA211CA-938B-197E-9F05-190D0A84844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226">
                  <a:extLst>
                    <a:ext uri="{FF2B5EF4-FFF2-40B4-BE49-F238E27FC236}">
                      <a16:creationId xmlns:a16="http://schemas.microsoft.com/office/drawing/2014/main" id="{0E8D49AC-458F-2A31-F339-FA540810293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3" name="Freeform 227">
                  <a:extLst>
                    <a:ext uri="{FF2B5EF4-FFF2-40B4-BE49-F238E27FC236}">
                      <a16:creationId xmlns:a16="http://schemas.microsoft.com/office/drawing/2014/main" id="{DF6AF2FD-B5F4-4346-D895-CB5C055E931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228">
                  <a:extLst>
                    <a:ext uri="{FF2B5EF4-FFF2-40B4-BE49-F238E27FC236}">
                      <a16:creationId xmlns:a16="http://schemas.microsoft.com/office/drawing/2014/main" id="{882CD9C1-9CD1-543D-C2A6-54E65430BDA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8" name="Group 47">
              <a:extLst>
                <a:ext uri="{FF2B5EF4-FFF2-40B4-BE49-F238E27FC236}">
                  <a16:creationId xmlns:a16="http://schemas.microsoft.com/office/drawing/2014/main" id="{597A2270-7862-56FB-784C-A01579AFE7AE}"/>
                </a:ext>
              </a:extLst>
            </p:cNvPr>
            <p:cNvGrpSpPr/>
            <p:nvPr/>
          </p:nvGrpSpPr>
          <p:grpSpPr>
            <a:xfrm>
              <a:off x="4517036" y="4382125"/>
              <a:ext cx="764498" cy="449705"/>
              <a:chOff x="7493876" y="2774731"/>
              <a:chExt cx="1481958" cy="894622"/>
            </a:xfrm>
          </p:grpSpPr>
          <p:sp>
            <p:nvSpPr>
              <p:cNvPr id="61" name="Freeform 230">
                <a:extLst>
                  <a:ext uri="{FF2B5EF4-FFF2-40B4-BE49-F238E27FC236}">
                    <a16:creationId xmlns:a16="http://schemas.microsoft.com/office/drawing/2014/main" id="{0FAA8AAD-2F33-7642-11D4-05390BA5659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2" name="Oval 61">
                <a:extLst>
                  <a:ext uri="{FF2B5EF4-FFF2-40B4-BE49-F238E27FC236}">
                    <a16:creationId xmlns:a16="http://schemas.microsoft.com/office/drawing/2014/main" id="{ACCCB223-41CD-AFCB-8B27-2FB98C16FF7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3" name="Group 62">
                <a:extLst>
                  <a:ext uri="{FF2B5EF4-FFF2-40B4-BE49-F238E27FC236}">
                    <a16:creationId xmlns:a16="http://schemas.microsoft.com/office/drawing/2014/main" id="{4BCF376A-0057-4C36-2C31-BC77B63FA294}"/>
                  </a:ext>
                </a:extLst>
              </p:cNvPr>
              <p:cNvGrpSpPr/>
              <p:nvPr/>
            </p:nvGrpSpPr>
            <p:grpSpPr>
              <a:xfrm>
                <a:off x="7713663" y="2848339"/>
                <a:ext cx="1042107" cy="425543"/>
                <a:chOff x="7786941" y="2884917"/>
                <a:chExt cx="897649" cy="353919"/>
              </a:xfrm>
            </p:grpSpPr>
            <p:sp>
              <p:nvSpPr>
                <p:cNvPr id="64" name="Freeform 233">
                  <a:extLst>
                    <a:ext uri="{FF2B5EF4-FFF2-40B4-BE49-F238E27FC236}">
                      <a16:creationId xmlns:a16="http://schemas.microsoft.com/office/drawing/2014/main" id="{5336A100-2BC3-EA5A-2A5C-34475285973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5" name="Freeform 234">
                  <a:extLst>
                    <a:ext uri="{FF2B5EF4-FFF2-40B4-BE49-F238E27FC236}">
                      <a16:creationId xmlns:a16="http://schemas.microsoft.com/office/drawing/2014/main" id="{A6FA8D60-860C-65A3-2B04-635D5D94C82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 name="Freeform 235">
                  <a:extLst>
                    <a:ext uri="{FF2B5EF4-FFF2-40B4-BE49-F238E27FC236}">
                      <a16:creationId xmlns:a16="http://schemas.microsoft.com/office/drawing/2014/main" id="{FF1C94DD-C7E0-6780-DDA6-A29DEAD4FDD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7" name="Freeform 236">
                  <a:extLst>
                    <a:ext uri="{FF2B5EF4-FFF2-40B4-BE49-F238E27FC236}">
                      <a16:creationId xmlns:a16="http://schemas.microsoft.com/office/drawing/2014/main" id="{595AD6E7-03A7-9E88-5147-CCD9810805B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9" name="Group 136">
              <a:extLst>
                <a:ext uri="{FF2B5EF4-FFF2-40B4-BE49-F238E27FC236}">
                  <a16:creationId xmlns:a16="http://schemas.microsoft.com/office/drawing/2014/main" id="{1EE95760-3FDC-CB4C-7FE3-A4A31CECE14C}"/>
                </a:ext>
              </a:extLst>
            </p:cNvPr>
            <p:cNvGrpSpPr>
              <a:grpSpLocks/>
            </p:cNvGrpSpPr>
            <p:nvPr/>
          </p:nvGrpSpPr>
          <p:grpSpPr bwMode="auto">
            <a:xfrm>
              <a:off x="7851988" y="5988681"/>
              <a:ext cx="641350" cy="558800"/>
              <a:chOff x="-44" y="1473"/>
              <a:chExt cx="981" cy="1105"/>
            </a:xfrm>
          </p:grpSpPr>
          <p:pic>
            <p:nvPicPr>
              <p:cNvPr id="59" name="Picture 137" descr="desktop_computer_stylized_medium">
                <a:extLst>
                  <a:ext uri="{FF2B5EF4-FFF2-40B4-BE49-F238E27FC236}">
                    <a16:creationId xmlns:a16="http://schemas.microsoft.com/office/drawing/2014/main" id="{034A5C84-F2E0-0D7B-1308-3903FA2D9C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38">
                <a:extLst>
                  <a:ext uri="{FF2B5EF4-FFF2-40B4-BE49-F238E27FC236}">
                    <a16:creationId xmlns:a16="http://schemas.microsoft.com/office/drawing/2014/main" id="{D79F0FED-31F7-B5BC-716A-4597E386C26A}"/>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0" name="Group 139">
              <a:extLst>
                <a:ext uri="{FF2B5EF4-FFF2-40B4-BE49-F238E27FC236}">
                  <a16:creationId xmlns:a16="http://schemas.microsoft.com/office/drawing/2014/main" id="{2A89D9C7-877C-0F6C-9FB0-338BAE788E94}"/>
                </a:ext>
              </a:extLst>
            </p:cNvPr>
            <p:cNvGrpSpPr>
              <a:grpSpLocks/>
            </p:cNvGrpSpPr>
            <p:nvPr/>
          </p:nvGrpSpPr>
          <p:grpSpPr bwMode="auto">
            <a:xfrm>
              <a:off x="6916190" y="5955947"/>
              <a:ext cx="641350" cy="558800"/>
              <a:chOff x="-44" y="1473"/>
              <a:chExt cx="981" cy="1105"/>
            </a:xfrm>
          </p:grpSpPr>
          <p:pic>
            <p:nvPicPr>
              <p:cNvPr id="57" name="Picture 140" descr="desktop_computer_stylized_medium">
                <a:extLst>
                  <a:ext uri="{FF2B5EF4-FFF2-40B4-BE49-F238E27FC236}">
                    <a16:creationId xmlns:a16="http://schemas.microsoft.com/office/drawing/2014/main" id="{2EEBC72B-6AD5-2A35-A413-4F50DA3B26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41">
                <a:extLst>
                  <a:ext uri="{FF2B5EF4-FFF2-40B4-BE49-F238E27FC236}">
                    <a16:creationId xmlns:a16="http://schemas.microsoft.com/office/drawing/2014/main" id="{8A6B6B8F-BF4B-2B9C-391B-0781B20236DE}"/>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1" name="Group 142">
              <a:extLst>
                <a:ext uri="{FF2B5EF4-FFF2-40B4-BE49-F238E27FC236}">
                  <a16:creationId xmlns:a16="http://schemas.microsoft.com/office/drawing/2014/main" id="{2DD54DEC-748E-9056-7BF8-351AA48A8BFD}"/>
                </a:ext>
              </a:extLst>
            </p:cNvPr>
            <p:cNvGrpSpPr>
              <a:grpSpLocks/>
            </p:cNvGrpSpPr>
            <p:nvPr/>
          </p:nvGrpSpPr>
          <p:grpSpPr bwMode="auto">
            <a:xfrm>
              <a:off x="3921589" y="5865644"/>
              <a:ext cx="641350" cy="558800"/>
              <a:chOff x="-44" y="1473"/>
              <a:chExt cx="981" cy="1105"/>
            </a:xfrm>
          </p:grpSpPr>
          <p:pic>
            <p:nvPicPr>
              <p:cNvPr id="55" name="Picture 143" descr="desktop_computer_stylized_medium">
                <a:extLst>
                  <a:ext uri="{FF2B5EF4-FFF2-40B4-BE49-F238E27FC236}">
                    <a16:creationId xmlns:a16="http://schemas.microsoft.com/office/drawing/2014/main" id="{474FEB34-89AC-BBEF-4CAC-A777E823CD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Freeform 144">
                <a:extLst>
                  <a:ext uri="{FF2B5EF4-FFF2-40B4-BE49-F238E27FC236}">
                    <a16:creationId xmlns:a16="http://schemas.microsoft.com/office/drawing/2014/main" id="{64FE9A6F-28A9-6EE5-E075-10BECBF0AE7B}"/>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2" name="Group 145">
              <a:extLst>
                <a:ext uri="{FF2B5EF4-FFF2-40B4-BE49-F238E27FC236}">
                  <a16:creationId xmlns:a16="http://schemas.microsoft.com/office/drawing/2014/main" id="{D7EB9AFC-AC21-57E1-5F32-A4C780AEB60F}"/>
                </a:ext>
              </a:extLst>
            </p:cNvPr>
            <p:cNvGrpSpPr>
              <a:grpSpLocks/>
            </p:cNvGrpSpPr>
            <p:nvPr/>
          </p:nvGrpSpPr>
          <p:grpSpPr bwMode="auto">
            <a:xfrm>
              <a:off x="4833534" y="5813400"/>
              <a:ext cx="641350" cy="558800"/>
              <a:chOff x="-44" y="1473"/>
              <a:chExt cx="981" cy="1105"/>
            </a:xfrm>
          </p:grpSpPr>
          <p:pic>
            <p:nvPicPr>
              <p:cNvPr id="53" name="Picture 146" descr="desktop_computer_stylized_medium">
                <a:extLst>
                  <a:ext uri="{FF2B5EF4-FFF2-40B4-BE49-F238E27FC236}">
                    <a16:creationId xmlns:a16="http://schemas.microsoft.com/office/drawing/2014/main" id="{FE116071-D6AE-8786-18D3-F42717B0D2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Freeform 147">
                <a:extLst>
                  <a:ext uri="{FF2B5EF4-FFF2-40B4-BE49-F238E27FC236}">
                    <a16:creationId xmlns:a16="http://schemas.microsoft.com/office/drawing/2014/main" id="{B4C7D528-81C1-9DCD-9098-FCECF40B63A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88" name="Text Box 41">
            <a:extLst>
              <a:ext uri="{FF2B5EF4-FFF2-40B4-BE49-F238E27FC236}">
                <a16:creationId xmlns:a16="http://schemas.microsoft.com/office/drawing/2014/main" id="{5B4E8653-6695-F8C0-D7EB-734B2AB829FD}"/>
              </a:ext>
            </a:extLst>
          </p:cNvPr>
          <p:cNvSpPr txBox="1">
            <a:spLocks noChangeArrowheads="1"/>
          </p:cNvSpPr>
          <p:nvPr/>
        </p:nvSpPr>
        <p:spPr bwMode="auto">
          <a:xfrm>
            <a:off x="4790324" y="5542214"/>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 name="TextBox 28">
            <a:extLst>
              <a:ext uri="{FF2B5EF4-FFF2-40B4-BE49-F238E27FC236}">
                <a16:creationId xmlns:a16="http://schemas.microsoft.com/office/drawing/2014/main" id="{415A2B40-026D-B389-EA26-ADB352DBA084}"/>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9809246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E3F0B-4C46-01D2-3A1D-6BF9169EB5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7944F-B0F1-1944-BB5F-76727A9E999C}"/>
              </a:ext>
            </a:extLst>
          </p:cNvPr>
          <p:cNvSpPr>
            <a:spLocks noGrp="1"/>
          </p:cNvSpPr>
          <p:nvPr>
            <p:ph type="title"/>
          </p:nvPr>
        </p:nvSpPr>
        <p:spPr/>
        <p:txBody>
          <a:bodyPr/>
          <a:lstStyle/>
          <a:p>
            <a:r>
              <a:rPr lang="en-IN" dirty="0"/>
              <a:t>Subnets</a:t>
            </a:r>
          </a:p>
        </p:txBody>
      </p:sp>
      <p:sp>
        <p:nvSpPr>
          <p:cNvPr id="3" name="Content Placeholder 2">
            <a:extLst>
              <a:ext uri="{FF2B5EF4-FFF2-40B4-BE49-F238E27FC236}">
                <a16:creationId xmlns:a16="http://schemas.microsoft.com/office/drawing/2014/main" id="{741B0859-4447-0E68-EE42-0287B9E096A0}"/>
              </a:ext>
            </a:extLst>
          </p:cNvPr>
          <p:cNvSpPr>
            <a:spLocks noGrp="1"/>
          </p:cNvSpPr>
          <p:nvPr>
            <p:ph idx="1"/>
          </p:nvPr>
        </p:nvSpPr>
        <p:spPr/>
        <p:txBody>
          <a:bodyPr/>
          <a:lstStyle/>
          <a:p>
            <a:r>
              <a:rPr lang="en-IN" dirty="0"/>
              <a:t>How many subnets?</a:t>
            </a:r>
          </a:p>
          <a:p>
            <a:pPr lvl="1"/>
            <a:r>
              <a:rPr lang="en-IN" dirty="0"/>
              <a:t>6</a:t>
            </a:r>
          </a:p>
        </p:txBody>
      </p:sp>
      <p:sp>
        <p:nvSpPr>
          <p:cNvPr id="5" name="Freeform 2">
            <a:extLst>
              <a:ext uri="{FF2B5EF4-FFF2-40B4-BE49-F238E27FC236}">
                <a16:creationId xmlns:a16="http://schemas.microsoft.com/office/drawing/2014/main" id="{883BC7F9-7D58-74D3-0DFD-C4FBE0517692}"/>
              </a:ext>
            </a:extLst>
          </p:cNvPr>
          <p:cNvSpPr>
            <a:spLocks/>
          </p:cNvSpPr>
          <p:nvPr/>
        </p:nvSpPr>
        <p:spPr bwMode="auto">
          <a:xfrm>
            <a:off x="7898119" y="2985309"/>
            <a:ext cx="1268413" cy="1463675"/>
          </a:xfrm>
          <a:custGeom>
            <a:avLst/>
            <a:gdLst>
              <a:gd name="T0" fmla="*/ 2147483647 w 799"/>
              <a:gd name="T1" fmla="*/ 2147483647 h 922"/>
              <a:gd name="T2" fmla="*/ 2147483647 w 799"/>
              <a:gd name="T3" fmla="*/ 2147483647 h 922"/>
              <a:gd name="T4" fmla="*/ 2147483647 w 799"/>
              <a:gd name="T5" fmla="*/ 2147483647 h 922"/>
              <a:gd name="T6" fmla="*/ 2147483647 w 799"/>
              <a:gd name="T7" fmla="*/ 2147483647 h 922"/>
              <a:gd name="T8" fmla="*/ 2147483647 w 799"/>
              <a:gd name="T9" fmla="*/ 2147483647 h 922"/>
              <a:gd name="T10" fmla="*/ 2147483647 w 799"/>
              <a:gd name="T11" fmla="*/ 0 h 922"/>
              <a:gd name="T12" fmla="*/ 2147483647 w 799"/>
              <a:gd name="T13" fmla="*/ 2147483647 h 922"/>
              <a:gd name="T14" fmla="*/ 0 60000 65536"/>
              <a:gd name="T15" fmla="*/ 0 60000 65536"/>
              <a:gd name="T16" fmla="*/ 0 60000 65536"/>
              <a:gd name="T17" fmla="*/ 0 60000 65536"/>
              <a:gd name="T18" fmla="*/ 0 60000 65536"/>
              <a:gd name="T19" fmla="*/ 0 60000 65536"/>
              <a:gd name="T20" fmla="*/ 0 60000 65536"/>
              <a:gd name="T21" fmla="*/ 0 w 799"/>
              <a:gd name="T22" fmla="*/ 0 h 922"/>
              <a:gd name="T23" fmla="*/ 799 w 799"/>
              <a:gd name="T24" fmla="*/ 922 h 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9" h="922">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3">
            <a:extLst>
              <a:ext uri="{FF2B5EF4-FFF2-40B4-BE49-F238E27FC236}">
                <a16:creationId xmlns:a16="http://schemas.microsoft.com/office/drawing/2014/main" id="{C2C270E5-D09C-8A1B-45C4-1D56371AF8F0}"/>
              </a:ext>
            </a:extLst>
          </p:cNvPr>
          <p:cNvSpPr>
            <a:spLocks/>
          </p:cNvSpPr>
          <p:nvPr/>
        </p:nvSpPr>
        <p:spPr bwMode="auto">
          <a:xfrm>
            <a:off x="6699842" y="4496609"/>
            <a:ext cx="2098623" cy="361221"/>
          </a:xfrm>
          <a:custGeom>
            <a:avLst/>
            <a:gdLst>
              <a:gd name="T0" fmla="*/ 2147483647 w 1422"/>
              <a:gd name="T1" fmla="*/ 2147483647 h 206"/>
              <a:gd name="T2" fmla="*/ 2147483647 w 1422"/>
              <a:gd name="T3" fmla="*/ 2147483647 h 206"/>
              <a:gd name="T4" fmla="*/ 2147483647 w 1422"/>
              <a:gd name="T5" fmla="*/ 2147483647 h 206"/>
              <a:gd name="T6" fmla="*/ 2147483647 w 1422"/>
              <a:gd name="T7" fmla="*/ 2147483647 h 206"/>
              <a:gd name="T8" fmla="*/ 2147483647 w 1422"/>
              <a:gd name="T9" fmla="*/ 2147483647 h 206"/>
              <a:gd name="T10" fmla="*/ 2147483647 w 1422"/>
              <a:gd name="T11" fmla="*/ 2147483647 h 206"/>
              <a:gd name="T12" fmla="*/ 2147483647 w 1422"/>
              <a:gd name="T13" fmla="*/ 2147483647 h 206"/>
              <a:gd name="T14" fmla="*/ 0 60000 65536"/>
              <a:gd name="T15" fmla="*/ 0 60000 65536"/>
              <a:gd name="T16" fmla="*/ 0 60000 65536"/>
              <a:gd name="T17" fmla="*/ 0 60000 65536"/>
              <a:gd name="T18" fmla="*/ 0 60000 65536"/>
              <a:gd name="T19" fmla="*/ 0 60000 65536"/>
              <a:gd name="T20" fmla="*/ 0 60000 65536"/>
              <a:gd name="T21" fmla="*/ 0 w 1422"/>
              <a:gd name="T22" fmla="*/ 0 h 206"/>
              <a:gd name="T23" fmla="*/ 1422 w 1422"/>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2" h="206">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4">
            <a:extLst>
              <a:ext uri="{FF2B5EF4-FFF2-40B4-BE49-F238E27FC236}">
                <a16:creationId xmlns:a16="http://schemas.microsoft.com/office/drawing/2014/main" id="{488B894C-CA62-E47E-7BCA-49454FF341CA}"/>
              </a:ext>
            </a:extLst>
          </p:cNvPr>
          <p:cNvSpPr>
            <a:spLocks/>
          </p:cNvSpPr>
          <p:nvPr/>
        </p:nvSpPr>
        <p:spPr bwMode="auto">
          <a:xfrm>
            <a:off x="6345544" y="2909109"/>
            <a:ext cx="1158875" cy="1547813"/>
          </a:xfrm>
          <a:custGeom>
            <a:avLst/>
            <a:gdLst>
              <a:gd name="T0" fmla="*/ 2147483647 w 730"/>
              <a:gd name="T1" fmla="*/ 2147483647 h 975"/>
              <a:gd name="T2" fmla="*/ 2147483647 w 730"/>
              <a:gd name="T3" fmla="*/ 2147483647 h 975"/>
              <a:gd name="T4" fmla="*/ 2147483647 w 730"/>
              <a:gd name="T5" fmla="*/ 2147483647 h 975"/>
              <a:gd name="T6" fmla="*/ 2147483647 w 730"/>
              <a:gd name="T7" fmla="*/ 2147483647 h 975"/>
              <a:gd name="T8" fmla="*/ 2147483647 w 730"/>
              <a:gd name="T9" fmla="*/ 2147483647 h 975"/>
              <a:gd name="T10" fmla="*/ 0 w 730"/>
              <a:gd name="T11" fmla="*/ 2147483647 h 975"/>
              <a:gd name="T12" fmla="*/ 2147483647 w 730"/>
              <a:gd name="T13" fmla="*/ 2147483647 h 975"/>
              <a:gd name="T14" fmla="*/ 0 60000 65536"/>
              <a:gd name="T15" fmla="*/ 0 60000 65536"/>
              <a:gd name="T16" fmla="*/ 0 60000 65536"/>
              <a:gd name="T17" fmla="*/ 0 60000 65536"/>
              <a:gd name="T18" fmla="*/ 0 60000 65536"/>
              <a:gd name="T19" fmla="*/ 0 60000 65536"/>
              <a:gd name="T20" fmla="*/ 0 60000 65536"/>
              <a:gd name="T21" fmla="*/ 0 w 730"/>
              <a:gd name="T22" fmla="*/ 0 h 975"/>
              <a:gd name="T23" fmla="*/ 730 w 730"/>
              <a:gd name="T24" fmla="*/ 975 h 9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30" h="975">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5">
            <a:extLst>
              <a:ext uri="{FF2B5EF4-FFF2-40B4-BE49-F238E27FC236}">
                <a16:creationId xmlns:a16="http://schemas.microsoft.com/office/drawing/2014/main" id="{752A602A-2DB1-7439-9041-B8A6A00A3E45}"/>
              </a:ext>
            </a:extLst>
          </p:cNvPr>
          <p:cNvSpPr>
            <a:spLocks/>
          </p:cNvSpPr>
          <p:nvPr/>
        </p:nvSpPr>
        <p:spPr bwMode="auto">
          <a:xfrm rot="5265760">
            <a:off x="7334817" y="866004"/>
            <a:ext cx="1078238" cy="216217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Line 14">
            <a:extLst>
              <a:ext uri="{FF2B5EF4-FFF2-40B4-BE49-F238E27FC236}">
                <a16:creationId xmlns:a16="http://schemas.microsoft.com/office/drawing/2014/main" id="{C91063CC-EE33-CCD0-F289-F7B48D7C4678}"/>
              </a:ext>
            </a:extLst>
          </p:cNvPr>
          <p:cNvSpPr>
            <a:spLocks noChangeShapeType="1"/>
          </p:cNvSpPr>
          <p:nvPr/>
        </p:nvSpPr>
        <p:spPr bwMode="auto">
          <a:xfrm flipH="1">
            <a:off x="7639357" y="1956609"/>
            <a:ext cx="3175" cy="5921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Box 15">
            <a:extLst>
              <a:ext uri="{FF2B5EF4-FFF2-40B4-BE49-F238E27FC236}">
                <a16:creationId xmlns:a16="http://schemas.microsoft.com/office/drawing/2014/main" id="{CEF4E7C9-464C-EC99-D2FF-E860F321FA0C}"/>
              </a:ext>
            </a:extLst>
          </p:cNvPr>
          <p:cNvSpPr txBox="1">
            <a:spLocks noChangeArrowheads="1"/>
          </p:cNvSpPr>
          <p:nvPr/>
        </p:nvSpPr>
        <p:spPr bwMode="auto">
          <a:xfrm>
            <a:off x="6099456" y="140389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1" name="Rectangle 16">
            <a:extLst>
              <a:ext uri="{FF2B5EF4-FFF2-40B4-BE49-F238E27FC236}">
                <a16:creationId xmlns:a16="http://schemas.microsoft.com/office/drawing/2014/main" id="{5DFC4DDC-1549-2442-DB0B-C3A03FB09274}"/>
              </a:ext>
            </a:extLst>
          </p:cNvPr>
          <p:cNvSpPr>
            <a:spLocks noChangeArrowheads="1"/>
          </p:cNvSpPr>
          <p:nvPr/>
        </p:nvSpPr>
        <p:spPr bwMode="auto">
          <a:xfrm>
            <a:off x="7474572" y="2218547"/>
            <a:ext cx="309562"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2" name="Text Box 17">
            <a:extLst>
              <a:ext uri="{FF2B5EF4-FFF2-40B4-BE49-F238E27FC236}">
                <a16:creationId xmlns:a16="http://schemas.microsoft.com/office/drawing/2014/main" id="{CDFC04B7-2070-3580-6119-22D8AA6B5B76}"/>
              </a:ext>
            </a:extLst>
          </p:cNvPr>
          <p:cNvSpPr txBox="1">
            <a:spLocks noChangeArrowheads="1"/>
          </p:cNvSpPr>
          <p:nvPr/>
        </p:nvSpPr>
        <p:spPr bwMode="auto">
          <a:xfrm>
            <a:off x="7211846" y="2127679"/>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3" name="Text Box 18">
            <a:extLst>
              <a:ext uri="{FF2B5EF4-FFF2-40B4-BE49-F238E27FC236}">
                <a16:creationId xmlns:a16="http://schemas.microsoft.com/office/drawing/2014/main" id="{7E72A19C-0868-8BF2-93DA-AAE5A0AD8990}"/>
              </a:ext>
            </a:extLst>
          </p:cNvPr>
          <p:cNvSpPr txBox="1">
            <a:spLocks noChangeArrowheads="1"/>
          </p:cNvSpPr>
          <p:nvPr/>
        </p:nvSpPr>
        <p:spPr bwMode="auto">
          <a:xfrm>
            <a:off x="8486925" y="1514459"/>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223.1.1.4</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4" name="Freeform 19">
            <a:extLst>
              <a:ext uri="{FF2B5EF4-FFF2-40B4-BE49-F238E27FC236}">
                <a16:creationId xmlns:a16="http://schemas.microsoft.com/office/drawing/2014/main" id="{DA2C3068-3301-435F-5BD6-054C91E4B7A0}"/>
              </a:ext>
            </a:extLst>
          </p:cNvPr>
          <p:cNvSpPr>
            <a:spLocks/>
          </p:cNvSpPr>
          <p:nvPr/>
        </p:nvSpPr>
        <p:spPr bwMode="auto">
          <a:xfrm>
            <a:off x="5405744" y="4847609"/>
            <a:ext cx="1539875" cy="1070265"/>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Line 34">
            <a:extLst>
              <a:ext uri="{FF2B5EF4-FFF2-40B4-BE49-F238E27FC236}">
                <a16:creationId xmlns:a16="http://schemas.microsoft.com/office/drawing/2014/main" id="{995DED9E-1961-BEBE-B800-87DB1AAEE546}"/>
              </a:ext>
            </a:extLst>
          </p:cNvPr>
          <p:cNvSpPr>
            <a:spLocks noChangeShapeType="1"/>
          </p:cNvSpPr>
          <p:nvPr/>
        </p:nvSpPr>
        <p:spPr bwMode="auto">
          <a:xfrm>
            <a:off x="6161394" y="4833159"/>
            <a:ext cx="7938" cy="5619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Box 40">
            <a:extLst>
              <a:ext uri="{FF2B5EF4-FFF2-40B4-BE49-F238E27FC236}">
                <a16:creationId xmlns:a16="http://schemas.microsoft.com/office/drawing/2014/main" id="{162B50CB-A6E7-8B2A-5434-E961D68A0FB3}"/>
              </a:ext>
            </a:extLst>
          </p:cNvPr>
          <p:cNvSpPr txBox="1">
            <a:spLocks noChangeArrowheads="1"/>
          </p:cNvSpPr>
          <p:nvPr/>
        </p:nvSpPr>
        <p:spPr bwMode="auto">
          <a:xfrm>
            <a:off x="6523633" y="5561966"/>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7" name="Rectangle 42">
            <a:extLst>
              <a:ext uri="{FF2B5EF4-FFF2-40B4-BE49-F238E27FC236}">
                <a16:creationId xmlns:a16="http://schemas.microsoft.com/office/drawing/2014/main" id="{187446F5-22B3-07BF-379D-62AC574755B2}"/>
              </a:ext>
            </a:extLst>
          </p:cNvPr>
          <p:cNvSpPr>
            <a:spLocks noChangeArrowheads="1"/>
          </p:cNvSpPr>
          <p:nvPr/>
        </p:nvSpPr>
        <p:spPr bwMode="auto">
          <a:xfrm>
            <a:off x="6109914" y="4958572"/>
            <a:ext cx="128587"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8" name="Text Box 43">
            <a:extLst>
              <a:ext uri="{FF2B5EF4-FFF2-40B4-BE49-F238E27FC236}">
                <a16:creationId xmlns:a16="http://schemas.microsoft.com/office/drawing/2014/main" id="{32C02D5C-0A3D-4511-D926-AF78AE2AF112}"/>
              </a:ext>
            </a:extLst>
          </p:cNvPr>
          <p:cNvSpPr txBox="1">
            <a:spLocks noChangeArrowheads="1"/>
          </p:cNvSpPr>
          <p:nvPr/>
        </p:nvSpPr>
        <p:spPr bwMode="auto">
          <a:xfrm>
            <a:off x="5577277" y="487598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223.1.2.6</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9" name="Freeform 45">
            <a:extLst>
              <a:ext uri="{FF2B5EF4-FFF2-40B4-BE49-F238E27FC236}">
                <a16:creationId xmlns:a16="http://schemas.microsoft.com/office/drawing/2014/main" id="{4EAA25B6-DC25-5DA5-6073-14A52B7952FA}"/>
              </a:ext>
            </a:extLst>
          </p:cNvPr>
          <p:cNvSpPr>
            <a:spLocks/>
          </p:cNvSpPr>
          <p:nvPr/>
        </p:nvSpPr>
        <p:spPr bwMode="auto">
          <a:xfrm>
            <a:off x="8423582" y="4858944"/>
            <a:ext cx="1539875" cy="1129777"/>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ine 60">
            <a:extLst>
              <a:ext uri="{FF2B5EF4-FFF2-40B4-BE49-F238E27FC236}">
                <a16:creationId xmlns:a16="http://schemas.microsoft.com/office/drawing/2014/main" id="{912DC4A0-B2B6-A694-E823-1DC60148EC96}"/>
              </a:ext>
            </a:extLst>
          </p:cNvPr>
          <p:cNvSpPr>
            <a:spLocks noChangeShapeType="1"/>
          </p:cNvSpPr>
          <p:nvPr/>
        </p:nvSpPr>
        <p:spPr bwMode="auto">
          <a:xfrm>
            <a:off x="9190344" y="4852209"/>
            <a:ext cx="1588" cy="520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Box 66">
            <a:extLst>
              <a:ext uri="{FF2B5EF4-FFF2-40B4-BE49-F238E27FC236}">
                <a16:creationId xmlns:a16="http://schemas.microsoft.com/office/drawing/2014/main" id="{BFA9226A-FA6E-1E0B-1D64-96AAE582BAC3}"/>
              </a:ext>
            </a:extLst>
          </p:cNvPr>
          <p:cNvSpPr txBox="1">
            <a:spLocks noChangeArrowheads="1"/>
          </p:cNvSpPr>
          <p:nvPr/>
        </p:nvSpPr>
        <p:spPr bwMode="auto">
          <a:xfrm>
            <a:off x="9708446" y="575766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2" name="Text Box 67">
            <a:extLst>
              <a:ext uri="{FF2B5EF4-FFF2-40B4-BE49-F238E27FC236}">
                <a16:creationId xmlns:a16="http://schemas.microsoft.com/office/drawing/2014/main" id="{597BF79A-BC0F-DAAA-6196-AE247EBCBE47}"/>
              </a:ext>
            </a:extLst>
          </p:cNvPr>
          <p:cNvSpPr txBox="1">
            <a:spLocks noChangeArrowheads="1"/>
          </p:cNvSpPr>
          <p:nvPr/>
        </p:nvSpPr>
        <p:spPr bwMode="auto">
          <a:xfrm>
            <a:off x="7937662" y="565938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3" name="Rectangle 68">
            <a:extLst>
              <a:ext uri="{FF2B5EF4-FFF2-40B4-BE49-F238E27FC236}">
                <a16:creationId xmlns:a16="http://schemas.microsoft.com/office/drawing/2014/main" id="{D247CBF2-9283-5447-D17C-25B68FBB05A6}"/>
              </a:ext>
            </a:extLst>
          </p:cNvPr>
          <p:cNvSpPr>
            <a:spLocks noChangeArrowheads="1"/>
          </p:cNvSpPr>
          <p:nvPr/>
        </p:nvSpPr>
        <p:spPr bwMode="auto">
          <a:xfrm>
            <a:off x="9131607" y="4952222"/>
            <a:ext cx="128587"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4" name="Text Box 69">
            <a:extLst>
              <a:ext uri="{FF2B5EF4-FFF2-40B4-BE49-F238E27FC236}">
                <a16:creationId xmlns:a16="http://schemas.microsoft.com/office/drawing/2014/main" id="{5E9480C5-6933-CA57-7AD7-9477AF52DDEA}"/>
              </a:ext>
            </a:extLst>
          </p:cNvPr>
          <p:cNvSpPr txBox="1">
            <a:spLocks noChangeArrowheads="1"/>
          </p:cNvSpPr>
          <p:nvPr/>
        </p:nvSpPr>
        <p:spPr bwMode="auto">
          <a:xfrm>
            <a:off x="8621888" y="4864398"/>
            <a:ext cx="10679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223.1.3.27</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5" name="Text Box 86">
            <a:extLst>
              <a:ext uri="{FF2B5EF4-FFF2-40B4-BE49-F238E27FC236}">
                <a16:creationId xmlns:a16="http://schemas.microsoft.com/office/drawing/2014/main" id="{39600D58-BE3D-56A2-C41D-BE7E8E6BDEC7}"/>
              </a:ext>
            </a:extLst>
          </p:cNvPr>
          <p:cNvSpPr txBox="1">
            <a:spLocks noChangeArrowheads="1"/>
          </p:cNvSpPr>
          <p:nvPr/>
        </p:nvSpPr>
        <p:spPr bwMode="auto">
          <a:xfrm>
            <a:off x="7401232" y="55823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223.1.1.2</a:t>
            </a:r>
          </a:p>
        </p:txBody>
      </p:sp>
      <p:sp>
        <p:nvSpPr>
          <p:cNvPr id="26" name="Line 87">
            <a:extLst>
              <a:ext uri="{FF2B5EF4-FFF2-40B4-BE49-F238E27FC236}">
                <a16:creationId xmlns:a16="http://schemas.microsoft.com/office/drawing/2014/main" id="{5150AE1E-861E-9E05-8910-7DFEFEE83595}"/>
              </a:ext>
            </a:extLst>
          </p:cNvPr>
          <p:cNvSpPr>
            <a:spLocks noChangeShapeType="1"/>
          </p:cNvSpPr>
          <p:nvPr/>
        </p:nvSpPr>
        <p:spPr bwMode="auto">
          <a:xfrm flipV="1">
            <a:off x="6374119" y="2928159"/>
            <a:ext cx="1114425"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88">
            <a:extLst>
              <a:ext uri="{FF2B5EF4-FFF2-40B4-BE49-F238E27FC236}">
                <a16:creationId xmlns:a16="http://schemas.microsoft.com/office/drawing/2014/main" id="{D5389B02-F9AD-15B1-BE21-7A3EA320BF4F}"/>
              </a:ext>
            </a:extLst>
          </p:cNvPr>
          <p:cNvSpPr>
            <a:spLocks noChangeShapeType="1"/>
          </p:cNvSpPr>
          <p:nvPr/>
        </p:nvSpPr>
        <p:spPr bwMode="auto">
          <a:xfrm flipH="1" flipV="1">
            <a:off x="7888594" y="2909109"/>
            <a:ext cx="1276350"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89">
            <a:extLst>
              <a:ext uri="{FF2B5EF4-FFF2-40B4-BE49-F238E27FC236}">
                <a16:creationId xmlns:a16="http://schemas.microsoft.com/office/drawing/2014/main" id="{EC376A9B-B157-1563-1DCE-91E9BBE222B6}"/>
              </a:ext>
            </a:extLst>
          </p:cNvPr>
          <p:cNvSpPr>
            <a:spLocks noChangeShapeType="1"/>
          </p:cNvSpPr>
          <p:nvPr/>
        </p:nvSpPr>
        <p:spPr bwMode="auto">
          <a:xfrm flipH="1" flipV="1">
            <a:off x="6564619" y="4671234"/>
            <a:ext cx="2305050" cy="9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Box 90">
            <a:extLst>
              <a:ext uri="{FF2B5EF4-FFF2-40B4-BE49-F238E27FC236}">
                <a16:creationId xmlns:a16="http://schemas.microsoft.com/office/drawing/2014/main" id="{7BD56AB4-B3F5-3BB8-ADCD-FBDBD6E42C47}"/>
              </a:ext>
            </a:extLst>
          </p:cNvPr>
          <p:cNvSpPr txBox="1">
            <a:spLocks noChangeArrowheads="1"/>
          </p:cNvSpPr>
          <p:nvPr/>
        </p:nvSpPr>
        <p:spPr bwMode="auto">
          <a:xfrm>
            <a:off x="7967969" y="282179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223.1.7.0</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0" name="Text Box 91">
            <a:extLst>
              <a:ext uri="{FF2B5EF4-FFF2-40B4-BE49-F238E27FC236}">
                <a16:creationId xmlns:a16="http://schemas.microsoft.com/office/drawing/2014/main" id="{036D9B6C-4C7A-361F-BDE5-5B8BC6BBEF59}"/>
              </a:ext>
            </a:extLst>
          </p:cNvPr>
          <p:cNvSpPr txBox="1">
            <a:spLocks noChangeArrowheads="1"/>
          </p:cNvSpPr>
          <p:nvPr/>
        </p:nvSpPr>
        <p:spPr bwMode="auto">
          <a:xfrm>
            <a:off x="9044294" y="410767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223.1.7.1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1" name="Text Box 92">
            <a:extLst>
              <a:ext uri="{FF2B5EF4-FFF2-40B4-BE49-F238E27FC236}">
                <a16:creationId xmlns:a16="http://schemas.microsoft.com/office/drawing/2014/main" id="{E38E2674-F81B-7D2D-670E-9E8D4877F059}"/>
              </a:ext>
            </a:extLst>
          </p:cNvPr>
          <p:cNvSpPr txBox="1">
            <a:spLocks noChangeArrowheads="1"/>
          </p:cNvSpPr>
          <p:nvPr/>
        </p:nvSpPr>
        <p:spPr bwMode="auto">
          <a:xfrm>
            <a:off x="7806044" y="436484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223.1.8.0</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2" name="Text Box 93">
            <a:extLst>
              <a:ext uri="{FF2B5EF4-FFF2-40B4-BE49-F238E27FC236}">
                <a16:creationId xmlns:a16="http://schemas.microsoft.com/office/drawing/2014/main" id="{7351427E-E0E7-874C-76BD-C84C2B6239EB}"/>
              </a:ext>
            </a:extLst>
          </p:cNvPr>
          <p:cNvSpPr txBox="1">
            <a:spLocks noChangeArrowheads="1"/>
          </p:cNvSpPr>
          <p:nvPr/>
        </p:nvSpPr>
        <p:spPr bwMode="auto">
          <a:xfrm>
            <a:off x="6558269" y="436484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223.1.8.1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3" name="Text Box 94">
            <a:extLst>
              <a:ext uri="{FF2B5EF4-FFF2-40B4-BE49-F238E27FC236}">
                <a16:creationId xmlns:a16="http://schemas.microsoft.com/office/drawing/2014/main" id="{19F3CCDA-E7FE-5AD7-AC93-284300A38F26}"/>
              </a:ext>
            </a:extLst>
          </p:cNvPr>
          <p:cNvSpPr txBox="1">
            <a:spLocks noChangeArrowheads="1"/>
          </p:cNvSpPr>
          <p:nvPr/>
        </p:nvSpPr>
        <p:spPr bwMode="auto">
          <a:xfrm>
            <a:off x="5481944" y="406957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223.1.9.1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4" name="Text Box 95">
            <a:extLst>
              <a:ext uri="{FF2B5EF4-FFF2-40B4-BE49-F238E27FC236}">
                <a16:creationId xmlns:a16="http://schemas.microsoft.com/office/drawing/2014/main" id="{7275E957-1615-D043-0FC3-13FCF3B939A5}"/>
              </a:ext>
            </a:extLst>
          </p:cNvPr>
          <p:cNvSpPr txBox="1">
            <a:spLocks noChangeArrowheads="1"/>
          </p:cNvSpPr>
          <p:nvPr/>
        </p:nvSpPr>
        <p:spPr bwMode="auto">
          <a:xfrm>
            <a:off x="6348719" y="283132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223.1.9.2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35" name="Straight Connector 34">
            <a:extLst>
              <a:ext uri="{FF2B5EF4-FFF2-40B4-BE49-F238E27FC236}">
                <a16:creationId xmlns:a16="http://schemas.microsoft.com/office/drawing/2014/main" id="{D36C52FE-2AB1-B4C3-8372-96996547C726}"/>
              </a:ext>
            </a:extLst>
          </p:cNvPr>
          <p:cNvCxnSpPr>
            <a:cxnSpLocks/>
          </p:cNvCxnSpPr>
          <p:nvPr/>
        </p:nvCxnSpPr>
        <p:spPr>
          <a:xfrm>
            <a:off x="7907727" y="1333593"/>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B000A9C-1825-77E2-5868-684D0AB98DF6}"/>
              </a:ext>
            </a:extLst>
          </p:cNvPr>
          <p:cNvCxnSpPr>
            <a:cxnSpLocks/>
          </p:cNvCxnSpPr>
          <p:nvPr/>
        </p:nvCxnSpPr>
        <p:spPr>
          <a:xfrm>
            <a:off x="7077714" y="1391530"/>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A6EB3D1-C0B4-0629-6B98-75379576A8D0}"/>
              </a:ext>
            </a:extLst>
          </p:cNvPr>
          <p:cNvCxnSpPr>
            <a:cxnSpLocks/>
          </p:cNvCxnSpPr>
          <p:nvPr/>
        </p:nvCxnSpPr>
        <p:spPr>
          <a:xfrm>
            <a:off x="8747817" y="1349966"/>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BAF8544-0405-14EA-5189-6EBEFFD954A8}"/>
              </a:ext>
            </a:extLst>
          </p:cNvPr>
          <p:cNvCxnSpPr>
            <a:cxnSpLocks/>
          </p:cNvCxnSpPr>
          <p:nvPr/>
        </p:nvCxnSpPr>
        <p:spPr>
          <a:xfrm>
            <a:off x="9721099" y="5845766"/>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0AC54DE-4B0B-2761-1C3D-307B9B450BD3}"/>
              </a:ext>
            </a:extLst>
          </p:cNvPr>
          <p:cNvCxnSpPr>
            <a:cxnSpLocks/>
          </p:cNvCxnSpPr>
          <p:nvPr/>
        </p:nvCxnSpPr>
        <p:spPr>
          <a:xfrm>
            <a:off x="8855191" y="58319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C4A9652-B0B5-EC5F-C5B0-14AE2F98F185}"/>
              </a:ext>
            </a:extLst>
          </p:cNvPr>
          <p:cNvCxnSpPr>
            <a:cxnSpLocks/>
          </p:cNvCxnSpPr>
          <p:nvPr/>
        </p:nvCxnSpPr>
        <p:spPr>
          <a:xfrm>
            <a:off x="6527626" y="57176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F48B59C-CE25-3926-0AA2-D1623556DDBE}"/>
              </a:ext>
            </a:extLst>
          </p:cNvPr>
          <p:cNvCxnSpPr>
            <a:cxnSpLocks/>
          </p:cNvCxnSpPr>
          <p:nvPr/>
        </p:nvCxnSpPr>
        <p:spPr>
          <a:xfrm>
            <a:off x="5734453" y="57557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Text Box 41">
            <a:extLst>
              <a:ext uri="{FF2B5EF4-FFF2-40B4-BE49-F238E27FC236}">
                <a16:creationId xmlns:a16="http://schemas.microsoft.com/office/drawing/2014/main" id="{5E0F4933-5C51-CC73-BFA0-6D4823B5050F}"/>
              </a:ext>
            </a:extLst>
          </p:cNvPr>
          <p:cNvSpPr txBox="1">
            <a:spLocks noChangeArrowheads="1"/>
          </p:cNvSpPr>
          <p:nvPr/>
        </p:nvSpPr>
        <p:spPr bwMode="auto">
          <a:xfrm>
            <a:off x="4790324" y="5542214"/>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97" name="Straight Connector 96">
            <a:extLst>
              <a:ext uri="{FF2B5EF4-FFF2-40B4-BE49-F238E27FC236}">
                <a16:creationId xmlns:a16="http://schemas.microsoft.com/office/drawing/2014/main" id="{4E186742-159E-59FC-0A81-381D01D44567}"/>
              </a:ext>
            </a:extLst>
          </p:cNvPr>
          <p:cNvCxnSpPr/>
          <p:nvPr/>
        </p:nvCxnSpPr>
        <p:spPr>
          <a:xfrm flipV="1">
            <a:off x="7640664" y="4602997"/>
            <a:ext cx="0" cy="34096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134BEA1-2ED2-0762-6D40-306BC4A020B6}"/>
                  </a:ext>
                </a:extLst>
              </p14:cNvPr>
              <p14:cNvContentPartPr/>
              <p14:nvPr/>
            </p14:nvContentPartPr>
            <p14:xfrm>
              <a:off x="4896000" y="2490120"/>
              <a:ext cx="5934240" cy="4212360"/>
            </p14:xfrm>
          </p:contentPart>
        </mc:Choice>
        <mc:Fallback xmlns="">
          <p:pic>
            <p:nvPicPr>
              <p:cNvPr id="4" name="Ink 3">
                <a:extLst>
                  <a:ext uri="{FF2B5EF4-FFF2-40B4-BE49-F238E27FC236}">
                    <a16:creationId xmlns:a16="http://schemas.microsoft.com/office/drawing/2014/main" id="{A134BEA1-2ED2-0762-6D40-306BC4A020B6}"/>
                  </a:ext>
                </a:extLst>
              </p:cNvPr>
              <p:cNvPicPr/>
              <p:nvPr/>
            </p:nvPicPr>
            <p:blipFill>
              <a:blip r:embed="rId3"/>
              <a:stretch>
                <a:fillRect/>
              </a:stretch>
            </p:blipFill>
            <p:spPr>
              <a:xfrm>
                <a:off x="4886640" y="2480760"/>
                <a:ext cx="5952960" cy="4231080"/>
              </a:xfrm>
              <a:prstGeom prst="rect">
                <a:avLst/>
              </a:prstGeom>
            </p:spPr>
          </p:pic>
        </mc:Fallback>
      </mc:AlternateContent>
      <p:sp>
        <p:nvSpPr>
          <p:cNvPr id="42" name="TextBox 28">
            <a:extLst>
              <a:ext uri="{FF2B5EF4-FFF2-40B4-BE49-F238E27FC236}">
                <a16:creationId xmlns:a16="http://schemas.microsoft.com/office/drawing/2014/main" id="{4E2EE897-F605-21D7-5A8C-C587C6729079}"/>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18483165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EC4BA-0098-FF19-75CF-36AF4D838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19AAD-E323-BAD6-0435-6F7B31AB4F8B}"/>
              </a:ext>
            </a:extLst>
          </p:cNvPr>
          <p:cNvSpPr>
            <a:spLocks noGrp="1"/>
          </p:cNvSpPr>
          <p:nvPr>
            <p:ph type="title"/>
          </p:nvPr>
        </p:nvSpPr>
        <p:spPr/>
        <p:txBody>
          <a:bodyPr/>
          <a:lstStyle/>
          <a:p>
            <a:r>
              <a:rPr lang="en-IN" dirty="0"/>
              <a:t>Subnet address</a:t>
            </a:r>
          </a:p>
        </p:txBody>
      </p:sp>
      <p:sp>
        <p:nvSpPr>
          <p:cNvPr id="3" name="Content Placeholder 2">
            <a:extLst>
              <a:ext uri="{FF2B5EF4-FFF2-40B4-BE49-F238E27FC236}">
                <a16:creationId xmlns:a16="http://schemas.microsoft.com/office/drawing/2014/main" id="{9332D60E-6FDD-436F-B719-68B254D5F7E1}"/>
              </a:ext>
            </a:extLst>
          </p:cNvPr>
          <p:cNvSpPr>
            <a:spLocks noGrp="1"/>
          </p:cNvSpPr>
          <p:nvPr>
            <p:ph idx="1"/>
          </p:nvPr>
        </p:nvSpPr>
        <p:spPr/>
        <p:txBody>
          <a:bodyPr/>
          <a:lstStyle/>
          <a:p>
            <a:r>
              <a:rPr lang="en-IN" dirty="0"/>
              <a:t>Subnet IP addresses?</a:t>
            </a:r>
          </a:p>
          <a:p>
            <a:pPr marL="457200" lvl="1" indent="0">
              <a:buNone/>
            </a:pPr>
            <a:endParaRPr lang="en-IN" dirty="0"/>
          </a:p>
        </p:txBody>
      </p:sp>
      <p:sp>
        <p:nvSpPr>
          <p:cNvPr id="5" name="Freeform 2">
            <a:extLst>
              <a:ext uri="{FF2B5EF4-FFF2-40B4-BE49-F238E27FC236}">
                <a16:creationId xmlns:a16="http://schemas.microsoft.com/office/drawing/2014/main" id="{E52F199B-24B9-9F06-BFA5-CBFBD624AFCD}"/>
              </a:ext>
            </a:extLst>
          </p:cNvPr>
          <p:cNvSpPr>
            <a:spLocks/>
          </p:cNvSpPr>
          <p:nvPr/>
        </p:nvSpPr>
        <p:spPr bwMode="auto">
          <a:xfrm>
            <a:off x="7898119" y="2985309"/>
            <a:ext cx="1268413" cy="1463675"/>
          </a:xfrm>
          <a:custGeom>
            <a:avLst/>
            <a:gdLst>
              <a:gd name="T0" fmla="*/ 2147483647 w 799"/>
              <a:gd name="T1" fmla="*/ 2147483647 h 922"/>
              <a:gd name="T2" fmla="*/ 2147483647 w 799"/>
              <a:gd name="T3" fmla="*/ 2147483647 h 922"/>
              <a:gd name="T4" fmla="*/ 2147483647 w 799"/>
              <a:gd name="T5" fmla="*/ 2147483647 h 922"/>
              <a:gd name="T6" fmla="*/ 2147483647 w 799"/>
              <a:gd name="T7" fmla="*/ 2147483647 h 922"/>
              <a:gd name="T8" fmla="*/ 2147483647 w 799"/>
              <a:gd name="T9" fmla="*/ 2147483647 h 922"/>
              <a:gd name="T10" fmla="*/ 2147483647 w 799"/>
              <a:gd name="T11" fmla="*/ 0 h 922"/>
              <a:gd name="T12" fmla="*/ 2147483647 w 799"/>
              <a:gd name="T13" fmla="*/ 2147483647 h 922"/>
              <a:gd name="T14" fmla="*/ 0 60000 65536"/>
              <a:gd name="T15" fmla="*/ 0 60000 65536"/>
              <a:gd name="T16" fmla="*/ 0 60000 65536"/>
              <a:gd name="T17" fmla="*/ 0 60000 65536"/>
              <a:gd name="T18" fmla="*/ 0 60000 65536"/>
              <a:gd name="T19" fmla="*/ 0 60000 65536"/>
              <a:gd name="T20" fmla="*/ 0 60000 65536"/>
              <a:gd name="T21" fmla="*/ 0 w 799"/>
              <a:gd name="T22" fmla="*/ 0 h 922"/>
              <a:gd name="T23" fmla="*/ 799 w 799"/>
              <a:gd name="T24" fmla="*/ 922 h 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9" h="922">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3">
            <a:extLst>
              <a:ext uri="{FF2B5EF4-FFF2-40B4-BE49-F238E27FC236}">
                <a16:creationId xmlns:a16="http://schemas.microsoft.com/office/drawing/2014/main" id="{FA222CA0-AD8F-255F-DD93-756F173208D7}"/>
              </a:ext>
            </a:extLst>
          </p:cNvPr>
          <p:cNvSpPr>
            <a:spLocks/>
          </p:cNvSpPr>
          <p:nvPr/>
        </p:nvSpPr>
        <p:spPr bwMode="auto">
          <a:xfrm>
            <a:off x="6699842" y="4496609"/>
            <a:ext cx="2098623" cy="361221"/>
          </a:xfrm>
          <a:custGeom>
            <a:avLst/>
            <a:gdLst>
              <a:gd name="T0" fmla="*/ 2147483647 w 1422"/>
              <a:gd name="T1" fmla="*/ 2147483647 h 206"/>
              <a:gd name="T2" fmla="*/ 2147483647 w 1422"/>
              <a:gd name="T3" fmla="*/ 2147483647 h 206"/>
              <a:gd name="T4" fmla="*/ 2147483647 w 1422"/>
              <a:gd name="T5" fmla="*/ 2147483647 h 206"/>
              <a:gd name="T6" fmla="*/ 2147483647 w 1422"/>
              <a:gd name="T7" fmla="*/ 2147483647 h 206"/>
              <a:gd name="T8" fmla="*/ 2147483647 w 1422"/>
              <a:gd name="T9" fmla="*/ 2147483647 h 206"/>
              <a:gd name="T10" fmla="*/ 2147483647 w 1422"/>
              <a:gd name="T11" fmla="*/ 2147483647 h 206"/>
              <a:gd name="T12" fmla="*/ 2147483647 w 1422"/>
              <a:gd name="T13" fmla="*/ 2147483647 h 206"/>
              <a:gd name="T14" fmla="*/ 0 60000 65536"/>
              <a:gd name="T15" fmla="*/ 0 60000 65536"/>
              <a:gd name="T16" fmla="*/ 0 60000 65536"/>
              <a:gd name="T17" fmla="*/ 0 60000 65536"/>
              <a:gd name="T18" fmla="*/ 0 60000 65536"/>
              <a:gd name="T19" fmla="*/ 0 60000 65536"/>
              <a:gd name="T20" fmla="*/ 0 60000 65536"/>
              <a:gd name="T21" fmla="*/ 0 w 1422"/>
              <a:gd name="T22" fmla="*/ 0 h 206"/>
              <a:gd name="T23" fmla="*/ 1422 w 1422"/>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2" h="206">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4">
            <a:extLst>
              <a:ext uri="{FF2B5EF4-FFF2-40B4-BE49-F238E27FC236}">
                <a16:creationId xmlns:a16="http://schemas.microsoft.com/office/drawing/2014/main" id="{09F1814F-7BC5-0DFE-25D5-B632CF52822F}"/>
              </a:ext>
            </a:extLst>
          </p:cNvPr>
          <p:cNvSpPr>
            <a:spLocks/>
          </p:cNvSpPr>
          <p:nvPr/>
        </p:nvSpPr>
        <p:spPr bwMode="auto">
          <a:xfrm>
            <a:off x="6345544" y="2909109"/>
            <a:ext cx="1158875" cy="1547813"/>
          </a:xfrm>
          <a:custGeom>
            <a:avLst/>
            <a:gdLst>
              <a:gd name="T0" fmla="*/ 2147483647 w 730"/>
              <a:gd name="T1" fmla="*/ 2147483647 h 975"/>
              <a:gd name="T2" fmla="*/ 2147483647 w 730"/>
              <a:gd name="T3" fmla="*/ 2147483647 h 975"/>
              <a:gd name="T4" fmla="*/ 2147483647 w 730"/>
              <a:gd name="T5" fmla="*/ 2147483647 h 975"/>
              <a:gd name="T6" fmla="*/ 2147483647 w 730"/>
              <a:gd name="T7" fmla="*/ 2147483647 h 975"/>
              <a:gd name="T8" fmla="*/ 2147483647 w 730"/>
              <a:gd name="T9" fmla="*/ 2147483647 h 975"/>
              <a:gd name="T10" fmla="*/ 0 w 730"/>
              <a:gd name="T11" fmla="*/ 2147483647 h 975"/>
              <a:gd name="T12" fmla="*/ 2147483647 w 730"/>
              <a:gd name="T13" fmla="*/ 2147483647 h 975"/>
              <a:gd name="T14" fmla="*/ 0 60000 65536"/>
              <a:gd name="T15" fmla="*/ 0 60000 65536"/>
              <a:gd name="T16" fmla="*/ 0 60000 65536"/>
              <a:gd name="T17" fmla="*/ 0 60000 65536"/>
              <a:gd name="T18" fmla="*/ 0 60000 65536"/>
              <a:gd name="T19" fmla="*/ 0 60000 65536"/>
              <a:gd name="T20" fmla="*/ 0 60000 65536"/>
              <a:gd name="T21" fmla="*/ 0 w 730"/>
              <a:gd name="T22" fmla="*/ 0 h 975"/>
              <a:gd name="T23" fmla="*/ 730 w 730"/>
              <a:gd name="T24" fmla="*/ 975 h 9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30" h="975">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5">
            <a:extLst>
              <a:ext uri="{FF2B5EF4-FFF2-40B4-BE49-F238E27FC236}">
                <a16:creationId xmlns:a16="http://schemas.microsoft.com/office/drawing/2014/main" id="{031566C4-616A-CDBC-1BFF-1F1D115AD335}"/>
              </a:ext>
            </a:extLst>
          </p:cNvPr>
          <p:cNvSpPr>
            <a:spLocks/>
          </p:cNvSpPr>
          <p:nvPr/>
        </p:nvSpPr>
        <p:spPr bwMode="auto">
          <a:xfrm rot="5265760">
            <a:off x="7334817" y="866004"/>
            <a:ext cx="1078238" cy="216217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Line 14">
            <a:extLst>
              <a:ext uri="{FF2B5EF4-FFF2-40B4-BE49-F238E27FC236}">
                <a16:creationId xmlns:a16="http://schemas.microsoft.com/office/drawing/2014/main" id="{C559CF61-49A1-1B48-1CEC-A5D244C8F256}"/>
              </a:ext>
            </a:extLst>
          </p:cNvPr>
          <p:cNvSpPr>
            <a:spLocks noChangeShapeType="1"/>
          </p:cNvSpPr>
          <p:nvPr/>
        </p:nvSpPr>
        <p:spPr bwMode="auto">
          <a:xfrm flipH="1">
            <a:off x="7639357" y="1956609"/>
            <a:ext cx="3175" cy="5921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Box 15">
            <a:extLst>
              <a:ext uri="{FF2B5EF4-FFF2-40B4-BE49-F238E27FC236}">
                <a16:creationId xmlns:a16="http://schemas.microsoft.com/office/drawing/2014/main" id="{9FC762F9-04C1-537C-0BE8-EAEFABD2110D}"/>
              </a:ext>
            </a:extLst>
          </p:cNvPr>
          <p:cNvSpPr txBox="1">
            <a:spLocks noChangeArrowheads="1"/>
          </p:cNvSpPr>
          <p:nvPr/>
        </p:nvSpPr>
        <p:spPr bwMode="auto">
          <a:xfrm>
            <a:off x="6099456" y="140389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1" name="Rectangle 16">
            <a:extLst>
              <a:ext uri="{FF2B5EF4-FFF2-40B4-BE49-F238E27FC236}">
                <a16:creationId xmlns:a16="http://schemas.microsoft.com/office/drawing/2014/main" id="{A0EF1D89-D019-D285-61DE-74D42DDA358F}"/>
              </a:ext>
            </a:extLst>
          </p:cNvPr>
          <p:cNvSpPr>
            <a:spLocks noChangeArrowheads="1"/>
          </p:cNvSpPr>
          <p:nvPr/>
        </p:nvSpPr>
        <p:spPr bwMode="auto">
          <a:xfrm>
            <a:off x="7474572" y="2218547"/>
            <a:ext cx="309562"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2" name="Text Box 17">
            <a:extLst>
              <a:ext uri="{FF2B5EF4-FFF2-40B4-BE49-F238E27FC236}">
                <a16:creationId xmlns:a16="http://schemas.microsoft.com/office/drawing/2014/main" id="{77CB3710-6382-B6CF-FB84-5B1F2E49BF15}"/>
              </a:ext>
            </a:extLst>
          </p:cNvPr>
          <p:cNvSpPr txBox="1">
            <a:spLocks noChangeArrowheads="1"/>
          </p:cNvSpPr>
          <p:nvPr/>
        </p:nvSpPr>
        <p:spPr bwMode="auto">
          <a:xfrm>
            <a:off x="7211846" y="2127679"/>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3" name="Text Box 18">
            <a:extLst>
              <a:ext uri="{FF2B5EF4-FFF2-40B4-BE49-F238E27FC236}">
                <a16:creationId xmlns:a16="http://schemas.microsoft.com/office/drawing/2014/main" id="{A98157B0-0A99-4DE8-60E1-BAD0E75ED254}"/>
              </a:ext>
            </a:extLst>
          </p:cNvPr>
          <p:cNvSpPr txBox="1">
            <a:spLocks noChangeArrowheads="1"/>
          </p:cNvSpPr>
          <p:nvPr/>
        </p:nvSpPr>
        <p:spPr bwMode="auto">
          <a:xfrm>
            <a:off x="8486925" y="1514459"/>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223.1.1.4</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4" name="Freeform 19">
            <a:extLst>
              <a:ext uri="{FF2B5EF4-FFF2-40B4-BE49-F238E27FC236}">
                <a16:creationId xmlns:a16="http://schemas.microsoft.com/office/drawing/2014/main" id="{ADE1732F-1C48-23FD-6059-634995403C2F}"/>
              </a:ext>
            </a:extLst>
          </p:cNvPr>
          <p:cNvSpPr>
            <a:spLocks/>
          </p:cNvSpPr>
          <p:nvPr/>
        </p:nvSpPr>
        <p:spPr bwMode="auto">
          <a:xfrm>
            <a:off x="5405744" y="4847609"/>
            <a:ext cx="1539875" cy="1070265"/>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Line 34">
            <a:extLst>
              <a:ext uri="{FF2B5EF4-FFF2-40B4-BE49-F238E27FC236}">
                <a16:creationId xmlns:a16="http://schemas.microsoft.com/office/drawing/2014/main" id="{72B5C06D-524C-E2C5-8774-B4DDDE6ACA54}"/>
              </a:ext>
            </a:extLst>
          </p:cNvPr>
          <p:cNvSpPr>
            <a:spLocks noChangeShapeType="1"/>
          </p:cNvSpPr>
          <p:nvPr/>
        </p:nvSpPr>
        <p:spPr bwMode="auto">
          <a:xfrm>
            <a:off x="6161394" y="4833159"/>
            <a:ext cx="7938" cy="5619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Box 40">
            <a:extLst>
              <a:ext uri="{FF2B5EF4-FFF2-40B4-BE49-F238E27FC236}">
                <a16:creationId xmlns:a16="http://schemas.microsoft.com/office/drawing/2014/main" id="{6FE493DB-846F-3E35-CD44-83C15B82CDB3}"/>
              </a:ext>
            </a:extLst>
          </p:cNvPr>
          <p:cNvSpPr txBox="1">
            <a:spLocks noChangeArrowheads="1"/>
          </p:cNvSpPr>
          <p:nvPr/>
        </p:nvSpPr>
        <p:spPr bwMode="auto">
          <a:xfrm>
            <a:off x="6523633" y="5561966"/>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7" name="Rectangle 42">
            <a:extLst>
              <a:ext uri="{FF2B5EF4-FFF2-40B4-BE49-F238E27FC236}">
                <a16:creationId xmlns:a16="http://schemas.microsoft.com/office/drawing/2014/main" id="{75ED5BAC-F66B-F748-BBE6-B181C8046C54}"/>
              </a:ext>
            </a:extLst>
          </p:cNvPr>
          <p:cNvSpPr>
            <a:spLocks noChangeArrowheads="1"/>
          </p:cNvSpPr>
          <p:nvPr/>
        </p:nvSpPr>
        <p:spPr bwMode="auto">
          <a:xfrm>
            <a:off x="6109914" y="4958572"/>
            <a:ext cx="128587"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8" name="Text Box 43">
            <a:extLst>
              <a:ext uri="{FF2B5EF4-FFF2-40B4-BE49-F238E27FC236}">
                <a16:creationId xmlns:a16="http://schemas.microsoft.com/office/drawing/2014/main" id="{5F33F0A1-B084-871F-D8F7-C0D76781DB8A}"/>
              </a:ext>
            </a:extLst>
          </p:cNvPr>
          <p:cNvSpPr txBox="1">
            <a:spLocks noChangeArrowheads="1"/>
          </p:cNvSpPr>
          <p:nvPr/>
        </p:nvSpPr>
        <p:spPr bwMode="auto">
          <a:xfrm>
            <a:off x="5577277" y="487598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223.1.2.6</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9" name="Freeform 45">
            <a:extLst>
              <a:ext uri="{FF2B5EF4-FFF2-40B4-BE49-F238E27FC236}">
                <a16:creationId xmlns:a16="http://schemas.microsoft.com/office/drawing/2014/main" id="{C4BC027E-3BC7-5019-8A83-07311564616E}"/>
              </a:ext>
            </a:extLst>
          </p:cNvPr>
          <p:cNvSpPr>
            <a:spLocks/>
          </p:cNvSpPr>
          <p:nvPr/>
        </p:nvSpPr>
        <p:spPr bwMode="auto">
          <a:xfrm>
            <a:off x="8423582" y="4858944"/>
            <a:ext cx="1539875" cy="1129777"/>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ine 60">
            <a:extLst>
              <a:ext uri="{FF2B5EF4-FFF2-40B4-BE49-F238E27FC236}">
                <a16:creationId xmlns:a16="http://schemas.microsoft.com/office/drawing/2014/main" id="{8CCFC683-E488-BF26-8D59-5F0A5FA5EACA}"/>
              </a:ext>
            </a:extLst>
          </p:cNvPr>
          <p:cNvSpPr>
            <a:spLocks noChangeShapeType="1"/>
          </p:cNvSpPr>
          <p:nvPr/>
        </p:nvSpPr>
        <p:spPr bwMode="auto">
          <a:xfrm>
            <a:off x="9190344" y="4852209"/>
            <a:ext cx="1588" cy="520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Box 66">
            <a:extLst>
              <a:ext uri="{FF2B5EF4-FFF2-40B4-BE49-F238E27FC236}">
                <a16:creationId xmlns:a16="http://schemas.microsoft.com/office/drawing/2014/main" id="{B928EA2D-1DFF-D681-3C63-3764EE8149D6}"/>
              </a:ext>
            </a:extLst>
          </p:cNvPr>
          <p:cNvSpPr txBox="1">
            <a:spLocks noChangeArrowheads="1"/>
          </p:cNvSpPr>
          <p:nvPr/>
        </p:nvSpPr>
        <p:spPr bwMode="auto">
          <a:xfrm>
            <a:off x="9708446" y="575766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2" name="Text Box 67">
            <a:extLst>
              <a:ext uri="{FF2B5EF4-FFF2-40B4-BE49-F238E27FC236}">
                <a16:creationId xmlns:a16="http://schemas.microsoft.com/office/drawing/2014/main" id="{42A0B73E-49F6-8498-99D5-5DD7FB918629}"/>
              </a:ext>
            </a:extLst>
          </p:cNvPr>
          <p:cNvSpPr txBox="1">
            <a:spLocks noChangeArrowheads="1"/>
          </p:cNvSpPr>
          <p:nvPr/>
        </p:nvSpPr>
        <p:spPr bwMode="auto">
          <a:xfrm>
            <a:off x="7937662" y="565938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3" name="Rectangle 68">
            <a:extLst>
              <a:ext uri="{FF2B5EF4-FFF2-40B4-BE49-F238E27FC236}">
                <a16:creationId xmlns:a16="http://schemas.microsoft.com/office/drawing/2014/main" id="{7B789B1F-5203-0C77-7EB4-58859F7B1B6F}"/>
              </a:ext>
            </a:extLst>
          </p:cNvPr>
          <p:cNvSpPr>
            <a:spLocks noChangeArrowheads="1"/>
          </p:cNvSpPr>
          <p:nvPr/>
        </p:nvSpPr>
        <p:spPr bwMode="auto">
          <a:xfrm>
            <a:off x="9131607" y="4952222"/>
            <a:ext cx="128587"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4" name="Text Box 69">
            <a:extLst>
              <a:ext uri="{FF2B5EF4-FFF2-40B4-BE49-F238E27FC236}">
                <a16:creationId xmlns:a16="http://schemas.microsoft.com/office/drawing/2014/main" id="{12B51861-A8BE-1A34-EF46-7425A4F28A4B}"/>
              </a:ext>
            </a:extLst>
          </p:cNvPr>
          <p:cNvSpPr txBox="1">
            <a:spLocks noChangeArrowheads="1"/>
          </p:cNvSpPr>
          <p:nvPr/>
        </p:nvSpPr>
        <p:spPr bwMode="auto">
          <a:xfrm>
            <a:off x="8621888" y="4864398"/>
            <a:ext cx="10679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223.1.3.27</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5" name="Text Box 86">
            <a:extLst>
              <a:ext uri="{FF2B5EF4-FFF2-40B4-BE49-F238E27FC236}">
                <a16:creationId xmlns:a16="http://schemas.microsoft.com/office/drawing/2014/main" id="{87EC6B63-84FF-04D4-351B-1C0745888DCE}"/>
              </a:ext>
            </a:extLst>
          </p:cNvPr>
          <p:cNvSpPr txBox="1">
            <a:spLocks noChangeArrowheads="1"/>
          </p:cNvSpPr>
          <p:nvPr/>
        </p:nvSpPr>
        <p:spPr bwMode="auto">
          <a:xfrm>
            <a:off x="7401232" y="55823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223.1.1.2</a:t>
            </a:r>
          </a:p>
        </p:txBody>
      </p:sp>
      <p:sp>
        <p:nvSpPr>
          <p:cNvPr id="26" name="Line 87">
            <a:extLst>
              <a:ext uri="{FF2B5EF4-FFF2-40B4-BE49-F238E27FC236}">
                <a16:creationId xmlns:a16="http://schemas.microsoft.com/office/drawing/2014/main" id="{6C97D822-120A-6F75-49D0-111EF77A0487}"/>
              </a:ext>
            </a:extLst>
          </p:cNvPr>
          <p:cNvSpPr>
            <a:spLocks noChangeShapeType="1"/>
          </p:cNvSpPr>
          <p:nvPr/>
        </p:nvSpPr>
        <p:spPr bwMode="auto">
          <a:xfrm flipV="1">
            <a:off x="6374119" y="2928159"/>
            <a:ext cx="1114425"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88">
            <a:extLst>
              <a:ext uri="{FF2B5EF4-FFF2-40B4-BE49-F238E27FC236}">
                <a16:creationId xmlns:a16="http://schemas.microsoft.com/office/drawing/2014/main" id="{D7A367ED-A2DB-A8DC-E848-5A322FBDA58B}"/>
              </a:ext>
            </a:extLst>
          </p:cNvPr>
          <p:cNvSpPr>
            <a:spLocks noChangeShapeType="1"/>
          </p:cNvSpPr>
          <p:nvPr/>
        </p:nvSpPr>
        <p:spPr bwMode="auto">
          <a:xfrm flipH="1" flipV="1">
            <a:off x="7888594" y="2909109"/>
            <a:ext cx="1276350"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89">
            <a:extLst>
              <a:ext uri="{FF2B5EF4-FFF2-40B4-BE49-F238E27FC236}">
                <a16:creationId xmlns:a16="http://schemas.microsoft.com/office/drawing/2014/main" id="{9A076F94-0E1A-1A5C-6C01-7D8FE1EC0D29}"/>
              </a:ext>
            </a:extLst>
          </p:cNvPr>
          <p:cNvSpPr>
            <a:spLocks noChangeShapeType="1"/>
          </p:cNvSpPr>
          <p:nvPr/>
        </p:nvSpPr>
        <p:spPr bwMode="auto">
          <a:xfrm flipH="1" flipV="1">
            <a:off x="6564619" y="4671234"/>
            <a:ext cx="2305050" cy="9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Box 90">
            <a:extLst>
              <a:ext uri="{FF2B5EF4-FFF2-40B4-BE49-F238E27FC236}">
                <a16:creationId xmlns:a16="http://schemas.microsoft.com/office/drawing/2014/main" id="{4703D84F-5F2C-F4CA-BAAE-365B1A204AD0}"/>
              </a:ext>
            </a:extLst>
          </p:cNvPr>
          <p:cNvSpPr txBox="1">
            <a:spLocks noChangeArrowheads="1"/>
          </p:cNvSpPr>
          <p:nvPr/>
        </p:nvSpPr>
        <p:spPr bwMode="auto">
          <a:xfrm>
            <a:off x="7967969" y="282179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223.1.7.0</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0" name="Text Box 91">
            <a:extLst>
              <a:ext uri="{FF2B5EF4-FFF2-40B4-BE49-F238E27FC236}">
                <a16:creationId xmlns:a16="http://schemas.microsoft.com/office/drawing/2014/main" id="{0D60D617-5FE0-6835-2BCE-0E3EA4DC9154}"/>
              </a:ext>
            </a:extLst>
          </p:cNvPr>
          <p:cNvSpPr txBox="1">
            <a:spLocks noChangeArrowheads="1"/>
          </p:cNvSpPr>
          <p:nvPr/>
        </p:nvSpPr>
        <p:spPr bwMode="auto">
          <a:xfrm>
            <a:off x="9044294" y="410767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223.1.7.1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1" name="Text Box 92">
            <a:extLst>
              <a:ext uri="{FF2B5EF4-FFF2-40B4-BE49-F238E27FC236}">
                <a16:creationId xmlns:a16="http://schemas.microsoft.com/office/drawing/2014/main" id="{22C5C81C-2D27-BD1A-B878-23E871494199}"/>
              </a:ext>
            </a:extLst>
          </p:cNvPr>
          <p:cNvSpPr txBox="1">
            <a:spLocks noChangeArrowheads="1"/>
          </p:cNvSpPr>
          <p:nvPr/>
        </p:nvSpPr>
        <p:spPr bwMode="auto">
          <a:xfrm>
            <a:off x="7806044" y="436484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223.1.8.0</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2" name="Text Box 93">
            <a:extLst>
              <a:ext uri="{FF2B5EF4-FFF2-40B4-BE49-F238E27FC236}">
                <a16:creationId xmlns:a16="http://schemas.microsoft.com/office/drawing/2014/main" id="{83EE0C41-9F6B-452A-86C1-E372F0025FE6}"/>
              </a:ext>
            </a:extLst>
          </p:cNvPr>
          <p:cNvSpPr txBox="1">
            <a:spLocks noChangeArrowheads="1"/>
          </p:cNvSpPr>
          <p:nvPr/>
        </p:nvSpPr>
        <p:spPr bwMode="auto">
          <a:xfrm>
            <a:off x="6558269" y="436484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223.1.8.1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3" name="Text Box 94">
            <a:extLst>
              <a:ext uri="{FF2B5EF4-FFF2-40B4-BE49-F238E27FC236}">
                <a16:creationId xmlns:a16="http://schemas.microsoft.com/office/drawing/2014/main" id="{EC43FCD0-F83A-1E63-DA76-AC4CEBA497A9}"/>
              </a:ext>
            </a:extLst>
          </p:cNvPr>
          <p:cNvSpPr txBox="1">
            <a:spLocks noChangeArrowheads="1"/>
          </p:cNvSpPr>
          <p:nvPr/>
        </p:nvSpPr>
        <p:spPr bwMode="auto">
          <a:xfrm>
            <a:off x="5481944" y="406957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223.1.9.1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4" name="Text Box 95">
            <a:extLst>
              <a:ext uri="{FF2B5EF4-FFF2-40B4-BE49-F238E27FC236}">
                <a16:creationId xmlns:a16="http://schemas.microsoft.com/office/drawing/2014/main" id="{929A751C-A949-87FF-FD9E-EBECE4A0ADA4}"/>
              </a:ext>
            </a:extLst>
          </p:cNvPr>
          <p:cNvSpPr txBox="1">
            <a:spLocks noChangeArrowheads="1"/>
          </p:cNvSpPr>
          <p:nvPr/>
        </p:nvSpPr>
        <p:spPr bwMode="auto">
          <a:xfrm>
            <a:off x="6348719" y="283132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223.1.9.2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35" name="Straight Connector 34">
            <a:extLst>
              <a:ext uri="{FF2B5EF4-FFF2-40B4-BE49-F238E27FC236}">
                <a16:creationId xmlns:a16="http://schemas.microsoft.com/office/drawing/2014/main" id="{9003DE88-D74F-C303-0907-30FBA416C050}"/>
              </a:ext>
            </a:extLst>
          </p:cNvPr>
          <p:cNvCxnSpPr>
            <a:cxnSpLocks/>
          </p:cNvCxnSpPr>
          <p:nvPr/>
        </p:nvCxnSpPr>
        <p:spPr>
          <a:xfrm>
            <a:off x="7907727" y="1333593"/>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C68BC1A-F586-27F0-29DF-E32D24701FBB}"/>
              </a:ext>
            </a:extLst>
          </p:cNvPr>
          <p:cNvCxnSpPr>
            <a:cxnSpLocks/>
          </p:cNvCxnSpPr>
          <p:nvPr/>
        </p:nvCxnSpPr>
        <p:spPr>
          <a:xfrm>
            <a:off x="7077714" y="1391530"/>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F7AEA62-AD27-A469-1B68-686004322494}"/>
              </a:ext>
            </a:extLst>
          </p:cNvPr>
          <p:cNvCxnSpPr>
            <a:cxnSpLocks/>
          </p:cNvCxnSpPr>
          <p:nvPr/>
        </p:nvCxnSpPr>
        <p:spPr>
          <a:xfrm>
            <a:off x="8747817" y="1349966"/>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9124033-41A3-CF58-FFCF-F1E7CDB03D34}"/>
              </a:ext>
            </a:extLst>
          </p:cNvPr>
          <p:cNvCxnSpPr>
            <a:cxnSpLocks/>
          </p:cNvCxnSpPr>
          <p:nvPr/>
        </p:nvCxnSpPr>
        <p:spPr>
          <a:xfrm>
            <a:off x="9721099" y="5845766"/>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9BA7E4B-C349-03DC-91DF-6F38F99E611A}"/>
              </a:ext>
            </a:extLst>
          </p:cNvPr>
          <p:cNvCxnSpPr>
            <a:cxnSpLocks/>
          </p:cNvCxnSpPr>
          <p:nvPr/>
        </p:nvCxnSpPr>
        <p:spPr>
          <a:xfrm>
            <a:off x="8855191" y="58319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D307295-CB8C-874B-AB14-9ED8CA199CDD}"/>
              </a:ext>
            </a:extLst>
          </p:cNvPr>
          <p:cNvCxnSpPr>
            <a:cxnSpLocks/>
          </p:cNvCxnSpPr>
          <p:nvPr/>
        </p:nvCxnSpPr>
        <p:spPr>
          <a:xfrm>
            <a:off x="6527626" y="57176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6AB33D6-5520-7881-AFA2-2651BF197114}"/>
              </a:ext>
            </a:extLst>
          </p:cNvPr>
          <p:cNvCxnSpPr>
            <a:cxnSpLocks/>
          </p:cNvCxnSpPr>
          <p:nvPr/>
        </p:nvCxnSpPr>
        <p:spPr>
          <a:xfrm>
            <a:off x="5734453" y="57557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Text Box 41">
            <a:extLst>
              <a:ext uri="{FF2B5EF4-FFF2-40B4-BE49-F238E27FC236}">
                <a16:creationId xmlns:a16="http://schemas.microsoft.com/office/drawing/2014/main" id="{F8FFAB34-5531-F6B5-8860-EF6AB74A98BA}"/>
              </a:ext>
            </a:extLst>
          </p:cNvPr>
          <p:cNvSpPr txBox="1">
            <a:spLocks noChangeArrowheads="1"/>
          </p:cNvSpPr>
          <p:nvPr/>
        </p:nvSpPr>
        <p:spPr bwMode="auto">
          <a:xfrm>
            <a:off x="4790324" y="5542214"/>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97" name="Straight Connector 96">
            <a:extLst>
              <a:ext uri="{FF2B5EF4-FFF2-40B4-BE49-F238E27FC236}">
                <a16:creationId xmlns:a16="http://schemas.microsoft.com/office/drawing/2014/main" id="{BB5C3CC9-1175-E142-655E-D5E2614B42A0}"/>
              </a:ext>
            </a:extLst>
          </p:cNvPr>
          <p:cNvCxnSpPr/>
          <p:nvPr/>
        </p:nvCxnSpPr>
        <p:spPr>
          <a:xfrm flipV="1">
            <a:off x="7640664" y="4602997"/>
            <a:ext cx="0" cy="34096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TextBox 28">
            <a:extLst>
              <a:ext uri="{FF2B5EF4-FFF2-40B4-BE49-F238E27FC236}">
                <a16:creationId xmlns:a16="http://schemas.microsoft.com/office/drawing/2014/main" id="{AD4EED4E-C771-868C-5D5C-1B9B8A496B4E}"/>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1815011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E41EB-897B-98C6-B97A-C9FBC05762D0}"/>
              </a:ext>
            </a:extLst>
          </p:cNvPr>
          <p:cNvSpPr>
            <a:spLocks noGrp="1"/>
          </p:cNvSpPr>
          <p:nvPr>
            <p:ph type="title"/>
          </p:nvPr>
        </p:nvSpPr>
        <p:spPr/>
        <p:txBody>
          <a:bodyPr/>
          <a:lstStyle/>
          <a:p>
            <a:r>
              <a:rPr lang="en-IN" dirty="0"/>
              <a:t>Subnet address</a:t>
            </a:r>
          </a:p>
        </p:txBody>
      </p:sp>
      <p:sp>
        <p:nvSpPr>
          <p:cNvPr id="3" name="Content Placeholder 2">
            <a:extLst>
              <a:ext uri="{FF2B5EF4-FFF2-40B4-BE49-F238E27FC236}">
                <a16:creationId xmlns:a16="http://schemas.microsoft.com/office/drawing/2014/main" id="{1BF96A43-DFDA-1753-9B2F-ADA2946BFC0A}"/>
              </a:ext>
            </a:extLst>
          </p:cNvPr>
          <p:cNvSpPr>
            <a:spLocks noGrp="1"/>
          </p:cNvSpPr>
          <p:nvPr>
            <p:ph idx="1"/>
          </p:nvPr>
        </p:nvSpPr>
        <p:spPr/>
        <p:txBody>
          <a:bodyPr/>
          <a:lstStyle/>
          <a:p>
            <a:endParaRPr lang="en-IN"/>
          </a:p>
        </p:txBody>
      </p:sp>
      <p:sp>
        <p:nvSpPr>
          <p:cNvPr id="5" name="Freeform 2">
            <a:extLst>
              <a:ext uri="{FF2B5EF4-FFF2-40B4-BE49-F238E27FC236}">
                <a16:creationId xmlns:a16="http://schemas.microsoft.com/office/drawing/2014/main" id="{56352B30-E6F3-EEC9-E6A7-045214A70231}"/>
              </a:ext>
            </a:extLst>
          </p:cNvPr>
          <p:cNvSpPr>
            <a:spLocks/>
          </p:cNvSpPr>
          <p:nvPr/>
        </p:nvSpPr>
        <p:spPr bwMode="auto">
          <a:xfrm>
            <a:off x="7898119" y="2985309"/>
            <a:ext cx="1268413" cy="1463675"/>
          </a:xfrm>
          <a:custGeom>
            <a:avLst/>
            <a:gdLst>
              <a:gd name="T0" fmla="*/ 2147483647 w 799"/>
              <a:gd name="T1" fmla="*/ 2147483647 h 922"/>
              <a:gd name="T2" fmla="*/ 2147483647 w 799"/>
              <a:gd name="T3" fmla="*/ 2147483647 h 922"/>
              <a:gd name="T4" fmla="*/ 2147483647 w 799"/>
              <a:gd name="T5" fmla="*/ 2147483647 h 922"/>
              <a:gd name="T6" fmla="*/ 2147483647 w 799"/>
              <a:gd name="T7" fmla="*/ 2147483647 h 922"/>
              <a:gd name="T8" fmla="*/ 2147483647 w 799"/>
              <a:gd name="T9" fmla="*/ 2147483647 h 922"/>
              <a:gd name="T10" fmla="*/ 2147483647 w 799"/>
              <a:gd name="T11" fmla="*/ 0 h 922"/>
              <a:gd name="T12" fmla="*/ 2147483647 w 799"/>
              <a:gd name="T13" fmla="*/ 2147483647 h 922"/>
              <a:gd name="T14" fmla="*/ 0 60000 65536"/>
              <a:gd name="T15" fmla="*/ 0 60000 65536"/>
              <a:gd name="T16" fmla="*/ 0 60000 65536"/>
              <a:gd name="T17" fmla="*/ 0 60000 65536"/>
              <a:gd name="T18" fmla="*/ 0 60000 65536"/>
              <a:gd name="T19" fmla="*/ 0 60000 65536"/>
              <a:gd name="T20" fmla="*/ 0 60000 65536"/>
              <a:gd name="T21" fmla="*/ 0 w 799"/>
              <a:gd name="T22" fmla="*/ 0 h 922"/>
              <a:gd name="T23" fmla="*/ 799 w 799"/>
              <a:gd name="T24" fmla="*/ 922 h 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9" h="922">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3">
            <a:extLst>
              <a:ext uri="{FF2B5EF4-FFF2-40B4-BE49-F238E27FC236}">
                <a16:creationId xmlns:a16="http://schemas.microsoft.com/office/drawing/2014/main" id="{96557198-D835-70F8-1241-26C1B2D4C588}"/>
              </a:ext>
            </a:extLst>
          </p:cNvPr>
          <p:cNvSpPr>
            <a:spLocks/>
          </p:cNvSpPr>
          <p:nvPr/>
        </p:nvSpPr>
        <p:spPr bwMode="auto">
          <a:xfrm>
            <a:off x="6699842" y="4496609"/>
            <a:ext cx="2098623" cy="361221"/>
          </a:xfrm>
          <a:custGeom>
            <a:avLst/>
            <a:gdLst>
              <a:gd name="T0" fmla="*/ 2147483647 w 1422"/>
              <a:gd name="T1" fmla="*/ 2147483647 h 206"/>
              <a:gd name="T2" fmla="*/ 2147483647 w 1422"/>
              <a:gd name="T3" fmla="*/ 2147483647 h 206"/>
              <a:gd name="T4" fmla="*/ 2147483647 w 1422"/>
              <a:gd name="T5" fmla="*/ 2147483647 h 206"/>
              <a:gd name="T6" fmla="*/ 2147483647 w 1422"/>
              <a:gd name="T7" fmla="*/ 2147483647 h 206"/>
              <a:gd name="T8" fmla="*/ 2147483647 w 1422"/>
              <a:gd name="T9" fmla="*/ 2147483647 h 206"/>
              <a:gd name="T10" fmla="*/ 2147483647 w 1422"/>
              <a:gd name="T11" fmla="*/ 2147483647 h 206"/>
              <a:gd name="T12" fmla="*/ 2147483647 w 1422"/>
              <a:gd name="T13" fmla="*/ 2147483647 h 206"/>
              <a:gd name="T14" fmla="*/ 0 60000 65536"/>
              <a:gd name="T15" fmla="*/ 0 60000 65536"/>
              <a:gd name="T16" fmla="*/ 0 60000 65536"/>
              <a:gd name="T17" fmla="*/ 0 60000 65536"/>
              <a:gd name="T18" fmla="*/ 0 60000 65536"/>
              <a:gd name="T19" fmla="*/ 0 60000 65536"/>
              <a:gd name="T20" fmla="*/ 0 60000 65536"/>
              <a:gd name="T21" fmla="*/ 0 w 1422"/>
              <a:gd name="T22" fmla="*/ 0 h 206"/>
              <a:gd name="T23" fmla="*/ 1422 w 1422"/>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2" h="206">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4">
            <a:extLst>
              <a:ext uri="{FF2B5EF4-FFF2-40B4-BE49-F238E27FC236}">
                <a16:creationId xmlns:a16="http://schemas.microsoft.com/office/drawing/2014/main" id="{95EC7296-36D2-CB0C-A584-E26FEA0E9FAC}"/>
              </a:ext>
            </a:extLst>
          </p:cNvPr>
          <p:cNvSpPr>
            <a:spLocks/>
          </p:cNvSpPr>
          <p:nvPr/>
        </p:nvSpPr>
        <p:spPr bwMode="auto">
          <a:xfrm>
            <a:off x="6345544" y="2909109"/>
            <a:ext cx="1158875" cy="1547813"/>
          </a:xfrm>
          <a:custGeom>
            <a:avLst/>
            <a:gdLst>
              <a:gd name="T0" fmla="*/ 2147483647 w 730"/>
              <a:gd name="T1" fmla="*/ 2147483647 h 975"/>
              <a:gd name="T2" fmla="*/ 2147483647 w 730"/>
              <a:gd name="T3" fmla="*/ 2147483647 h 975"/>
              <a:gd name="T4" fmla="*/ 2147483647 w 730"/>
              <a:gd name="T5" fmla="*/ 2147483647 h 975"/>
              <a:gd name="T6" fmla="*/ 2147483647 w 730"/>
              <a:gd name="T7" fmla="*/ 2147483647 h 975"/>
              <a:gd name="T8" fmla="*/ 2147483647 w 730"/>
              <a:gd name="T9" fmla="*/ 2147483647 h 975"/>
              <a:gd name="T10" fmla="*/ 0 w 730"/>
              <a:gd name="T11" fmla="*/ 2147483647 h 975"/>
              <a:gd name="T12" fmla="*/ 2147483647 w 730"/>
              <a:gd name="T13" fmla="*/ 2147483647 h 975"/>
              <a:gd name="T14" fmla="*/ 0 60000 65536"/>
              <a:gd name="T15" fmla="*/ 0 60000 65536"/>
              <a:gd name="T16" fmla="*/ 0 60000 65536"/>
              <a:gd name="T17" fmla="*/ 0 60000 65536"/>
              <a:gd name="T18" fmla="*/ 0 60000 65536"/>
              <a:gd name="T19" fmla="*/ 0 60000 65536"/>
              <a:gd name="T20" fmla="*/ 0 60000 65536"/>
              <a:gd name="T21" fmla="*/ 0 w 730"/>
              <a:gd name="T22" fmla="*/ 0 h 975"/>
              <a:gd name="T23" fmla="*/ 730 w 730"/>
              <a:gd name="T24" fmla="*/ 975 h 9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30" h="975">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5">
            <a:extLst>
              <a:ext uri="{FF2B5EF4-FFF2-40B4-BE49-F238E27FC236}">
                <a16:creationId xmlns:a16="http://schemas.microsoft.com/office/drawing/2014/main" id="{0DFCEC78-7A08-2DF1-F5A9-6C99B4B9CE7D}"/>
              </a:ext>
            </a:extLst>
          </p:cNvPr>
          <p:cNvSpPr>
            <a:spLocks/>
          </p:cNvSpPr>
          <p:nvPr/>
        </p:nvSpPr>
        <p:spPr bwMode="auto">
          <a:xfrm rot="5265760">
            <a:off x="7334817" y="866004"/>
            <a:ext cx="1078238" cy="216217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Line 14">
            <a:extLst>
              <a:ext uri="{FF2B5EF4-FFF2-40B4-BE49-F238E27FC236}">
                <a16:creationId xmlns:a16="http://schemas.microsoft.com/office/drawing/2014/main" id="{C3DBF6E9-5A37-A809-21F9-37C84C95B8E3}"/>
              </a:ext>
            </a:extLst>
          </p:cNvPr>
          <p:cNvSpPr>
            <a:spLocks noChangeShapeType="1"/>
          </p:cNvSpPr>
          <p:nvPr/>
        </p:nvSpPr>
        <p:spPr bwMode="auto">
          <a:xfrm flipH="1">
            <a:off x="7639357" y="1956609"/>
            <a:ext cx="3175" cy="5921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Box 15">
            <a:extLst>
              <a:ext uri="{FF2B5EF4-FFF2-40B4-BE49-F238E27FC236}">
                <a16:creationId xmlns:a16="http://schemas.microsoft.com/office/drawing/2014/main" id="{3548FF9A-FB2F-028E-C6FA-7CEDB94BA90A}"/>
              </a:ext>
            </a:extLst>
          </p:cNvPr>
          <p:cNvSpPr txBox="1">
            <a:spLocks noChangeArrowheads="1"/>
          </p:cNvSpPr>
          <p:nvPr/>
        </p:nvSpPr>
        <p:spPr bwMode="auto">
          <a:xfrm>
            <a:off x="6099456" y="140389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1" name="Rectangle 16">
            <a:extLst>
              <a:ext uri="{FF2B5EF4-FFF2-40B4-BE49-F238E27FC236}">
                <a16:creationId xmlns:a16="http://schemas.microsoft.com/office/drawing/2014/main" id="{62A8771A-4DC7-7F48-2623-FD10CC071D54}"/>
              </a:ext>
            </a:extLst>
          </p:cNvPr>
          <p:cNvSpPr>
            <a:spLocks noChangeArrowheads="1"/>
          </p:cNvSpPr>
          <p:nvPr/>
        </p:nvSpPr>
        <p:spPr bwMode="auto">
          <a:xfrm>
            <a:off x="7474572" y="2218547"/>
            <a:ext cx="309562"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2" name="Text Box 17">
            <a:extLst>
              <a:ext uri="{FF2B5EF4-FFF2-40B4-BE49-F238E27FC236}">
                <a16:creationId xmlns:a16="http://schemas.microsoft.com/office/drawing/2014/main" id="{AE25C709-2FF4-96BF-C9F9-FDEF6485951D}"/>
              </a:ext>
            </a:extLst>
          </p:cNvPr>
          <p:cNvSpPr txBox="1">
            <a:spLocks noChangeArrowheads="1"/>
          </p:cNvSpPr>
          <p:nvPr/>
        </p:nvSpPr>
        <p:spPr bwMode="auto">
          <a:xfrm>
            <a:off x="7211846" y="2127679"/>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3" name="Text Box 18">
            <a:extLst>
              <a:ext uri="{FF2B5EF4-FFF2-40B4-BE49-F238E27FC236}">
                <a16:creationId xmlns:a16="http://schemas.microsoft.com/office/drawing/2014/main" id="{3D9CE95A-A52A-E9F3-1A07-434866B6743F}"/>
              </a:ext>
            </a:extLst>
          </p:cNvPr>
          <p:cNvSpPr txBox="1">
            <a:spLocks noChangeArrowheads="1"/>
          </p:cNvSpPr>
          <p:nvPr/>
        </p:nvSpPr>
        <p:spPr bwMode="auto">
          <a:xfrm>
            <a:off x="8486925" y="1514459"/>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223.1.1.4</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4" name="Freeform 19">
            <a:extLst>
              <a:ext uri="{FF2B5EF4-FFF2-40B4-BE49-F238E27FC236}">
                <a16:creationId xmlns:a16="http://schemas.microsoft.com/office/drawing/2014/main" id="{EEBE1996-9EB9-7ED9-328B-B5E38020244C}"/>
              </a:ext>
            </a:extLst>
          </p:cNvPr>
          <p:cNvSpPr>
            <a:spLocks/>
          </p:cNvSpPr>
          <p:nvPr/>
        </p:nvSpPr>
        <p:spPr bwMode="auto">
          <a:xfrm>
            <a:off x="5405744" y="4847609"/>
            <a:ext cx="1539875" cy="1070265"/>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Line 34">
            <a:extLst>
              <a:ext uri="{FF2B5EF4-FFF2-40B4-BE49-F238E27FC236}">
                <a16:creationId xmlns:a16="http://schemas.microsoft.com/office/drawing/2014/main" id="{6C1A536D-FE14-5082-38F5-29E59FC38F46}"/>
              </a:ext>
            </a:extLst>
          </p:cNvPr>
          <p:cNvSpPr>
            <a:spLocks noChangeShapeType="1"/>
          </p:cNvSpPr>
          <p:nvPr/>
        </p:nvSpPr>
        <p:spPr bwMode="auto">
          <a:xfrm>
            <a:off x="6161394" y="4833159"/>
            <a:ext cx="7938" cy="5619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Box 40">
            <a:extLst>
              <a:ext uri="{FF2B5EF4-FFF2-40B4-BE49-F238E27FC236}">
                <a16:creationId xmlns:a16="http://schemas.microsoft.com/office/drawing/2014/main" id="{3BCCEF2C-82EB-7A0B-5D0B-FB18ABAA2DE9}"/>
              </a:ext>
            </a:extLst>
          </p:cNvPr>
          <p:cNvSpPr txBox="1">
            <a:spLocks noChangeArrowheads="1"/>
          </p:cNvSpPr>
          <p:nvPr/>
        </p:nvSpPr>
        <p:spPr bwMode="auto">
          <a:xfrm>
            <a:off x="6523633" y="5561966"/>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7" name="Rectangle 42">
            <a:extLst>
              <a:ext uri="{FF2B5EF4-FFF2-40B4-BE49-F238E27FC236}">
                <a16:creationId xmlns:a16="http://schemas.microsoft.com/office/drawing/2014/main" id="{24EE71E1-DC9D-49A3-E7FB-D339B5612B66}"/>
              </a:ext>
            </a:extLst>
          </p:cNvPr>
          <p:cNvSpPr>
            <a:spLocks noChangeArrowheads="1"/>
          </p:cNvSpPr>
          <p:nvPr/>
        </p:nvSpPr>
        <p:spPr bwMode="auto">
          <a:xfrm>
            <a:off x="6109914" y="4958572"/>
            <a:ext cx="128587"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8" name="Text Box 43">
            <a:extLst>
              <a:ext uri="{FF2B5EF4-FFF2-40B4-BE49-F238E27FC236}">
                <a16:creationId xmlns:a16="http://schemas.microsoft.com/office/drawing/2014/main" id="{5A7ACAEA-A43F-C0AD-A76D-19D240548B67}"/>
              </a:ext>
            </a:extLst>
          </p:cNvPr>
          <p:cNvSpPr txBox="1">
            <a:spLocks noChangeArrowheads="1"/>
          </p:cNvSpPr>
          <p:nvPr/>
        </p:nvSpPr>
        <p:spPr bwMode="auto">
          <a:xfrm>
            <a:off x="5577277" y="487598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223.1.2.6</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9" name="Freeform 45">
            <a:extLst>
              <a:ext uri="{FF2B5EF4-FFF2-40B4-BE49-F238E27FC236}">
                <a16:creationId xmlns:a16="http://schemas.microsoft.com/office/drawing/2014/main" id="{35D304FB-4BBE-62CF-D70F-2A57BCDC4B02}"/>
              </a:ext>
            </a:extLst>
          </p:cNvPr>
          <p:cNvSpPr>
            <a:spLocks/>
          </p:cNvSpPr>
          <p:nvPr/>
        </p:nvSpPr>
        <p:spPr bwMode="auto">
          <a:xfrm>
            <a:off x="8423582" y="4858944"/>
            <a:ext cx="1539875" cy="1129777"/>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ine 60">
            <a:extLst>
              <a:ext uri="{FF2B5EF4-FFF2-40B4-BE49-F238E27FC236}">
                <a16:creationId xmlns:a16="http://schemas.microsoft.com/office/drawing/2014/main" id="{B21B3033-2CE0-D034-3937-CFEC8260EE97}"/>
              </a:ext>
            </a:extLst>
          </p:cNvPr>
          <p:cNvSpPr>
            <a:spLocks noChangeShapeType="1"/>
          </p:cNvSpPr>
          <p:nvPr/>
        </p:nvSpPr>
        <p:spPr bwMode="auto">
          <a:xfrm>
            <a:off x="9190344" y="4852209"/>
            <a:ext cx="1588" cy="520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Box 66">
            <a:extLst>
              <a:ext uri="{FF2B5EF4-FFF2-40B4-BE49-F238E27FC236}">
                <a16:creationId xmlns:a16="http://schemas.microsoft.com/office/drawing/2014/main" id="{0B8A3211-2C20-4834-2148-F4C12AFF20DC}"/>
              </a:ext>
            </a:extLst>
          </p:cNvPr>
          <p:cNvSpPr txBox="1">
            <a:spLocks noChangeArrowheads="1"/>
          </p:cNvSpPr>
          <p:nvPr/>
        </p:nvSpPr>
        <p:spPr bwMode="auto">
          <a:xfrm>
            <a:off x="9708446" y="575766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2" name="Text Box 67">
            <a:extLst>
              <a:ext uri="{FF2B5EF4-FFF2-40B4-BE49-F238E27FC236}">
                <a16:creationId xmlns:a16="http://schemas.microsoft.com/office/drawing/2014/main" id="{AAAEDE2F-34E5-22C5-3FA8-7AFAC3B9B2F3}"/>
              </a:ext>
            </a:extLst>
          </p:cNvPr>
          <p:cNvSpPr txBox="1">
            <a:spLocks noChangeArrowheads="1"/>
          </p:cNvSpPr>
          <p:nvPr/>
        </p:nvSpPr>
        <p:spPr bwMode="auto">
          <a:xfrm>
            <a:off x="7937662" y="565938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3" name="Rectangle 68">
            <a:extLst>
              <a:ext uri="{FF2B5EF4-FFF2-40B4-BE49-F238E27FC236}">
                <a16:creationId xmlns:a16="http://schemas.microsoft.com/office/drawing/2014/main" id="{9A1ED995-8875-AF4A-B22C-23BB01BF6F8D}"/>
              </a:ext>
            </a:extLst>
          </p:cNvPr>
          <p:cNvSpPr>
            <a:spLocks noChangeArrowheads="1"/>
          </p:cNvSpPr>
          <p:nvPr/>
        </p:nvSpPr>
        <p:spPr bwMode="auto">
          <a:xfrm>
            <a:off x="9131607" y="4952222"/>
            <a:ext cx="128587"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4" name="Text Box 69">
            <a:extLst>
              <a:ext uri="{FF2B5EF4-FFF2-40B4-BE49-F238E27FC236}">
                <a16:creationId xmlns:a16="http://schemas.microsoft.com/office/drawing/2014/main" id="{723D5643-0316-81EF-D21B-115E326923FF}"/>
              </a:ext>
            </a:extLst>
          </p:cNvPr>
          <p:cNvSpPr txBox="1">
            <a:spLocks noChangeArrowheads="1"/>
          </p:cNvSpPr>
          <p:nvPr/>
        </p:nvSpPr>
        <p:spPr bwMode="auto">
          <a:xfrm>
            <a:off x="8621888" y="4864398"/>
            <a:ext cx="10679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223.1.3.27</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5" name="Text Box 86">
            <a:extLst>
              <a:ext uri="{FF2B5EF4-FFF2-40B4-BE49-F238E27FC236}">
                <a16:creationId xmlns:a16="http://schemas.microsoft.com/office/drawing/2014/main" id="{A337F4C6-6A69-E9DF-9E42-509485041238}"/>
              </a:ext>
            </a:extLst>
          </p:cNvPr>
          <p:cNvSpPr txBox="1">
            <a:spLocks noChangeArrowheads="1"/>
          </p:cNvSpPr>
          <p:nvPr/>
        </p:nvSpPr>
        <p:spPr bwMode="auto">
          <a:xfrm>
            <a:off x="7401232" y="55823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223.1.1.2</a:t>
            </a:r>
          </a:p>
        </p:txBody>
      </p:sp>
      <p:sp>
        <p:nvSpPr>
          <p:cNvPr id="26" name="Line 87">
            <a:extLst>
              <a:ext uri="{FF2B5EF4-FFF2-40B4-BE49-F238E27FC236}">
                <a16:creationId xmlns:a16="http://schemas.microsoft.com/office/drawing/2014/main" id="{00407B54-437E-8DFD-FBB7-14D36C5D2BA9}"/>
              </a:ext>
            </a:extLst>
          </p:cNvPr>
          <p:cNvSpPr>
            <a:spLocks noChangeShapeType="1"/>
          </p:cNvSpPr>
          <p:nvPr/>
        </p:nvSpPr>
        <p:spPr bwMode="auto">
          <a:xfrm flipV="1">
            <a:off x="6374119" y="2928159"/>
            <a:ext cx="1114425"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88">
            <a:extLst>
              <a:ext uri="{FF2B5EF4-FFF2-40B4-BE49-F238E27FC236}">
                <a16:creationId xmlns:a16="http://schemas.microsoft.com/office/drawing/2014/main" id="{078F4E36-2709-D38D-9EF2-DCB295FAD160}"/>
              </a:ext>
            </a:extLst>
          </p:cNvPr>
          <p:cNvSpPr>
            <a:spLocks noChangeShapeType="1"/>
          </p:cNvSpPr>
          <p:nvPr/>
        </p:nvSpPr>
        <p:spPr bwMode="auto">
          <a:xfrm flipH="1" flipV="1">
            <a:off x="7888594" y="2909109"/>
            <a:ext cx="1276350"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89">
            <a:extLst>
              <a:ext uri="{FF2B5EF4-FFF2-40B4-BE49-F238E27FC236}">
                <a16:creationId xmlns:a16="http://schemas.microsoft.com/office/drawing/2014/main" id="{11C25ACB-C3D5-EA0E-78CF-3ED09CF44075}"/>
              </a:ext>
            </a:extLst>
          </p:cNvPr>
          <p:cNvSpPr>
            <a:spLocks noChangeShapeType="1"/>
          </p:cNvSpPr>
          <p:nvPr/>
        </p:nvSpPr>
        <p:spPr bwMode="auto">
          <a:xfrm flipH="1" flipV="1">
            <a:off x="6564619" y="4671234"/>
            <a:ext cx="2305050" cy="9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Box 90">
            <a:extLst>
              <a:ext uri="{FF2B5EF4-FFF2-40B4-BE49-F238E27FC236}">
                <a16:creationId xmlns:a16="http://schemas.microsoft.com/office/drawing/2014/main" id="{F55D4D82-95F9-5A44-C181-BF709438D326}"/>
              </a:ext>
            </a:extLst>
          </p:cNvPr>
          <p:cNvSpPr txBox="1">
            <a:spLocks noChangeArrowheads="1"/>
          </p:cNvSpPr>
          <p:nvPr/>
        </p:nvSpPr>
        <p:spPr bwMode="auto">
          <a:xfrm>
            <a:off x="7967969" y="282179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223.1.7.0</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0" name="Text Box 91">
            <a:extLst>
              <a:ext uri="{FF2B5EF4-FFF2-40B4-BE49-F238E27FC236}">
                <a16:creationId xmlns:a16="http://schemas.microsoft.com/office/drawing/2014/main" id="{29931FFD-5AC7-E04D-8488-C061C5403592}"/>
              </a:ext>
            </a:extLst>
          </p:cNvPr>
          <p:cNvSpPr txBox="1">
            <a:spLocks noChangeArrowheads="1"/>
          </p:cNvSpPr>
          <p:nvPr/>
        </p:nvSpPr>
        <p:spPr bwMode="auto">
          <a:xfrm>
            <a:off x="9044294" y="410767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223.1.7.1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1" name="Text Box 92">
            <a:extLst>
              <a:ext uri="{FF2B5EF4-FFF2-40B4-BE49-F238E27FC236}">
                <a16:creationId xmlns:a16="http://schemas.microsoft.com/office/drawing/2014/main" id="{2FCB38FB-C5DD-ECE9-FC28-599A04787273}"/>
              </a:ext>
            </a:extLst>
          </p:cNvPr>
          <p:cNvSpPr txBox="1">
            <a:spLocks noChangeArrowheads="1"/>
          </p:cNvSpPr>
          <p:nvPr/>
        </p:nvSpPr>
        <p:spPr bwMode="auto">
          <a:xfrm>
            <a:off x="7806044" y="436484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223.1.8.0</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2" name="Text Box 93">
            <a:extLst>
              <a:ext uri="{FF2B5EF4-FFF2-40B4-BE49-F238E27FC236}">
                <a16:creationId xmlns:a16="http://schemas.microsoft.com/office/drawing/2014/main" id="{47348A8D-C0D1-522F-8A94-F8FB00989F8C}"/>
              </a:ext>
            </a:extLst>
          </p:cNvPr>
          <p:cNvSpPr txBox="1">
            <a:spLocks noChangeArrowheads="1"/>
          </p:cNvSpPr>
          <p:nvPr/>
        </p:nvSpPr>
        <p:spPr bwMode="auto">
          <a:xfrm>
            <a:off x="6558269" y="436484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223.1.8.1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3" name="Text Box 94">
            <a:extLst>
              <a:ext uri="{FF2B5EF4-FFF2-40B4-BE49-F238E27FC236}">
                <a16:creationId xmlns:a16="http://schemas.microsoft.com/office/drawing/2014/main" id="{8CC944B4-42A5-C4DF-06C5-F7E7B43C6C25}"/>
              </a:ext>
            </a:extLst>
          </p:cNvPr>
          <p:cNvSpPr txBox="1">
            <a:spLocks noChangeArrowheads="1"/>
          </p:cNvSpPr>
          <p:nvPr/>
        </p:nvSpPr>
        <p:spPr bwMode="auto">
          <a:xfrm>
            <a:off x="5481944" y="406957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223.1.9.1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4" name="Text Box 95">
            <a:extLst>
              <a:ext uri="{FF2B5EF4-FFF2-40B4-BE49-F238E27FC236}">
                <a16:creationId xmlns:a16="http://schemas.microsoft.com/office/drawing/2014/main" id="{6A7F4793-67FC-EC4C-D0BC-CB47E6E023A4}"/>
              </a:ext>
            </a:extLst>
          </p:cNvPr>
          <p:cNvSpPr txBox="1">
            <a:spLocks noChangeArrowheads="1"/>
          </p:cNvSpPr>
          <p:nvPr/>
        </p:nvSpPr>
        <p:spPr bwMode="auto">
          <a:xfrm>
            <a:off x="6348719" y="283132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223.1.9.2</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35" name="Straight Connector 34">
            <a:extLst>
              <a:ext uri="{FF2B5EF4-FFF2-40B4-BE49-F238E27FC236}">
                <a16:creationId xmlns:a16="http://schemas.microsoft.com/office/drawing/2014/main" id="{CA764EAE-EE9E-716D-EB5E-9343F619D1A7}"/>
              </a:ext>
            </a:extLst>
          </p:cNvPr>
          <p:cNvCxnSpPr>
            <a:cxnSpLocks/>
          </p:cNvCxnSpPr>
          <p:nvPr/>
        </p:nvCxnSpPr>
        <p:spPr>
          <a:xfrm>
            <a:off x="7907727" y="1333593"/>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CAFB7F1-4F12-5CA9-8BA3-002297DB123D}"/>
              </a:ext>
            </a:extLst>
          </p:cNvPr>
          <p:cNvCxnSpPr>
            <a:cxnSpLocks/>
          </p:cNvCxnSpPr>
          <p:nvPr/>
        </p:nvCxnSpPr>
        <p:spPr>
          <a:xfrm>
            <a:off x="7077714" y="1391530"/>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576FD8B-E67C-E0F8-BE4C-436CCD9EF296}"/>
              </a:ext>
            </a:extLst>
          </p:cNvPr>
          <p:cNvCxnSpPr>
            <a:cxnSpLocks/>
          </p:cNvCxnSpPr>
          <p:nvPr/>
        </p:nvCxnSpPr>
        <p:spPr>
          <a:xfrm>
            <a:off x="8747817" y="1349966"/>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ABDCF17-754C-DC37-F10E-93D5DD3159B1}"/>
              </a:ext>
            </a:extLst>
          </p:cNvPr>
          <p:cNvCxnSpPr>
            <a:cxnSpLocks/>
          </p:cNvCxnSpPr>
          <p:nvPr/>
        </p:nvCxnSpPr>
        <p:spPr>
          <a:xfrm>
            <a:off x="9721099" y="5845766"/>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F00B3B-C62C-09A0-5BB9-76CBBA457E03}"/>
              </a:ext>
            </a:extLst>
          </p:cNvPr>
          <p:cNvCxnSpPr>
            <a:cxnSpLocks/>
          </p:cNvCxnSpPr>
          <p:nvPr/>
        </p:nvCxnSpPr>
        <p:spPr>
          <a:xfrm>
            <a:off x="8855191" y="58319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454562C-2324-1804-C93B-429F0AFA7093}"/>
              </a:ext>
            </a:extLst>
          </p:cNvPr>
          <p:cNvCxnSpPr>
            <a:cxnSpLocks/>
          </p:cNvCxnSpPr>
          <p:nvPr/>
        </p:nvCxnSpPr>
        <p:spPr>
          <a:xfrm>
            <a:off x="6527626" y="57176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7215172-F3A2-7E6C-F65B-70C34A794C94}"/>
              </a:ext>
            </a:extLst>
          </p:cNvPr>
          <p:cNvCxnSpPr>
            <a:cxnSpLocks/>
          </p:cNvCxnSpPr>
          <p:nvPr/>
        </p:nvCxnSpPr>
        <p:spPr>
          <a:xfrm>
            <a:off x="5734453" y="57557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510FFAC3-8094-FE4B-2C98-A6FFA3F7B167}"/>
              </a:ext>
            </a:extLst>
          </p:cNvPr>
          <p:cNvGrpSpPr/>
          <p:nvPr/>
        </p:nvGrpSpPr>
        <p:grpSpPr>
          <a:xfrm>
            <a:off x="5269942" y="831439"/>
            <a:ext cx="4571749" cy="5747039"/>
            <a:chOff x="3921589" y="800442"/>
            <a:chExt cx="4571749" cy="5747039"/>
          </a:xfrm>
        </p:grpSpPr>
        <p:grpSp>
          <p:nvGrpSpPr>
            <p:cNvPr id="43" name="Group 127">
              <a:extLst>
                <a:ext uri="{FF2B5EF4-FFF2-40B4-BE49-F238E27FC236}">
                  <a16:creationId xmlns:a16="http://schemas.microsoft.com/office/drawing/2014/main" id="{04DC2CBB-7D6B-7ABB-F7D8-F1A2610EBF9D}"/>
                </a:ext>
              </a:extLst>
            </p:cNvPr>
            <p:cNvGrpSpPr>
              <a:grpSpLocks/>
            </p:cNvGrpSpPr>
            <p:nvPr/>
          </p:nvGrpSpPr>
          <p:grpSpPr bwMode="auto">
            <a:xfrm>
              <a:off x="6912267" y="813299"/>
              <a:ext cx="641350" cy="558800"/>
              <a:chOff x="-44" y="1473"/>
              <a:chExt cx="981" cy="1105"/>
            </a:xfrm>
          </p:grpSpPr>
          <p:pic>
            <p:nvPicPr>
              <p:cNvPr id="86" name="Picture 128" descr="desktop_computer_stylized_medium">
                <a:extLst>
                  <a:ext uri="{FF2B5EF4-FFF2-40B4-BE49-F238E27FC236}">
                    <a16:creationId xmlns:a16="http://schemas.microsoft.com/office/drawing/2014/main" id="{8FA335D8-02DF-E8C3-6A77-434A56A2BD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Freeform 129">
                <a:extLst>
                  <a:ext uri="{FF2B5EF4-FFF2-40B4-BE49-F238E27FC236}">
                    <a16:creationId xmlns:a16="http://schemas.microsoft.com/office/drawing/2014/main" id="{5BA217C0-F125-E474-390E-322F9ECBB5B5}"/>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4" name="Group 130">
              <a:extLst>
                <a:ext uri="{FF2B5EF4-FFF2-40B4-BE49-F238E27FC236}">
                  <a16:creationId xmlns:a16="http://schemas.microsoft.com/office/drawing/2014/main" id="{4E093F54-EE72-0737-B0BC-6F957BEFB4C3}"/>
                </a:ext>
              </a:extLst>
            </p:cNvPr>
            <p:cNvGrpSpPr>
              <a:grpSpLocks/>
            </p:cNvGrpSpPr>
            <p:nvPr/>
          </p:nvGrpSpPr>
          <p:grpSpPr bwMode="auto">
            <a:xfrm>
              <a:off x="5243214" y="845876"/>
              <a:ext cx="641350" cy="558800"/>
              <a:chOff x="-44" y="1473"/>
              <a:chExt cx="981" cy="1105"/>
            </a:xfrm>
          </p:grpSpPr>
          <p:pic>
            <p:nvPicPr>
              <p:cNvPr id="84" name="Picture 131" descr="desktop_computer_stylized_medium">
                <a:extLst>
                  <a:ext uri="{FF2B5EF4-FFF2-40B4-BE49-F238E27FC236}">
                    <a16:creationId xmlns:a16="http://schemas.microsoft.com/office/drawing/2014/main" id="{304AF002-5C09-710F-B645-F3DAF93CA2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Freeform 132">
                <a:extLst>
                  <a:ext uri="{FF2B5EF4-FFF2-40B4-BE49-F238E27FC236}">
                    <a16:creationId xmlns:a16="http://schemas.microsoft.com/office/drawing/2014/main" id="{D5627183-5D4D-A5F3-835A-CDD32ADE736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5" name="Group 133">
              <a:extLst>
                <a:ext uri="{FF2B5EF4-FFF2-40B4-BE49-F238E27FC236}">
                  <a16:creationId xmlns:a16="http://schemas.microsoft.com/office/drawing/2014/main" id="{DE673E9A-C71A-E6EE-9C25-E1D38E9467FD}"/>
                </a:ext>
              </a:extLst>
            </p:cNvPr>
            <p:cNvGrpSpPr>
              <a:grpSpLocks/>
            </p:cNvGrpSpPr>
            <p:nvPr/>
          </p:nvGrpSpPr>
          <p:grpSpPr bwMode="auto">
            <a:xfrm>
              <a:off x="6075064" y="800442"/>
              <a:ext cx="641350" cy="558800"/>
              <a:chOff x="-44" y="1473"/>
              <a:chExt cx="981" cy="1105"/>
            </a:xfrm>
          </p:grpSpPr>
          <p:pic>
            <p:nvPicPr>
              <p:cNvPr id="82" name="Picture 134" descr="desktop_computer_stylized_medium">
                <a:extLst>
                  <a:ext uri="{FF2B5EF4-FFF2-40B4-BE49-F238E27FC236}">
                    <a16:creationId xmlns:a16="http://schemas.microsoft.com/office/drawing/2014/main" id="{701A8CE4-09CA-AC63-03B2-1B0CF6377F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Freeform 135">
                <a:extLst>
                  <a:ext uri="{FF2B5EF4-FFF2-40B4-BE49-F238E27FC236}">
                    <a16:creationId xmlns:a16="http://schemas.microsoft.com/office/drawing/2014/main" id="{90A38A9A-C669-773F-79C7-9934D53D4446}"/>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6" name="Group 45">
              <a:extLst>
                <a:ext uri="{FF2B5EF4-FFF2-40B4-BE49-F238E27FC236}">
                  <a16:creationId xmlns:a16="http://schemas.microsoft.com/office/drawing/2014/main" id="{01AD2A23-8BDF-0572-0D30-071EAA83B3EA}"/>
                </a:ext>
              </a:extLst>
            </p:cNvPr>
            <p:cNvGrpSpPr/>
            <p:nvPr/>
          </p:nvGrpSpPr>
          <p:grpSpPr>
            <a:xfrm>
              <a:off x="5951096" y="2488367"/>
              <a:ext cx="764498" cy="449705"/>
              <a:chOff x="7493876" y="2774731"/>
              <a:chExt cx="1481958" cy="894622"/>
            </a:xfrm>
          </p:grpSpPr>
          <p:sp>
            <p:nvSpPr>
              <p:cNvPr id="75" name="Freeform 214">
                <a:extLst>
                  <a:ext uri="{FF2B5EF4-FFF2-40B4-BE49-F238E27FC236}">
                    <a16:creationId xmlns:a16="http://schemas.microsoft.com/office/drawing/2014/main" id="{200838EC-9607-D1F5-7D5D-E2CAB477346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6" name="Oval 75">
                <a:extLst>
                  <a:ext uri="{FF2B5EF4-FFF2-40B4-BE49-F238E27FC236}">
                    <a16:creationId xmlns:a16="http://schemas.microsoft.com/office/drawing/2014/main" id="{C7DB4ACC-68D0-CB09-19C5-2C713F7A052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77" name="Group 76">
                <a:extLst>
                  <a:ext uri="{FF2B5EF4-FFF2-40B4-BE49-F238E27FC236}">
                    <a16:creationId xmlns:a16="http://schemas.microsoft.com/office/drawing/2014/main" id="{502EA864-D2F0-F0A7-30D7-13868E34317C}"/>
                  </a:ext>
                </a:extLst>
              </p:cNvPr>
              <p:cNvGrpSpPr/>
              <p:nvPr/>
            </p:nvGrpSpPr>
            <p:grpSpPr>
              <a:xfrm>
                <a:off x="7713663" y="2848339"/>
                <a:ext cx="1042107" cy="425543"/>
                <a:chOff x="7786941" y="2884917"/>
                <a:chExt cx="897649" cy="353919"/>
              </a:xfrm>
            </p:grpSpPr>
            <p:sp>
              <p:nvSpPr>
                <p:cNvPr id="78" name="Freeform 217">
                  <a:extLst>
                    <a:ext uri="{FF2B5EF4-FFF2-40B4-BE49-F238E27FC236}">
                      <a16:creationId xmlns:a16="http://schemas.microsoft.com/office/drawing/2014/main" id="{FCC3E259-0646-8D70-3973-365DA5C4AA9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Freeform 218">
                  <a:extLst>
                    <a:ext uri="{FF2B5EF4-FFF2-40B4-BE49-F238E27FC236}">
                      <a16:creationId xmlns:a16="http://schemas.microsoft.com/office/drawing/2014/main" id="{7E8D2B17-42B9-45F3-FA10-3731DEFB3AB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219">
                  <a:extLst>
                    <a:ext uri="{FF2B5EF4-FFF2-40B4-BE49-F238E27FC236}">
                      <a16:creationId xmlns:a16="http://schemas.microsoft.com/office/drawing/2014/main" id="{C3E6924E-A83D-8DCD-5FA6-94DFE7A6E91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Freeform 220">
                  <a:extLst>
                    <a:ext uri="{FF2B5EF4-FFF2-40B4-BE49-F238E27FC236}">
                      <a16:creationId xmlns:a16="http://schemas.microsoft.com/office/drawing/2014/main" id="{2BD98292-FC3B-262C-8496-260ECC39122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7" name="Group 46">
              <a:extLst>
                <a:ext uri="{FF2B5EF4-FFF2-40B4-BE49-F238E27FC236}">
                  <a16:creationId xmlns:a16="http://schemas.microsoft.com/office/drawing/2014/main" id="{0138B69A-C29E-662A-BDF4-3DE2767E9034}"/>
                </a:ext>
              </a:extLst>
            </p:cNvPr>
            <p:cNvGrpSpPr/>
            <p:nvPr/>
          </p:nvGrpSpPr>
          <p:grpSpPr>
            <a:xfrm>
              <a:off x="7452610" y="4364636"/>
              <a:ext cx="764498" cy="449705"/>
              <a:chOff x="7493876" y="2774731"/>
              <a:chExt cx="1481958" cy="894622"/>
            </a:xfrm>
          </p:grpSpPr>
          <p:sp>
            <p:nvSpPr>
              <p:cNvPr id="68" name="Freeform 222">
                <a:extLst>
                  <a:ext uri="{FF2B5EF4-FFF2-40B4-BE49-F238E27FC236}">
                    <a16:creationId xmlns:a16="http://schemas.microsoft.com/office/drawing/2014/main" id="{7A58DA0E-9EC8-D330-33DA-89134ECB157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9" name="Oval 68">
                <a:extLst>
                  <a:ext uri="{FF2B5EF4-FFF2-40B4-BE49-F238E27FC236}">
                    <a16:creationId xmlns:a16="http://schemas.microsoft.com/office/drawing/2014/main" id="{B01F8177-C172-945E-76B4-A57F8A3B9F4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70" name="Group 69">
                <a:extLst>
                  <a:ext uri="{FF2B5EF4-FFF2-40B4-BE49-F238E27FC236}">
                    <a16:creationId xmlns:a16="http://schemas.microsoft.com/office/drawing/2014/main" id="{5A88C54C-9468-4579-8598-2FDD3EF5B0A4}"/>
                  </a:ext>
                </a:extLst>
              </p:cNvPr>
              <p:cNvGrpSpPr/>
              <p:nvPr/>
            </p:nvGrpSpPr>
            <p:grpSpPr>
              <a:xfrm>
                <a:off x="7713663" y="2848339"/>
                <a:ext cx="1042107" cy="425543"/>
                <a:chOff x="7786941" y="2884917"/>
                <a:chExt cx="897649" cy="353919"/>
              </a:xfrm>
            </p:grpSpPr>
            <p:sp>
              <p:nvSpPr>
                <p:cNvPr id="71" name="Freeform 225">
                  <a:extLst>
                    <a:ext uri="{FF2B5EF4-FFF2-40B4-BE49-F238E27FC236}">
                      <a16:creationId xmlns:a16="http://schemas.microsoft.com/office/drawing/2014/main" id="{8FBCC540-4119-A65D-E7B7-394DB9FEE89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226">
                  <a:extLst>
                    <a:ext uri="{FF2B5EF4-FFF2-40B4-BE49-F238E27FC236}">
                      <a16:creationId xmlns:a16="http://schemas.microsoft.com/office/drawing/2014/main" id="{C5970126-E123-0C4F-726C-15659C8257D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3" name="Freeform 227">
                  <a:extLst>
                    <a:ext uri="{FF2B5EF4-FFF2-40B4-BE49-F238E27FC236}">
                      <a16:creationId xmlns:a16="http://schemas.microsoft.com/office/drawing/2014/main" id="{3F643559-0AA2-0D8A-44BC-F5124C82FE7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228">
                  <a:extLst>
                    <a:ext uri="{FF2B5EF4-FFF2-40B4-BE49-F238E27FC236}">
                      <a16:creationId xmlns:a16="http://schemas.microsoft.com/office/drawing/2014/main" id="{41091B98-4DB4-04F7-AF16-4E45265C3B4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8" name="Group 47">
              <a:extLst>
                <a:ext uri="{FF2B5EF4-FFF2-40B4-BE49-F238E27FC236}">
                  <a16:creationId xmlns:a16="http://schemas.microsoft.com/office/drawing/2014/main" id="{1B5E8919-BAAB-BD16-CF0F-5312B6D93EA3}"/>
                </a:ext>
              </a:extLst>
            </p:cNvPr>
            <p:cNvGrpSpPr/>
            <p:nvPr/>
          </p:nvGrpSpPr>
          <p:grpSpPr>
            <a:xfrm>
              <a:off x="4517036" y="4382125"/>
              <a:ext cx="764498" cy="449705"/>
              <a:chOff x="7493876" y="2774731"/>
              <a:chExt cx="1481958" cy="894622"/>
            </a:xfrm>
          </p:grpSpPr>
          <p:sp>
            <p:nvSpPr>
              <p:cNvPr id="61" name="Freeform 230">
                <a:extLst>
                  <a:ext uri="{FF2B5EF4-FFF2-40B4-BE49-F238E27FC236}">
                    <a16:creationId xmlns:a16="http://schemas.microsoft.com/office/drawing/2014/main" id="{C773CFF4-8E08-E603-6696-F49EFE07A60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2" name="Oval 61">
                <a:extLst>
                  <a:ext uri="{FF2B5EF4-FFF2-40B4-BE49-F238E27FC236}">
                    <a16:creationId xmlns:a16="http://schemas.microsoft.com/office/drawing/2014/main" id="{86ED4F9C-F913-21D0-80E8-5B6BF047024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3" name="Group 62">
                <a:extLst>
                  <a:ext uri="{FF2B5EF4-FFF2-40B4-BE49-F238E27FC236}">
                    <a16:creationId xmlns:a16="http://schemas.microsoft.com/office/drawing/2014/main" id="{599DF2B6-4A13-4E3F-EF5D-7546BDEE6CAF}"/>
                  </a:ext>
                </a:extLst>
              </p:cNvPr>
              <p:cNvGrpSpPr/>
              <p:nvPr/>
            </p:nvGrpSpPr>
            <p:grpSpPr>
              <a:xfrm>
                <a:off x="7713663" y="2848339"/>
                <a:ext cx="1042107" cy="425543"/>
                <a:chOff x="7786941" y="2884917"/>
                <a:chExt cx="897649" cy="353919"/>
              </a:xfrm>
            </p:grpSpPr>
            <p:sp>
              <p:nvSpPr>
                <p:cNvPr id="64" name="Freeform 233">
                  <a:extLst>
                    <a:ext uri="{FF2B5EF4-FFF2-40B4-BE49-F238E27FC236}">
                      <a16:creationId xmlns:a16="http://schemas.microsoft.com/office/drawing/2014/main" id="{584BEBC8-858A-2F38-0CEA-A1C5190FEE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5" name="Freeform 234">
                  <a:extLst>
                    <a:ext uri="{FF2B5EF4-FFF2-40B4-BE49-F238E27FC236}">
                      <a16:creationId xmlns:a16="http://schemas.microsoft.com/office/drawing/2014/main" id="{F9591E36-EE87-E4AF-0925-7E92E36CD7F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 name="Freeform 235">
                  <a:extLst>
                    <a:ext uri="{FF2B5EF4-FFF2-40B4-BE49-F238E27FC236}">
                      <a16:creationId xmlns:a16="http://schemas.microsoft.com/office/drawing/2014/main" id="{91C8C35F-EABD-652F-4A2A-250ED7AB0B6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7" name="Freeform 236">
                  <a:extLst>
                    <a:ext uri="{FF2B5EF4-FFF2-40B4-BE49-F238E27FC236}">
                      <a16:creationId xmlns:a16="http://schemas.microsoft.com/office/drawing/2014/main" id="{D4282207-B88A-18FE-7F95-D3F0CE5F5D9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9" name="Group 136">
              <a:extLst>
                <a:ext uri="{FF2B5EF4-FFF2-40B4-BE49-F238E27FC236}">
                  <a16:creationId xmlns:a16="http://schemas.microsoft.com/office/drawing/2014/main" id="{4FBADD35-B5C1-8EDB-C5C8-AEF49829AB5B}"/>
                </a:ext>
              </a:extLst>
            </p:cNvPr>
            <p:cNvGrpSpPr>
              <a:grpSpLocks/>
            </p:cNvGrpSpPr>
            <p:nvPr/>
          </p:nvGrpSpPr>
          <p:grpSpPr bwMode="auto">
            <a:xfrm>
              <a:off x="7851988" y="5988681"/>
              <a:ext cx="641350" cy="558800"/>
              <a:chOff x="-44" y="1473"/>
              <a:chExt cx="981" cy="1105"/>
            </a:xfrm>
          </p:grpSpPr>
          <p:pic>
            <p:nvPicPr>
              <p:cNvPr id="59" name="Picture 137" descr="desktop_computer_stylized_medium">
                <a:extLst>
                  <a:ext uri="{FF2B5EF4-FFF2-40B4-BE49-F238E27FC236}">
                    <a16:creationId xmlns:a16="http://schemas.microsoft.com/office/drawing/2014/main" id="{5BFF1746-F4CD-63A0-67BD-1D028934E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38">
                <a:extLst>
                  <a:ext uri="{FF2B5EF4-FFF2-40B4-BE49-F238E27FC236}">
                    <a16:creationId xmlns:a16="http://schemas.microsoft.com/office/drawing/2014/main" id="{284FFBCC-1B3C-315E-0E07-58A3B403754D}"/>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0" name="Group 139">
              <a:extLst>
                <a:ext uri="{FF2B5EF4-FFF2-40B4-BE49-F238E27FC236}">
                  <a16:creationId xmlns:a16="http://schemas.microsoft.com/office/drawing/2014/main" id="{803DDD55-CB41-89D8-ECDA-7C8BB551D177}"/>
                </a:ext>
              </a:extLst>
            </p:cNvPr>
            <p:cNvGrpSpPr>
              <a:grpSpLocks/>
            </p:cNvGrpSpPr>
            <p:nvPr/>
          </p:nvGrpSpPr>
          <p:grpSpPr bwMode="auto">
            <a:xfrm>
              <a:off x="6916190" y="5955947"/>
              <a:ext cx="641350" cy="558800"/>
              <a:chOff x="-44" y="1473"/>
              <a:chExt cx="981" cy="1105"/>
            </a:xfrm>
          </p:grpSpPr>
          <p:pic>
            <p:nvPicPr>
              <p:cNvPr id="57" name="Picture 140" descr="desktop_computer_stylized_medium">
                <a:extLst>
                  <a:ext uri="{FF2B5EF4-FFF2-40B4-BE49-F238E27FC236}">
                    <a16:creationId xmlns:a16="http://schemas.microsoft.com/office/drawing/2014/main" id="{AE47DD34-673C-8F12-DE1C-5D8739B67B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41">
                <a:extLst>
                  <a:ext uri="{FF2B5EF4-FFF2-40B4-BE49-F238E27FC236}">
                    <a16:creationId xmlns:a16="http://schemas.microsoft.com/office/drawing/2014/main" id="{A643E88C-6CEC-7F59-0AAB-94926985BF03}"/>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1" name="Group 142">
              <a:extLst>
                <a:ext uri="{FF2B5EF4-FFF2-40B4-BE49-F238E27FC236}">
                  <a16:creationId xmlns:a16="http://schemas.microsoft.com/office/drawing/2014/main" id="{E18F6A8B-8AE7-0918-9ED9-702A1EC661F3}"/>
                </a:ext>
              </a:extLst>
            </p:cNvPr>
            <p:cNvGrpSpPr>
              <a:grpSpLocks/>
            </p:cNvGrpSpPr>
            <p:nvPr/>
          </p:nvGrpSpPr>
          <p:grpSpPr bwMode="auto">
            <a:xfrm>
              <a:off x="3921589" y="5865644"/>
              <a:ext cx="641350" cy="558800"/>
              <a:chOff x="-44" y="1473"/>
              <a:chExt cx="981" cy="1105"/>
            </a:xfrm>
          </p:grpSpPr>
          <p:pic>
            <p:nvPicPr>
              <p:cNvPr id="55" name="Picture 143" descr="desktop_computer_stylized_medium">
                <a:extLst>
                  <a:ext uri="{FF2B5EF4-FFF2-40B4-BE49-F238E27FC236}">
                    <a16:creationId xmlns:a16="http://schemas.microsoft.com/office/drawing/2014/main" id="{38A7496D-895C-5E94-9BF4-D5968E8A65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Freeform 144">
                <a:extLst>
                  <a:ext uri="{FF2B5EF4-FFF2-40B4-BE49-F238E27FC236}">
                    <a16:creationId xmlns:a16="http://schemas.microsoft.com/office/drawing/2014/main" id="{4EB190AC-CF29-6511-235F-19CC1A654E5A}"/>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2" name="Group 145">
              <a:extLst>
                <a:ext uri="{FF2B5EF4-FFF2-40B4-BE49-F238E27FC236}">
                  <a16:creationId xmlns:a16="http://schemas.microsoft.com/office/drawing/2014/main" id="{37ECBC6D-FA70-D292-D7FD-6AB63BAE2706}"/>
                </a:ext>
              </a:extLst>
            </p:cNvPr>
            <p:cNvGrpSpPr>
              <a:grpSpLocks/>
            </p:cNvGrpSpPr>
            <p:nvPr/>
          </p:nvGrpSpPr>
          <p:grpSpPr bwMode="auto">
            <a:xfrm>
              <a:off x="4833534" y="5813400"/>
              <a:ext cx="641350" cy="558800"/>
              <a:chOff x="-44" y="1473"/>
              <a:chExt cx="981" cy="1105"/>
            </a:xfrm>
          </p:grpSpPr>
          <p:pic>
            <p:nvPicPr>
              <p:cNvPr id="53" name="Picture 146" descr="desktop_computer_stylized_medium">
                <a:extLst>
                  <a:ext uri="{FF2B5EF4-FFF2-40B4-BE49-F238E27FC236}">
                    <a16:creationId xmlns:a16="http://schemas.microsoft.com/office/drawing/2014/main" id="{7D01DDFF-2525-DB76-1328-C1FE53620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Freeform 147">
                <a:extLst>
                  <a:ext uri="{FF2B5EF4-FFF2-40B4-BE49-F238E27FC236}">
                    <a16:creationId xmlns:a16="http://schemas.microsoft.com/office/drawing/2014/main" id="{6739E22A-AB2C-A5DD-6AE1-8F4CC8A71F2A}"/>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88" name="Text Box 41">
            <a:extLst>
              <a:ext uri="{FF2B5EF4-FFF2-40B4-BE49-F238E27FC236}">
                <a16:creationId xmlns:a16="http://schemas.microsoft.com/office/drawing/2014/main" id="{3D72F2F8-40DB-AA40-DC63-185912F32767}"/>
              </a:ext>
            </a:extLst>
          </p:cNvPr>
          <p:cNvSpPr txBox="1">
            <a:spLocks noChangeArrowheads="1"/>
          </p:cNvSpPr>
          <p:nvPr/>
        </p:nvSpPr>
        <p:spPr bwMode="auto">
          <a:xfrm>
            <a:off x="4790324" y="5542214"/>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223.1.2.1</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89" name="Group 88">
            <a:extLst>
              <a:ext uri="{FF2B5EF4-FFF2-40B4-BE49-F238E27FC236}">
                <a16:creationId xmlns:a16="http://schemas.microsoft.com/office/drawing/2014/main" id="{9B810618-EE7E-A7CE-D6E9-01E12EB87ED1}"/>
              </a:ext>
            </a:extLst>
          </p:cNvPr>
          <p:cNvGrpSpPr/>
          <p:nvPr/>
        </p:nvGrpSpPr>
        <p:grpSpPr>
          <a:xfrm>
            <a:off x="2970204" y="933306"/>
            <a:ext cx="9056493" cy="4702911"/>
            <a:chOff x="2970204" y="933306"/>
            <a:chExt cx="9056493" cy="4702911"/>
          </a:xfrm>
        </p:grpSpPr>
        <p:grpSp>
          <p:nvGrpSpPr>
            <p:cNvPr id="90" name="Group 89">
              <a:extLst>
                <a:ext uri="{FF2B5EF4-FFF2-40B4-BE49-F238E27FC236}">
                  <a16:creationId xmlns:a16="http://schemas.microsoft.com/office/drawing/2014/main" id="{1736DB2D-C3BC-2979-4C81-3E32F479EF2F}"/>
                </a:ext>
              </a:extLst>
            </p:cNvPr>
            <p:cNvGrpSpPr/>
            <p:nvPr/>
          </p:nvGrpSpPr>
          <p:grpSpPr>
            <a:xfrm>
              <a:off x="8152109" y="933306"/>
              <a:ext cx="3244327" cy="864497"/>
              <a:chOff x="6090834" y="607842"/>
              <a:chExt cx="3244327" cy="864497"/>
            </a:xfrm>
          </p:grpSpPr>
          <p:sp>
            <p:nvSpPr>
              <p:cNvPr id="106" name="Text Box 191">
                <a:extLst>
                  <a:ext uri="{FF2B5EF4-FFF2-40B4-BE49-F238E27FC236}">
                    <a16:creationId xmlns:a16="http://schemas.microsoft.com/office/drawing/2014/main" id="{3E1C1AC5-C30E-4D97-E301-DF72AAF5CD3E}"/>
                  </a:ext>
                </a:extLst>
              </p:cNvPr>
              <p:cNvSpPr txBox="1">
                <a:spLocks noChangeArrowheads="1"/>
              </p:cNvSpPr>
              <p:nvPr/>
            </p:nvSpPr>
            <p:spPr bwMode="auto">
              <a:xfrm>
                <a:off x="7255489" y="607842"/>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subnet 223.1.1/24</a:t>
                </a:r>
              </a:p>
            </p:txBody>
          </p:sp>
          <p:cxnSp>
            <p:nvCxnSpPr>
              <p:cNvPr id="107" name="Straight Connector 106">
                <a:extLst>
                  <a:ext uri="{FF2B5EF4-FFF2-40B4-BE49-F238E27FC236}">
                    <a16:creationId xmlns:a16="http://schemas.microsoft.com/office/drawing/2014/main" id="{4E118257-4485-C52F-0E3A-D0B28CFD80CF}"/>
                  </a:ext>
                </a:extLst>
              </p:cNvPr>
              <p:cNvCxnSpPr>
                <a:cxnSpLocks/>
              </p:cNvCxnSpPr>
              <p:nvPr/>
            </p:nvCxnSpPr>
            <p:spPr>
              <a:xfrm flipH="1">
                <a:off x="6090834" y="866887"/>
                <a:ext cx="1222333" cy="60545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91" name="Group 90">
              <a:extLst>
                <a:ext uri="{FF2B5EF4-FFF2-40B4-BE49-F238E27FC236}">
                  <a16:creationId xmlns:a16="http://schemas.microsoft.com/office/drawing/2014/main" id="{59530790-560A-8733-AFBF-6FD38739BD8A}"/>
                </a:ext>
              </a:extLst>
            </p:cNvPr>
            <p:cNvGrpSpPr/>
            <p:nvPr/>
          </p:nvGrpSpPr>
          <p:grpSpPr>
            <a:xfrm>
              <a:off x="8567981" y="2945502"/>
              <a:ext cx="2717381" cy="632023"/>
              <a:chOff x="6090835" y="840316"/>
              <a:chExt cx="2717381" cy="632023"/>
            </a:xfrm>
          </p:grpSpPr>
          <p:sp>
            <p:nvSpPr>
              <p:cNvPr id="104" name="Text Box 191">
                <a:extLst>
                  <a:ext uri="{FF2B5EF4-FFF2-40B4-BE49-F238E27FC236}">
                    <a16:creationId xmlns:a16="http://schemas.microsoft.com/office/drawing/2014/main" id="{7386A10A-3187-393B-4C3F-127FBFDD0419}"/>
                  </a:ext>
                </a:extLst>
              </p:cNvPr>
              <p:cNvSpPr txBox="1">
                <a:spLocks noChangeArrowheads="1"/>
              </p:cNvSpPr>
              <p:nvPr/>
            </p:nvSpPr>
            <p:spPr bwMode="auto">
              <a:xfrm>
                <a:off x="6728544" y="840316"/>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subnet 223.1.7/24</a:t>
                </a:r>
              </a:p>
            </p:txBody>
          </p:sp>
          <p:cxnSp>
            <p:nvCxnSpPr>
              <p:cNvPr id="105" name="Straight Connector 104">
                <a:extLst>
                  <a:ext uri="{FF2B5EF4-FFF2-40B4-BE49-F238E27FC236}">
                    <a16:creationId xmlns:a16="http://schemas.microsoft.com/office/drawing/2014/main" id="{A534439E-080A-E3BD-F3A6-9B94F9B324D3}"/>
                  </a:ext>
                </a:extLst>
              </p:cNvPr>
              <p:cNvCxnSpPr>
                <a:cxnSpLocks/>
              </p:cNvCxnSpPr>
              <p:nvPr/>
            </p:nvCxnSpPr>
            <p:spPr>
              <a:xfrm flipH="1">
                <a:off x="6090835" y="1102963"/>
                <a:ext cx="700005" cy="36937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BC3EF5E2-E3CA-A425-F38F-62124997A4CA}"/>
                </a:ext>
              </a:extLst>
            </p:cNvPr>
            <p:cNvGrpSpPr/>
            <p:nvPr/>
          </p:nvGrpSpPr>
          <p:grpSpPr>
            <a:xfrm>
              <a:off x="9262822" y="5019691"/>
              <a:ext cx="2763875" cy="616526"/>
              <a:chOff x="6090835" y="855813"/>
              <a:chExt cx="2763875" cy="616526"/>
            </a:xfrm>
          </p:grpSpPr>
          <p:sp>
            <p:nvSpPr>
              <p:cNvPr id="102" name="Text Box 191">
                <a:extLst>
                  <a:ext uri="{FF2B5EF4-FFF2-40B4-BE49-F238E27FC236}">
                    <a16:creationId xmlns:a16="http://schemas.microsoft.com/office/drawing/2014/main" id="{BF30F8B3-454F-7067-D09C-398E79D31CE2}"/>
                  </a:ext>
                </a:extLst>
              </p:cNvPr>
              <p:cNvSpPr txBox="1">
                <a:spLocks noChangeArrowheads="1"/>
              </p:cNvSpPr>
              <p:nvPr/>
            </p:nvSpPr>
            <p:spPr bwMode="auto">
              <a:xfrm>
                <a:off x="6775038" y="855813"/>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subnet 223.1.3/24</a:t>
                </a:r>
              </a:p>
            </p:txBody>
          </p:sp>
          <p:cxnSp>
            <p:nvCxnSpPr>
              <p:cNvPr id="103" name="Straight Connector 102">
                <a:extLst>
                  <a:ext uri="{FF2B5EF4-FFF2-40B4-BE49-F238E27FC236}">
                    <a16:creationId xmlns:a16="http://schemas.microsoft.com/office/drawing/2014/main" id="{4010A6EE-B8A7-4CBD-24FF-7FC972187676}"/>
                  </a:ext>
                </a:extLst>
              </p:cNvPr>
              <p:cNvCxnSpPr>
                <a:cxnSpLocks/>
              </p:cNvCxnSpPr>
              <p:nvPr/>
            </p:nvCxnSpPr>
            <p:spPr>
              <a:xfrm flipH="1">
                <a:off x="6090835" y="1102963"/>
                <a:ext cx="700005" cy="36937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93" name="Group 92">
              <a:extLst>
                <a:ext uri="{FF2B5EF4-FFF2-40B4-BE49-F238E27FC236}">
                  <a16:creationId xmlns:a16="http://schemas.microsoft.com/office/drawing/2014/main" id="{1020D9F9-BA96-F26E-920E-CE0778CC3351}"/>
                </a:ext>
              </a:extLst>
            </p:cNvPr>
            <p:cNvGrpSpPr/>
            <p:nvPr/>
          </p:nvGrpSpPr>
          <p:grpSpPr>
            <a:xfrm>
              <a:off x="2970204" y="4924121"/>
              <a:ext cx="2681511" cy="616523"/>
              <a:chOff x="2350272" y="4955118"/>
              <a:chExt cx="2681511" cy="616523"/>
            </a:xfrm>
          </p:grpSpPr>
          <p:sp>
            <p:nvSpPr>
              <p:cNvPr id="100" name="Text Box 191">
                <a:extLst>
                  <a:ext uri="{FF2B5EF4-FFF2-40B4-BE49-F238E27FC236}">
                    <a16:creationId xmlns:a16="http://schemas.microsoft.com/office/drawing/2014/main" id="{E7FC9124-C86D-D308-B3D7-2C3288564BB6}"/>
                  </a:ext>
                </a:extLst>
              </p:cNvPr>
              <p:cNvSpPr txBox="1">
                <a:spLocks noChangeArrowheads="1"/>
              </p:cNvSpPr>
              <p:nvPr/>
            </p:nvSpPr>
            <p:spPr bwMode="auto">
              <a:xfrm>
                <a:off x="2350272" y="4955118"/>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subnet 223.1.2/24</a:t>
                </a:r>
              </a:p>
            </p:txBody>
          </p:sp>
          <p:cxnSp>
            <p:nvCxnSpPr>
              <p:cNvPr id="101" name="Straight Connector 100">
                <a:extLst>
                  <a:ext uri="{FF2B5EF4-FFF2-40B4-BE49-F238E27FC236}">
                    <a16:creationId xmlns:a16="http://schemas.microsoft.com/office/drawing/2014/main" id="{52121697-861E-6CE8-4741-137B895EFE77}"/>
                  </a:ext>
                </a:extLst>
              </p:cNvPr>
              <p:cNvCxnSpPr>
                <a:cxnSpLocks/>
              </p:cNvCxnSpPr>
              <p:nvPr/>
            </p:nvCxnSpPr>
            <p:spPr>
              <a:xfrm>
                <a:off x="4331778" y="5202265"/>
                <a:ext cx="700005" cy="36937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0174B467-09BC-F2E0-7EA9-C731223F2C68}"/>
                </a:ext>
              </a:extLst>
            </p:cNvPr>
            <p:cNvGrpSpPr/>
            <p:nvPr/>
          </p:nvGrpSpPr>
          <p:grpSpPr>
            <a:xfrm>
              <a:off x="4362467" y="3185728"/>
              <a:ext cx="2495532" cy="492537"/>
              <a:chOff x="2536251" y="5079104"/>
              <a:chExt cx="2495532" cy="492537"/>
            </a:xfrm>
          </p:grpSpPr>
          <p:sp>
            <p:nvSpPr>
              <p:cNvPr id="98" name="Text Box 191">
                <a:extLst>
                  <a:ext uri="{FF2B5EF4-FFF2-40B4-BE49-F238E27FC236}">
                    <a16:creationId xmlns:a16="http://schemas.microsoft.com/office/drawing/2014/main" id="{E5F0F687-B59F-953A-8CCA-C1625CD3A4EE}"/>
                  </a:ext>
                </a:extLst>
              </p:cNvPr>
              <p:cNvSpPr txBox="1">
                <a:spLocks noChangeArrowheads="1"/>
              </p:cNvSpPr>
              <p:nvPr/>
            </p:nvSpPr>
            <p:spPr bwMode="auto">
              <a:xfrm>
                <a:off x="2536251" y="5079104"/>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subnet 223.1.9/24</a:t>
                </a:r>
              </a:p>
            </p:txBody>
          </p:sp>
          <p:cxnSp>
            <p:nvCxnSpPr>
              <p:cNvPr id="99" name="Straight Connector 98">
                <a:extLst>
                  <a:ext uri="{FF2B5EF4-FFF2-40B4-BE49-F238E27FC236}">
                    <a16:creationId xmlns:a16="http://schemas.microsoft.com/office/drawing/2014/main" id="{6CC11AE5-CB41-6D8A-C84F-8B80A743F49B}"/>
                  </a:ext>
                </a:extLst>
              </p:cNvPr>
              <p:cNvCxnSpPr>
                <a:cxnSpLocks/>
              </p:cNvCxnSpPr>
              <p:nvPr/>
            </p:nvCxnSpPr>
            <p:spPr>
              <a:xfrm>
                <a:off x="4559085" y="5349499"/>
                <a:ext cx="472698" cy="22214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95" name="Group 94">
              <a:extLst>
                <a:ext uri="{FF2B5EF4-FFF2-40B4-BE49-F238E27FC236}">
                  <a16:creationId xmlns:a16="http://schemas.microsoft.com/office/drawing/2014/main" id="{79B60046-0841-A2ED-C1E5-7B2237F065CA}"/>
                </a:ext>
              </a:extLst>
            </p:cNvPr>
            <p:cNvGrpSpPr/>
            <p:nvPr/>
          </p:nvGrpSpPr>
          <p:grpSpPr>
            <a:xfrm>
              <a:off x="6605504" y="4602997"/>
              <a:ext cx="2079672" cy="648084"/>
              <a:chOff x="1320582" y="5594888"/>
              <a:chExt cx="2079672" cy="648084"/>
            </a:xfrm>
          </p:grpSpPr>
          <p:sp>
            <p:nvSpPr>
              <p:cNvPr id="96" name="Text Box 191">
                <a:extLst>
                  <a:ext uri="{FF2B5EF4-FFF2-40B4-BE49-F238E27FC236}">
                    <a16:creationId xmlns:a16="http://schemas.microsoft.com/office/drawing/2014/main" id="{3880BBE9-BC77-080C-9999-1A0A5AAA8F27}"/>
                  </a:ext>
                </a:extLst>
              </p:cNvPr>
              <p:cNvSpPr txBox="1">
                <a:spLocks noChangeArrowheads="1"/>
              </p:cNvSpPr>
              <p:nvPr/>
            </p:nvSpPr>
            <p:spPr bwMode="auto">
              <a:xfrm>
                <a:off x="1320582" y="5842862"/>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subnet 223.1.8/24</a:t>
                </a:r>
              </a:p>
            </p:txBody>
          </p:sp>
          <p:cxnSp>
            <p:nvCxnSpPr>
              <p:cNvPr id="97" name="Straight Connector 96">
                <a:extLst>
                  <a:ext uri="{FF2B5EF4-FFF2-40B4-BE49-F238E27FC236}">
                    <a16:creationId xmlns:a16="http://schemas.microsoft.com/office/drawing/2014/main" id="{493926E1-1E68-D516-B534-90B3A96036CF}"/>
                  </a:ext>
                </a:extLst>
              </p:cNvPr>
              <p:cNvCxnSpPr/>
              <p:nvPr/>
            </p:nvCxnSpPr>
            <p:spPr>
              <a:xfrm flipV="1">
                <a:off x="2355742" y="5594888"/>
                <a:ext cx="0" cy="34096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4" name="TextBox 28">
            <a:extLst>
              <a:ext uri="{FF2B5EF4-FFF2-40B4-BE49-F238E27FC236}">
                <a16:creationId xmlns:a16="http://schemas.microsoft.com/office/drawing/2014/main" id="{42FF88DC-81AB-B320-0E34-1A24D5B95C6D}"/>
              </a:ext>
            </a:extLst>
          </p:cNvPr>
          <p:cNvSpPr txBox="1"/>
          <p:nvPr/>
        </p:nvSpPr>
        <p:spPr>
          <a:xfrm>
            <a:off x="261258" y="6390302"/>
            <a:ext cx="448491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2010-2025 J.F. Kurose, K.W. Ross</a:t>
            </a:r>
          </a:p>
        </p:txBody>
      </p:sp>
    </p:spTree>
    <p:extLst>
      <p:ext uri="{BB962C8B-B14F-4D97-AF65-F5344CB8AC3E}">
        <p14:creationId xmlns:p14="http://schemas.microsoft.com/office/powerpoint/2010/main" val="35208852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EF201-1503-6B54-B224-BACF6A2F661C}"/>
              </a:ext>
            </a:extLst>
          </p:cNvPr>
          <p:cNvSpPr>
            <a:spLocks noGrp="1"/>
          </p:cNvSpPr>
          <p:nvPr>
            <p:ph type="title"/>
          </p:nvPr>
        </p:nvSpPr>
        <p:spPr/>
        <p:txBody>
          <a:bodyPr/>
          <a:lstStyle/>
          <a:p>
            <a:r>
              <a:rPr lang="en-IN" dirty="0"/>
              <a:t>Classless interdomain routing</a:t>
            </a:r>
          </a:p>
        </p:txBody>
      </p:sp>
      <p:sp>
        <p:nvSpPr>
          <p:cNvPr id="3" name="Content Placeholder 2">
            <a:extLst>
              <a:ext uri="{FF2B5EF4-FFF2-40B4-BE49-F238E27FC236}">
                <a16:creationId xmlns:a16="http://schemas.microsoft.com/office/drawing/2014/main" id="{12D31EA5-820B-95C9-98A4-F2E26EF20690}"/>
              </a:ext>
            </a:extLst>
          </p:cNvPr>
          <p:cNvSpPr>
            <a:spLocks noGrp="1"/>
          </p:cNvSpPr>
          <p:nvPr>
            <p:ph idx="1"/>
          </p:nvPr>
        </p:nvSpPr>
        <p:spPr/>
        <p:txBody>
          <a:bodyPr>
            <a:normAutofit fontScale="92500" lnSpcReduction="10000"/>
          </a:bodyPr>
          <a:lstStyle/>
          <a:p>
            <a:r>
              <a:rPr lang="en-IN" dirty="0"/>
              <a:t>The internet’s address assignment strategy is called Classless Interdomain Routing (CIDR—pronounced cider)</a:t>
            </a:r>
          </a:p>
          <a:p>
            <a:endParaRPr lang="en-IN" dirty="0"/>
          </a:p>
          <a:p>
            <a:r>
              <a:rPr lang="en-IN" dirty="0"/>
              <a:t>The IP address is divided into two parts and has the following form</a:t>
            </a:r>
          </a:p>
          <a:p>
            <a:pPr lvl="1"/>
            <a:r>
              <a:rPr lang="en-IN" i="0" dirty="0" err="1">
                <a:latin typeface="+mj-lt"/>
              </a:rPr>
              <a:t>a.b.c.d</a:t>
            </a:r>
            <a:r>
              <a:rPr lang="en-IN" i="0" dirty="0">
                <a:latin typeface="+mj-lt"/>
              </a:rPr>
              <a:t>/x</a:t>
            </a:r>
            <a:endParaRPr lang="en-IN" dirty="0"/>
          </a:p>
          <a:p>
            <a:pPr lvl="1"/>
            <a:r>
              <a:rPr lang="en-IN" dirty="0"/>
              <a:t>The </a:t>
            </a:r>
            <a:r>
              <a:rPr lang="en-IN" i="0" dirty="0">
                <a:latin typeface="+mj-lt"/>
              </a:rPr>
              <a:t>x</a:t>
            </a:r>
            <a:r>
              <a:rPr lang="en-IN" dirty="0"/>
              <a:t> most-significant bits are called the prefix of the IP address</a:t>
            </a:r>
          </a:p>
          <a:p>
            <a:pPr lvl="1"/>
            <a:endParaRPr lang="en-IN" dirty="0"/>
          </a:p>
          <a:p>
            <a:r>
              <a:rPr lang="en-IN" dirty="0"/>
              <a:t>An organization is typically allocated a block of contiguous addresses with a common prefix</a:t>
            </a:r>
          </a:p>
          <a:p>
            <a:r>
              <a:rPr lang="en-IN" dirty="0"/>
              <a:t>The routers only look at the prefix of an IP address</a:t>
            </a:r>
          </a:p>
          <a:p>
            <a:pPr lvl="1"/>
            <a:r>
              <a:rPr lang="en-IN" dirty="0"/>
              <a:t>This considerably reduces the size of the forwarding table at routers</a:t>
            </a:r>
          </a:p>
          <a:p>
            <a:pPr marL="457200" lvl="1" indent="0">
              <a:buNone/>
            </a:pPr>
            <a:endParaRPr lang="en-IN" dirty="0"/>
          </a:p>
          <a:p>
            <a:endParaRPr lang="en-IN" dirty="0"/>
          </a:p>
          <a:p>
            <a:endParaRPr lang="en-IN" dirty="0"/>
          </a:p>
        </p:txBody>
      </p:sp>
    </p:spTree>
    <p:extLst>
      <p:ext uri="{BB962C8B-B14F-4D97-AF65-F5344CB8AC3E}">
        <p14:creationId xmlns:p14="http://schemas.microsoft.com/office/powerpoint/2010/main" val="22481872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031EF-84A6-3B77-9368-E3E19025F1E4}"/>
              </a:ext>
            </a:extLst>
          </p:cNvPr>
          <p:cNvSpPr>
            <a:spLocks noGrp="1"/>
          </p:cNvSpPr>
          <p:nvPr>
            <p:ph type="title"/>
          </p:nvPr>
        </p:nvSpPr>
        <p:spPr/>
        <p:txBody>
          <a:bodyPr/>
          <a:lstStyle/>
          <a:p>
            <a:r>
              <a:rPr lang="en-IN" dirty="0"/>
              <a:t>Classless interdomain routing</a:t>
            </a:r>
          </a:p>
        </p:txBody>
      </p:sp>
      <p:sp>
        <p:nvSpPr>
          <p:cNvPr id="3" name="Content Placeholder 2">
            <a:extLst>
              <a:ext uri="{FF2B5EF4-FFF2-40B4-BE49-F238E27FC236}">
                <a16:creationId xmlns:a16="http://schemas.microsoft.com/office/drawing/2014/main" id="{97F8D3E8-4B32-D5A3-E402-38808D5D5759}"/>
              </a:ext>
            </a:extLst>
          </p:cNvPr>
          <p:cNvSpPr>
            <a:spLocks noGrp="1"/>
          </p:cNvSpPr>
          <p:nvPr>
            <p:ph idx="1"/>
          </p:nvPr>
        </p:nvSpPr>
        <p:spPr/>
        <p:txBody>
          <a:bodyPr/>
          <a:lstStyle/>
          <a:p>
            <a:r>
              <a:rPr lang="en-IN" dirty="0"/>
              <a:t>The lower </a:t>
            </a:r>
            <a:r>
              <a:rPr lang="en-IN" i="0" dirty="0">
                <a:latin typeface="+mj-lt"/>
              </a:rPr>
              <a:t>32-x </a:t>
            </a:r>
            <a:r>
              <a:rPr lang="en-IN" dirty="0"/>
              <a:t>bits of the address </a:t>
            </a:r>
            <a:r>
              <a:rPr lang="en-IN" i="0" dirty="0" err="1">
                <a:latin typeface="+mj-lt"/>
              </a:rPr>
              <a:t>a.b.c.d</a:t>
            </a:r>
            <a:r>
              <a:rPr lang="en-IN" i="0" dirty="0">
                <a:latin typeface="+mj-lt"/>
              </a:rPr>
              <a:t>/x</a:t>
            </a:r>
            <a:r>
              <a:rPr lang="en-IN" dirty="0"/>
              <a:t> is used by the organization for different devices</a:t>
            </a:r>
          </a:p>
          <a:p>
            <a:endParaRPr lang="en-IN" dirty="0"/>
          </a:p>
          <a:p>
            <a:endParaRPr lang="en-IN" dirty="0"/>
          </a:p>
        </p:txBody>
      </p:sp>
    </p:spTree>
    <p:extLst>
      <p:ext uri="{BB962C8B-B14F-4D97-AF65-F5344CB8AC3E}">
        <p14:creationId xmlns:p14="http://schemas.microsoft.com/office/powerpoint/2010/main" val="25056347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AB5E4-6431-0C52-CB47-BCA160528C80}"/>
              </a:ext>
            </a:extLst>
          </p:cNvPr>
          <p:cNvSpPr>
            <a:spLocks noGrp="1"/>
          </p:cNvSpPr>
          <p:nvPr>
            <p:ph type="title"/>
          </p:nvPr>
        </p:nvSpPr>
        <p:spPr/>
        <p:txBody>
          <a:bodyPr/>
          <a:lstStyle/>
          <a:p>
            <a:r>
              <a:rPr lang="en-IN" dirty="0"/>
              <a:t>Who manages IP address?</a:t>
            </a:r>
          </a:p>
        </p:txBody>
      </p:sp>
      <p:sp>
        <p:nvSpPr>
          <p:cNvPr id="3" name="Content Placeholder 2">
            <a:extLst>
              <a:ext uri="{FF2B5EF4-FFF2-40B4-BE49-F238E27FC236}">
                <a16:creationId xmlns:a16="http://schemas.microsoft.com/office/drawing/2014/main" id="{F467A22B-6AFD-8701-B498-F09F005379C2}"/>
              </a:ext>
            </a:extLst>
          </p:cNvPr>
          <p:cNvSpPr>
            <a:spLocks noGrp="1"/>
          </p:cNvSpPr>
          <p:nvPr>
            <p:ph idx="1"/>
          </p:nvPr>
        </p:nvSpPr>
        <p:spPr/>
        <p:txBody>
          <a:bodyPr>
            <a:normAutofit fontScale="92500" lnSpcReduction="20000"/>
          </a:bodyPr>
          <a:lstStyle/>
          <a:p>
            <a:pPr marL="0" indent="0">
              <a:buNone/>
            </a:pPr>
            <a:r>
              <a:rPr lang="en-IN" dirty="0"/>
              <a:t>Internet Corporation of Assigned Names and Numbers (ICANN)</a:t>
            </a:r>
          </a:p>
          <a:p>
            <a:pPr marL="0" indent="0">
              <a:buNone/>
            </a:pPr>
            <a:endParaRPr lang="en-IN" dirty="0"/>
          </a:p>
          <a:p>
            <a:pPr marL="0" indent="0">
              <a:buNone/>
            </a:pPr>
            <a:endParaRPr lang="en-IN" dirty="0"/>
          </a:p>
          <a:p>
            <a:pPr marL="0" indent="0">
              <a:buNone/>
            </a:pPr>
            <a:r>
              <a:rPr lang="en-IN" dirty="0"/>
              <a:t>Regional Internet Registries (RIRs)</a:t>
            </a:r>
          </a:p>
          <a:p>
            <a:pPr marL="0" indent="0">
              <a:buNone/>
            </a:pPr>
            <a:endParaRPr lang="en-IN" dirty="0"/>
          </a:p>
          <a:p>
            <a:pPr marL="0" indent="0">
              <a:buNone/>
            </a:pPr>
            <a:endParaRPr lang="en-IN" dirty="0"/>
          </a:p>
          <a:p>
            <a:pPr marL="0" indent="0">
              <a:buNone/>
            </a:pPr>
            <a:r>
              <a:rPr lang="en-IN" dirty="0"/>
              <a:t>Internet Service Providers (ISPs)</a:t>
            </a:r>
          </a:p>
          <a:p>
            <a:pPr marL="0" indent="0">
              <a:buNone/>
            </a:pPr>
            <a:endParaRPr lang="en-IN" dirty="0"/>
          </a:p>
          <a:p>
            <a:pPr marL="0" indent="0">
              <a:buNone/>
            </a:pPr>
            <a:endParaRPr lang="en-IN" dirty="0"/>
          </a:p>
          <a:p>
            <a:pPr marL="0" indent="0">
              <a:buNone/>
            </a:pPr>
            <a:r>
              <a:rPr lang="en-IN" dirty="0"/>
              <a:t>Organizations / Home Internet Users (e.g., IIITD / Individual)</a:t>
            </a:r>
          </a:p>
          <a:p>
            <a:pPr marL="0" indent="0">
              <a:buNone/>
            </a:pPr>
            <a:endParaRPr lang="en-IN" dirty="0"/>
          </a:p>
        </p:txBody>
      </p:sp>
      <p:sp>
        <p:nvSpPr>
          <p:cNvPr id="5" name="Arrow: Down 4">
            <a:extLst>
              <a:ext uri="{FF2B5EF4-FFF2-40B4-BE49-F238E27FC236}">
                <a16:creationId xmlns:a16="http://schemas.microsoft.com/office/drawing/2014/main" id="{EA4008DA-F394-47F6-A5D0-4E018C4AD087}"/>
              </a:ext>
            </a:extLst>
          </p:cNvPr>
          <p:cNvSpPr/>
          <p:nvPr/>
        </p:nvSpPr>
        <p:spPr>
          <a:xfrm>
            <a:off x="2405743" y="3505201"/>
            <a:ext cx="413657" cy="55517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 name="Arrow: Down 6">
            <a:extLst>
              <a:ext uri="{FF2B5EF4-FFF2-40B4-BE49-F238E27FC236}">
                <a16:creationId xmlns:a16="http://schemas.microsoft.com/office/drawing/2014/main" id="{FCFA8ACE-8F9F-CCC9-B6C1-AD6663B93D4E}"/>
              </a:ext>
            </a:extLst>
          </p:cNvPr>
          <p:cNvSpPr/>
          <p:nvPr/>
        </p:nvSpPr>
        <p:spPr>
          <a:xfrm>
            <a:off x="2416629" y="2307772"/>
            <a:ext cx="413657" cy="55517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 name="Arrow: Down 7">
            <a:extLst>
              <a:ext uri="{FF2B5EF4-FFF2-40B4-BE49-F238E27FC236}">
                <a16:creationId xmlns:a16="http://schemas.microsoft.com/office/drawing/2014/main" id="{AE6EADB2-DDD7-8C58-ACDD-0B817B82B11E}"/>
              </a:ext>
            </a:extLst>
          </p:cNvPr>
          <p:cNvSpPr/>
          <p:nvPr/>
        </p:nvSpPr>
        <p:spPr>
          <a:xfrm>
            <a:off x="2416629" y="4789712"/>
            <a:ext cx="413657" cy="55517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Tree>
    <p:extLst>
      <p:ext uri="{BB962C8B-B14F-4D97-AF65-F5344CB8AC3E}">
        <p14:creationId xmlns:p14="http://schemas.microsoft.com/office/powerpoint/2010/main" val="30746292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2BC7C-A721-1DEA-911F-D1CB85F19D8D}"/>
              </a:ext>
            </a:extLst>
          </p:cNvPr>
          <p:cNvSpPr>
            <a:spLocks noGrp="1"/>
          </p:cNvSpPr>
          <p:nvPr>
            <p:ph type="title"/>
          </p:nvPr>
        </p:nvSpPr>
        <p:spPr/>
        <p:txBody>
          <a:bodyPr/>
          <a:lstStyle/>
          <a:p>
            <a:r>
              <a:rPr lang="en-IN" dirty="0"/>
              <a:t>Assigning IP address</a:t>
            </a:r>
          </a:p>
        </p:txBody>
      </p:sp>
      <p:sp>
        <p:nvSpPr>
          <p:cNvPr id="3" name="Content Placeholder 2">
            <a:extLst>
              <a:ext uri="{FF2B5EF4-FFF2-40B4-BE49-F238E27FC236}">
                <a16:creationId xmlns:a16="http://schemas.microsoft.com/office/drawing/2014/main" id="{0764FE80-0967-4023-305B-2627C31F1AC9}"/>
              </a:ext>
            </a:extLst>
          </p:cNvPr>
          <p:cNvSpPr>
            <a:spLocks noGrp="1"/>
          </p:cNvSpPr>
          <p:nvPr>
            <p:ph idx="1"/>
          </p:nvPr>
        </p:nvSpPr>
        <p:spPr/>
        <p:txBody>
          <a:bodyPr/>
          <a:lstStyle/>
          <a:p>
            <a:r>
              <a:rPr lang="en-IN" dirty="0"/>
              <a:t>Let’s say, the ISP receives a subnet address </a:t>
            </a:r>
            <a:r>
              <a:rPr lang="en-IN" i="0" dirty="0">
                <a:latin typeface="+mj-lt"/>
              </a:rPr>
              <a:t>200.23.16.0/20</a:t>
            </a:r>
            <a:r>
              <a:rPr lang="en-IN" dirty="0"/>
              <a:t> from RIR</a:t>
            </a:r>
          </a:p>
          <a:p>
            <a:endParaRPr lang="en-IN" dirty="0"/>
          </a:p>
          <a:p>
            <a:r>
              <a:rPr lang="en-IN" dirty="0"/>
              <a:t>When IIITD contacts its ISP for a range of IP addresses, the ISP can assign a subnet out of its allocated addresses to IIITD</a:t>
            </a:r>
          </a:p>
          <a:p>
            <a:pPr lvl="1"/>
            <a:r>
              <a:rPr lang="en-IN" dirty="0"/>
              <a:t>Say </a:t>
            </a:r>
            <a:r>
              <a:rPr lang="en-IN" i="0" dirty="0">
                <a:latin typeface="+mj-lt"/>
              </a:rPr>
              <a:t>200.23.16.0/23</a:t>
            </a:r>
            <a:endParaRPr lang="en-IN" dirty="0"/>
          </a:p>
          <a:p>
            <a:r>
              <a:rPr lang="en-IN" dirty="0"/>
              <a:t>Let’s say GB Pant asked the ISP to give it a range of addresses</a:t>
            </a:r>
          </a:p>
          <a:p>
            <a:pPr lvl="1"/>
            <a:r>
              <a:rPr lang="en-IN" dirty="0"/>
              <a:t>Can ISP give </a:t>
            </a:r>
            <a:r>
              <a:rPr lang="en-IN" i="0" dirty="0">
                <a:latin typeface="+mj-lt"/>
              </a:rPr>
              <a:t>200.23.17.0/23</a:t>
            </a:r>
            <a:r>
              <a:rPr lang="en-IN" dirty="0"/>
              <a:t> to GB Pant?</a:t>
            </a:r>
          </a:p>
        </p:txBody>
      </p:sp>
    </p:spTree>
    <p:extLst>
      <p:ext uri="{BB962C8B-B14F-4D97-AF65-F5344CB8AC3E}">
        <p14:creationId xmlns:p14="http://schemas.microsoft.com/office/powerpoint/2010/main" val="36416043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24317-5938-42D8-5B5A-BC1A77A79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63A23C-6E62-0F40-A96C-A71230551DEC}"/>
              </a:ext>
            </a:extLst>
          </p:cNvPr>
          <p:cNvSpPr>
            <a:spLocks noGrp="1"/>
          </p:cNvSpPr>
          <p:nvPr>
            <p:ph type="title"/>
          </p:nvPr>
        </p:nvSpPr>
        <p:spPr/>
        <p:txBody>
          <a:bodyPr/>
          <a:lstStyle/>
          <a:p>
            <a:r>
              <a:rPr lang="en-IN" dirty="0"/>
              <a:t>Assigning IP address</a:t>
            </a:r>
          </a:p>
        </p:txBody>
      </p:sp>
      <p:sp>
        <p:nvSpPr>
          <p:cNvPr id="3" name="Content Placeholder 2">
            <a:extLst>
              <a:ext uri="{FF2B5EF4-FFF2-40B4-BE49-F238E27FC236}">
                <a16:creationId xmlns:a16="http://schemas.microsoft.com/office/drawing/2014/main" id="{22541EC2-4039-548F-FC05-455DB780CA62}"/>
              </a:ext>
            </a:extLst>
          </p:cNvPr>
          <p:cNvSpPr>
            <a:spLocks noGrp="1"/>
          </p:cNvSpPr>
          <p:nvPr>
            <p:ph idx="1"/>
          </p:nvPr>
        </p:nvSpPr>
        <p:spPr/>
        <p:txBody>
          <a:bodyPr/>
          <a:lstStyle/>
          <a:p>
            <a:r>
              <a:rPr lang="en-IN" dirty="0"/>
              <a:t>Let’s say, the ISP receives a subnet address </a:t>
            </a:r>
            <a:r>
              <a:rPr lang="en-IN" i="0" dirty="0">
                <a:latin typeface="+mj-lt"/>
              </a:rPr>
              <a:t>200.23.16.0/20</a:t>
            </a:r>
            <a:r>
              <a:rPr lang="en-IN" dirty="0"/>
              <a:t> from RIR</a:t>
            </a:r>
          </a:p>
          <a:p>
            <a:endParaRPr lang="en-IN" dirty="0"/>
          </a:p>
          <a:p>
            <a:r>
              <a:rPr lang="en-IN" dirty="0"/>
              <a:t>When IIITD contacts its ISP for a range of IP addresses, the ISP can assign a subnet out of its allocated addresses to IIITD</a:t>
            </a:r>
          </a:p>
          <a:p>
            <a:pPr lvl="1"/>
            <a:r>
              <a:rPr lang="en-IN" dirty="0"/>
              <a:t>Say </a:t>
            </a:r>
            <a:r>
              <a:rPr lang="en-IN" i="0" dirty="0">
                <a:latin typeface="+mj-lt"/>
              </a:rPr>
              <a:t>200.23.16.0/23</a:t>
            </a:r>
            <a:endParaRPr lang="en-IN" dirty="0"/>
          </a:p>
          <a:p>
            <a:r>
              <a:rPr lang="en-IN" dirty="0"/>
              <a:t>Let’s say GB Pant asked the ISP to give it a range of addresses</a:t>
            </a:r>
          </a:p>
          <a:p>
            <a:pPr lvl="1"/>
            <a:r>
              <a:rPr lang="en-IN" dirty="0"/>
              <a:t>Can ISP give </a:t>
            </a:r>
            <a:r>
              <a:rPr lang="en-IN" i="0" dirty="0">
                <a:latin typeface="+mj-lt"/>
              </a:rPr>
              <a:t>200.23.17.0/23</a:t>
            </a:r>
            <a:r>
              <a:rPr lang="en-IN" dirty="0"/>
              <a:t> to GB Pant?</a:t>
            </a:r>
          </a:p>
          <a:p>
            <a:pPr lvl="2"/>
            <a:r>
              <a:rPr lang="en-IN" dirty="0"/>
              <a:t>No, because IIITD addresses are also included in </a:t>
            </a:r>
            <a:r>
              <a:rPr lang="en-IN" i="0" dirty="0">
                <a:latin typeface="+mj-lt"/>
              </a:rPr>
              <a:t>200.23.17.0/23</a:t>
            </a:r>
            <a:endParaRPr lang="en-IN" dirty="0"/>
          </a:p>
          <a:p>
            <a:pPr lvl="1"/>
            <a:r>
              <a:rPr lang="en-IN" dirty="0"/>
              <a:t>How about </a:t>
            </a:r>
            <a:r>
              <a:rPr lang="en-IN" i="0" dirty="0">
                <a:latin typeface="+mj-lt"/>
              </a:rPr>
              <a:t>200.23.18.0/23?</a:t>
            </a:r>
            <a:endParaRPr lang="en-IN" dirty="0"/>
          </a:p>
        </p:txBody>
      </p:sp>
    </p:spTree>
    <p:extLst>
      <p:ext uri="{BB962C8B-B14F-4D97-AF65-F5344CB8AC3E}">
        <p14:creationId xmlns:p14="http://schemas.microsoft.com/office/powerpoint/2010/main" val="14509212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45692-D78E-1D9C-D0BF-4A282D77A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96BEC-EFAA-E43A-DD6C-15F8D9EA5DA9}"/>
              </a:ext>
            </a:extLst>
          </p:cNvPr>
          <p:cNvSpPr>
            <a:spLocks noGrp="1"/>
          </p:cNvSpPr>
          <p:nvPr>
            <p:ph type="title"/>
          </p:nvPr>
        </p:nvSpPr>
        <p:spPr/>
        <p:txBody>
          <a:bodyPr/>
          <a:lstStyle/>
          <a:p>
            <a:r>
              <a:rPr lang="en-IN" dirty="0"/>
              <a:t>Assigning IP address</a:t>
            </a:r>
          </a:p>
        </p:txBody>
      </p:sp>
      <p:sp>
        <p:nvSpPr>
          <p:cNvPr id="3" name="Content Placeholder 2">
            <a:extLst>
              <a:ext uri="{FF2B5EF4-FFF2-40B4-BE49-F238E27FC236}">
                <a16:creationId xmlns:a16="http://schemas.microsoft.com/office/drawing/2014/main" id="{EBE976AA-4136-B2DD-BD65-E13101F07C55}"/>
              </a:ext>
            </a:extLst>
          </p:cNvPr>
          <p:cNvSpPr>
            <a:spLocks noGrp="1"/>
          </p:cNvSpPr>
          <p:nvPr>
            <p:ph idx="1"/>
          </p:nvPr>
        </p:nvSpPr>
        <p:spPr/>
        <p:txBody>
          <a:bodyPr/>
          <a:lstStyle/>
          <a:p>
            <a:r>
              <a:rPr lang="en-IN" dirty="0"/>
              <a:t>Let’s say, the ISP receives a subnet address </a:t>
            </a:r>
            <a:r>
              <a:rPr lang="en-IN" i="0" dirty="0">
                <a:latin typeface="+mj-lt"/>
              </a:rPr>
              <a:t>200.23.16.0/20</a:t>
            </a:r>
            <a:r>
              <a:rPr lang="en-IN" dirty="0"/>
              <a:t> from RIR</a:t>
            </a:r>
          </a:p>
          <a:p>
            <a:endParaRPr lang="en-IN" dirty="0"/>
          </a:p>
          <a:p>
            <a:r>
              <a:rPr lang="en-IN" dirty="0"/>
              <a:t>When IIITD contacts its ISP for a range of IP addresses, the ISP can assign a subnet out of its allocated addresses to IIITD</a:t>
            </a:r>
          </a:p>
          <a:p>
            <a:pPr lvl="1"/>
            <a:r>
              <a:rPr lang="en-IN" dirty="0"/>
              <a:t>Say </a:t>
            </a:r>
            <a:r>
              <a:rPr lang="en-IN" i="0" dirty="0">
                <a:latin typeface="+mj-lt"/>
              </a:rPr>
              <a:t>200.23.16.0/23</a:t>
            </a:r>
            <a:endParaRPr lang="en-IN" dirty="0"/>
          </a:p>
          <a:p>
            <a:r>
              <a:rPr lang="en-IN" dirty="0"/>
              <a:t>Let’s say GB Pant asked the ISP to give it a range of addresses</a:t>
            </a:r>
          </a:p>
          <a:p>
            <a:pPr lvl="1"/>
            <a:r>
              <a:rPr lang="en-IN" dirty="0"/>
              <a:t>Can ISP give </a:t>
            </a:r>
            <a:r>
              <a:rPr lang="en-IN" i="0" dirty="0">
                <a:latin typeface="+mj-lt"/>
              </a:rPr>
              <a:t>200.23.17.0/23</a:t>
            </a:r>
            <a:r>
              <a:rPr lang="en-IN" dirty="0"/>
              <a:t> to GB Pant?</a:t>
            </a:r>
          </a:p>
          <a:p>
            <a:pPr lvl="2"/>
            <a:r>
              <a:rPr lang="en-IN" dirty="0"/>
              <a:t>No, because IIITD addresses are also included in </a:t>
            </a:r>
            <a:r>
              <a:rPr lang="en-IN" i="0" dirty="0">
                <a:latin typeface="+mj-lt"/>
              </a:rPr>
              <a:t>200.23.17.0/23</a:t>
            </a:r>
            <a:endParaRPr lang="en-IN" dirty="0"/>
          </a:p>
          <a:p>
            <a:pPr lvl="1"/>
            <a:r>
              <a:rPr lang="en-IN" dirty="0"/>
              <a:t>How about </a:t>
            </a:r>
            <a:r>
              <a:rPr lang="en-IN" i="0" dirty="0">
                <a:latin typeface="+mj-lt"/>
              </a:rPr>
              <a:t>200.23.18.0/23?</a:t>
            </a:r>
            <a:endParaRPr lang="en-IN" dirty="0"/>
          </a:p>
          <a:p>
            <a:pPr lvl="2"/>
            <a:r>
              <a:rPr lang="en-IN" dirty="0"/>
              <a:t>Yes, no overlap with IIITD </a:t>
            </a:r>
          </a:p>
        </p:txBody>
      </p:sp>
    </p:spTree>
    <p:extLst>
      <p:ext uri="{BB962C8B-B14F-4D97-AF65-F5344CB8AC3E}">
        <p14:creationId xmlns:p14="http://schemas.microsoft.com/office/powerpoint/2010/main" val="16182729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7261</TotalTime>
  <Words>3291</Words>
  <Application>Microsoft Office PowerPoint</Application>
  <PresentationFormat>Widescreen</PresentationFormat>
  <Paragraphs>699</Paragraphs>
  <Slides>58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Calibri</vt:lpstr>
      <vt:lpstr>Calibri Light</vt:lpstr>
      <vt:lpstr>Cambria Math</vt:lpstr>
      <vt:lpstr>Comic Sans MS</vt:lpstr>
      <vt:lpstr>Times New Roman</vt:lpstr>
      <vt:lpstr>Office Theme</vt:lpstr>
      <vt:lpstr>PowerPoint Presentation</vt:lpstr>
      <vt:lpstr>Today’s topics</vt:lpstr>
      <vt:lpstr>References</vt:lpstr>
      <vt:lpstr>How does the forwarding table look like?</vt:lpstr>
      <vt:lpstr>Switching fabric</vt:lpstr>
      <vt:lpstr>Switching fabric</vt:lpstr>
      <vt:lpstr>Interconnection network</vt:lpstr>
      <vt:lpstr>Interconnection network</vt:lpstr>
      <vt:lpstr>Queuing</vt:lpstr>
      <vt:lpstr>Queuing</vt:lpstr>
      <vt:lpstr>Queuing</vt:lpstr>
      <vt:lpstr>Queuing</vt:lpstr>
      <vt:lpstr>Head-of-the-line (HOL) blocking</vt:lpstr>
      <vt:lpstr>HOL blocking</vt:lpstr>
      <vt:lpstr>HOL blocking</vt:lpstr>
      <vt:lpstr>Output queuing</vt:lpstr>
      <vt:lpstr>Buffer size</vt:lpstr>
      <vt:lpstr>Buffer size</vt:lpstr>
      <vt:lpstr>Buffer size</vt:lpstr>
      <vt:lpstr>Packet scheduling</vt:lpstr>
      <vt:lpstr>First-come-first-serve</vt:lpstr>
      <vt:lpstr>First-come-first-serve</vt:lpstr>
      <vt:lpstr>First-come-first-serve</vt:lpstr>
      <vt:lpstr>Priority Queuing</vt:lpstr>
      <vt:lpstr>Priority Queuing</vt:lpstr>
      <vt:lpstr>Priority Queuing</vt:lpstr>
      <vt:lpstr>Priority Queuing</vt:lpstr>
      <vt:lpstr>Priority Queuing</vt:lpstr>
      <vt:lpstr>Priority Queuing</vt:lpstr>
      <vt:lpstr>Round Robin Queuing</vt:lpstr>
      <vt:lpstr>Round Robin Queuing</vt:lpstr>
      <vt:lpstr>Round Robin Queuing</vt:lpstr>
      <vt:lpstr>Round Robin queuing</vt:lpstr>
      <vt:lpstr>Round Robin and Weighted Fair queueing</vt:lpstr>
      <vt:lpstr>Round Robin and Weighted Fair queueing</vt:lpstr>
      <vt:lpstr>Round Robin and Weighted Fair queueing</vt:lpstr>
      <vt:lpstr>Round Robin and Weighted Fair queueing</vt:lpstr>
      <vt:lpstr>IPv4 vs. IPv6</vt:lpstr>
      <vt:lpstr>IPv4 header</vt:lpstr>
      <vt:lpstr>IP header</vt:lpstr>
      <vt:lpstr>Network Interface</vt:lpstr>
      <vt:lpstr>Network interface</vt:lpstr>
      <vt:lpstr>Network internet</vt:lpstr>
      <vt:lpstr>Network internet</vt:lpstr>
      <vt:lpstr>Network internet</vt:lpstr>
      <vt:lpstr>Subnet address</vt:lpstr>
      <vt:lpstr>Subnet address</vt:lpstr>
      <vt:lpstr>Subnet address</vt:lpstr>
      <vt:lpstr>Subnets</vt:lpstr>
      <vt:lpstr>Subnets</vt:lpstr>
      <vt:lpstr>Subnet address</vt:lpstr>
      <vt:lpstr>Subnet address</vt:lpstr>
      <vt:lpstr>Classless interdomain routing</vt:lpstr>
      <vt:lpstr>Classless interdomain routing</vt:lpstr>
      <vt:lpstr>Who manages IP address?</vt:lpstr>
      <vt:lpstr>Assigning IP address</vt:lpstr>
      <vt:lpstr>Assigning IP address</vt:lpstr>
      <vt:lpstr>Assigning IP address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Piyus Kedia</dc:creator>
  <cp:lastModifiedBy>Piyus Kedia</cp:lastModifiedBy>
  <cp:revision>274</cp:revision>
  <dcterms:created xsi:type="dcterms:W3CDTF">2025-08-19T10:04:32Z</dcterms:created>
  <dcterms:modified xsi:type="dcterms:W3CDTF">2025-11-03T06:08:51Z</dcterms:modified>
</cp:coreProperties>
</file>