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300" r:id="rId4"/>
    <p:sldId id="1248" r:id="rId5"/>
    <p:sldId id="1249" r:id="rId6"/>
    <p:sldId id="1250" r:id="rId7"/>
    <p:sldId id="1251" r:id="rId8"/>
    <p:sldId id="1252" r:id="rId9"/>
    <p:sldId id="1253" r:id="rId10"/>
    <p:sldId id="1254" r:id="rId11"/>
    <p:sldId id="1269" r:id="rId12"/>
    <p:sldId id="1255" r:id="rId13"/>
    <p:sldId id="1270" r:id="rId14"/>
    <p:sldId id="1277" r:id="rId15"/>
    <p:sldId id="1271" r:id="rId16"/>
    <p:sldId id="1257" r:id="rId17"/>
    <p:sldId id="1256" r:id="rId18"/>
    <p:sldId id="1258" r:id="rId19"/>
    <p:sldId id="1259" r:id="rId20"/>
    <p:sldId id="1260" r:id="rId21"/>
    <p:sldId id="1261" r:id="rId22"/>
    <p:sldId id="1262" r:id="rId23"/>
    <p:sldId id="1263" r:id="rId24"/>
    <p:sldId id="1264" r:id="rId25"/>
    <p:sldId id="1265" r:id="rId26"/>
    <p:sldId id="1272" r:id="rId27"/>
    <p:sldId id="1278" r:id="rId28"/>
    <p:sldId id="1283" r:id="rId29"/>
    <p:sldId id="1279" r:id="rId30"/>
    <p:sldId id="1280" r:id="rId31"/>
    <p:sldId id="1282" r:id="rId32"/>
    <p:sldId id="1281" r:id="rId33"/>
    <p:sldId id="1284" r:id="rId34"/>
    <p:sldId id="1285" r:id="rId35"/>
    <p:sldId id="1286" r:id="rId36"/>
    <p:sldId id="1287" r:id="rId37"/>
    <p:sldId id="1288" r:id="rId38"/>
    <p:sldId id="1289" r:id="rId39"/>
    <p:sldId id="1290" r:id="rId40"/>
    <p:sldId id="1291" r:id="rId41"/>
    <p:sldId id="1292" r:id="rId42"/>
    <p:sldId id="1293" r:id="rId43"/>
    <p:sldId id="1294" r:id="rId44"/>
    <p:sldId id="1295" r:id="rId45"/>
    <p:sldId id="1296" r:id="rId46"/>
    <p:sldId id="1297" r:id="rId47"/>
    <p:sldId id="1298" r:id="rId48"/>
    <p:sldId id="1299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20T05:10:31.9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17819 1509 4 0,'0'0'59'0,"0"0"27"0,0 0 17 15,0 0 12-15,0 0 11 0,0 0 6 0,0 0 4 0,0-4 4 0,0 4 1 0,0 0 5 0,0 0 6 0,0 0-31 0,0 0-48 0,0 0-16 0,0 0 1 0,0 0 8 0,0 0 9 0,0 0 9 0,0 0 5 0,0 0 8 0,0 0 8 0,0 0 7 0,0 0 5 0,0 0 1 0,0 0 1 0,0 0-5 16,0 0-12-16,0 0-14 0,0 0-21 0,0 0-18 0,0 0-15 0,0 0-14 15,0 0-7-15,0 0-8 0,0 0-5 0,0 0-3 0,0 0-2 0,0 0-4 16,0 0-2-16,0 0 2 0,0 0 1 0,0 0 7 0,7 0 10 0,-7 0 3 16,0 0 6-16,5 4 4 0,-5-4 5 0,8 0 8 0,-3 0 10 0,1 0 8 15,-6 0 8-15,8 0 8 0,4 0 6 0,-3 0 2 0,-4 0-3 0,8 0-3 16,-8 0-8-16,11 0-5 0,-11 0 0 0,8-4-2 0,1 4-2 0,-9 0-5 0,8-5-7 16,0 5-7-16,0 0-6 0,1-4-3 0,-2 4-5 0,2 0-1 0,-1-5 1 15,6 5 2-15,-6 0 3 0,-1 0 2 0,2 0-3 0,4-6 0 0,-2 6-1 16,3 0 1-16,1 0-1 0,-8 0 2 0,8-4 0 0,-7 4 1 15,6 0-1-15,0 0-1 0,-7 0-1 0,9 0-5 0,-8 0-2 0,6 0-3 0,0-5-3 0,-4 5 1 16,4 0-2-16,-6 0 0 0,6 0-2 0,-6 0 0 0,7 0-1 0,-7 5 0 16,1-5 0-16,4 0 0 0,-4 0 0 0,-2 4 1 0,2-4 3 0,-1 6 5 15,1-6 4-15,-2 5 4 0,-1-5 5 0,-3 4 1 0,5-4 3 0,0 5 2 16,-7-5 2-16,9 4 2 0,-10-4 3 0,1 0 0 0,2 0 5 0,-3 6 0 16,3-6-2-16,-3 0-1 0,2 0-4 0,0 0-4 0,-2 0-2 0,-5 0-5 0,7 0-3 15,1 0-2-15,-2 6-2 0,-6-6-3 0,7 0-1 0,-1 0-5 0,-6 0-1 0,5 0-4 16,2 0-3-16,2 0-2 0,-9 0-2 0,5 0-1 0,1-6 0 0,1 6-1 15,-7 0 1-15,5 0-2 0,4 0 1 0,-9 0-2 0,7 0-2 0,-7 0 1 0,0 0 0 16,0 0 0-16,0 0 2 0,0 0 2 0,0 0 1 0,0 0 2 16,0 0 1-16,0 0 2 0,0 0 0 0,0 0 1 0,0 0 1 0,0 0 2 0,0 0 1 15,0 0-1-15,0 0 1 0,0 0 0 0,0 0-3 0,0 0-3 16,0 0-4-16,0 0-8 0,0 0-10 0,0 6-11 0,0-6-15 0,0 0-14 0,-7 0-18 16,7 0-19-16,0 0-22 0,0 4-26 0,-9-4-31 0,9 5-55 0,-5-5-62 15,-2 4-68-15,7-4-65 0,-6 5-22 0,1 1 6 0,-4-6 16 0,2 0 21 0,2 4 30 0,-1-4 29 16,-1 0 35-16,1 0 34 0,-9-4 43 0,3 4 43 0,5-6 57 0,-6 1 68 15</inkml:trace>
  <inkml:trace contextRef="#ctx0" brushRef="#br0" timeOffset="32282.36">16849 3929 0 0,'0'0'46'0,"0"0"25"0,0 0 14 15,0 0 13-15,-8-7 13 0,8 7 16 0,0 0 15 0,-7-4 16 0,7 4 17 0,0 0 11 0,0 0 12 0,0 0-29 0,0 0-48 0,-6-5-19 0,6 5-4 0,0 0 5 0,-6 0 6 0,1 0 5 0,5 0 2 0,0 0 0 16,-7 0-3-16,7 0-4 0,-8 0-4 0,8 0 0 0,0 0 4 0,-6 0 0 16,6 0-1-16,-7 0 0 0,7 0-6 0,0 0 0 0,0 0-3 0,0 0-1 15,-6 0-3-15,6 0 0 0,0 0-3 0,0 0 1 0,0 0-2 0,0 0-3 0,0 0 0 16,0 0-3-16,-5 0-1 0,5 0-3 0,0 0-3 0,0 0-5 0,0 0-6 15,0 0-6-15,0 0-6 0,0 0-3 0,0 0-5 0,0 0-4 0,0 0 1 0,0 0-2 16,0 0 1-16,0 0-1 0,0 0-1 0,0 0 1 0,0 0-1 0,0 0 0 16,0 0-1-16,0 0-1 0,0 0-2 0,0 0-4 15,0 0-3-15,0 0-5 0,0-5-7 0,0 5-5 0,0 0-6 0,0 0-4 0,0 0-6 0,5-4-2 16,-5 4-1-16,0 0 0 0,6 0 0 0,-6 0 3 0,7 0-1 0,-1 0 4 16,2 0 0-16,-1 0 3 0,-2 0 1 0,1 0 2 0,7 0 4 0,0 0 2 15,-5 0 1-15,3 0 4 0,4 0 1 16,-3 0 2-16,0 0 0 0,9 0 3 0,-8 0 0 0,1 0 2 0,4-6 4 0,3 6 4 0,-2 0 0 0,1-4 2 0,-1 4 0 0,-1-5 0 15,3 1 1-15,-2 4-4 0,-1-5-1 0,3-2-3 0,6 4-3 0,-9-3-4 16,3 6-4-16,-2-5-5 0,-1 1-4 0,3-2-4 0,-2 6-2 0,1-3-5 16,-6-3 1-16,4 6-3 0,-4 0 1 15,6-4-3-15,-8 4 0 0,0-5-1 0,4 5 0 0,2 0 2 0,-13 0-2 0,9 0 2 0,-1 0-1 0,-7 0 1 16,1 0-1-16,1 0 2 0,4 0-3 0,-12 0 1 0,7 5 0 16,-2-5 0-16,-5 0-1 0,0 0 0 0,8 0 0 0,-8 0 1 0,0 0-1 0,0 0 2 0,0 0 0 15,0 0-1-15,0 0 3 0,0 0-1 0,0 0 1 0,0 0 0 0,0 0 1 16,0 0 2-16,0 0-1 0,0 0 2 0,0 0 2 0,0 0-1 0,0 0 1 15,0 0 2-15,0 0 0 0,0 0 0 16,0 0 1-16,0 0 1 0,0 0-1 0,0 0 0 0,0 0 1 0,0 0 0 0,0 0-1 0,0 0-1 0,0 0-1 0,0 0-2 16,0 0 1-16,0 0-4 0,0 0 1 0,0 0-2 0,0 0-2 0,0 0-3 15,0 0 0 1,0 0-4-16,0 0-5 0,0 0-5 0,0 0-6 0,0 0-8 0,0 0-9 0,0 0-4 0,0 0-5 0,0 0-7 0,0 4-6 0,0-4-9 0,0 6-9 16,-8-6-8-16,8 0-10 0,0 3-9 0,0 3-7 0,0-6-4 0,0 4-2 15,-5-4-4-15,5 5-2 0,0-5-16 0,0 6-22 0,-7-3-42 0,7-3-51 16,0 0-53-16,0 7-52 0,0-2-13 0,-7-1 5 0,7 1 16 0,-5-5 20 0,5 4 22 15,0-4 21-15,-8 6 25 0,1-6 28 0,7 0 34 0,-6 0 42 0,0 0 51 0,-1-6 69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7596-BDDC-3C04-2AB6-3E1BF3801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68D67-E4D5-240C-A637-1735692BC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0036-393B-CA69-33EB-BE9B0FF7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CF9B-5679-72B9-38F0-FE6D0CA9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C855-7953-F022-4E40-35CD4E4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5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BE81-13F1-5726-CD48-B80C70C8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E47D-27F7-214D-247F-840C71C0F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1060-5947-5153-BBF1-593C2433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B1825-4F02-CD12-9C9C-F7A984FE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865B0-355A-1082-FDED-C2FD28FD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35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CB2E-2DCE-D72F-5E7F-EBCAD09D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AD60C-B6D5-04EE-86AE-39DFC6BA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CBC9-C9E6-C397-7912-34DD844A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377A4-0CA6-5391-9245-822C52D5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D1E77-F74C-6677-B020-4209CDC9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07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7BBF-DF46-6886-3FB5-ECE532E6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0D945-32B0-22AD-E25C-B5B621F3F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80D4B-0258-0C45-3517-C915F6D5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9F41C-5273-12A7-62CC-101BA9CA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0D2BB-4DE3-0C85-3C6F-16C741AA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0F838-BD85-803F-FBBD-CF8E4A4E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1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DA01-CA04-8FDB-5A2B-557AD220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0115B-52E5-4AF3-79AC-DB7F5AF5D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80E28-EA5D-76F4-7B89-8023CB79D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70A32-A5FF-223B-9937-9CF37905A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E3965-A7FD-9E6D-2C0D-67B9467BA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12CAA-2CEB-738F-F2E0-EF5E6F2C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BC684-6EDA-EF7E-0909-53E0A13A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A7D65-B984-33E1-2C6E-A0B419FF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55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C5F2-BBA4-CA7E-98E2-2C3CD8C5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4FCD0-183B-4D40-EE29-30C07F9C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28528-12DD-5BF0-D5D1-3108BAD2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8A442-3231-41C1-2334-3E9A6D12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3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AAAB5-D8D5-198A-D0B9-F26E96CA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64DEE-BBB3-0CE1-C8A6-4F0EC38F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445D9-18F6-74A4-3228-28B85C75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52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27D5-46AF-EDC9-3DCC-B9C09F45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54C1-46C4-6AEC-FF36-6AAA341C5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48B15-1B8B-5677-68F4-5E66E3873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DAB67-124E-F812-DEE6-5CB19384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F66B0-8654-992E-7803-2EFBC6D2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17D51-3A30-6CC4-E4CA-80FDCF4A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32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23E0-C7BC-2A63-AE31-4AC9BED7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8396A-4D97-3F53-9F7C-526E78B3F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437A7-A455-191A-632D-266B044BE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B58E1-7865-4050-AD66-B627D464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49A6C-42BD-022A-893B-D695A1D0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EA533-D55C-8E59-3206-0C8BBAF3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44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A634-B74A-0DAF-6FB8-94F8C2C2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87CEE-4C46-B9F3-03EF-BFA28F121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39F2-31AD-E208-5809-FE95DE30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9173-9904-13DC-69F5-DE815795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7038-98A1-F342-CC3F-D71432D1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09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8BE9B-4393-A675-FD34-8340E540D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DD387-405B-45D7-EE03-0DBC80E4F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F904D-A4D4-FC31-22CA-9E1724B4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A0CC7-039F-DA2C-0E6A-CA1959EAC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A6ABC-2BD5-C228-1016-9771DEDA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022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10665-59F9-CD11-5153-31713143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721F0-CAF2-8D29-2D43-3A22F595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3266-C522-0023-6129-E53712FD2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7197-6635-44DA-9357-20C560CAC4C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A4284-B2B5-5377-A3AE-22A3541F3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52D2-3044-87B0-0148-B955EFDF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6C3F3-8006-4C8D-BCFB-379BE5F99D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1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CF33-9E9A-BB61-642F-3AB374C41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F6C62-3FD3-EF2A-A90E-DF978C25D9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9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B65A-6847-82CF-E239-1B9C0C54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5AB5D-3BBB-6BDF-6E11-042BAE268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Protocol layers</a:t>
            </a:r>
          </a:p>
          <a:p>
            <a:r>
              <a:rPr lang="en-IN" dirty="0"/>
              <a:t>Network security</a:t>
            </a:r>
          </a:p>
          <a:p>
            <a:r>
              <a:rPr lang="en-IN"/>
              <a:t>Socket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62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1DB5-1891-EEEE-C83D-41F249FB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C018-3A6B-894F-C5E4-43ED0714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Peterson and Davie</a:t>
            </a:r>
          </a:p>
          <a:p>
            <a:pPr lvl="1"/>
            <a:r>
              <a:rPr lang="en-IN" dirty="0"/>
              <a:t>Chapter – 1.4</a:t>
            </a:r>
          </a:p>
          <a:p>
            <a:pPr lvl="1"/>
            <a:endParaRPr lang="en-IN" dirty="0"/>
          </a:p>
          <a:p>
            <a:r>
              <a:rPr lang="en-IN" dirty="0"/>
              <a:t>Kurose and Ross</a:t>
            </a:r>
          </a:p>
          <a:p>
            <a:pPr lvl="1"/>
            <a:r>
              <a:rPr lang="en-IN" dirty="0"/>
              <a:t>Chapter 1.5 and 1.6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9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0A8D-294A-849A-274C-6E0A4235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78E7-E5CD-97B6-F725-876575FDB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formal set of rules that define how two or more entities communicate or interact.</a:t>
            </a:r>
            <a:endParaRPr lang="en-IN" dirty="0"/>
          </a:p>
          <a:p>
            <a:endParaRPr lang="en-IN" dirty="0"/>
          </a:p>
          <a:p>
            <a:r>
              <a:rPr lang="en-US" dirty="0"/>
              <a:t>For example: Handshake protocol</a:t>
            </a:r>
          </a:p>
          <a:p>
            <a:pPr lvl="1"/>
            <a:r>
              <a:rPr lang="en-US" dirty="0"/>
              <a:t>client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server (hello)</a:t>
            </a:r>
          </a:p>
          <a:p>
            <a:pPr lvl="1"/>
            <a:r>
              <a:rPr lang="en-US" dirty="0"/>
              <a:t>server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client (hello)</a:t>
            </a:r>
          </a:p>
          <a:p>
            <a:pPr lvl="1"/>
            <a:r>
              <a:rPr lang="en-US" dirty="0"/>
              <a:t>client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server (I received your hello)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9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D0D5-E1C6-31BF-5C55-E9328073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D9F9D-440B-BABC-6AA2-709F1B000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3743" cy="4351338"/>
          </a:xfrm>
        </p:spPr>
        <p:txBody>
          <a:bodyPr/>
          <a:lstStyle/>
          <a:p>
            <a:r>
              <a:rPr lang="en-US" dirty="0"/>
              <a:t>The Internet follows a layered architecture known as the Internet Protocol Stack</a:t>
            </a:r>
          </a:p>
          <a:p>
            <a:r>
              <a:rPr lang="en-US" dirty="0"/>
              <a:t>The software and hardware stack for the source and receiver looked like the picture on the right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4A249B-8BBF-3BE0-8244-28DF36513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284" y="1902006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304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F03DC099-C62C-B8C0-35EC-36DE131B7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CD468276-B688-7ADE-A207-E913043D8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263769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78D9AE13-7D58-3B07-EA49-C12FBF006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33425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ACC8A57A-D1D2-CEA4-50DB-B2430988B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0537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2A9D980-3228-C18F-939E-7E1104297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7649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93A3EC5-54B9-DFDF-6702-5C39F25A9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26315694-2F73-A355-56B8-826C4CD9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B37C1D8C-EEBD-1C67-A33E-3E81FB68B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1A924DE0-E824-4004-2A10-A1A7243B1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405BDB-9CC3-31D0-8246-022C4DCE2ED8}"/>
              </a:ext>
            </a:extLst>
          </p:cNvPr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E3F4D2-49C4-B1C9-CBAE-55163010E7FB}"/>
                </a:ext>
              </a:extLst>
            </p:cNvPr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B7C47F90-F479-6BA0-6496-0A41C9BBC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0F83A2-7CA2-5D0C-BE9B-FDD41EF7B570}"/>
              </a:ext>
            </a:extLst>
          </p:cNvPr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5A7E24-5C2B-A500-96C7-0199D967CF7C}"/>
                </a:ext>
              </a:extLst>
            </p:cNvPr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C4A8E3BF-E65D-1460-5654-A054BFEFB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9B0F6A-0E2C-4803-1593-EF9C5D37B8D8}"/>
              </a:ext>
            </a:extLst>
          </p:cNvPr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B77004-A455-BF04-1F0D-F1971BA79D26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752AC4E1-2FFC-B707-71E2-08FDEBA73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04C712-2086-A209-D32A-B8388044221F}"/>
              </a:ext>
            </a:extLst>
          </p:cNvPr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F82884-6722-36EC-A4E8-51317B46ACAB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545C89AC-C904-C248-B8A5-EE08CE5B8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3200E2-720B-6585-45DB-674CF6636623}"/>
              </a:ext>
            </a:extLst>
          </p:cNvPr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047112-B637-B129-594B-61923D7624A0}"/>
                </a:ext>
              </a:extLst>
            </p:cNvPr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EDA94578-FD7A-55F9-2185-C4CCC4F85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8627FBE-38D8-8628-F451-6B9B93B33467}"/>
              </a:ext>
            </a:extLst>
          </p:cNvPr>
          <p:cNvSpPr txBox="1"/>
          <p:nvPr/>
        </p:nvSpPr>
        <p:spPr>
          <a:xfrm>
            <a:off x="7043053" y="6368144"/>
            <a:ext cx="44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239128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1DF6-BCDB-DF1C-2687-217812DB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2546C-91C4-B2F6-BB48-0B5F7E249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Includes multiple protocols:</a:t>
            </a:r>
          </a:p>
          <a:p>
            <a:pPr lvl="1" fontAlgn="base"/>
            <a:r>
              <a:rPr lang="en-IN" dirty="0"/>
              <a:t>HTTP (web browsing)</a:t>
            </a:r>
          </a:p>
          <a:p>
            <a:pPr lvl="1" fontAlgn="base"/>
            <a:r>
              <a:rPr lang="en-IN" dirty="0"/>
              <a:t>SMTP (email)</a:t>
            </a:r>
          </a:p>
          <a:p>
            <a:pPr lvl="1" fontAlgn="base"/>
            <a:r>
              <a:rPr lang="en-IN" dirty="0"/>
              <a:t>FTP (file transfer)</a:t>
            </a:r>
          </a:p>
          <a:p>
            <a:pPr lvl="1" fontAlgn="base"/>
            <a:r>
              <a:rPr lang="en-IN" dirty="0"/>
              <a:t>DNS (name resolution: converts website address into its IP address)</a:t>
            </a:r>
          </a:p>
          <a:p>
            <a:pPr lvl="1" fontAlgn="base"/>
            <a:endParaRPr lang="en-IN" dirty="0"/>
          </a:p>
          <a:p>
            <a:pPr fontAlgn="base"/>
            <a:r>
              <a:rPr lang="en-US" dirty="0"/>
              <a:t>The application layer at one end host communicates with the application layer at the other end host.</a:t>
            </a:r>
          </a:p>
          <a:p>
            <a:pPr fontAlgn="base"/>
            <a:r>
              <a:rPr lang="en-US" dirty="0"/>
              <a:t>Packets at this stage are called messages.</a:t>
            </a:r>
          </a:p>
          <a:p>
            <a:pPr marL="0" indent="0" fontAlgn="base">
              <a:buNone/>
            </a:pPr>
            <a:br>
              <a:rPr lang="en-IN" dirty="0"/>
            </a:br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75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99B4-57E3-D838-2C4A-E1F6CAB8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A434-11DF-2A40-5C6A-52B52F892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main protocols TCP, UDP</a:t>
            </a:r>
          </a:p>
          <a:p>
            <a:r>
              <a:rPr lang="en-US" dirty="0"/>
              <a:t>TCP provides </a:t>
            </a:r>
          </a:p>
          <a:p>
            <a:pPr lvl="1"/>
            <a:r>
              <a:rPr lang="en-US" dirty="0"/>
              <a:t>reliable message delivery (handle packet loss, corruption, reordering)</a:t>
            </a:r>
          </a:p>
          <a:p>
            <a:pPr lvl="1"/>
            <a:r>
              <a:rPr lang="en-US" dirty="0"/>
              <a:t>flow control (a fast sender doesn’t overwhelm a slow receiver)</a:t>
            </a:r>
          </a:p>
          <a:p>
            <a:pPr lvl="1"/>
            <a:r>
              <a:rPr lang="en-US" dirty="0"/>
              <a:t>congestion control (prevent too much data being injected into the network that can cause packet loss at gateways in the network core) </a:t>
            </a:r>
          </a:p>
          <a:p>
            <a:r>
              <a:rPr lang="en-US" dirty="0"/>
              <a:t>UDP provides </a:t>
            </a:r>
          </a:p>
          <a:p>
            <a:pPr lvl="1"/>
            <a:r>
              <a:rPr lang="en-US" dirty="0"/>
              <a:t>connectionless service to applications </a:t>
            </a:r>
          </a:p>
          <a:p>
            <a:pPr lvl="2"/>
            <a:r>
              <a:rPr lang="en-US" dirty="0"/>
              <a:t>each packet is independent and may arrive out of order or be lost</a:t>
            </a:r>
          </a:p>
          <a:p>
            <a:pPr lvl="1"/>
            <a:endParaRPr lang="en-US" dirty="0"/>
          </a:p>
          <a:p>
            <a:r>
              <a:rPr lang="en-US" dirty="0"/>
              <a:t>Packets at this stage are called a segment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29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C206-79C5-E72E-E662-7DB64A30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8B4EC-BF52-F598-573F-A18C3C5FD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Implements the IP protocol</a:t>
            </a:r>
          </a:p>
          <a:p>
            <a:pPr lvl="1"/>
            <a:r>
              <a:rPr lang="en-US" dirty="0"/>
              <a:t>Adds source and destination IP addresses</a:t>
            </a:r>
          </a:p>
          <a:p>
            <a:r>
              <a:rPr lang="en-US" dirty="0"/>
              <a:t>Contains routing (packet forwarding) protocols for gateways </a:t>
            </a:r>
          </a:p>
          <a:p>
            <a:r>
              <a:rPr lang="en-US" dirty="0"/>
              <a:t>Packets here are called datagrams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256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3C6B-B306-3166-A968-3B511320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A9D4-40F9-4710-FDA5-44A28264D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between two directly connected nodes</a:t>
            </a:r>
          </a:p>
          <a:p>
            <a:pPr lvl="1"/>
            <a:r>
              <a:rPr lang="en-US" dirty="0"/>
              <a:t>i.e., between one hop and the next hop in the path from source to destination</a:t>
            </a:r>
          </a:p>
          <a:p>
            <a:r>
              <a:rPr lang="en-US" dirty="0"/>
              <a:t>Protocol depends on the link type (Ethernet, Wi-Fi, etc.)</a:t>
            </a:r>
          </a:p>
          <a:p>
            <a:r>
              <a:rPr lang="en-US" dirty="0"/>
              <a:t>Packets here are called frames</a:t>
            </a:r>
          </a:p>
        </p:txBody>
      </p:sp>
    </p:spTree>
    <p:extLst>
      <p:ext uri="{BB962C8B-B14F-4D97-AF65-F5344CB8AC3E}">
        <p14:creationId xmlns:p14="http://schemas.microsoft.com/office/powerpoint/2010/main" val="214766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8862-CC2D-C73D-C43E-CF76ECC1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0796-8C55-17BC-5ACE-06F49DC6B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Transmits bits over the medium (copper, fiber, radio)</a:t>
            </a:r>
          </a:p>
        </p:txBody>
      </p:sp>
    </p:spTree>
    <p:extLst>
      <p:ext uri="{BB962C8B-B14F-4D97-AF65-F5344CB8AC3E}">
        <p14:creationId xmlns:p14="http://schemas.microsoft.com/office/powerpoint/2010/main" val="22626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9904-CA13-7CAC-36CF-4D7C9F74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DACB-DE76-6751-070F-1E9F5B5B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Icon&#10;&#10;Description automatically generated with low confidence">
            <a:extLst>
              <a:ext uri="{FF2B5EF4-FFF2-40B4-BE49-F238E27FC236}">
                <a16:creationId xmlns:a16="http://schemas.microsoft.com/office/drawing/2014/main" id="{46F0AC0E-1BDD-2E52-9779-A95113450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349" y="1695405"/>
            <a:ext cx="351909" cy="488275"/>
          </a:xfrm>
          <a:prstGeom prst="rect">
            <a:avLst/>
          </a:prstGeom>
        </p:spPr>
      </p:pic>
      <p:sp>
        <p:nvSpPr>
          <p:cNvPr id="5" name="Freeform 8">
            <a:extLst>
              <a:ext uri="{FF2B5EF4-FFF2-40B4-BE49-F238E27FC236}">
                <a16:creationId xmlns:a16="http://schemas.microsoft.com/office/drawing/2014/main" id="{ABF0ACD5-94CA-76DB-2A59-81FA4EBB663F}"/>
              </a:ext>
            </a:extLst>
          </p:cNvPr>
          <p:cNvSpPr>
            <a:spLocks/>
          </p:cNvSpPr>
          <p:nvPr/>
        </p:nvSpPr>
        <p:spPr bwMode="auto">
          <a:xfrm>
            <a:off x="3548141" y="1573968"/>
            <a:ext cx="4992" cy="3104606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2318"/>
              <a:gd name="connsiteY0" fmla="*/ 0 h 9961"/>
              <a:gd name="connsiteX1" fmla="*/ 12 w 2318"/>
              <a:gd name="connsiteY1" fmla="*/ 8378 h 9961"/>
              <a:gd name="connsiteX2" fmla="*/ 2318 w 2318"/>
              <a:gd name="connsiteY2" fmla="*/ 9961 h 9961"/>
              <a:gd name="connsiteX0" fmla="*/ 0 w 52"/>
              <a:gd name="connsiteY0" fmla="*/ 0 h 8411"/>
              <a:gd name="connsiteX1" fmla="*/ 52 w 52"/>
              <a:gd name="connsiteY1" fmla="*/ 8411 h 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" h="8411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C77C5005-DB40-87C3-379B-438E7A2D3016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1577038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4FF3C72-8EF9-0250-F556-6C463129B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E11A974-B3A1-B4BE-6E20-B2D5654DB268}"/>
              </a:ext>
            </a:extLst>
          </p:cNvPr>
          <p:cNvSpPr>
            <a:spLocks/>
          </p:cNvSpPr>
          <p:nvPr/>
        </p:nvSpPr>
        <p:spPr bwMode="auto">
          <a:xfrm rot="10800000">
            <a:off x="975630" y="1559549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190">
            <a:extLst>
              <a:ext uri="{FF2B5EF4-FFF2-40B4-BE49-F238E27FC236}">
                <a16:creationId xmlns:a16="http://schemas.microsoft.com/office/drawing/2014/main" id="{C6049A34-F3E6-CC73-E91C-43D597EAAB6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10" name="Picture 191" descr="desktop_computer_stylized_medium">
              <a:extLst>
                <a:ext uri="{FF2B5EF4-FFF2-40B4-BE49-F238E27FC236}">
                  <a16:creationId xmlns:a16="http://schemas.microsoft.com/office/drawing/2014/main" id="{97459741-EA20-443A-128D-67AE744A6E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92">
              <a:extLst>
                <a:ext uri="{FF2B5EF4-FFF2-40B4-BE49-F238E27FC236}">
                  <a16:creationId xmlns:a16="http://schemas.microsoft.com/office/drawing/2014/main" id="{9713381F-B023-6570-41A5-0FE8AA6AED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841AEF-FFAB-4C6C-2DC3-9D167E152F47}"/>
              </a:ext>
            </a:extLst>
          </p:cNvPr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46313232-E9B9-8099-A6C8-6308E2710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1548DEEB-7908-2FE6-FA3F-1B7795445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F2A43E-5759-DF29-C66E-0735AB5A5C6D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BD9D9F-1E7E-6F3D-A2FD-DC1A102CCC06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C3842A-D7E5-F540-F95E-A310317B5D65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A4977A-37EB-2454-F4D4-72E74FD69032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950">
            <a:extLst>
              <a:ext uri="{FF2B5EF4-FFF2-40B4-BE49-F238E27FC236}">
                <a16:creationId xmlns:a16="http://schemas.microsoft.com/office/drawing/2014/main" id="{F8582CB0-BD70-491C-A7B9-1FC8D19DEDFA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20" name="Freeform 951">
              <a:extLst>
                <a:ext uri="{FF2B5EF4-FFF2-40B4-BE49-F238E27FC236}">
                  <a16:creationId xmlns:a16="http://schemas.microsoft.com/office/drawing/2014/main" id="{8036CE13-A1AE-B3B0-DECA-7D7B9E1E5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952">
              <a:extLst>
                <a:ext uri="{FF2B5EF4-FFF2-40B4-BE49-F238E27FC236}">
                  <a16:creationId xmlns:a16="http://schemas.microsoft.com/office/drawing/2014/main" id="{3A2F7111-C6D1-EDCD-0130-34C5AF55D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" name="Freeform 953">
              <a:extLst>
                <a:ext uri="{FF2B5EF4-FFF2-40B4-BE49-F238E27FC236}">
                  <a16:creationId xmlns:a16="http://schemas.microsoft.com/office/drawing/2014/main" id="{DDA22231-A5E1-6532-49B9-DC4A79741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954">
              <a:extLst>
                <a:ext uri="{FF2B5EF4-FFF2-40B4-BE49-F238E27FC236}">
                  <a16:creationId xmlns:a16="http://schemas.microsoft.com/office/drawing/2014/main" id="{6DE7654A-45AD-50C1-4163-855C3BD8B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955">
              <a:extLst>
                <a:ext uri="{FF2B5EF4-FFF2-40B4-BE49-F238E27FC236}">
                  <a16:creationId xmlns:a16="http://schemas.microsoft.com/office/drawing/2014/main" id="{CF367DDD-7898-4A6D-180B-A1C4E2E2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5" name="Group 956">
              <a:extLst>
                <a:ext uri="{FF2B5EF4-FFF2-40B4-BE49-F238E27FC236}">
                  <a16:creationId xmlns:a16="http://schemas.microsoft.com/office/drawing/2014/main" id="{4D1948C7-EE39-B258-84AC-646F6612D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" name="AutoShape 957">
                <a:extLst>
                  <a:ext uri="{FF2B5EF4-FFF2-40B4-BE49-F238E27FC236}">
                    <a16:creationId xmlns:a16="http://schemas.microsoft.com/office/drawing/2014/main" id="{A70D20C9-7146-771F-EB0B-3C7AB6BB4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" name="AutoShape 958">
                <a:extLst>
                  <a:ext uri="{FF2B5EF4-FFF2-40B4-BE49-F238E27FC236}">
                    <a16:creationId xmlns:a16="http://schemas.microsoft.com/office/drawing/2014/main" id="{FD3B9F1C-6F01-FCCB-509C-03F21E4D7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Rectangle 959">
              <a:extLst>
                <a:ext uri="{FF2B5EF4-FFF2-40B4-BE49-F238E27FC236}">
                  <a16:creationId xmlns:a16="http://schemas.microsoft.com/office/drawing/2014/main" id="{8FE5D1F4-8937-B5FA-C00F-B75DDFF10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7" name="Group 960">
              <a:extLst>
                <a:ext uri="{FF2B5EF4-FFF2-40B4-BE49-F238E27FC236}">
                  <a16:creationId xmlns:a16="http://schemas.microsoft.com/office/drawing/2014/main" id="{BA18A686-BD12-E453-1823-06738C228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8" name="AutoShape 961">
                <a:extLst>
                  <a:ext uri="{FF2B5EF4-FFF2-40B4-BE49-F238E27FC236}">
                    <a16:creationId xmlns:a16="http://schemas.microsoft.com/office/drawing/2014/main" id="{A838CB25-BA0C-07A2-AFE9-FF0DB61E3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9" name="AutoShape 962">
                <a:extLst>
                  <a:ext uri="{FF2B5EF4-FFF2-40B4-BE49-F238E27FC236}">
                    <a16:creationId xmlns:a16="http://schemas.microsoft.com/office/drawing/2014/main" id="{F56BCF84-49A9-5C91-1896-7FA587417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Rectangle 963">
              <a:extLst>
                <a:ext uri="{FF2B5EF4-FFF2-40B4-BE49-F238E27FC236}">
                  <a16:creationId xmlns:a16="http://schemas.microsoft.com/office/drawing/2014/main" id="{40469774-7CD6-EEFE-DE5A-D0B411A6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" name="Rectangle 964">
              <a:extLst>
                <a:ext uri="{FF2B5EF4-FFF2-40B4-BE49-F238E27FC236}">
                  <a16:creationId xmlns:a16="http://schemas.microsoft.com/office/drawing/2014/main" id="{1FF15885-1FFD-6A45-58BF-066DE686B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0" name="Group 965">
              <a:extLst>
                <a:ext uri="{FF2B5EF4-FFF2-40B4-BE49-F238E27FC236}">
                  <a16:creationId xmlns:a16="http://schemas.microsoft.com/office/drawing/2014/main" id="{65E982CB-6108-48E9-F9A8-EA6D32ACEA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" name="AutoShape 966">
                <a:extLst>
                  <a:ext uri="{FF2B5EF4-FFF2-40B4-BE49-F238E27FC236}">
                    <a16:creationId xmlns:a16="http://schemas.microsoft.com/office/drawing/2014/main" id="{7A5A1DDF-9980-06DB-4586-669856BBD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7" name="AutoShape 967">
                <a:extLst>
                  <a:ext uri="{FF2B5EF4-FFF2-40B4-BE49-F238E27FC236}">
                    <a16:creationId xmlns:a16="http://schemas.microsoft.com/office/drawing/2014/main" id="{B8ADD9BF-65A0-421D-99CF-904114019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Freeform 968">
              <a:extLst>
                <a:ext uri="{FF2B5EF4-FFF2-40B4-BE49-F238E27FC236}">
                  <a16:creationId xmlns:a16="http://schemas.microsoft.com/office/drawing/2014/main" id="{7F5F5217-CDE9-F7E1-B027-E21B58035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Group 969">
              <a:extLst>
                <a:ext uri="{FF2B5EF4-FFF2-40B4-BE49-F238E27FC236}">
                  <a16:creationId xmlns:a16="http://schemas.microsoft.com/office/drawing/2014/main" id="{C5518BD9-BA11-16CB-C24F-B8CFCB33C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" name="AutoShape 970">
                <a:extLst>
                  <a:ext uri="{FF2B5EF4-FFF2-40B4-BE49-F238E27FC236}">
                    <a16:creationId xmlns:a16="http://schemas.microsoft.com/office/drawing/2014/main" id="{47493F00-ACFE-55E2-0F0B-AE1EB40F9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" name="AutoShape 971">
                <a:extLst>
                  <a:ext uri="{FF2B5EF4-FFF2-40B4-BE49-F238E27FC236}">
                    <a16:creationId xmlns:a16="http://schemas.microsoft.com/office/drawing/2014/main" id="{55422DCB-4560-4419-DEF0-2B650B023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972">
              <a:extLst>
                <a:ext uri="{FF2B5EF4-FFF2-40B4-BE49-F238E27FC236}">
                  <a16:creationId xmlns:a16="http://schemas.microsoft.com/office/drawing/2014/main" id="{B1E556C8-E3F2-589B-9182-118B94CF8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" name="Freeform 973">
              <a:extLst>
                <a:ext uri="{FF2B5EF4-FFF2-40B4-BE49-F238E27FC236}">
                  <a16:creationId xmlns:a16="http://schemas.microsoft.com/office/drawing/2014/main" id="{0DE75F8E-0E71-CB4E-9320-D3B86664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974">
              <a:extLst>
                <a:ext uri="{FF2B5EF4-FFF2-40B4-BE49-F238E27FC236}">
                  <a16:creationId xmlns:a16="http://schemas.microsoft.com/office/drawing/2014/main" id="{7112AEEB-824C-85BC-E44F-E954D0B81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975">
              <a:extLst>
                <a:ext uri="{FF2B5EF4-FFF2-40B4-BE49-F238E27FC236}">
                  <a16:creationId xmlns:a16="http://schemas.microsoft.com/office/drawing/2014/main" id="{E64BF1E5-68B3-F7C7-7177-96C9A9F1A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" name="Freeform 976">
              <a:extLst>
                <a:ext uri="{FF2B5EF4-FFF2-40B4-BE49-F238E27FC236}">
                  <a16:creationId xmlns:a16="http://schemas.microsoft.com/office/drawing/2014/main" id="{665765F0-1A5E-5D74-12D5-9599A518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AutoShape 977">
              <a:extLst>
                <a:ext uri="{FF2B5EF4-FFF2-40B4-BE49-F238E27FC236}">
                  <a16:creationId xmlns:a16="http://schemas.microsoft.com/office/drawing/2014/main" id="{F380EB55-FDFE-5E14-8D50-904D9E657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" name="AutoShape 978">
              <a:extLst>
                <a:ext uri="{FF2B5EF4-FFF2-40B4-BE49-F238E27FC236}">
                  <a16:creationId xmlns:a16="http://schemas.microsoft.com/office/drawing/2014/main" id="{3F854265-E06E-F0B2-251D-3A0A2F280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0" name="Oval 979">
              <a:extLst>
                <a:ext uri="{FF2B5EF4-FFF2-40B4-BE49-F238E27FC236}">
                  <a16:creationId xmlns:a16="http://schemas.microsoft.com/office/drawing/2014/main" id="{8B962E6D-6223-CC4D-C36E-621C2F5D6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" name="Oval 980">
              <a:extLst>
                <a:ext uri="{FF2B5EF4-FFF2-40B4-BE49-F238E27FC236}">
                  <a16:creationId xmlns:a16="http://schemas.microsoft.com/office/drawing/2014/main" id="{4E65C330-9865-0F81-19FD-18B1DD305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" name="Oval 981">
              <a:extLst>
                <a:ext uri="{FF2B5EF4-FFF2-40B4-BE49-F238E27FC236}">
                  <a16:creationId xmlns:a16="http://schemas.microsoft.com/office/drawing/2014/main" id="{2F89DA21-4072-936E-4605-BD1196358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" name="Rectangle 982">
              <a:extLst>
                <a:ext uri="{FF2B5EF4-FFF2-40B4-BE49-F238E27FC236}">
                  <a16:creationId xmlns:a16="http://schemas.microsoft.com/office/drawing/2014/main" id="{8ABBA0B9-E505-8BF6-CFE1-0A12F85BA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2" name="Text Box 8">
            <a:extLst>
              <a:ext uri="{FF2B5EF4-FFF2-40B4-BE49-F238E27FC236}">
                <a16:creationId xmlns:a16="http://schemas.microsoft.com/office/drawing/2014/main" id="{C7B7AB00-9CB6-A2D0-0343-D07ABA080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A306A9-A6D8-8554-566E-82C9DE1C29EA}"/>
              </a:ext>
            </a:extLst>
          </p:cNvPr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54" name="Rectangle 24">
              <a:extLst>
                <a:ext uri="{FF2B5EF4-FFF2-40B4-BE49-F238E27FC236}">
                  <a16:creationId xmlns:a16="http://schemas.microsoft.com/office/drawing/2014/main" id="{825CBF2D-779B-027B-4308-C2CBBF5E5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5" name="Text Box 26">
              <a:extLst>
                <a:ext uri="{FF2B5EF4-FFF2-40B4-BE49-F238E27FC236}">
                  <a16:creationId xmlns:a16="http://schemas.microsoft.com/office/drawing/2014/main" id="{44C34A8A-77C4-77C6-AA77-AF7A3587A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C30E1E1-017A-B258-838D-B5F5C6A3E415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0DEF70A-254E-6545-AEF1-A70CCCB830FE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426B8F-60CD-71EE-30E8-705F3698F90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00B0E6B-B6A9-6358-1AC7-95E7B33409D6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7E8BA20F-23B4-CE97-486E-A319CF011FB4}"/>
              </a:ext>
            </a:extLst>
          </p:cNvPr>
          <p:cNvSpPr/>
          <p:nvPr/>
        </p:nvSpPr>
        <p:spPr>
          <a:xfrm>
            <a:off x="5584583" y="1981531"/>
            <a:ext cx="971760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9F3C26-A9AA-0DE2-5BDF-64FE7527D9CA}"/>
              </a:ext>
            </a:extLst>
          </p:cNvPr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62" name="Freeform 118">
              <a:extLst>
                <a:ext uri="{FF2B5EF4-FFF2-40B4-BE49-F238E27FC236}">
                  <a16:creationId xmlns:a16="http://schemas.microsoft.com/office/drawing/2014/main" id="{944A2AE4-8553-8F30-57BA-3F507D7C1CAE}"/>
                </a:ext>
              </a:extLst>
            </p:cNvPr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avLst/>
              <a:gdLst>
                <a:gd name="connsiteX0" fmla="*/ 1822537 w 1822537"/>
                <a:gd name="connsiteY0" fmla="*/ 3263030 h 3263030"/>
                <a:gd name="connsiteX1" fmla="*/ 6263 w 1822537"/>
                <a:gd name="connsiteY1" fmla="*/ 2743200 h 3263030"/>
                <a:gd name="connsiteX2" fmla="*/ 0 w 1822537"/>
                <a:gd name="connsiteY2" fmla="*/ 0 h 3263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537" h="3263030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w="44450">
              <a:solidFill>
                <a:srgbClr val="C00000"/>
              </a:solidFill>
              <a:tailEnd type="triangle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6CCF51-6EF3-7FF4-A6AB-B8C3D6C3750D}"/>
                </a:ext>
              </a:extLst>
            </p:cNvPr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69AA926-12B1-8BDA-89D8-3C0E657A5200}"/>
                  </a:ext>
                </a:extLst>
              </p:cNvPr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3" name="Group 182">
                <a:extLst>
                  <a:ext uri="{FF2B5EF4-FFF2-40B4-BE49-F238E27FC236}">
                    <a16:creationId xmlns:a16="http://schemas.microsoft.com/office/drawing/2014/main" id="{F36DE93B-D941-2D59-C90B-C2450C6767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90" name="Rectangle 183">
                  <a:extLst>
                    <a:ext uri="{FF2B5EF4-FFF2-40B4-BE49-F238E27FC236}">
                      <a16:creationId xmlns:a16="http://schemas.microsoft.com/office/drawing/2014/main" id="{73D330A3-C754-D50C-4003-711CF489D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1" name="Rectangle 184">
                  <a:extLst>
                    <a:ext uri="{FF2B5EF4-FFF2-40B4-BE49-F238E27FC236}">
                      <a16:creationId xmlns:a16="http://schemas.microsoft.com/office/drawing/2014/main" id="{3B0B8DF9-FD18-991A-4A8A-8583047CF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84" name="Rectangle 181">
                <a:extLst>
                  <a:ext uri="{FF2B5EF4-FFF2-40B4-BE49-F238E27FC236}">
                    <a16:creationId xmlns:a16="http://schemas.microsoft.com/office/drawing/2014/main" id="{389C09CA-65C1-85CF-052E-F31D68297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85" name="Rectangle 181">
                <a:extLst>
                  <a:ext uri="{FF2B5EF4-FFF2-40B4-BE49-F238E27FC236}">
                    <a16:creationId xmlns:a16="http://schemas.microsoft.com/office/drawing/2014/main" id="{F5133566-5CDF-11C1-014E-84BF7799E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3F8B803-65A3-FB7E-4DB9-206307B9A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6894" y="542102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4F0AC30-CA29-8484-E1AD-F67DBBA8359E}"/>
                  </a:ext>
                </a:extLst>
              </p:cNvPr>
              <p:cNvCxnSpPr/>
              <p:nvPr/>
            </p:nvCxnSpPr>
            <p:spPr>
              <a:xfrm>
                <a:off x="6826395" y="5419311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181">
                <a:extLst>
                  <a:ext uri="{FF2B5EF4-FFF2-40B4-BE49-F238E27FC236}">
                    <a16:creationId xmlns:a16="http://schemas.microsoft.com/office/drawing/2014/main" id="{BA0A86E4-DA38-8353-F88E-1B3E8FB27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2E5E8701-CF0B-CD72-CD7D-15E7A109D217}"/>
                  </a:ext>
                </a:extLst>
              </p:cNvPr>
              <p:cNvCxnSpPr/>
              <p:nvPr/>
            </p:nvCxnSpPr>
            <p:spPr>
              <a:xfrm>
                <a:off x="6505708" y="5419900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2497D02-B554-03B0-BAC6-90B37FFB0A7B}"/>
                </a:ext>
              </a:extLst>
            </p:cNvPr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75" name="Group 182">
                <a:extLst>
                  <a:ext uri="{FF2B5EF4-FFF2-40B4-BE49-F238E27FC236}">
                    <a16:creationId xmlns:a16="http://schemas.microsoft.com/office/drawing/2014/main" id="{85DB57DF-3C5B-F16E-7526-42888DA09E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80" name="Rectangle 183">
                  <a:extLst>
                    <a:ext uri="{FF2B5EF4-FFF2-40B4-BE49-F238E27FC236}">
                      <a16:creationId xmlns:a16="http://schemas.microsoft.com/office/drawing/2014/main" id="{49235B83-4BCB-4B97-7358-35CF27B5A7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Rectangle 184">
                  <a:extLst>
                    <a:ext uri="{FF2B5EF4-FFF2-40B4-BE49-F238E27FC236}">
                      <a16:creationId xmlns:a16="http://schemas.microsoft.com/office/drawing/2014/main" id="{31867E41-9B0E-2A17-74BE-1E676B0BC2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76" name="Rectangle 181">
                <a:extLst>
                  <a:ext uri="{FF2B5EF4-FFF2-40B4-BE49-F238E27FC236}">
                    <a16:creationId xmlns:a16="http://schemas.microsoft.com/office/drawing/2014/main" id="{2E3E75F5-173C-0A88-DD5E-81E21EB6D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77" name="Rectangle 181">
                <a:extLst>
                  <a:ext uri="{FF2B5EF4-FFF2-40B4-BE49-F238E27FC236}">
                    <a16:creationId xmlns:a16="http://schemas.microsoft.com/office/drawing/2014/main" id="{3D841C0E-D4E7-978D-28A8-B9596AB8D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D28C63C-AE0F-0CD4-3363-25039B0EC3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FC0A5A6-8716-61E4-9C3A-3C185A509D3C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E20ADD3-6D0E-0E8D-D45B-BB797DA8866E}"/>
                </a:ext>
              </a:extLst>
            </p:cNvPr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69" name="Group 179">
                <a:extLst>
                  <a:ext uri="{FF2B5EF4-FFF2-40B4-BE49-F238E27FC236}">
                    <a16:creationId xmlns:a16="http://schemas.microsoft.com/office/drawing/2014/main" id="{9973E3C3-CC42-DC5F-7EEA-1EA6A3D13C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73" name="Rectangle 180">
                  <a:extLst>
                    <a:ext uri="{FF2B5EF4-FFF2-40B4-BE49-F238E27FC236}">
                      <a16:creationId xmlns:a16="http://schemas.microsoft.com/office/drawing/2014/main" id="{F1BD8DA9-175A-B42B-5851-AFCBAF3D86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Rectangle 181">
                  <a:extLst>
                    <a:ext uri="{FF2B5EF4-FFF2-40B4-BE49-F238E27FC236}">
                      <a16:creationId xmlns:a16="http://schemas.microsoft.com/office/drawing/2014/main" id="{1F0057BF-B163-4A48-E7D3-7CF92E53E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70" name="Group 182">
                <a:extLst>
                  <a:ext uri="{FF2B5EF4-FFF2-40B4-BE49-F238E27FC236}">
                    <a16:creationId xmlns:a16="http://schemas.microsoft.com/office/drawing/2014/main" id="{67A39F87-D67B-E042-67E5-7F2E445CE7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71" name="Rectangle 183">
                  <a:extLst>
                    <a:ext uri="{FF2B5EF4-FFF2-40B4-BE49-F238E27FC236}">
                      <a16:creationId xmlns:a16="http://schemas.microsoft.com/office/drawing/2014/main" id="{F4863216-F3D6-54CA-4D46-2DEAB06DA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Rectangle 184">
                  <a:extLst>
                    <a:ext uri="{FF2B5EF4-FFF2-40B4-BE49-F238E27FC236}">
                      <a16:creationId xmlns:a16="http://schemas.microsoft.com/office/drawing/2014/main" id="{F8607D52-704B-BCA7-EDAF-ACBAF62516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  <p:grpSp>
          <p:nvGrpSpPr>
            <p:cNvPr id="66" name="Group 175">
              <a:extLst>
                <a:ext uri="{FF2B5EF4-FFF2-40B4-BE49-F238E27FC236}">
                  <a16:creationId xmlns:a16="http://schemas.microsoft.com/office/drawing/2014/main" id="{48793C0F-47CC-42E3-35F7-6AF2EF32B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67" name="Rectangle 176">
                <a:extLst>
                  <a:ext uri="{FF2B5EF4-FFF2-40B4-BE49-F238E27FC236}">
                    <a16:creationId xmlns:a16="http://schemas.microsoft.com/office/drawing/2014/main" id="{39B3C55D-A2CE-CDA6-EE1C-DFD2185E6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tangle 177">
                <a:extLst>
                  <a:ext uri="{FF2B5EF4-FFF2-40B4-BE49-F238E27FC236}">
                    <a16:creationId xmlns:a16="http://schemas.microsoft.com/office/drawing/2014/main" id="{9A937614-F00D-FECD-0B80-A9BCE49603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92" name="Freeform 8">
            <a:extLst>
              <a:ext uri="{FF2B5EF4-FFF2-40B4-BE49-F238E27FC236}">
                <a16:creationId xmlns:a16="http://schemas.microsoft.com/office/drawing/2014/main" id="{F7ABD4CD-B84A-1940-62DE-ECE0572B691C}"/>
              </a:ext>
            </a:extLst>
          </p:cNvPr>
          <p:cNvSpPr>
            <a:spLocks/>
          </p:cNvSpPr>
          <p:nvPr/>
        </p:nvSpPr>
        <p:spPr bwMode="auto">
          <a:xfrm>
            <a:off x="3570599" y="4675377"/>
            <a:ext cx="4136844" cy="601045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9988"/>
              <a:gd name="connsiteY0" fmla="*/ 0 h 1622"/>
              <a:gd name="connsiteX1" fmla="*/ 2306 w 9988"/>
              <a:gd name="connsiteY1" fmla="*/ 1583 h 1622"/>
              <a:gd name="connsiteX2" fmla="*/ 9988 w 9988"/>
              <a:gd name="connsiteY2" fmla="*/ 1622 h 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88" h="1622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7614E13-6F31-7993-C840-537533F5B603}"/>
              </a:ext>
            </a:extLst>
          </p:cNvPr>
          <p:cNvGrpSpPr/>
          <p:nvPr/>
        </p:nvGrpSpPr>
        <p:grpSpPr>
          <a:xfrm>
            <a:off x="4158384" y="1778534"/>
            <a:ext cx="2245439" cy="369332"/>
            <a:chOff x="4158384" y="2165404"/>
            <a:chExt cx="2245439" cy="369332"/>
          </a:xfrm>
        </p:grpSpPr>
        <p:grpSp>
          <p:nvGrpSpPr>
            <p:cNvPr id="94" name="Group 175">
              <a:extLst>
                <a:ext uri="{FF2B5EF4-FFF2-40B4-BE49-F238E27FC236}">
                  <a16:creationId xmlns:a16="http://schemas.microsoft.com/office/drawing/2014/main" id="{9C313ED0-6D0B-FFF6-1252-55EB86300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373" y="2189377"/>
              <a:ext cx="679450" cy="301625"/>
              <a:chOff x="780" y="1553"/>
              <a:chExt cx="428" cy="190"/>
            </a:xfrm>
          </p:grpSpPr>
          <p:sp>
            <p:nvSpPr>
              <p:cNvPr id="96" name="Rectangle 176">
                <a:extLst>
                  <a:ext uri="{FF2B5EF4-FFF2-40B4-BE49-F238E27FC236}">
                    <a16:creationId xmlns:a16="http://schemas.microsoft.com/office/drawing/2014/main" id="{C567FE4F-59D6-216A-1839-32E19C622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177">
                <a:extLst>
                  <a:ext uri="{FF2B5EF4-FFF2-40B4-BE49-F238E27FC236}">
                    <a16:creationId xmlns:a16="http://schemas.microsoft.com/office/drawing/2014/main" id="{A8A7AF55-A2F7-35BD-9686-6AFE67B9D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DFD4F0F-BA15-91F6-2C9B-30DBA189EAF6}"/>
                </a:ext>
              </a:extLst>
            </p:cNvPr>
            <p:cNvSpPr txBox="1"/>
            <p:nvPr/>
          </p:nvSpPr>
          <p:spPr>
            <a:xfrm>
              <a:off x="4158384" y="2165404"/>
              <a:ext cx="99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1492264-09FF-B140-F5A7-849D3C11CC20}"/>
              </a:ext>
            </a:extLst>
          </p:cNvPr>
          <p:cNvGrpSpPr/>
          <p:nvPr/>
        </p:nvGrpSpPr>
        <p:grpSpPr>
          <a:xfrm>
            <a:off x="4155671" y="2565788"/>
            <a:ext cx="2253425" cy="369332"/>
            <a:chOff x="4155671" y="2952658"/>
            <a:chExt cx="2253425" cy="369332"/>
          </a:xfrm>
        </p:grpSpPr>
        <p:grpSp>
          <p:nvGrpSpPr>
            <p:cNvPr id="99" name="Group 185">
              <a:extLst>
                <a:ext uri="{FF2B5EF4-FFF2-40B4-BE49-F238E27FC236}">
                  <a16:creationId xmlns:a16="http://schemas.microsoft.com/office/drawing/2014/main" id="{9F61B681-FB94-D1F0-906F-C589D379D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1046" y="3003781"/>
              <a:ext cx="908050" cy="301625"/>
              <a:chOff x="1848" y="2046"/>
              <a:chExt cx="572" cy="190"/>
            </a:xfrm>
          </p:grpSpPr>
          <p:grpSp>
            <p:nvGrpSpPr>
              <p:cNvPr id="101" name="Group 179">
                <a:extLst>
                  <a:ext uri="{FF2B5EF4-FFF2-40B4-BE49-F238E27FC236}">
                    <a16:creationId xmlns:a16="http://schemas.microsoft.com/office/drawing/2014/main" id="{920AD6F4-BDAF-34E8-8D94-11EBF5578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105" name="Rectangle 180">
                  <a:extLst>
                    <a:ext uri="{FF2B5EF4-FFF2-40B4-BE49-F238E27FC236}">
                      <a16:creationId xmlns:a16="http://schemas.microsoft.com/office/drawing/2014/main" id="{604DEF6A-CBB6-F4C6-1DDE-EA036A1A2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Rectangle 181">
                  <a:extLst>
                    <a:ext uri="{FF2B5EF4-FFF2-40B4-BE49-F238E27FC236}">
                      <a16:creationId xmlns:a16="http://schemas.microsoft.com/office/drawing/2014/main" id="{F9A1B297-CFE2-90B7-79E2-CAA228966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102" name="Group 182">
                <a:extLst>
                  <a:ext uri="{FF2B5EF4-FFF2-40B4-BE49-F238E27FC236}">
                    <a16:creationId xmlns:a16="http://schemas.microsoft.com/office/drawing/2014/main" id="{AE64F5F9-FC72-382C-4497-889A8B3C4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103" name="Rectangle 183">
                  <a:extLst>
                    <a:ext uri="{FF2B5EF4-FFF2-40B4-BE49-F238E27FC236}">
                      <a16:creationId xmlns:a16="http://schemas.microsoft.com/office/drawing/2014/main" id="{3E99669F-F2FA-E699-659C-546586E4DF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Rectangle 184">
                  <a:extLst>
                    <a:ext uri="{FF2B5EF4-FFF2-40B4-BE49-F238E27FC236}">
                      <a16:creationId xmlns:a16="http://schemas.microsoft.com/office/drawing/2014/main" id="{6C834E2C-33E8-6406-28C9-9B59FA0C2B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B0A362F-4AFF-2FDB-5170-DE78D3189A2E}"/>
                </a:ext>
              </a:extLst>
            </p:cNvPr>
            <p:cNvSpPr txBox="1"/>
            <p:nvPr/>
          </p:nvSpPr>
          <p:spPr>
            <a:xfrm>
              <a:off x="4155671" y="2952658"/>
              <a:ext cx="995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8223426-7BD3-1EAC-2A47-41EDD4A6B91D}"/>
              </a:ext>
            </a:extLst>
          </p:cNvPr>
          <p:cNvGrpSpPr/>
          <p:nvPr/>
        </p:nvGrpSpPr>
        <p:grpSpPr>
          <a:xfrm>
            <a:off x="4134419" y="3291630"/>
            <a:ext cx="2152842" cy="369332"/>
            <a:chOff x="4134419" y="3678500"/>
            <a:chExt cx="2152842" cy="36933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6A8ABF5-D469-B1D9-A2E2-89D79E1B9C98}"/>
                </a:ext>
              </a:extLst>
            </p:cNvPr>
            <p:cNvGrpSpPr/>
            <p:nvPr/>
          </p:nvGrpSpPr>
          <p:grpSpPr>
            <a:xfrm>
              <a:off x="5228886" y="3706233"/>
              <a:ext cx="1058375" cy="307296"/>
              <a:chOff x="5509436" y="3287899"/>
              <a:chExt cx="1058375" cy="307296"/>
            </a:xfrm>
          </p:grpSpPr>
          <p:grpSp>
            <p:nvGrpSpPr>
              <p:cNvPr id="110" name="Group 182">
                <a:extLst>
                  <a:ext uri="{FF2B5EF4-FFF2-40B4-BE49-F238E27FC236}">
                    <a16:creationId xmlns:a16="http://schemas.microsoft.com/office/drawing/2014/main" id="{701D7E18-8735-AB3F-4523-2A97CCFAB4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115" name="Rectangle 183">
                  <a:extLst>
                    <a:ext uri="{FF2B5EF4-FFF2-40B4-BE49-F238E27FC236}">
                      <a16:creationId xmlns:a16="http://schemas.microsoft.com/office/drawing/2014/main" id="{26CF309A-E25D-B157-4C3B-B96157ACA0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" name="Rectangle 184">
                  <a:extLst>
                    <a:ext uri="{FF2B5EF4-FFF2-40B4-BE49-F238E27FC236}">
                      <a16:creationId xmlns:a16="http://schemas.microsoft.com/office/drawing/2014/main" id="{3E6599ED-D869-DD85-83CF-9CDCC9B99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111" name="Rectangle 181">
                <a:extLst>
                  <a:ext uri="{FF2B5EF4-FFF2-40B4-BE49-F238E27FC236}">
                    <a16:creationId xmlns:a16="http://schemas.microsoft.com/office/drawing/2014/main" id="{3FBA1613-215A-EFC7-E334-6E510F260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12" name="Rectangle 181">
                <a:extLst>
                  <a:ext uri="{FF2B5EF4-FFF2-40B4-BE49-F238E27FC236}">
                    <a16:creationId xmlns:a16="http://schemas.microsoft.com/office/drawing/2014/main" id="{80E2404C-25FE-77A7-84C6-7722BDCE1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4603CF52-7F1D-53D5-83DF-EAB92FB4DD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62553EF-9065-1DE4-D0F7-F7825B1DC745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47C842D-3108-502F-0799-0CEB991AB927}"/>
                </a:ext>
              </a:extLst>
            </p:cNvPr>
            <p:cNvSpPr txBox="1"/>
            <p:nvPr/>
          </p:nvSpPr>
          <p:spPr>
            <a:xfrm>
              <a:off x="4134419" y="3678500"/>
              <a:ext cx="1079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datagram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A9967F6-9AB3-5934-5D24-8396FA963D42}"/>
              </a:ext>
            </a:extLst>
          </p:cNvPr>
          <p:cNvGrpSpPr/>
          <p:nvPr/>
        </p:nvGrpSpPr>
        <p:grpSpPr>
          <a:xfrm>
            <a:off x="4152584" y="4104550"/>
            <a:ext cx="2134677" cy="369332"/>
            <a:chOff x="4152584" y="4491420"/>
            <a:chExt cx="2134677" cy="36933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0C187C3-2D17-E8D9-8725-154B0AAF5477}"/>
                </a:ext>
              </a:extLst>
            </p:cNvPr>
            <p:cNvSpPr txBox="1"/>
            <p:nvPr/>
          </p:nvSpPr>
          <p:spPr>
            <a:xfrm>
              <a:off x="4152584" y="4491420"/>
              <a:ext cx="740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frame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B468562-440E-D46E-FDE3-7B2ABD8E7E55}"/>
                </a:ext>
              </a:extLst>
            </p:cNvPr>
            <p:cNvGrpSpPr/>
            <p:nvPr/>
          </p:nvGrpSpPr>
          <p:grpSpPr>
            <a:xfrm>
              <a:off x="4939472" y="4504142"/>
              <a:ext cx="1347789" cy="307296"/>
              <a:chOff x="5144294" y="4194650"/>
              <a:chExt cx="1347789" cy="307296"/>
            </a:xfrm>
          </p:grpSpPr>
          <p:grpSp>
            <p:nvGrpSpPr>
              <p:cNvPr id="120" name="Group 182">
                <a:extLst>
                  <a:ext uri="{FF2B5EF4-FFF2-40B4-BE49-F238E27FC236}">
                    <a16:creationId xmlns:a16="http://schemas.microsoft.com/office/drawing/2014/main" id="{A0342950-6FA4-2ED5-2525-ACF801D7A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294" y="4200321"/>
                <a:ext cx="1347789" cy="301625"/>
                <a:chOff x="286" y="1531"/>
                <a:chExt cx="849" cy="190"/>
              </a:xfrm>
            </p:grpSpPr>
            <p:sp>
              <p:nvSpPr>
                <p:cNvPr id="127" name="Rectangle 183">
                  <a:extLst>
                    <a:ext uri="{FF2B5EF4-FFF2-40B4-BE49-F238E27FC236}">
                      <a16:creationId xmlns:a16="http://schemas.microsoft.com/office/drawing/2014/main" id="{A56DD8FC-6A39-A040-BCFE-23AEBD2A0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" name="Rectangle 184">
                  <a:extLst>
                    <a:ext uri="{FF2B5EF4-FFF2-40B4-BE49-F238E27FC236}">
                      <a16:creationId xmlns:a16="http://schemas.microsoft.com/office/drawing/2014/main" id="{4A4DFCCC-8040-D51E-6B3B-868C587351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121" name="Rectangle 181">
                <a:extLst>
                  <a:ext uri="{FF2B5EF4-FFF2-40B4-BE49-F238E27FC236}">
                    <a16:creationId xmlns:a16="http://schemas.microsoft.com/office/drawing/2014/main" id="{C5A5E03C-CCD2-0986-3FC3-2A7AF3272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012" y="4211988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22" name="Rectangle 181">
                <a:extLst>
                  <a:ext uri="{FF2B5EF4-FFF2-40B4-BE49-F238E27FC236}">
                    <a16:creationId xmlns:a16="http://schemas.microsoft.com/office/drawing/2014/main" id="{3F231A24-E61A-E4F6-64CE-09877735F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3708" y="4194650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A0B69D98-34D1-0C17-A882-D63D9D617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1149" y="4228896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58385C47-B606-88AF-ED13-E9F73F039746}"/>
                  </a:ext>
                </a:extLst>
              </p:cNvPr>
              <p:cNvCxnSpPr/>
              <p:nvPr/>
            </p:nvCxnSpPr>
            <p:spPr>
              <a:xfrm>
                <a:off x="5720650" y="4227184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81">
                <a:extLst>
                  <a:ext uri="{FF2B5EF4-FFF2-40B4-BE49-F238E27FC236}">
                    <a16:creationId xmlns:a16="http://schemas.microsoft.com/office/drawing/2014/main" id="{140152C1-E46F-5705-0A61-435579A66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9178" y="4198403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FF1CB6DA-5F19-AAB1-58AE-85142235AF4B}"/>
                  </a:ext>
                </a:extLst>
              </p:cNvPr>
              <p:cNvCxnSpPr/>
              <p:nvPr/>
            </p:nvCxnSpPr>
            <p:spPr>
              <a:xfrm>
                <a:off x="5418102" y="4226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9" name="Picture 128" descr="Logo&#10;&#10;Description automatically generated with medium confidence">
            <a:extLst>
              <a:ext uri="{FF2B5EF4-FFF2-40B4-BE49-F238E27FC236}">
                <a16:creationId xmlns:a16="http://schemas.microsoft.com/office/drawing/2014/main" id="{27CB5D5C-F01B-AEFC-C38B-2B77153C3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652" y="2422862"/>
            <a:ext cx="401301" cy="553374"/>
          </a:xfrm>
          <a:prstGeom prst="rect">
            <a:avLst/>
          </a:prstGeom>
        </p:spPr>
      </p:pic>
      <p:pic>
        <p:nvPicPr>
          <p:cNvPr id="130" name="Picture 129" descr="Icon&#10;&#10;Description automatically generated">
            <a:extLst>
              <a:ext uri="{FF2B5EF4-FFF2-40B4-BE49-F238E27FC236}">
                <a16:creationId xmlns:a16="http://schemas.microsoft.com/office/drawing/2014/main" id="{0C4A789A-BC22-76E0-F49A-4BD1D0F72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955" y="3154580"/>
            <a:ext cx="451829" cy="621665"/>
          </a:xfrm>
          <a:prstGeom prst="rect">
            <a:avLst/>
          </a:prstGeom>
        </p:spPr>
      </p:pic>
      <p:pic>
        <p:nvPicPr>
          <p:cNvPr id="131" name="Picture 130" descr="Icon&#10;&#10;Description automatically generated">
            <a:extLst>
              <a:ext uri="{FF2B5EF4-FFF2-40B4-BE49-F238E27FC236}">
                <a16:creationId xmlns:a16="http://schemas.microsoft.com/office/drawing/2014/main" id="{14909BA4-704C-F90A-189E-984BA9DFC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899" y="3926006"/>
            <a:ext cx="505593" cy="695498"/>
          </a:xfrm>
          <a:prstGeom prst="rect">
            <a:avLst/>
          </a:prstGeom>
        </p:spPr>
      </p:pic>
      <p:pic>
        <p:nvPicPr>
          <p:cNvPr id="132" name="Picture 131" descr="Icon&#10;&#10;Description automatically generated">
            <a:extLst>
              <a:ext uri="{FF2B5EF4-FFF2-40B4-BE49-F238E27FC236}">
                <a16:creationId xmlns:a16="http://schemas.microsoft.com/office/drawing/2014/main" id="{47AC0DF3-BD8F-3454-1566-EF793A1A3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303" y="3225239"/>
            <a:ext cx="451829" cy="621665"/>
          </a:xfrm>
          <a:prstGeom prst="rect">
            <a:avLst/>
          </a:prstGeom>
        </p:spPr>
      </p:pic>
      <p:pic>
        <p:nvPicPr>
          <p:cNvPr id="133" name="Picture 132" descr="Logo&#10;&#10;Description automatically generated with medium confidence">
            <a:extLst>
              <a:ext uri="{FF2B5EF4-FFF2-40B4-BE49-F238E27FC236}">
                <a16:creationId xmlns:a16="http://schemas.microsoft.com/office/drawing/2014/main" id="{0A0BC62A-62A2-87EE-EF84-C7AC563E4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221" y="2509417"/>
            <a:ext cx="401301" cy="553374"/>
          </a:xfrm>
          <a:prstGeom prst="rect">
            <a:avLst/>
          </a:prstGeom>
        </p:spPr>
      </p:pic>
      <p:pic>
        <p:nvPicPr>
          <p:cNvPr id="134" name="Picture 133" descr="Icon&#10;&#10;Description automatically generated with low confidence">
            <a:extLst>
              <a:ext uri="{FF2B5EF4-FFF2-40B4-BE49-F238E27FC236}">
                <a16:creationId xmlns:a16="http://schemas.microsoft.com/office/drawing/2014/main" id="{8F26E731-D496-21C7-0DBB-0302D3F1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613" y="1739407"/>
            <a:ext cx="351909" cy="488275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8777CE91-4778-05D4-BE81-6D8C6933CCE8}"/>
              </a:ext>
            </a:extLst>
          </p:cNvPr>
          <p:cNvSpPr txBox="1"/>
          <p:nvPr/>
        </p:nvSpPr>
        <p:spPr>
          <a:xfrm>
            <a:off x="7043053" y="6368144"/>
            <a:ext cx="44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89900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B190-6870-AE8B-3845-8193D6B7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9294-3D26-ADF9-053B-31A920DFA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data moves from the application layer to the physical layer, each layer adds its own header to the packet from the layer above </a:t>
            </a:r>
          </a:p>
          <a:p>
            <a:endParaRPr lang="en-US" dirty="0"/>
          </a:p>
          <a:p>
            <a:r>
              <a:rPr lang="en-US" dirty="0"/>
              <a:t>Intermediate gateways typically process packets only up to the link or network layer.</a:t>
            </a:r>
          </a:p>
          <a:p>
            <a:endParaRPr lang="en-US" dirty="0"/>
          </a:p>
          <a:p>
            <a:r>
              <a:rPr lang="en-US" dirty="0"/>
              <a:t>At the receiver, each layer removes its header and passes data up to the next layer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55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B94E-DEDD-C8D3-CA64-EFE7120E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4290E-84B3-EF78-4B87-17E06F697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Freeform 99">
            <a:extLst>
              <a:ext uri="{FF2B5EF4-FFF2-40B4-BE49-F238E27FC236}">
                <a16:creationId xmlns:a16="http://schemas.microsoft.com/office/drawing/2014/main" id="{EE338B5F-EB40-3C0E-4E5E-F4D6CC55BA47}"/>
              </a:ext>
            </a:extLst>
          </p:cNvPr>
          <p:cNvSpPr>
            <a:spLocks/>
          </p:cNvSpPr>
          <p:nvPr/>
        </p:nvSpPr>
        <p:spPr bwMode="auto">
          <a:xfrm>
            <a:off x="8197855" y="4478480"/>
            <a:ext cx="454072" cy="992421"/>
          </a:xfrm>
          <a:custGeom>
            <a:avLst/>
            <a:gdLst>
              <a:gd name="T0" fmla="*/ 2147483646 w 413"/>
              <a:gd name="T1" fmla="*/ 2147483646 h 715"/>
              <a:gd name="T2" fmla="*/ 2147483646 w 413"/>
              <a:gd name="T3" fmla="*/ 0 h 715"/>
              <a:gd name="T4" fmla="*/ 0 w 413"/>
              <a:gd name="T5" fmla="*/ 2147483646 h 715"/>
              <a:gd name="T6" fmla="*/ 2147483646 w 413"/>
              <a:gd name="T7" fmla="*/ 2147483646 h 715"/>
              <a:gd name="T8" fmla="*/ 2147483646 w 413"/>
              <a:gd name="T9" fmla="*/ 2147483646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  <a:gd name="connsiteX0" fmla="*/ 10000 w 10000"/>
              <a:gd name="connsiteY0" fmla="*/ 7972 h 8825"/>
              <a:gd name="connsiteX1" fmla="*/ 218 w 10000"/>
              <a:gd name="connsiteY1" fmla="*/ 0 h 8825"/>
              <a:gd name="connsiteX2" fmla="*/ 0 w 10000"/>
              <a:gd name="connsiteY2" fmla="*/ 8448 h 8825"/>
              <a:gd name="connsiteX3" fmla="*/ 7224 w 10000"/>
              <a:gd name="connsiteY3" fmla="*/ 8825 h 8825"/>
              <a:gd name="connsiteX4" fmla="*/ 10000 w 10000"/>
              <a:gd name="connsiteY4" fmla="*/ 7972 h 8825"/>
              <a:gd name="connsiteX0" fmla="*/ 6901 w 7224"/>
              <a:gd name="connsiteY0" fmla="*/ 7744 h 10000"/>
              <a:gd name="connsiteX1" fmla="*/ 218 w 7224"/>
              <a:gd name="connsiteY1" fmla="*/ 0 h 10000"/>
              <a:gd name="connsiteX2" fmla="*/ 0 w 7224"/>
              <a:gd name="connsiteY2" fmla="*/ 9573 h 10000"/>
              <a:gd name="connsiteX3" fmla="*/ 7224 w 7224"/>
              <a:gd name="connsiteY3" fmla="*/ 10000 h 10000"/>
              <a:gd name="connsiteX4" fmla="*/ 6901 w 7224"/>
              <a:gd name="connsiteY4" fmla="*/ 7744 h 10000"/>
              <a:gd name="connsiteX0" fmla="*/ 9553 w 9587"/>
              <a:gd name="connsiteY0" fmla="*/ 7744 h 9750"/>
              <a:gd name="connsiteX1" fmla="*/ 302 w 9587"/>
              <a:gd name="connsiteY1" fmla="*/ 0 h 9750"/>
              <a:gd name="connsiteX2" fmla="*/ 0 w 9587"/>
              <a:gd name="connsiteY2" fmla="*/ 9573 h 9750"/>
              <a:gd name="connsiteX3" fmla="*/ 9464 w 9587"/>
              <a:gd name="connsiteY3" fmla="*/ 9750 h 9750"/>
              <a:gd name="connsiteX4" fmla="*/ 9553 w 9587"/>
              <a:gd name="connsiteY4" fmla="*/ 7744 h 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7" h="9750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D3A955-B43E-C31A-5317-66356F62D535}"/>
              </a:ext>
            </a:extLst>
          </p:cNvPr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6" name="Freeform 297">
              <a:extLst>
                <a:ext uri="{FF2B5EF4-FFF2-40B4-BE49-F238E27FC236}">
                  <a16:creationId xmlns:a16="http://schemas.microsoft.com/office/drawing/2014/main" id="{4FD89B14-7D47-6CA0-E64F-5F6D0C6979C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BAB53EB-935D-AAD0-61AB-425B592B85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5E2D51-B7B6-51B1-B093-58BA6026FF2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300">
                <a:extLst>
                  <a:ext uri="{FF2B5EF4-FFF2-40B4-BE49-F238E27FC236}">
                    <a16:creationId xmlns:a16="http://schemas.microsoft.com/office/drawing/2014/main" id="{4EF47A79-FE99-EE55-99FA-F0DFCFCACDF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 301">
                <a:extLst>
                  <a:ext uri="{FF2B5EF4-FFF2-40B4-BE49-F238E27FC236}">
                    <a16:creationId xmlns:a16="http://schemas.microsoft.com/office/drawing/2014/main" id="{23D589DB-972A-97C6-60A0-B6BC32EA14C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 302">
                <a:extLst>
                  <a:ext uri="{FF2B5EF4-FFF2-40B4-BE49-F238E27FC236}">
                    <a16:creationId xmlns:a16="http://schemas.microsoft.com/office/drawing/2014/main" id="{444F5A1B-BDB0-5C61-4BEF-243F18533F2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 303">
                <a:extLst>
                  <a:ext uri="{FF2B5EF4-FFF2-40B4-BE49-F238E27FC236}">
                    <a16:creationId xmlns:a16="http://schemas.microsoft.com/office/drawing/2014/main" id="{F8222737-B05D-AE1E-3F71-2F328DE6BB3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90">
            <a:extLst>
              <a:ext uri="{FF2B5EF4-FFF2-40B4-BE49-F238E27FC236}">
                <a16:creationId xmlns:a16="http://schemas.microsoft.com/office/drawing/2014/main" id="{58C3CCAC-28D6-643A-B1BB-71C18589A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45" y="4489446"/>
            <a:ext cx="1273175" cy="9461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127000" dist="38100" dir="18900000" sx="103000" sy="103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Text Box 92">
            <a:extLst>
              <a:ext uri="{FF2B5EF4-FFF2-40B4-BE49-F238E27FC236}">
                <a16:creationId xmlns:a16="http://schemas.microsoft.com/office/drawing/2014/main" id="{3ABFA95C-4B26-CB71-A41B-40AA82629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6DAA6DCD-FCF5-C8CC-65F8-6F9693EA9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137" y="4865756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76200" dist="38100" dir="18900000" sx="101000" sy="101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697ECA40-AA2A-C78B-DE4A-B2FB4CAED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CE7271A8-4606-8FD3-CF3D-72AC77414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136" y="518325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8C9774EC-C15D-04F1-FCCD-48AE8A08A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74" y="550393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F39330F-5B9E-E3DF-A5C5-F06CA4622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836" y="578491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F51B9789-B3F6-8007-FC72-E91C6FE29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836" y="606114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73642A74-1202-0751-02DB-3EE238C98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7" y="98583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76200" dist="38100" dir="18900000" sx="101000" sy="101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 Box 26">
            <a:extLst>
              <a:ext uri="{FF2B5EF4-FFF2-40B4-BE49-F238E27FC236}">
                <a16:creationId xmlns:a16="http://schemas.microsoft.com/office/drawing/2014/main" id="{624D8529-4690-625B-6E70-3F0EF0A93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6B8AE74B-BF6F-D118-A1E3-16DB165E5195}"/>
              </a:ext>
            </a:extLst>
          </p:cNvPr>
          <p:cNvSpPr>
            <a:spLocks/>
          </p:cNvSpPr>
          <p:nvPr/>
        </p:nvSpPr>
        <p:spPr bwMode="auto">
          <a:xfrm>
            <a:off x="8317497" y="2564096"/>
            <a:ext cx="638175" cy="78177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9828CD-8B63-4C3D-4B19-69D2A68315CC}"/>
              </a:ext>
            </a:extLst>
          </p:cNvPr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4DD298-DD46-21DF-F48B-ED581EDEAF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306">
              <a:extLst>
                <a:ext uri="{FF2B5EF4-FFF2-40B4-BE49-F238E27FC236}">
                  <a16:creationId xmlns:a16="http://schemas.microsoft.com/office/drawing/2014/main" id="{5702A82A-3A28-0E5D-F29C-9415837ACAF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6D16A66-A227-62CB-5ABF-5B897E2E27D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8" name="Freeform 308">
                <a:extLst>
                  <a:ext uri="{FF2B5EF4-FFF2-40B4-BE49-F238E27FC236}">
                    <a16:creationId xmlns:a16="http://schemas.microsoft.com/office/drawing/2014/main" id="{4CECFEE7-BFC8-4520-38EB-751AA9BC940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309">
                <a:extLst>
                  <a:ext uri="{FF2B5EF4-FFF2-40B4-BE49-F238E27FC236}">
                    <a16:creationId xmlns:a16="http://schemas.microsoft.com/office/drawing/2014/main" id="{3164B250-CF7B-8051-1356-CB5E99AA869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310">
                <a:extLst>
                  <a:ext uri="{FF2B5EF4-FFF2-40B4-BE49-F238E27FC236}">
                    <a16:creationId xmlns:a16="http://schemas.microsoft.com/office/drawing/2014/main" id="{E931D6B5-1165-C30E-513E-BE2F8563940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311">
                <a:extLst>
                  <a:ext uri="{FF2B5EF4-FFF2-40B4-BE49-F238E27FC236}">
                    <a16:creationId xmlns:a16="http://schemas.microsoft.com/office/drawing/2014/main" id="{946CD3E1-389F-3F9D-47C1-86A8AC4D403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" name="Freeform 2">
            <a:extLst>
              <a:ext uri="{FF2B5EF4-FFF2-40B4-BE49-F238E27FC236}">
                <a16:creationId xmlns:a16="http://schemas.microsoft.com/office/drawing/2014/main" id="{14558F3F-D3AD-8EB5-DB26-47ECD8837D86}"/>
              </a:ext>
            </a:extLst>
          </p:cNvPr>
          <p:cNvSpPr>
            <a:spLocks/>
          </p:cNvSpPr>
          <p:nvPr/>
        </p:nvSpPr>
        <p:spPr bwMode="auto">
          <a:xfrm>
            <a:off x="5037145" y="1701796"/>
            <a:ext cx="4048125" cy="3833813"/>
          </a:xfrm>
          <a:custGeom>
            <a:avLst/>
            <a:gdLst>
              <a:gd name="T0" fmla="*/ 2147483646 w 2550"/>
              <a:gd name="T1" fmla="*/ 0 h 2415"/>
              <a:gd name="T2" fmla="*/ 2147483646 w 2550"/>
              <a:gd name="T3" fmla="*/ 0 h 2415"/>
              <a:gd name="T4" fmla="*/ 2147483646 w 2550"/>
              <a:gd name="T5" fmla="*/ 2147483646 h 2415"/>
              <a:gd name="T6" fmla="*/ 0 w 2550"/>
              <a:gd name="T7" fmla="*/ 2147483646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292B914F-A266-6535-7F48-66BF931A8611}"/>
              </a:ext>
            </a:extLst>
          </p:cNvPr>
          <p:cNvSpPr>
            <a:spLocks/>
          </p:cNvSpPr>
          <p:nvPr/>
        </p:nvSpPr>
        <p:spPr bwMode="auto">
          <a:xfrm>
            <a:off x="5087944" y="959945"/>
            <a:ext cx="360362" cy="1596219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Line 25">
            <a:extLst>
              <a:ext uri="{FF2B5EF4-FFF2-40B4-BE49-F238E27FC236}">
                <a16:creationId xmlns:a16="http://schemas.microsoft.com/office/drawing/2014/main" id="{1900D79C-4141-EC54-FEE7-C91756796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356" y="130333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87302438-9E30-039D-2421-52FFB9F15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4294" y="162400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1B4D7DB4-1E7D-E458-440F-8DE1FBE8B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6" y="190499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3BC09AA4-1D3A-5C9E-7842-DD8B2BDDA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6" y="218122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Group 39">
            <a:extLst>
              <a:ext uri="{FF2B5EF4-FFF2-40B4-BE49-F238E27FC236}">
                <a16:creationId xmlns:a16="http://schemas.microsoft.com/office/drawing/2014/main" id="{D8C7B10F-B284-3361-9EA8-93703AC3B38C}"/>
              </a:ext>
            </a:extLst>
          </p:cNvPr>
          <p:cNvGrpSpPr>
            <a:grpSpLocks/>
          </p:cNvGrpSpPr>
          <p:nvPr/>
        </p:nvGrpSpPr>
        <p:grpSpPr bwMode="auto"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9EB13124-11AC-6480-75E0-215B27E9F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A852CE49-52CC-C091-8E35-0AF45A931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6ED226D9-61E1-E543-B500-73D000A44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346FAE91-7C06-7784-8E52-059831AE4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06BB0A14-E03B-B2FA-88D3-CFA24F1B2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933603E1-4C20-5AE9-38C7-E683D3607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5" name="Text Box 5">
            <a:extLst>
              <a:ext uri="{FF2B5EF4-FFF2-40B4-BE49-F238E27FC236}">
                <a16:creationId xmlns:a16="http://schemas.microsoft.com/office/drawing/2014/main" id="{2D33BCF7-7890-DC40-ABE7-C211184AD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segment</a:t>
            </a:r>
          </a:p>
        </p:txBody>
      </p:sp>
      <p:grpSp>
        <p:nvGrpSpPr>
          <p:cNvPr id="46" name="Group 178">
            <a:extLst>
              <a:ext uri="{FF2B5EF4-FFF2-40B4-BE49-F238E27FC236}">
                <a16:creationId xmlns:a16="http://schemas.microsoft.com/office/drawing/2014/main" id="{B5C8E299-AA09-D71D-4841-AF45B9CD77BC}"/>
              </a:ext>
            </a:extLst>
          </p:cNvPr>
          <p:cNvGrpSpPr>
            <a:grpSpLocks/>
          </p:cNvGrpSpPr>
          <p:nvPr/>
        </p:nvGrpSpPr>
        <p:grpSpPr bwMode="auto"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B662AA34-0F73-FD4F-55CF-1E86E0CDF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7BCE4E68-E71D-EBF4-23E8-F9CCF3224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49" name="Text Box 4">
            <a:extLst>
              <a:ext uri="{FF2B5EF4-FFF2-40B4-BE49-F238E27FC236}">
                <a16:creationId xmlns:a16="http://schemas.microsoft.com/office/drawing/2014/main" id="{9A096FF3-9F1A-5681-B76E-FB2FA2A8B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datagram</a:t>
            </a:r>
          </a:p>
        </p:txBody>
      </p:sp>
      <p:sp>
        <p:nvSpPr>
          <p:cNvPr id="50" name="Text Box 54">
            <a:extLst>
              <a:ext uri="{FF2B5EF4-FFF2-40B4-BE49-F238E27FC236}">
                <a16:creationId xmlns:a16="http://schemas.microsoft.com/office/drawing/2014/main" id="{6BE46F7B-8B16-0B0E-08DC-B4302EB6B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destination</a:t>
            </a:r>
          </a:p>
        </p:txBody>
      </p:sp>
      <p:grpSp>
        <p:nvGrpSpPr>
          <p:cNvPr id="51" name="Group 64">
            <a:extLst>
              <a:ext uri="{FF2B5EF4-FFF2-40B4-BE49-F238E27FC236}">
                <a16:creationId xmlns:a16="http://schemas.microsoft.com/office/drawing/2014/main" id="{4F7E9D87-21B0-C6A9-9E98-3A72817CF1C5}"/>
              </a:ext>
            </a:extLst>
          </p:cNvPr>
          <p:cNvGrpSpPr>
            <a:grpSpLocks/>
          </p:cNvGrpSpPr>
          <p:nvPr/>
        </p:nvGrpSpPr>
        <p:grpSpPr bwMode="auto"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52" name="Rectangle 65">
              <a:extLst>
                <a:ext uri="{FF2B5EF4-FFF2-40B4-BE49-F238E27FC236}">
                  <a16:creationId xmlns:a16="http://schemas.microsoft.com/office/drawing/2014/main" id="{8EA5E17D-D455-159D-2A75-7A6A6EA4A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" name="Rectangle 66">
              <a:extLst>
                <a:ext uri="{FF2B5EF4-FFF2-40B4-BE49-F238E27FC236}">
                  <a16:creationId xmlns:a16="http://schemas.microsoft.com/office/drawing/2014/main" id="{E5ED5675-C0B2-1023-D872-EC9F451DE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54" name="Rectangle 67">
              <a:extLst>
                <a:ext uri="{FF2B5EF4-FFF2-40B4-BE49-F238E27FC236}">
                  <a16:creationId xmlns:a16="http://schemas.microsoft.com/office/drawing/2014/main" id="{6193C5B5-08D5-65BC-B970-7A5DC4040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55" name="Rectangle 68">
              <a:extLst>
                <a:ext uri="{FF2B5EF4-FFF2-40B4-BE49-F238E27FC236}">
                  <a16:creationId xmlns:a16="http://schemas.microsoft.com/office/drawing/2014/main" id="{3EF2D2C1-2D5F-0A6D-834D-131A6AC38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56" name="Rectangle 69">
              <a:extLst>
                <a:ext uri="{FF2B5EF4-FFF2-40B4-BE49-F238E27FC236}">
                  <a16:creationId xmlns:a16="http://schemas.microsoft.com/office/drawing/2014/main" id="{EC34BD76-B410-01D3-106B-8A176BA90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57" name="Line 70">
              <a:extLst>
                <a:ext uri="{FF2B5EF4-FFF2-40B4-BE49-F238E27FC236}">
                  <a16:creationId xmlns:a16="http://schemas.microsoft.com/office/drawing/2014/main" id="{22C52128-4594-CDAF-E972-4FE6E4D12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Line 71">
              <a:extLst>
                <a:ext uri="{FF2B5EF4-FFF2-40B4-BE49-F238E27FC236}">
                  <a16:creationId xmlns:a16="http://schemas.microsoft.com/office/drawing/2014/main" id="{7C5731AD-C438-2433-11B1-F13246FC0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E37A90BF-3C8E-E4BA-ED9F-E6C19CFAC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73">
            <a:extLst>
              <a:ext uri="{FF2B5EF4-FFF2-40B4-BE49-F238E27FC236}">
                <a16:creationId xmlns:a16="http://schemas.microsoft.com/office/drawing/2014/main" id="{5A0377D4-87D5-21AA-044D-155481AB9608}"/>
              </a:ext>
            </a:extLst>
          </p:cNvPr>
          <p:cNvGrpSpPr>
            <a:grpSpLocks/>
          </p:cNvGrpSpPr>
          <p:nvPr/>
        </p:nvGrpSpPr>
        <p:grpSpPr bwMode="auto"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61" name="Rectangle 74">
              <a:extLst>
                <a:ext uri="{FF2B5EF4-FFF2-40B4-BE49-F238E27FC236}">
                  <a16:creationId xmlns:a16="http://schemas.microsoft.com/office/drawing/2014/main" id="{1ACDFA84-B847-E62B-B886-3A52654F6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2" name="Rectangle 75">
              <a:extLst>
                <a:ext uri="{FF2B5EF4-FFF2-40B4-BE49-F238E27FC236}">
                  <a16:creationId xmlns:a16="http://schemas.microsoft.com/office/drawing/2014/main" id="{8AFB437B-1EEF-6A5C-71FA-18DCC7994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63" name="Rectangle 76">
              <a:extLst>
                <a:ext uri="{FF2B5EF4-FFF2-40B4-BE49-F238E27FC236}">
                  <a16:creationId xmlns:a16="http://schemas.microsoft.com/office/drawing/2014/main" id="{A9AEECB3-0BAF-0705-827C-6FBF4F1B1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64" name="Rectangle 77">
              <a:extLst>
                <a:ext uri="{FF2B5EF4-FFF2-40B4-BE49-F238E27FC236}">
                  <a16:creationId xmlns:a16="http://schemas.microsoft.com/office/drawing/2014/main" id="{B767AD05-598B-62E1-DF62-C98E41158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65" name="Line 78">
              <a:extLst>
                <a:ext uri="{FF2B5EF4-FFF2-40B4-BE49-F238E27FC236}">
                  <a16:creationId xmlns:a16="http://schemas.microsoft.com/office/drawing/2014/main" id="{EA6F6EEA-D4D9-CE5F-5F44-DBDDB06C3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Line 79">
              <a:extLst>
                <a:ext uri="{FF2B5EF4-FFF2-40B4-BE49-F238E27FC236}">
                  <a16:creationId xmlns:a16="http://schemas.microsoft.com/office/drawing/2014/main" id="{118B16D7-F16A-C710-53B5-E91A4B1B1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" name="Group 80">
            <a:extLst>
              <a:ext uri="{FF2B5EF4-FFF2-40B4-BE49-F238E27FC236}">
                <a16:creationId xmlns:a16="http://schemas.microsoft.com/office/drawing/2014/main" id="{432144E0-6C8D-7EE1-C75A-8EE38C0952B1}"/>
              </a:ext>
            </a:extLst>
          </p:cNvPr>
          <p:cNvGrpSpPr>
            <a:grpSpLocks/>
          </p:cNvGrpSpPr>
          <p:nvPr/>
        </p:nvGrpSpPr>
        <p:grpSpPr bwMode="auto"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68" name="Rectangle 81">
              <a:extLst>
                <a:ext uri="{FF2B5EF4-FFF2-40B4-BE49-F238E27FC236}">
                  <a16:creationId xmlns:a16="http://schemas.microsoft.com/office/drawing/2014/main" id="{61289A7A-43A6-49ED-1F83-79E77EE00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9" name="Rectangle 82">
              <a:extLst>
                <a:ext uri="{FF2B5EF4-FFF2-40B4-BE49-F238E27FC236}">
                  <a16:creationId xmlns:a16="http://schemas.microsoft.com/office/drawing/2014/main" id="{1894FC6C-5DB8-4D47-B165-2FE14AE1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70" name="Rectangle 83">
              <a:extLst>
                <a:ext uri="{FF2B5EF4-FFF2-40B4-BE49-F238E27FC236}">
                  <a16:creationId xmlns:a16="http://schemas.microsoft.com/office/drawing/2014/main" id="{8D780745-C391-7876-4360-10B4B68F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71" name="Line 84">
              <a:extLst>
                <a:ext uri="{FF2B5EF4-FFF2-40B4-BE49-F238E27FC236}">
                  <a16:creationId xmlns:a16="http://schemas.microsoft.com/office/drawing/2014/main" id="{7C77FA87-269F-4393-5BBC-B92F84330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2" name="Group 85">
            <a:extLst>
              <a:ext uri="{FF2B5EF4-FFF2-40B4-BE49-F238E27FC236}">
                <a16:creationId xmlns:a16="http://schemas.microsoft.com/office/drawing/2014/main" id="{C8002DDE-E1C8-BA5B-0DFC-26EBD1A0F264}"/>
              </a:ext>
            </a:extLst>
          </p:cNvPr>
          <p:cNvGrpSpPr>
            <a:grpSpLocks/>
          </p:cNvGrpSpPr>
          <p:nvPr/>
        </p:nvGrpSpPr>
        <p:grpSpPr bwMode="auto"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73" name="Rectangle 86">
              <a:extLst>
                <a:ext uri="{FF2B5EF4-FFF2-40B4-BE49-F238E27FC236}">
                  <a16:creationId xmlns:a16="http://schemas.microsoft.com/office/drawing/2014/main" id="{F0F74B7C-F77E-4FE2-A4C9-9E569B7C0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4" name="Rectangle 87">
              <a:extLst>
                <a:ext uri="{FF2B5EF4-FFF2-40B4-BE49-F238E27FC236}">
                  <a16:creationId xmlns:a16="http://schemas.microsoft.com/office/drawing/2014/main" id="{BE7A6EDC-B80E-8E9F-6AC1-95749C734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75" name="Line 91">
            <a:extLst>
              <a:ext uri="{FF2B5EF4-FFF2-40B4-BE49-F238E27FC236}">
                <a16:creationId xmlns:a16="http://schemas.microsoft.com/office/drawing/2014/main" id="{CACA3590-A31A-B301-B3CA-269D3186B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45" y="480694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Line 93">
            <a:extLst>
              <a:ext uri="{FF2B5EF4-FFF2-40B4-BE49-F238E27FC236}">
                <a16:creationId xmlns:a16="http://schemas.microsoft.com/office/drawing/2014/main" id="{D8BDE23D-2658-38B5-FDA7-37AC33205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4682" y="512762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96">
            <a:extLst>
              <a:ext uri="{FF2B5EF4-FFF2-40B4-BE49-F238E27FC236}">
                <a16:creationId xmlns:a16="http://schemas.microsoft.com/office/drawing/2014/main" id="{23B1F91F-380E-373A-7F4B-DF4A7AEFE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433" y="2597147"/>
            <a:ext cx="1273175" cy="65563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sx="102000" sy="102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8" name="Line 97">
            <a:extLst>
              <a:ext uri="{FF2B5EF4-FFF2-40B4-BE49-F238E27FC236}">
                <a16:creationId xmlns:a16="http://schemas.microsoft.com/office/drawing/2014/main" id="{60DB598B-6EC2-E511-1944-DEDF8F9EF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433" y="291464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 114">
            <a:extLst>
              <a:ext uri="{FF2B5EF4-FFF2-40B4-BE49-F238E27FC236}">
                <a16:creationId xmlns:a16="http://schemas.microsoft.com/office/drawing/2014/main" id="{3FCD1579-DEEE-AE42-D8E0-F2A8DECD95FA}"/>
              </a:ext>
            </a:extLst>
          </p:cNvPr>
          <p:cNvSpPr>
            <a:spLocks/>
          </p:cNvSpPr>
          <p:nvPr/>
        </p:nvSpPr>
        <p:spPr bwMode="auto">
          <a:xfrm>
            <a:off x="3048006" y="787395"/>
            <a:ext cx="5264150" cy="5494338"/>
          </a:xfrm>
          <a:custGeom>
            <a:avLst/>
            <a:gdLst>
              <a:gd name="T0" fmla="*/ 2147483646 w 3316"/>
              <a:gd name="T1" fmla="*/ 0 h 3461"/>
              <a:gd name="T2" fmla="*/ 2147483646 w 3316"/>
              <a:gd name="T3" fmla="*/ 2147483646 h 3461"/>
              <a:gd name="T4" fmla="*/ 2147483646 w 3316"/>
              <a:gd name="T5" fmla="*/ 2147483646 h 3461"/>
              <a:gd name="T6" fmla="*/ 2147483646 w 3316"/>
              <a:gd name="T7" fmla="*/ 2147483646 h 3461"/>
              <a:gd name="T8" fmla="*/ 2147483646 w 3316"/>
              <a:gd name="T9" fmla="*/ 2147483646 h 3461"/>
              <a:gd name="T10" fmla="*/ 2147483646 w 3316"/>
              <a:gd name="T11" fmla="*/ 2147483646 h 3461"/>
              <a:gd name="T12" fmla="*/ 2147483646 w 3316"/>
              <a:gd name="T13" fmla="*/ 2147483646 h 3461"/>
              <a:gd name="T14" fmla="*/ 2147483646 w 3316"/>
              <a:gd name="T15" fmla="*/ 2147483646 h 3461"/>
              <a:gd name="T16" fmla="*/ 2147483646 w 3316"/>
              <a:gd name="T17" fmla="*/ 2147483646 h 3461"/>
              <a:gd name="T18" fmla="*/ 2147483646 w 3316"/>
              <a:gd name="T19" fmla="*/ 2147483646 h 3461"/>
              <a:gd name="T20" fmla="*/ 2147483646 w 3316"/>
              <a:gd name="T21" fmla="*/ 2147483646 h 3461"/>
              <a:gd name="T22" fmla="*/ 0 w 3316"/>
              <a:gd name="T23" fmla="*/ 2147483646 h 3461"/>
              <a:gd name="T24" fmla="*/ 0 w 3316"/>
              <a:gd name="T25" fmla="*/ 2147483646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115">
            <a:extLst>
              <a:ext uri="{FF2B5EF4-FFF2-40B4-BE49-F238E27FC236}">
                <a16:creationId xmlns:a16="http://schemas.microsoft.com/office/drawing/2014/main" id="{FE75AB82-C077-A218-8F02-D68B32C60863}"/>
              </a:ext>
            </a:extLst>
          </p:cNvPr>
          <p:cNvGrpSpPr>
            <a:grpSpLocks/>
          </p:cNvGrpSpPr>
          <p:nvPr/>
        </p:nvGrpSpPr>
        <p:grpSpPr bwMode="auto"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81" name="Rectangle 116">
              <a:extLst>
                <a:ext uri="{FF2B5EF4-FFF2-40B4-BE49-F238E27FC236}">
                  <a16:creationId xmlns:a16="http://schemas.microsoft.com/office/drawing/2014/main" id="{B05F8FCD-EE3E-3CEC-16E3-1D7AA8476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2" name="Rectangle 117">
              <a:extLst>
                <a:ext uri="{FF2B5EF4-FFF2-40B4-BE49-F238E27FC236}">
                  <a16:creationId xmlns:a16="http://schemas.microsoft.com/office/drawing/2014/main" id="{0D0C8C51-3A2C-4968-7297-B342EF983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83" name="Rectangle 118">
              <a:extLst>
                <a:ext uri="{FF2B5EF4-FFF2-40B4-BE49-F238E27FC236}">
                  <a16:creationId xmlns:a16="http://schemas.microsoft.com/office/drawing/2014/main" id="{68FE3B1D-BBF2-A85D-3551-85E03321B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84" name="Rectangle 119">
              <a:extLst>
                <a:ext uri="{FF2B5EF4-FFF2-40B4-BE49-F238E27FC236}">
                  <a16:creationId xmlns:a16="http://schemas.microsoft.com/office/drawing/2014/main" id="{0CB256AE-F0E7-3DBE-96E1-3BA4BF1D7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85" name="Rectangle 120">
              <a:extLst>
                <a:ext uri="{FF2B5EF4-FFF2-40B4-BE49-F238E27FC236}">
                  <a16:creationId xmlns:a16="http://schemas.microsoft.com/office/drawing/2014/main" id="{8E350CDE-1B64-8534-2416-7E8C1FD36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86" name="Line 121">
              <a:extLst>
                <a:ext uri="{FF2B5EF4-FFF2-40B4-BE49-F238E27FC236}">
                  <a16:creationId xmlns:a16="http://schemas.microsoft.com/office/drawing/2014/main" id="{01E9B8A8-A3A6-F7CE-9592-E2F41DF39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122">
              <a:extLst>
                <a:ext uri="{FF2B5EF4-FFF2-40B4-BE49-F238E27FC236}">
                  <a16:creationId xmlns:a16="http://schemas.microsoft.com/office/drawing/2014/main" id="{B0E7A240-180A-7AA4-8476-0E2FF42DF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123">
              <a:extLst>
                <a:ext uri="{FF2B5EF4-FFF2-40B4-BE49-F238E27FC236}">
                  <a16:creationId xmlns:a16="http://schemas.microsoft.com/office/drawing/2014/main" id="{798E4C4D-38D5-7632-7277-99E146709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9" name="Group 124">
            <a:extLst>
              <a:ext uri="{FF2B5EF4-FFF2-40B4-BE49-F238E27FC236}">
                <a16:creationId xmlns:a16="http://schemas.microsoft.com/office/drawing/2014/main" id="{6F1BAB59-D03B-3DC3-3DFB-B4DCB5A37340}"/>
              </a:ext>
            </a:extLst>
          </p:cNvPr>
          <p:cNvGrpSpPr>
            <a:grpSpLocks/>
          </p:cNvGrpSpPr>
          <p:nvPr/>
        </p:nvGrpSpPr>
        <p:grpSpPr bwMode="auto"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90" name="Rectangle 125">
              <a:extLst>
                <a:ext uri="{FF2B5EF4-FFF2-40B4-BE49-F238E27FC236}">
                  <a16:creationId xmlns:a16="http://schemas.microsoft.com/office/drawing/2014/main" id="{9170FFB9-D2D1-5FCD-5F58-F5CEE6D4A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1" name="Rectangle 126">
              <a:extLst>
                <a:ext uri="{FF2B5EF4-FFF2-40B4-BE49-F238E27FC236}">
                  <a16:creationId xmlns:a16="http://schemas.microsoft.com/office/drawing/2014/main" id="{DFE78343-EAC8-A61B-B011-7BBB7FDFC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2" name="Rectangle 127">
              <a:extLst>
                <a:ext uri="{FF2B5EF4-FFF2-40B4-BE49-F238E27FC236}">
                  <a16:creationId xmlns:a16="http://schemas.microsoft.com/office/drawing/2014/main" id="{19D984E5-D0BD-7E8E-4F13-E2A5D28DE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93" name="Rectangle 128">
              <a:extLst>
                <a:ext uri="{FF2B5EF4-FFF2-40B4-BE49-F238E27FC236}">
                  <a16:creationId xmlns:a16="http://schemas.microsoft.com/office/drawing/2014/main" id="{421DFEE4-CDAB-1EB4-EB1F-5320C0212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94" name="Line 129">
              <a:extLst>
                <a:ext uri="{FF2B5EF4-FFF2-40B4-BE49-F238E27FC236}">
                  <a16:creationId xmlns:a16="http://schemas.microsoft.com/office/drawing/2014/main" id="{E19DF731-6C8B-BA05-C644-870225D8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130">
              <a:extLst>
                <a:ext uri="{FF2B5EF4-FFF2-40B4-BE49-F238E27FC236}">
                  <a16:creationId xmlns:a16="http://schemas.microsoft.com/office/drawing/2014/main" id="{E7E11EDA-327D-500A-861D-0E9772CEC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140">
            <a:extLst>
              <a:ext uri="{FF2B5EF4-FFF2-40B4-BE49-F238E27FC236}">
                <a16:creationId xmlns:a16="http://schemas.microsoft.com/office/drawing/2014/main" id="{83FC2720-BBE4-59EA-3022-49396C3E2560}"/>
              </a:ext>
            </a:extLst>
          </p:cNvPr>
          <p:cNvGrpSpPr>
            <a:grpSpLocks/>
          </p:cNvGrpSpPr>
          <p:nvPr/>
        </p:nvGrpSpPr>
        <p:grpSpPr bwMode="auto"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97" name="Rectangle 141">
              <a:extLst>
                <a:ext uri="{FF2B5EF4-FFF2-40B4-BE49-F238E27FC236}">
                  <a16:creationId xmlns:a16="http://schemas.microsoft.com/office/drawing/2014/main" id="{44029CF5-97B5-796C-1AB0-EA92CBFFE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8" name="Rectangle 142">
              <a:extLst>
                <a:ext uri="{FF2B5EF4-FFF2-40B4-BE49-F238E27FC236}">
                  <a16:creationId xmlns:a16="http://schemas.microsoft.com/office/drawing/2014/main" id="{9B2F728D-B180-A4D8-D646-274D1A3C3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9" name="Rectangle 143">
              <a:extLst>
                <a:ext uri="{FF2B5EF4-FFF2-40B4-BE49-F238E27FC236}">
                  <a16:creationId xmlns:a16="http://schemas.microsoft.com/office/drawing/2014/main" id="{79D9839F-4270-2873-C3BC-B8481B3BA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00" name="Rectangle 144">
              <a:extLst>
                <a:ext uri="{FF2B5EF4-FFF2-40B4-BE49-F238E27FC236}">
                  <a16:creationId xmlns:a16="http://schemas.microsoft.com/office/drawing/2014/main" id="{52B60FFE-BA5B-0E86-3351-3CBD14A0D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01" name="Line 145">
              <a:extLst>
                <a:ext uri="{FF2B5EF4-FFF2-40B4-BE49-F238E27FC236}">
                  <a16:creationId xmlns:a16="http://schemas.microsoft.com/office/drawing/2014/main" id="{745ACC4D-0896-7B0F-1666-A36782B39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146">
              <a:extLst>
                <a:ext uri="{FF2B5EF4-FFF2-40B4-BE49-F238E27FC236}">
                  <a16:creationId xmlns:a16="http://schemas.microsoft.com/office/drawing/2014/main" id="{EAA966CE-E5C5-DE73-E43E-19ED8FD5F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3" name="Group 156">
            <a:extLst>
              <a:ext uri="{FF2B5EF4-FFF2-40B4-BE49-F238E27FC236}">
                <a16:creationId xmlns:a16="http://schemas.microsoft.com/office/drawing/2014/main" id="{13ECC7A5-AF7F-4B84-F742-DB97001BA755}"/>
              </a:ext>
            </a:extLst>
          </p:cNvPr>
          <p:cNvGrpSpPr>
            <a:grpSpLocks/>
          </p:cNvGrpSpPr>
          <p:nvPr/>
        </p:nvGrpSpPr>
        <p:grpSpPr bwMode="auto"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04" name="Rectangle 157">
              <a:extLst>
                <a:ext uri="{FF2B5EF4-FFF2-40B4-BE49-F238E27FC236}">
                  <a16:creationId xmlns:a16="http://schemas.microsoft.com/office/drawing/2014/main" id="{D99D2F1A-6FF3-3139-ACDE-1EF221A97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5" name="Rectangle 158">
              <a:extLst>
                <a:ext uri="{FF2B5EF4-FFF2-40B4-BE49-F238E27FC236}">
                  <a16:creationId xmlns:a16="http://schemas.microsoft.com/office/drawing/2014/main" id="{B084061D-64A4-4955-75BD-ADE5B6539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6" name="Rectangle 159">
              <a:extLst>
                <a:ext uri="{FF2B5EF4-FFF2-40B4-BE49-F238E27FC236}">
                  <a16:creationId xmlns:a16="http://schemas.microsoft.com/office/drawing/2014/main" id="{AB99EF46-64C8-5C52-1552-676F73B13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07" name="Rectangle 160">
              <a:extLst>
                <a:ext uri="{FF2B5EF4-FFF2-40B4-BE49-F238E27FC236}">
                  <a16:creationId xmlns:a16="http://schemas.microsoft.com/office/drawing/2014/main" id="{4884C627-507F-777D-6BDA-D6611C2EE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08" name="Rectangle 161">
              <a:extLst>
                <a:ext uri="{FF2B5EF4-FFF2-40B4-BE49-F238E27FC236}">
                  <a16:creationId xmlns:a16="http://schemas.microsoft.com/office/drawing/2014/main" id="{65EB8798-B4B0-7014-B6C2-1F9AF2625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09" name="Line 162">
              <a:extLst>
                <a:ext uri="{FF2B5EF4-FFF2-40B4-BE49-F238E27FC236}">
                  <a16:creationId xmlns:a16="http://schemas.microsoft.com/office/drawing/2014/main" id="{CDF1459A-696B-4331-123D-6F693F2AD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163">
              <a:extLst>
                <a:ext uri="{FF2B5EF4-FFF2-40B4-BE49-F238E27FC236}">
                  <a16:creationId xmlns:a16="http://schemas.microsoft.com/office/drawing/2014/main" id="{4B17297D-37F6-5DEA-7001-5A374B9B0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Line 164">
              <a:extLst>
                <a:ext uri="{FF2B5EF4-FFF2-40B4-BE49-F238E27FC236}">
                  <a16:creationId xmlns:a16="http://schemas.microsoft.com/office/drawing/2014/main" id="{D63C17EA-7CA3-0191-31E8-F310570A0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2" name="Text Box 166">
            <a:extLst>
              <a:ext uri="{FF2B5EF4-FFF2-40B4-BE49-F238E27FC236}">
                <a16:creationId xmlns:a16="http://schemas.microsoft.com/office/drawing/2014/main" id="{E73EAFEF-F1A2-6557-B93C-0F0773A65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router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3" name="Text Box 167">
            <a:extLst>
              <a:ext uri="{FF2B5EF4-FFF2-40B4-BE49-F238E27FC236}">
                <a16:creationId xmlns:a16="http://schemas.microsoft.com/office/drawing/2014/main" id="{2A6F1963-F830-C212-2E0F-B81B638C5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switch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4" name="Text Box 174">
            <a:extLst>
              <a:ext uri="{FF2B5EF4-FFF2-40B4-BE49-F238E27FC236}">
                <a16:creationId xmlns:a16="http://schemas.microsoft.com/office/drawing/2014/main" id="{AC0391EC-23E3-CF54-6E4A-20DE13306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message</a:t>
            </a:r>
          </a:p>
        </p:txBody>
      </p:sp>
      <p:grpSp>
        <p:nvGrpSpPr>
          <p:cNvPr id="115" name="Group 175">
            <a:extLst>
              <a:ext uri="{FF2B5EF4-FFF2-40B4-BE49-F238E27FC236}">
                <a16:creationId xmlns:a16="http://schemas.microsoft.com/office/drawing/2014/main" id="{AF97A45A-91E1-099A-D8A5-14244E3F86FC}"/>
              </a:ext>
            </a:extLst>
          </p:cNvPr>
          <p:cNvGrpSpPr>
            <a:grpSpLocks/>
          </p:cNvGrpSpPr>
          <p:nvPr/>
        </p:nvGrpSpPr>
        <p:grpSpPr bwMode="auto"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16" name="Rectangle 176">
              <a:extLst>
                <a:ext uri="{FF2B5EF4-FFF2-40B4-BE49-F238E27FC236}">
                  <a16:creationId xmlns:a16="http://schemas.microsoft.com/office/drawing/2014/main" id="{E9908753-7739-24BD-8AD8-C0FBB34BD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7" name="Rectangle 177">
              <a:extLst>
                <a:ext uri="{FF2B5EF4-FFF2-40B4-BE49-F238E27FC236}">
                  <a16:creationId xmlns:a16="http://schemas.microsoft.com/office/drawing/2014/main" id="{7D8460F4-07A7-CD24-4063-0FB0C52D3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18" name="Group 185">
            <a:extLst>
              <a:ext uri="{FF2B5EF4-FFF2-40B4-BE49-F238E27FC236}">
                <a16:creationId xmlns:a16="http://schemas.microsoft.com/office/drawing/2014/main" id="{7CC4CA34-C827-B54E-F322-A4D0EC4082DB}"/>
              </a:ext>
            </a:extLst>
          </p:cNvPr>
          <p:cNvGrpSpPr>
            <a:grpSpLocks/>
          </p:cNvGrpSpPr>
          <p:nvPr/>
        </p:nvGrpSpPr>
        <p:grpSpPr bwMode="auto"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19" name="Group 179">
              <a:extLst>
                <a:ext uri="{FF2B5EF4-FFF2-40B4-BE49-F238E27FC236}">
                  <a16:creationId xmlns:a16="http://schemas.microsoft.com/office/drawing/2014/main" id="{A785E6A1-F787-3FBF-62ED-3EC4FB4E9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23" name="Rectangle 180">
                <a:extLst>
                  <a:ext uri="{FF2B5EF4-FFF2-40B4-BE49-F238E27FC236}">
                    <a16:creationId xmlns:a16="http://schemas.microsoft.com/office/drawing/2014/main" id="{110DACA4-B4A6-8A1C-B724-2A19B1E48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24" name="Rectangle 181">
                <a:extLst>
                  <a:ext uri="{FF2B5EF4-FFF2-40B4-BE49-F238E27FC236}">
                    <a16:creationId xmlns:a16="http://schemas.microsoft.com/office/drawing/2014/main" id="{B07FC37F-B7DD-98E7-9985-7CC624179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20" name="Group 182">
              <a:extLst>
                <a:ext uri="{FF2B5EF4-FFF2-40B4-BE49-F238E27FC236}">
                  <a16:creationId xmlns:a16="http://schemas.microsoft.com/office/drawing/2014/main" id="{795C811D-B740-20DE-9143-358CD4AB09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21" name="Rectangle 183">
                <a:extLst>
                  <a:ext uri="{FF2B5EF4-FFF2-40B4-BE49-F238E27FC236}">
                    <a16:creationId xmlns:a16="http://schemas.microsoft.com/office/drawing/2014/main" id="{21BB50E8-B7FD-5B87-6B33-C888F6182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84">
                <a:extLst>
                  <a:ext uri="{FF2B5EF4-FFF2-40B4-BE49-F238E27FC236}">
                    <a16:creationId xmlns:a16="http://schemas.microsoft.com/office/drawing/2014/main" id="{057C7DDF-EEC6-81D1-06C2-832CD6E24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125" name="Group 187">
            <a:extLst>
              <a:ext uri="{FF2B5EF4-FFF2-40B4-BE49-F238E27FC236}">
                <a16:creationId xmlns:a16="http://schemas.microsoft.com/office/drawing/2014/main" id="{9158F094-CB3E-83C3-1D60-E439F7356E42}"/>
              </a:ext>
            </a:extLst>
          </p:cNvPr>
          <p:cNvGrpSpPr>
            <a:grpSpLocks/>
          </p:cNvGrpSpPr>
          <p:nvPr/>
        </p:nvGrpSpPr>
        <p:grpSpPr bwMode="auto"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26" name="Rectangle 188">
              <a:extLst>
                <a:ext uri="{FF2B5EF4-FFF2-40B4-BE49-F238E27FC236}">
                  <a16:creationId xmlns:a16="http://schemas.microsoft.com/office/drawing/2014/main" id="{6A534BAA-9883-D9F2-981F-B01057423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2075"/>
              <a:ext cx="191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7" name="Rectangle 189">
              <a:extLst>
                <a:ext uri="{FF2B5EF4-FFF2-40B4-BE49-F238E27FC236}">
                  <a16:creationId xmlns:a16="http://schemas.microsoft.com/office/drawing/2014/main" id="{6E7A64E8-D097-A868-59A2-343167473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28" name="Text Box 7">
            <a:extLst>
              <a:ext uri="{FF2B5EF4-FFF2-40B4-BE49-F238E27FC236}">
                <a16:creationId xmlns:a16="http://schemas.microsoft.com/office/drawing/2014/main" id="{9CE755CA-D379-DF0B-2984-6E117899C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frame</a:t>
            </a:r>
          </a:p>
        </p:txBody>
      </p:sp>
      <p:grpSp>
        <p:nvGrpSpPr>
          <p:cNvPr id="129" name="Group 190">
            <a:extLst>
              <a:ext uri="{FF2B5EF4-FFF2-40B4-BE49-F238E27FC236}">
                <a16:creationId xmlns:a16="http://schemas.microsoft.com/office/drawing/2014/main" id="{550AD12E-0BD2-08D5-C1FD-66F04097F53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id="130" name="Picture 191" descr="desktop_computer_stylized_medium">
              <a:extLst>
                <a:ext uri="{FF2B5EF4-FFF2-40B4-BE49-F238E27FC236}">
                  <a16:creationId xmlns:a16="http://schemas.microsoft.com/office/drawing/2014/main" id="{DF04EE00-5FFA-E99E-9E43-B955A9A025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" name="Freeform 192">
              <a:extLst>
                <a:ext uri="{FF2B5EF4-FFF2-40B4-BE49-F238E27FC236}">
                  <a16:creationId xmlns:a16="http://schemas.microsoft.com/office/drawing/2014/main" id="{E1DE8602-3223-3BB8-8656-64E6965065D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2" name="Freeform 10">
            <a:extLst>
              <a:ext uri="{FF2B5EF4-FFF2-40B4-BE49-F238E27FC236}">
                <a16:creationId xmlns:a16="http://schemas.microsoft.com/office/drawing/2014/main" id="{A91C4BB9-AC2E-2519-1B75-5DAD9C4D7188}"/>
              </a:ext>
            </a:extLst>
          </p:cNvPr>
          <p:cNvSpPr>
            <a:spLocks/>
          </p:cNvSpPr>
          <p:nvPr/>
        </p:nvSpPr>
        <p:spPr bwMode="auto">
          <a:xfrm>
            <a:off x="4178506" y="4871041"/>
            <a:ext cx="360362" cy="152290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3" name="Group 187">
            <a:extLst>
              <a:ext uri="{FF2B5EF4-FFF2-40B4-BE49-F238E27FC236}">
                <a16:creationId xmlns:a16="http://schemas.microsoft.com/office/drawing/2014/main" id="{BF82913C-3782-F75A-0EA5-030836361C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id="134" name="Picture 188" descr="desktop_computer_stylized_medium">
              <a:extLst>
                <a:ext uri="{FF2B5EF4-FFF2-40B4-BE49-F238E27FC236}">
                  <a16:creationId xmlns:a16="http://schemas.microsoft.com/office/drawing/2014/main" id="{AC3AEBCD-9BF0-C621-382F-AAFAD6703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" name="Freeform 189">
              <a:extLst>
                <a:ext uri="{FF2B5EF4-FFF2-40B4-BE49-F238E27FC236}">
                  <a16:creationId xmlns:a16="http://schemas.microsoft.com/office/drawing/2014/main" id="{098A1B48-5BE3-6822-55FA-04A966FF65F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6" name="Text Box 98">
            <a:extLst>
              <a:ext uri="{FF2B5EF4-FFF2-40B4-BE49-F238E27FC236}">
                <a16:creationId xmlns:a16="http://schemas.microsoft.com/office/drawing/2014/main" id="{0C9FB39D-AB9D-F595-8F73-34B7C29B6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dist="38100" dir="18900000" sx="123000" sy="123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0737EF-4F30-87C0-24BE-D85B25A37016}"/>
              </a:ext>
            </a:extLst>
          </p:cNvPr>
          <p:cNvSpPr txBox="1"/>
          <p:nvPr/>
        </p:nvSpPr>
        <p:spPr>
          <a:xfrm>
            <a:off x="6727371" y="576943"/>
            <a:ext cx="4907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End-to-End view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737D6E8-F46C-C1D8-74EE-956DE925C05E}"/>
              </a:ext>
            </a:extLst>
          </p:cNvPr>
          <p:cNvSpPr txBox="1"/>
          <p:nvPr/>
        </p:nvSpPr>
        <p:spPr>
          <a:xfrm>
            <a:off x="7043053" y="6368144"/>
            <a:ext cx="44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110591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9CC3-BE97-FE51-FB6A-34A77CB6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Link-layer filtering and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3DDD-C987-FCF4-2B37-F6E407AA4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Wireshark demo</a:t>
            </a:r>
          </a:p>
        </p:txBody>
      </p:sp>
    </p:spTree>
    <p:extLst>
      <p:ext uri="{BB962C8B-B14F-4D97-AF65-F5344CB8AC3E}">
        <p14:creationId xmlns:p14="http://schemas.microsoft.com/office/powerpoint/2010/main" val="1733729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E619-1214-1DE0-DF43-46F227CF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Link-layer filtering and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0F93D-1ABD-9ECC-36DF-CE8E0857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 a shared channel, such as in a small </a:t>
            </a:r>
            <a:r>
              <a:rPr lang="en-US" dirty="0" err="1"/>
              <a:t>WiFi</a:t>
            </a:r>
            <a:r>
              <a:rPr lang="en-US" dirty="0"/>
              <a:t> network or a group of interconnected computers in an organization, a network interface card (NIC) can receive all the packets transmitted on the medium.</a:t>
            </a:r>
          </a:p>
          <a:p>
            <a:endParaRPr lang="en-US" dirty="0"/>
          </a:p>
          <a:p>
            <a:r>
              <a:rPr lang="en-US" dirty="0"/>
              <a:t>If the NIC had to pass every packet up to the network layer for inspection, it would be very computationally intensive. Instead, the NIC hardware checks the link-layer address (e.g., MAC address) in the link-layer header and only copies packets intended for it into its receive buffer.</a:t>
            </a:r>
          </a:p>
          <a:p>
            <a:endParaRPr lang="en-US" dirty="0"/>
          </a:p>
          <a:p>
            <a:r>
              <a:rPr lang="en-US" dirty="0"/>
              <a:t>Similarly, gateways that forward packets between locally connected devices, such as Ethernet switches, make forwarding decisions using only the link-layer header. They do not need to examine the network-layer (IP) header for normal switching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820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B25C-D131-35B2-AFA8-6261AB7F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6A838-8121-3729-8980-CE05D2954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94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58E3-09D5-D039-DC4C-A78B4351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C112C-3B30-B1DE-C29A-804E0CDF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Network</a:t>
            </a:r>
          </a:p>
          <a:p>
            <a:pPr lvl="1"/>
            <a:r>
              <a:rPr lang="en-US" dirty="0"/>
              <a:t>The internet was originally designed to trust all the users</a:t>
            </a:r>
          </a:p>
          <a:p>
            <a:pPr lvl="1"/>
            <a:r>
              <a:rPr lang="en-US" dirty="0"/>
              <a:t>By default, any user can send message to any other user</a:t>
            </a:r>
          </a:p>
          <a:p>
            <a:pPr lvl="1"/>
            <a:r>
              <a:rPr lang="en-US" dirty="0"/>
              <a:t>The user identity is trusted, rather than being authenticated by default</a:t>
            </a:r>
          </a:p>
          <a:p>
            <a:pPr lvl="1"/>
            <a:endParaRPr lang="en-US" dirty="0"/>
          </a:p>
          <a:p>
            <a:r>
              <a:rPr lang="en-US" dirty="0"/>
              <a:t>Today’s network</a:t>
            </a:r>
          </a:p>
          <a:p>
            <a:pPr lvl="1"/>
            <a:r>
              <a:rPr lang="en-US" dirty="0"/>
              <a:t>Users may not trust each other</a:t>
            </a:r>
          </a:p>
          <a:p>
            <a:pPr lvl="2"/>
            <a:r>
              <a:rPr lang="en-US" dirty="0"/>
              <a:t>Not even the hardware, software, and communication channel</a:t>
            </a:r>
          </a:p>
          <a:p>
            <a:pPr lvl="1"/>
            <a:r>
              <a:rPr lang="en-US" dirty="0"/>
              <a:t>Some users may want to remain anonymous</a:t>
            </a:r>
          </a:p>
          <a:p>
            <a:pPr lvl="1"/>
            <a:r>
              <a:rPr lang="en-US" dirty="0"/>
              <a:t>Mutual trust is an exception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11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6CCD-D2A5-E6F8-A814-D535A527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C82E-B24C-3BE7-ED5D-D947C18C7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accessing the internet a malicious software known as malware can infect your system </a:t>
            </a:r>
          </a:p>
          <a:p>
            <a:pPr lvl="1"/>
            <a:r>
              <a:rPr lang="en-US" dirty="0"/>
              <a:t>Malware can delete files, steal your private information such as passwords, infect other devices that are connected to your device, etc. </a:t>
            </a:r>
          </a:p>
          <a:p>
            <a:pPr lvl="1"/>
            <a:r>
              <a:rPr lang="en-US" dirty="0"/>
              <a:t>Malware can turn your system into a botnet, i.e., a set of compromised devices used to attack other devices.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531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6516-13B9-193B-5A05-2845B625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 (DoS) attack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919E-B96A-E59C-05C5-14BC318A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73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DC15-550C-AA48-C505-74B175AC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CB9E-54AD-21A7-C7A9-9E7C9312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 (DoS) attack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41B67-03DD-A31E-71FB-1D24120C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Exhaust the server resources by sending too many spurious requests</a:t>
            </a:r>
          </a:p>
        </p:txBody>
      </p:sp>
    </p:spTree>
    <p:extLst>
      <p:ext uri="{BB962C8B-B14F-4D97-AF65-F5344CB8AC3E}">
        <p14:creationId xmlns:p14="http://schemas.microsoft.com/office/powerpoint/2010/main" val="4284092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5900-7168-A165-2C96-6F38277F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denial of service (DDoS) attack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A564-57E5-86A4-1BEF-636E6D5FE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783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BBFD-997C-55F6-B7A1-6A41F49D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C8EF-85FC-EF0D-41C0-5945BC1C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denial of service (DDoS) attack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88E3-27E9-8DD5-A4BE-B6888E0EC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sources launch DoS attack on a 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56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0ED3-2DC0-90B5-056E-E0EED48B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1D9A5-A0FE-A37E-E09E-6DE34E5BC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shared medium, attackers can capture all passing traffic (e.g., with Wireshark)</a:t>
            </a:r>
          </a:p>
        </p:txBody>
      </p:sp>
    </p:spTree>
    <p:extLst>
      <p:ext uri="{BB962C8B-B14F-4D97-AF65-F5344CB8AC3E}">
        <p14:creationId xmlns:p14="http://schemas.microsoft.com/office/powerpoint/2010/main" val="346744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DE0F-76AE-6BC0-8DA2-25B6EA01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Masquerading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F6E0-7880-F553-0A71-959095DA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97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E0C8-3158-90C2-8675-30B76288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154D-6A82-0288-A717-C51BB765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Masquerading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9C17-B2CD-5776-B612-5DA645FE8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Sending messages with fake IP addresses to impersonate others</a:t>
            </a:r>
          </a:p>
        </p:txBody>
      </p:sp>
    </p:spTree>
    <p:extLst>
      <p:ext uri="{BB962C8B-B14F-4D97-AF65-F5344CB8AC3E}">
        <p14:creationId xmlns:p14="http://schemas.microsoft.com/office/powerpoint/2010/main" val="113200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A5E4-F25E-71FF-6251-C5EDF616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6D3F-2B29-5E0E-8FEE-CC433D32A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are encouraged to think about the possible defence mechanisms as we progress through this course</a:t>
            </a:r>
          </a:p>
          <a:p>
            <a:endParaRPr lang="en-IN" dirty="0"/>
          </a:p>
          <a:p>
            <a:r>
              <a:rPr lang="en-IN" dirty="0"/>
              <a:t>We’ll discuss the existing mechanisms as we study the network protocols in more detail</a:t>
            </a:r>
          </a:p>
        </p:txBody>
      </p:sp>
    </p:spTree>
    <p:extLst>
      <p:ext uri="{BB962C8B-B14F-4D97-AF65-F5344CB8AC3E}">
        <p14:creationId xmlns:p14="http://schemas.microsoft.com/office/powerpoint/2010/main" val="3378244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421A-493D-D4B5-DC9D-40869716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6F559-D0DF-0940-BF11-5BAC4FF5C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42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6E09-816F-A1FD-E6E8-C46A6988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6B7D-9576-B651-4323-46F8588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Internet owes its popularity to its killer applications</a:t>
            </a:r>
          </a:p>
          <a:p>
            <a:endParaRPr lang="en-US" dirty="0"/>
          </a:p>
          <a:p>
            <a:r>
              <a:rPr lang="en-US" dirty="0"/>
              <a:t>Think of the web, email, streaming platforms, Internet telephony, and social media — these are what make the Internet a necessity in our daily lives.</a:t>
            </a:r>
          </a:p>
          <a:p>
            <a:endParaRPr lang="en-US" dirty="0"/>
          </a:p>
          <a:p>
            <a:r>
              <a:rPr lang="en-US" dirty="0"/>
              <a:t>Behind the scenes, it’s the application layer protocols that define how two applications talk to each 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379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DB81-80C2-9E46-0837-E42B5F13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4B80-14A0-B17C-091F-B5EF2F69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Application layer protocol allows an application on one machine to communicate with an application on another machine connected via the Internet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326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6FF0-3A13-60F6-F720-17570200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C78E95-7A4B-3FCE-6E44-C2D6D7E07388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reeform 370">
            <a:extLst>
              <a:ext uri="{FF2B5EF4-FFF2-40B4-BE49-F238E27FC236}">
                <a16:creationId xmlns:a16="http://schemas.microsoft.com/office/drawing/2014/main" id="{A3CA2B09-A650-AF38-9760-26D73599E5A4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 417">
            <a:extLst>
              <a:ext uri="{FF2B5EF4-FFF2-40B4-BE49-F238E27FC236}">
                <a16:creationId xmlns:a16="http://schemas.microsoft.com/office/drawing/2014/main" id="{2840B2E8-0D51-F3C3-C1B3-27FB9D4259FE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418">
            <a:extLst>
              <a:ext uri="{FF2B5EF4-FFF2-40B4-BE49-F238E27FC236}">
                <a16:creationId xmlns:a16="http://schemas.microsoft.com/office/drawing/2014/main" id="{ABA236F4-32B6-6F57-0E79-297DAD1F5153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8" name="Rectangle 419">
              <a:extLst>
                <a:ext uri="{FF2B5EF4-FFF2-40B4-BE49-F238E27FC236}">
                  <a16:creationId xmlns:a16="http://schemas.microsoft.com/office/drawing/2014/main" id="{526406B9-2647-F9D2-7CA3-A61118851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" name="AutoShape 420">
              <a:extLst>
                <a:ext uri="{FF2B5EF4-FFF2-40B4-BE49-F238E27FC236}">
                  <a16:creationId xmlns:a16="http://schemas.microsoft.com/office/drawing/2014/main" id="{E35C4C1D-5321-66D0-A5D8-6B95622EA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0" name="Freeform 427">
            <a:extLst>
              <a:ext uri="{FF2B5EF4-FFF2-40B4-BE49-F238E27FC236}">
                <a16:creationId xmlns:a16="http://schemas.microsoft.com/office/drawing/2014/main" id="{4B18A699-3CFF-D52C-994E-41B16693AC9B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Box 580">
            <a:extLst>
              <a:ext uri="{FF2B5EF4-FFF2-40B4-BE49-F238E27FC236}">
                <a16:creationId xmlns:a16="http://schemas.microsoft.com/office/drawing/2014/main" id="{183BF737-4CDC-A055-76DB-F9391669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2" name="Text Box 580">
            <a:extLst>
              <a:ext uri="{FF2B5EF4-FFF2-40B4-BE49-F238E27FC236}">
                <a16:creationId xmlns:a16="http://schemas.microsoft.com/office/drawing/2014/main" id="{DA94CBCE-5047-E092-EFC1-E7C23C9F4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0F80AF3C-0EF6-634C-7D87-0D738550C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4" name="Freeform 371">
            <a:extLst>
              <a:ext uri="{FF2B5EF4-FFF2-40B4-BE49-F238E27FC236}">
                <a16:creationId xmlns:a16="http://schemas.microsoft.com/office/drawing/2014/main" id="{B34E9769-BED1-34C1-52D8-DB2F0016926D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72E12-7CEF-0A25-FFF7-ED991921631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6" name="Freeform 381">
              <a:extLst>
                <a:ext uri="{FF2B5EF4-FFF2-40B4-BE49-F238E27FC236}">
                  <a16:creationId xmlns:a16="http://schemas.microsoft.com/office/drawing/2014/main" id="{CA558E6E-CC83-331D-2E79-6EA63DB99FE8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382">
              <a:extLst>
                <a:ext uri="{FF2B5EF4-FFF2-40B4-BE49-F238E27FC236}">
                  <a16:creationId xmlns:a16="http://schemas.microsoft.com/office/drawing/2014/main" id="{D0023E80-A18A-96D0-1BCE-29AF70B6577A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5B553C-3D54-62DF-4D40-62365FE9B6AC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613FF35-F007-2607-301A-75C0BB7A39E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B1D007-EC0A-F9FA-856D-8A48B76437AA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74C2270-A773-2833-D846-3D6561F6D25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AAED6C2-43A0-0BE5-A632-121E9A5FB370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936DB07-ADAC-6FC5-7E54-285FBEB08B47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A4FD06-E9E5-E33C-E463-F5E895864E64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5" name="Freeform 398">
              <a:extLst>
                <a:ext uri="{FF2B5EF4-FFF2-40B4-BE49-F238E27FC236}">
                  <a16:creationId xmlns:a16="http://schemas.microsoft.com/office/drawing/2014/main" id="{CA7D5855-5A5C-B168-7EE5-F06DFB7B5E3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399">
              <a:extLst>
                <a:ext uri="{FF2B5EF4-FFF2-40B4-BE49-F238E27FC236}">
                  <a16:creationId xmlns:a16="http://schemas.microsoft.com/office/drawing/2014/main" id="{6CC1DBFC-B090-4096-F6D3-4DCD63C19100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CD17F9B-B835-3ED8-376C-76471EFA197D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333AFC1-F1DC-E508-F32B-78144CDE04AF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FB03BD-404E-2C4D-313C-53290E6A44C7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46476E6-ED62-AC84-B10A-D49761ADF63C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AF0A473-ADB7-1498-DAEF-FA8DA0D9160A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3ECFEFD-E342-85CF-C43F-887ADE025850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Freeform 561">
            <a:extLst>
              <a:ext uri="{FF2B5EF4-FFF2-40B4-BE49-F238E27FC236}">
                <a16:creationId xmlns:a16="http://schemas.microsoft.com/office/drawing/2014/main" id="{A163CC70-5861-D382-8242-1DF5F279AE0A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024F5-8CBF-1FC3-0534-F9EB9B799C55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7EE749-D31D-D945-336D-F64AC35AC0B8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3C892E-1CEB-F9C7-7BFC-ED26CD125B6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5E5FF3-5451-694D-4586-397409AC3D00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B10292-06C9-ED49-F298-B73543C39439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CF156F1-4A68-E9A6-01AE-39706D9CCA40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173ACCA-5357-3AB8-6A45-15621DC46527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375A1E-30C5-B29D-619C-674AB4421503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36D04F-7D04-E269-546A-243B4202E12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F39C226-0EB3-7C77-9A95-F7D0E8713017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793AC57-E3B7-C63D-37F0-B8FF9762701A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733590D-BD93-AEDE-DE5E-0B47E5E0BD0E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115BBA-7E7A-460C-9C50-DD2E3E89B7D5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D2E569-9D61-FFD3-D293-EA4282BFCBEB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FBF347-223D-223F-C329-50A99740336C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A6B58B-73B9-EA38-089D-3E331FFDA87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CA5B22-345B-F3FE-35E6-E4C39D804E32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EEAA9CE-D393-2020-C3B2-7C2879450D23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6130DEB6-3557-2753-01FA-D0C012314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82277BF-6646-5893-8A4F-7488B2306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6B2878F8-0C89-6489-0972-EFA727500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6A80FFA7-8837-2531-5E01-8FC691423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E305EBF7-E549-F012-DA63-4E61DC7DB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7CE0583A-DDD4-8E2B-8219-D3D8549F3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048D9B38-FAEC-D3C2-3F79-B41A65505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F521EEBC-47D9-716C-21A2-BA2EFF138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AD007CDE-91C7-C72C-DB81-0D71CA632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529B86C8-9FB0-F3F9-67E5-CA5A816DF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D424B5C8-0C5A-44CE-A515-263083296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2ECC62A5-54CB-DA7C-B61F-90CC4F2FD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8A8D3678-475A-1470-8AF2-1636F12B1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DF46786D-58DB-A8D2-632B-6C78FA1E1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5731E1-05A5-658A-CCE1-6BAA0D245D4D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7CCDD7F-EA08-D97F-4421-CC0F51BDA322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AC46537-04D0-D709-E3D5-6C954FD8E2C8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C32D815-5930-F4D6-B464-CD9D764FA22F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0F38A06-16EB-6F21-4931-227BD6FDF62A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161A8306-6C41-CC8D-1585-6033BC0AE8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0F5ECDF-1B03-DAB0-B7F3-D3F6D2E11B1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6FC88BC-6972-87A0-C3BC-C85AF2E10EF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448B2-758F-BA6C-3669-53AF5F050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DCA1B903-E8EE-D7D1-AD98-424D10A8F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4CF346BD-48A9-7744-74C1-869AC2868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169A9445-52C2-01F4-4516-EF54FF9A4A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FB8BCA3C-AC74-5B1A-9265-8B35795E1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6D19ABAD-06ED-30B6-5B62-F820E8259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E706515-0C8F-2637-53C3-9EF82B8FE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2AF41697-8CE3-CEC9-FDE4-4FAD4D90020F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EDF36E5B-D0A9-0B84-DBC6-D087990E76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D17057FA-F9A0-7D35-5943-0B0B1169F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97FB141-1116-958A-2FFA-CAE81BC26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D11EE411-D0A9-E177-0B29-4EF492019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1C3784FD-485C-E063-AF65-940668AE1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ED967E48-4D81-7C6A-1BA4-918FDE8BDB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D1DD9B65-8376-4979-3ADA-B1A3CAFA2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8F396C55-7587-384B-2DF5-34B063E77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6DE86D90-59A3-6492-E350-75672AAD0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4FCD451-8D9C-6F2F-268C-3063801FC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43AD89DC-8CF3-FF9C-1E84-416F2E1F9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D139A63D-A4E8-94F4-2578-14668D6959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EE1AE800-BA89-E757-0BF1-D2A29DBF3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AA65BF76-EEBA-5DAC-FC7A-4B3DEC81C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FFF078D6-04CE-A80D-4A24-31C4E7337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CD90FB0E-B265-4B46-5203-0680A52E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422DA42-9161-89B2-7B7F-7975FB3C3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3F715C83-0481-0F73-DA71-B8B4A954C074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0" name="Freeform 471">
              <a:extLst>
                <a:ext uri="{FF2B5EF4-FFF2-40B4-BE49-F238E27FC236}">
                  <a16:creationId xmlns:a16="http://schemas.microsoft.com/office/drawing/2014/main" id="{559EC87B-3325-D158-0282-0A1FDD83C1C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1F4DF75-4742-B1AE-CAFB-090323AA49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7790C09-A001-32C7-A7B3-7F47AD9DF9E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" name="Freeform 474">
                <a:extLst>
                  <a:ext uri="{FF2B5EF4-FFF2-40B4-BE49-F238E27FC236}">
                    <a16:creationId xmlns:a16="http://schemas.microsoft.com/office/drawing/2014/main" id="{7C191E0E-CE54-56A4-651E-BF78AB984A6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475">
                <a:extLst>
                  <a:ext uri="{FF2B5EF4-FFF2-40B4-BE49-F238E27FC236}">
                    <a16:creationId xmlns:a16="http://schemas.microsoft.com/office/drawing/2014/main" id="{AE026577-FABC-B4C5-A813-0628616E619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476">
                <a:extLst>
                  <a:ext uri="{FF2B5EF4-FFF2-40B4-BE49-F238E27FC236}">
                    <a16:creationId xmlns:a16="http://schemas.microsoft.com/office/drawing/2014/main" id="{F5C531A0-8061-1CC3-F85B-959D4B769C1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477">
                <a:extLst>
                  <a:ext uri="{FF2B5EF4-FFF2-40B4-BE49-F238E27FC236}">
                    <a16:creationId xmlns:a16="http://schemas.microsoft.com/office/drawing/2014/main" id="{9F0366B5-EE5D-A1DB-BD5A-6E079E60169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C07455E-DF9A-8325-E724-5BCCA417ADB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33A32EB-A92A-2993-03A1-BA576CA876B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521">
              <a:extLst>
                <a:ext uri="{FF2B5EF4-FFF2-40B4-BE49-F238E27FC236}">
                  <a16:creationId xmlns:a16="http://schemas.microsoft.com/office/drawing/2014/main" id="{E7AC4C1A-F3DB-58B8-F772-17C390D91D2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E1E8BDE-9905-C281-9C7F-AAE2DC58E0D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1" name="Freeform 523">
                <a:extLst>
                  <a:ext uri="{FF2B5EF4-FFF2-40B4-BE49-F238E27FC236}">
                    <a16:creationId xmlns:a16="http://schemas.microsoft.com/office/drawing/2014/main" id="{E6536664-E7D2-26A2-8864-BE40559E10C8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524">
                <a:extLst>
                  <a:ext uri="{FF2B5EF4-FFF2-40B4-BE49-F238E27FC236}">
                    <a16:creationId xmlns:a16="http://schemas.microsoft.com/office/drawing/2014/main" id="{7998A7A0-25FE-8E9E-B1EE-EA47333030A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525">
                <a:extLst>
                  <a:ext uri="{FF2B5EF4-FFF2-40B4-BE49-F238E27FC236}">
                    <a16:creationId xmlns:a16="http://schemas.microsoft.com/office/drawing/2014/main" id="{C6C55067-032B-FA20-6C27-4495FD5BE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526">
                <a:extLst>
                  <a:ext uri="{FF2B5EF4-FFF2-40B4-BE49-F238E27FC236}">
                    <a16:creationId xmlns:a16="http://schemas.microsoft.com/office/drawing/2014/main" id="{044F217C-6C59-6DD9-32C8-1ED8454DBD6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ED34A55-BC3F-170E-94A4-59109E6D3550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6" name="Freeform 479">
              <a:extLst>
                <a:ext uri="{FF2B5EF4-FFF2-40B4-BE49-F238E27FC236}">
                  <a16:creationId xmlns:a16="http://schemas.microsoft.com/office/drawing/2014/main" id="{8005AB95-8876-0291-EA80-F11A2A11257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AB009C4-5603-CA4F-56A4-1190433B2E3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8B0FE79-0E32-4642-F6F3-B2AEC282A5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" name="Freeform 482">
                <a:extLst>
                  <a:ext uri="{FF2B5EF4-FFF2-40B4-BE49-F238E27FC236}">
                    <a16:creationId xmlns:a16="http://schemas.microsoft.com/office/drawing/2014/main" id="{CD0D1C08-0EFC-4E0C-E15A-30B960BCFC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483">
                <a:extLst>
                  <a:ext uri="{FF2B5EF4-FFF2-40B4-BE49-F238E27FC236}">
                    <a16:creationId xmlns:a16="http://schemas.microsoft.com/office/drawing/2014/main" id="{B3ABA26F-05D2-BB62-1D1E-84FA0BEA872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484">
                <a:extLst>
                  <a:ext uri="{FF2B5EF4-FFF2-40B4-BE49-F238E27FC236}">
                    <a16:creationId xmlns:a16="http://schemas.microsoft.com/office/drawing/2014/main" id="{8532E3AB-85F8-F6B1-3F90-BB5E8CEE0E7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485">
                <a:extLst>
                  <a:ext uri="{FF2B5EF4-FFF2-40B4-BE49-F238E27FC236}">
                    <a16:creationId xmlns:a16="http://schemas.microsoft.com/office/drawing/2014/main" id="{3A2D7C16-FCFE-1CCB-3C1D-43DE24BD2A2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3A4A261-6963-C6C8-04F4-55DCB1FDAB3D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CE5CCDD-BB2A-CB59-7563-D7E4B4D519E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530">
              <a:extLst>
                <a:ext uri="{FF2B5EF4-FFF2-40B4-BE49-F238E27FC236}">
                  <a16:creationId xmlns:a16="http://schemas.microsoft.com/office/drawing/2014/main" id="{E4D04589-8DE5-1E82-826D-1D3E33BD90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8C4BB53-841B-134B-4D3C-0636D4F7A7C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7" name="Freeform 532">
                <a:extLst>
                  <a:ext uri="{FF2B5EF4-FFF2-40B4-BE49-F238E27FC236}">
                    <a16:creationId xmlns:a16="http://schemas.microsoft.com/office/drawing/2014/main" id="{1C6937B5-C8D5-8C8A-BC91-4B4D0F9E686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533">
                <a:extLst>
                  <a:ext uri="{FF2B5EF4-FFF2-40B4-BE49-F238E27FC236}">
                    <a16:creationId xmlns:a16="http://schemas.microsoft.com/office/drawing/2014/main" id="{A5ABABB6-1BD8-9DC5-F92D-C4953D331D16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534">
                <a:extLst>
                  <a:ext uri="{FF2B5EF4-FFF2-40B4-BE49-F238E27FC236}">
                    <a16:creationId xmlns:a16="http://schemas.microsoft.com/office/drawing/2014/main" id="{A44C28E5-5B09-5074-AC91-B544ED75015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535">
                <a:extLst>
                  <a:ext uri="{FF2B5EF4-FFF2-40B4-BE49-F238E27FC236}">
                    <a16:creationId xmlns:a16="http://schemas.microsoft.com/office/drawing/2014/main" id="{D858D447-5DBE-FAA2-7BE0-26FBE14093C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AE6F117-664B-5618-36EC-97DC20292DD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2" name="Freeform 407">
              <a:extLst>
                <a:ext uri="{FF2B5EF4-FFF2-40B4-BE49-F238E27FC236}">
                  <a16:creationId xmlns:a16="http://schemas.microsoft.com/office/drawing/2014/main" id="{B94F09D3-98D6-E6CE-141D-4AEF4A352C2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B0D04CA-5833-02F8-1945-4312F315E1A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C23CF41-AA8E-6B00-00B1-D779DE99033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410">
                <a:extLst>
                  <a:ext uri="{FF2B5EF4-FFF2-40B4-BE49-F238E27FC236}">
                    <a16:creationId xmlns:a16="http://schemas.microsoft.com/office/drawing/2014/main" id="{EA265A55-27BF-B743-ABC4-10A783E48BF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411">
                <a:extLst>
                  <a:ext uri="{FF2B5EF4-FFF2-40B4-BE49-F238E27FC236}">
                    <a16:creationId xmlns:a16="http://schemas.microsoft.com/office/drawing/2014/main" id="{99246DC5-EDFF-4C10-06DE-325940E61D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412">
                <a:extLst>
                  <a:ext uri="{FF2B5EF4-FFF2-40B4-BE49-F238E27FC236}">
                    <a16:creationId xmlns:a16="http://schemas.microsoft.com/office/drawing/2014/main" id="{D9F208D7-9E4B-E554-EC29-E9E7693E8A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413">
                <a:extLst>
                  <a:ext uri="{FF2B5EF4-FFF2-40B4-BE49-F238E27FC236}">
                    <a16:creationId xmlns:a16="http://schemas.microsoft.com/office/drawing/2014/main" id="{AF6C185D-EDF6-C94C-5BB5-263ECCE4B2A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EA72867-BBAB-83CA-0A50-92E70C6FAA56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0" name="Freeform 415">
              <a:extLst>
                <a:ext uri="{FF2B5EF4-FFF2-40B4-BE49-F238E27FC236}">
                  <a16:creationId xmlns:a16="http://schemas.microsoft.com/office/drawing/2014/main" id="{07B05C42-F47B-545A-BADA-D9614D3B5AC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E581E39-5674-5255-7906-A66CFBB8EA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8743B89F-4CAD-0402-4DB3-F3C2170ECAE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418">
                <a:extLst>
                  <a:ext uri="{FF2B5EF4-FFF2-40B4-BE49-F238E27FC236}">
                    <a16:creationId xmlns:a16="http://schemas.microsoft.com/office/drawing/2014/main" id="{8027C3AD-44B0-63D9-8E80-C4C330A248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419">
                <a:extLst>
                  <a:ext uri="{FF2B5EF4-FFF2-40B4-BE49-F238E27FC236}">
                    <a16:creationId xmlns:a16="http://schemas.microsoft.com/office/drawing/2014/main" id="{F4C9AF82-CD66-3D8E-E570-640E3F9A674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420">
                <a:extLst>
                  <a:ext uri="{FF2B5EF4-FFF2-40B4-BE49-F238E27FC236}">
                    <a16:creationId xmlns:a16="http://schemas.microsoft.com/office/drawing/2014/main" id="{FDAEA0AB-26C4-AEB9-50C8-72E3A4CD801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421">
                <a:extLst>
                  <a:ext uri="{FF2B5EF4-FFF2-40B4-BE49-F238E27FC236}">
                    <a16:creationId xmlns:a16="http://schemas.microsoft.com/office/drawing/2014/main" id="{E0726CCC-2E52-1BE7-4A8B-A4629A933AB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CF49765-E4E9-269E-80D0-EFB9DCC2B6D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48" name="Freeform 455">
              <a:extLst>
                <a:ext uri="{FF2B5EF4-FFF2-40B4-BE49-F238E27FC236}">
                  <a16:creationId xmlns:a16="http://schemas.microsoft.com/office/drawing/2014/main" id="{6755CF3F-A7F0-6590-E0D7-D9F93BAD4B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C8728FBA-194B-6839-8B0A-B4B359769E5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5037F565-69A2-A1EB-0E96-DB70414FAB7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458">
                <a:extLst>
                  <a:ext uri="{FF2B5EF4-FFF2-40B4-BE49-F238E27FC236}">
                    <a16:creationId xmlns:a16="http://schemas.microsoft.com/office/drawing/2014/main" id="{7F68DC51-7692-0FD3-EE0B-51666B94DB8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459">
                <a:extLst>
                  <a:ext uri="{FF2B5EF4-FFF2-40B4-BE49-F238E27FC236}">
                    <a16:creationId xmlns:a16="http://schemas.microsoft.com/office/drawing/2014/main" id="{B77B3DBF-A549-C2FB-2538-B510AB7DD1A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460">
                <a:extLst>
                  <a:ext uri="{FF2B5EF4-FFF2-40B4-BE49-F238E27FC236}">
                    <a16:creationId xmlns:a16="http://schemas.microsoft.com/office/drawing/2014/main" id="{DEC6A52C-EAAE-37CA-5DD6-3C15105720C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461">
                <a:extLst>
                  <a:ext uri="{FF2B5EF4-FFF2-40B4-BE49-F238E27FC236}">
                    <a16:creationId xmlns:a16="http://schemas.microsoft.com/office/drawing/2014/main" id="{1C3D8B6D-8F12-FB78-B1A9-64B4D553512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B9EF4D4-4AE2-662F-7532-C9A7EEC2701E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56" name="Freeform 615">
              <a:extLst>
                <a:ext uri="{FF2B5EF4-FFF2-40B4-BE49-F238E27FC236}">
                  <a16:creationId xmlns:a16="http://schemas.microsoft.com/office/drawing/2014/main" id="{84C0C932-51A0-EF84-CE09-57F7FE7E959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C05402CA-EAD7-BEC4-DB32-A7FB45169A6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DBB656F-EBC9-CEBD-C959-EB1A2D670A4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618">
                <a:extLst>
                  <a:ext uri="{FF2B5EF4-FFF2-40B4-BE49-F238E27FC236}">
                    <a16:creationId xmlns:a16="http://schemas.microsoft.com/office/drawing/2014/main" id="{4224B779-07CC-A5ED-EA34-AED78337C2E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619">
                <a:extLst>
                  <a:ext uri="{FF2B5EF4-FFF2-40B4-BE49-F238E27FC236}">
                    <a16:creationId xmlns:a16="http://schemas.microsoft.com/office/drawing/2014/main" id="{500EA11C-DEF7-D4F7-4618-611BA607A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620">
                <a:extLst>
                  <a:ext uri="{FF2B5EF4-FFF2-40B4-BE49-F238E27FC236}">
                    <a16:creationId xmlns:a16="http://schemas.microsoft.com/office/drawing/2014/main" id="{B6DD1408-3A9D-7885-8322-4A349376544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621">
                <a:extLst>
                  <a:ext uri="{FF2B5EF4-FFF2-40B4-BE49-F238E27FC236}">
                    <a16:creationId xmlns:a16="http://schemas.microsoft.com/office/drawing/2014/main" id="{122323D5-7730-8859-2129-055BD1388E9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663E7A8-6196-8B33-CF57-159AB6F70E73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64" name="Freeform 577">
              <a:extLst>
                <a:ext uri="{FF2B5EF4-FFF2-40B4-BE49-F238E27FC236}">
                  <a16:creationId xmlns:a16="http://schemas.microsoft.com/office/drawing/2014/main" id="{99BED737-8BBE-E0B5-F64C-A1376D814A0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541B17E-851E-F262-DFA7-C88BA34FE1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BD53627-5D66-85BC-5406-3C08B738A12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580">
                <a:extLst>
                  <a:ext uri="{FF2B5EF4-FFF2-40B4-BE49-F238E27FC236}">
                    <a16:creationId xmlns:a16="http://schemas.microsoft.com/office/drawing/2014/main" id="{82641AE4-135D-63C3-6F1C-28DDFA39779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581">
                <a:extLst>
                  <a:ext uri="{FF2B5EF4-FFF2-40B4-BE49-F238E27FC236}">
                    <a16:creationId xmlns:a16="http://schemas.microsoft.com/office/drawing/2014/main" id="{540D64C6-BC6E-EAC6-80B3-CECEA081C58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582">
                <a:extLst>
                  <a:ext uri="{FF2B5EF4-FFF2-40B4-BE49-F238E27FC236}">
                    <a16:creationId xmlns:a16="http://schemas.microsoft.com/office/drawing/2014/main" id="{07761324-5C14-74DF-7713-6F43C86F816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583">
                <a:extLst>
                  <a:ext uri="{FF2B5EF4-FFF2-40B4-BE49-F238E27FC236}">
                    <a16:creationId xmlns:a16="http://schemas.microsoft.com/office/drawing/2014/main" id="{69347AF6-E459-6872-3F4D-04E958A5FA0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83EFDDB-9BCB-53DB-45EE-768DBB282744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2" name="Freeform 593">
              <a:extLst>
                <a:ext uri="{FF2B5EF4-FFF2-40B4-BE49-F238E27FC236}">
                  <a16:creationId xmlns:a16="http://schemas.microsoft.com/office/drawing/2014/main" id="{D622336B-C996-3194-D64F-69C69FCC5C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4CF5418E-C629-BF81-447E-67FAD3C2D86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688272A-30E2-CF32-C21F-8A9242C6F2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596">
                <a:extLst>
                  <a:ext uri="{FF2B5EF4-FFF2-40B4-BE49-F238E27FC236}">
                    <a16:creationId xmlns:a16="http://schemas.microsoft.com/office/drawing/2014/main" id="{21C75BFF-ACDD-F2D0-C25A-0553AD208F6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597">
                <a:extLst>
                  <a:ext uri="{FF2B5EF4-FFF2-40B4-BE49-F238E27FC236}">
                    <a16:creationId xmlns:a16="http://schemas.microsoft.com/office/drawing/2014/main" id="{32042924-E83C-DD21-DA54-02E78317A7E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598">
                <a:extLst>
                  <a:ext uri="{FF2B5EF4-FFF2-40B4-BE49-F238E27FC236}">
                    <a16:creationId xmlns:a16="http://schemas.microsoft.com/office/drawing/2014/main" id="{96A99C57-5D2B-53F7-0F69-0F8D0933B20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599">
                <a:extLst>
                  <a:ext uri="{FF2B5EF4-FFF2-40B4-BE49-F238E27FC236}">
                    <a16:creationId xmlns:a16="http://schemas.microsoft.com/office/drawing/2014/main" id="{1D8FEF7C-4225-423C-A2C4-803003B0B47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44DD2A9-F9B9-3A2C-3D06-200C105D297F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0" name="Freeform 601">
              <a:extLst>
                <a:ext uri="{FF2B5EF4-FFF2-40B4-BE49-F238E27FC236}">
                  <a16:creationId xmlns:a16="http://schemas.microsoft.com/office/drawing/2014/main" id="{3DDDB188-873C-1BFF-62B9-2104A0A90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FB56A11-AC0A-C9AB-1DF5-D7BD7794E4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75DDDE8-A0B6-AA82-D3D0-A3B8D99174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604">
                <a:extLst>
                  <a:ext uri="{FF2B5EF4-FFF2-40B4-BE49-F238E27FC236}">
                    <a16:creationId xmlns:a16="http://schemas.microsoft.com/office/drawing/2014/main" id="{D6FB701C-3FD4-8C97-5750-DE71533BA5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605">
                <a:extLst>
                  <a:ext uri="{FF2B5EF4-FFF2-40B4-BE49-F238E27FC236}">
                    <a16:creationId xmlns:a16="http://schemas.microsoft.com/office/drawing/2014/main" id="{0722120A-9876-B949-5E19-D98FA6EA5FF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606">
                <a:extLst>
                  <a:ext uri="{FF2B5EF4-FFF2-40B4-BE49-F238E27FC236}">
                    <a16:creationId xmlns:a16="http://schemas.microsoft.com/office/drawing/2014/main" id="{52D7E715-D1C8-DE3C-7DC7-6F9B359B56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607">
                <a:extLst>
                  <a:ext uri="{FF2B5EF4-FFF2-40B4-BE49-F238E27FC236}">
                    <a16:creationId xmlns:a16="http://schemas.microsoft.com/office/drawing/2014/main" id="{627E2C78-3CEF-6E26-D4FF-EE0CE3E81A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0A38671-3392-CCA7-63ED-4DB937690864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88" name="Freeform 554">
              <a:extLst>
                <a:ext uri="{FF2B5EF4-FFF2-40B4-BE49-F238E27FC236}">
                  <a16:creationId xmlns:a16="http://schemas.microsoft.com/office/drawing/2014/main" id="{99CB121D-F400-65C8-2E23-02E4D027F8F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FE21043D-A873-10EA-B20E-305E0888F39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569100CF-FD57-341B-9EDC-CBCFF5A7C17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557">
                <a:extLst>
                  <a:ext uri="{FF2B5EF4-FFF2-40B4-BE49-F238E27FC236}">
                    <a16:creationId xmlns:a16="http://schemas.microsoft.com/office/drawing/2014/main" id="{B7EDE893-F4E6-E215-C4D7-FE6ED70BCD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558">
                <a:extLst>
                  <a:ext uri="{FF2B5EF4-FFF2-40B4-BE49-F238E27FC236}">
                    <a16:creationId xmlns:a16="http://schemas.microsoft.com/office/drawing/2014/main" id="{3A9AF8D8-9717-BBCF-F122-938B3B3895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559">
                <a:extLst>
                  <a:ext uri="{FF2B5EF4-FFF2-40B4-BE49-F238E27FC236}">
                    <a16:creationId xmlns:a16="http://schemas.microsoft.com/office/drawing/2014/main" id="{0D606CF8-761E-D6A5-7787-AAA955D5B6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560">
                <a:extLst>
                  <a:ext uri="{FF2B5EF4-FFF2-40B4-BE49-F238E27FC236}">
                    <a16:creationId xmlns:a16="http://schemas.microsoft.com/office/drawing/2014/main" id="{0795D93F-7EF4-6B98-DFA7-74C1D00EBA4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58558E4-5086-FB24-2E6C-D1C754E2222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96" name="Freeform 585">
              <a:extLst>
                <a:ext uri="{FF2B5EF4-FFF2-40B4-BE49-F238E27FC236}">
                  <a16:creationId xmlns:a16="http://schemas.microsoft.com/office/drawing/2014/main" id="{FE1DB8CE-B114-07A6-A8A2-62D932080F6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5555B97-9890-B44E-5705-4463E040326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11D7C59-DB65-6801-079A-D071729CE2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588">
                <a:extLst>
                  <a:ext uri="{FF2B5EF4-FFF2-40B4-BE49-F238E27FC236}">
                    <a16:creationId xmlns:a16="http://schemas.microsoft.com/office/drawing/2014/main" id="{21A628C9-7D94-FB65-B3EB-3D4684D2BF5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589">
                <a:extLst>
                  <a:ext uri="{FF2B5EF4-FFF2-40B4-BE49-F238E27FC236}">
                    <a16:creationId xmlns:a16="http://schemas.microsoft.com/office/drawing/2014/main" id="{DD84EFE7-C2EB-0501-C174-A01601070FD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590">
                <a:extLst>
                  <a:ext uri="{FF2B5EF4-FFF2-40B4-BE49-F238E27FC236}">
                    <a16:creationId xmlns:a16="http://schemas.microsoft.com/office/drawing/2014/main" id="{CB976B0D-5F5D-2130-B266-46CC0C427B0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591">
                <a:extLst>
                  <a:ext uri="{FF2B5EF4-FFF2-40B4-BE49-F238E27FC236}">
                    <a16:creationId xmlns:a16="http://schemas.microsoft.com/office/drawing/2014/main" id="{87149089-74F9-5780-71F9-0568B0F7C36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87A2B7F-9046-2AEF-BA76-72A094A7620C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04" name="Freeform 538">
              <a:extLst>
                <a:ext uri="{FF2B5EF4-FFF2-40B4-BE49-F238E27FC236}">
                  <a16:creationId xmlns:a16="http://schemas.microsoft.com/office/drawing/2014/main" id="{6BF7AA39-BFF8-8250-A371-8D20A4DBEA5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E046CDAB-69CA-A588-10AE-4B2C7F23B2A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A4D1D2CD-454B-326F-53E1-0FAAC3D877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7" name="Freeform 541">
                <a:extLst>
                  <a:ext uri="{FF2B5EF4-FFF2-40B4-BE49-F238E27FC236}">
                    <a16:creationId xmlns:a16="http://schemas.microsoft.com/office/drawing/2014/main" id="{AD5A2591-58B6-085D-1EF7-3C2C790B48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542">
                <a:extLst>
                  <a:ext uri="{FF2B5EF4-FFF2-40B4-BE49-F238E27FC236}">
                    <a16:creationId xmlns:a16="http://schemas.microsoft.com/office/drawing/2014/main" id="{3EE1F140-231B-4F90-54FD-4EBF9793D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Freeform 543">
                <a:extLst>
                  <a:ext uri="{FF2B5EF4-FFF2-40B4-BE49-F238E27FC236}">
                    <a16:creationId xmlns:a16="http://schemas.microsoft.com/office/drawing/2014/main" id="{591A91EF-1B76-81AA-D3D7-F9192D9003F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Freeform 544">
                <a:extLst>
                  <a:ext uri="{FF2B5EF4-FFF2-40B4-BE49-F238E27FC236}">
                    <a16:creationId xmlns:a16="http://schemas.microsoft.com/office/drawing/2014/main" id="{AC5DE675-734F-31BD-8943-BA7C5733991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52D19D8-B16E-B01F-6880-63A5030E0326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2" name="Freeform 546">
              <a:extLst>
                <a:ext uri="{FF2B5EF4-FFF2-40B4-BE49-F238E27FC236}">
                  <a16:creationId xmlns:a16="http://schemas.microsoft.com/office/drawing/2014/main" id="{C2EA59CA-8317-0389-6CEC-A980DF28C25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0406335-3713-E057-396B-DA712785CF2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AA29E9C4-44A0-E16B-37D4-ADF5D79EC0B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5" name="Freeform 549">
                <a:extLst>
                  <a:ext uri="{FF2B5EF4-FFF2-40B4-BE49-F238E27FC236}">
                    <a16:creationId xmlns:a16="http://schemas.microsoft.com/office/drawing/2014/main" id="{1CFE7BC1-C5FD-A581-1C9E-A588DB9266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550">
                <a:extLst>
                  <a:ext uri="{FF2B5EF4-FFF2-40B4-BE49-F238E27FC236}">
                    <a16:creationId xmlns:a16="http://schemas.microsoft.com/office/drawing/2014/main" id="{A8F03E1C-3D4B-1B81-9D0E-F69B5FC04D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551">
                <a:extLst>
                  <a:ext uri="{FF2B5EF4-FFF2-40B4-BE49-F238E27FC236}">
                    <a16:creationId xmlns:a16="http://schemas.microsoft.com/office/drawing/2014/main" id="{039BC285-B371-0869-46CA-E81DA331D7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Freeform 552">
                <a:extLst>
                  <a:ext uri="{FF2B5EF4-FFF2-40B4-BE49-F238E27FC236}">
                    <a16:creationId xmlns:a16="http://schemas.microsoft.com/office/drawing/2014/main" id="{F260B679-DA7E-E1DC-BE76-B7C28D4820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2500BBA-9F63-65BD-BC52-AE4DA5716102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0" name="Freeform 623">
              <a:extLst>
                <a:ext uri="{FF2B5EF4-FFF2-40B4-BE49-F238E27FC236}">
                  <a16:creationId xmlns:a16="http://schemas.microsoft.com/office/drawing/2014/main" id="{B5CE39A3-A31D-9597-5D81-99E44E10118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0DBDD01-8744-F265-AF12-2F8C603E8C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95617FAC-9E50-7218-DFDF-CE826A4ABB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" name="Freeform 626">
                <a:extLst>
                  <a:ext uri="{FF2B5EF4-FFF2-40B4-BE49-F238E27FC236}">
                    <a16:creationId xmlns:a16="http://schemas.microsoft.com/office/drawing/2014/main" id="{732C334C-4BC3-44E0-516F-8D909F9882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627">
                <a:extLst>
                  <a:ext uri="{FF2B5EF4-FFF2-40B4-BE49-F238E27FC236}">
                    <a16:creationId xmlns:a16="http://schemas.microsoft.com/office/drawing/2014/main" id="{82CEFD3A-7C33-9E92-21C3-288740A714C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628">
                <a:extLst>
                  <a:ext uri="{FF2B5EF4-FFF2-40B4-BE49-F238E27FC236}">
                    <a16:creationId xmlns:a16="http://schemas.microsoft.com/office/drawing/2014/main" id="{C0693CA1-62A6-7657-E2AC-7605472DE70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629">
                <a:extLst>
                  <a:ext uri="{FF2B5EF4-FFF2-40B4-BE49-F238E27FC236}">
                    <a16:creationId xmlns:a16="http://schemas.microsoft.com/office/drawing/2014/main" id="{CE4887F0-D886-2CF4-2BC4-B70D25475D4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CB3D7FE-3414-79F9-3158-2CD156E34762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28" name="Freeform 463">
              <a:extLst>
                <a:ext uri="{FF2B5EF4-FFF2-40B4-BE49-F238E27FC236}">
                  <a16:creationId xmlns:a16="http://schemas.microsoft.com/office/drawing/2014/main" id="{0DBD804E-2F7E-9C08-8DE3-1C9A8CB9F6A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68C89789-F334-6E4E-5A13-C3DB656C674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EACDC00D-D407-8D1F-1BC6-2E6849E412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" name="Freeform 466">
                <a:extLst>
                  <a:ext uri="{FF2B5EF4-FFF2-40B4-BE49-F238E27FC236}">
                    <a16:creationId xmlns:a16="http://schemas.microsoft.com/office/drawing/2014/main" id="{825797E3-BA79-E4C2-6293-F6AE261AC98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467">
                <a:extLst>
                  <a:ext uri="{FF2B5EF4-FFF2-40B4-BE49-F238E27FC236}">
                    <a16:creationId xmlns:a16="http://schemas.microsoft.com/office/drawing/2014/main" id="{4850781D-8893-DE93-3D8A-4CB3BFDE54D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468">
                <a:extLst>
                  <a:ext uri="{FF2B5EF4-FFF2-40B4-BE49-F238E27FC236}">
                    <a16:creationId xmlns:a16="http://schemas.microsoft.com/office/drawing/2014/main" id="{08F1161F-FBF1-38E6-7F64-587B5A6C929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Freeform 469">
                <a:extLst>
                  <a:ext uri="{FF2B5EF4-FFF2-40B4-BE49-F238E27FC236}">
                    <a16:creationId xmlns:a16="http://schemas.microsoft.com/office/drawing/2014/main" id="{26453D9C-1D35-4F69-0CAD-F2009D76F5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5C172FF-7904-19C0-5DEC-187F87C4D7A6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36" name="Freeform 447">
              <a:extLst>
                <a:ext uri="{FF2B5EF4-FFF2-40B4-BE49-F238E27FC236}">
                  <a16:creationId xmlns:a16="http://schemas.microsoft.com/office/drawing/2014/main" id="{EACF161D-2808-5BDC-E5EB-723AE64A4E1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CA5FB40A-80CD-19CD-20B7-894B71983CA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961BB0B-330F-9388-5511-67580A6538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336A441C-366F-E347-2840-B6CEC081249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451">
                <a:extLst>
                  <a:ext uri="{FF2B5EF4-FFF2-40B4-BE49-F238E27FC236}">
                    <a16:creationId xmlns:a16="http://schemas.microsoft.com/office/drawing/2014/main" id="{18497F48-D4AC-BC28-180F-BF29BE0A3FB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Freeform 452">
                <a:extLst>
                  <a:ext uri="{FF2B5EF4-FFF2-40B4-BE49-F238E27FC236}">
                    <a16:creationId xmlns:a16="http://schemas.microsoft.com/office/drawing/2014/main" id="{562B6E9E-D48A-91BE-5820-42D6A1A6AC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Freeform 453">
                <a:extLst>
                  <a:ext uri="{FF2B5EF4-FFF2-40B4-BE49-F238E27FC236}">
                    <a16:creationId xmlns:a16="http://schemas.microsoft.com/office/drawing/2014/main" id="{C2114843-5DBA-8CF8-9814-641B83B8142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AE84AA2-F7DE-736F-9C42-EF849E9B91E0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44" name="Picture 1017" descr="antenna_stylized">
              <a:extLst>
                <a:ext uri="{FF2B5EF4-FFF2-40B4-BE49-F238E27FC236}">
                  <a16:creationId xmlns:a16="http://schemas.microsoft.com/office/drawing/2014/main" id="{0364C5A4-2144-B7BE-34D1-8E445CC505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" name="Picture 1018" descr="laptop_keyboard">
              <a:extLst>
                <a:ext uri="{FF2B5EF4-FFF2-40B4-BE49-F238E27FC236}">
                  <a16:creationId xmlns:a16="http://schemas.microsoft.com/office/drawing/2014/main" id="{A867E024-29BE-13F3-7EA4-EEB781A93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" name="Freeform 1019">
              <a:extLst>
                <a:ext uri="{FF2B5EF4-FFF2-40B4-BE49-F238E27FC236}">
                  <a16:creationId xmlns:a16="http://schemas.microsoft.com/office/drawing/2014/main" id="{C92EE4D6-1053-BFDC-F7A6-FA93AE2DD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47" name="Picture 1020" descr="screen">
              <a:extLst>
                <a:ext uri="{FF2B5EF4-FFF2-40B4-BE49-F238E27FC236}">
                  <a16:creationId xmlns:a16="http://schemas.microsoft.com/office/drawing/2014/main" id="{0C80811F-69D1-99C3-43CB-BF044D68D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" name="Freeform 1021">
              <a:extLst>
                <a:ext uri="{FF2B5EF4-FFF2-40B4-BE49-F238E27FC236}">
                  <a16:creationId xmlns:a16="http://schemas.microsoft.com/office/drawing/2014/main" id="{9B40C8D2-A8FD-1FAC-C7A6-D17E1879A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Freeform 1022">
              <a:extLst>
                <a:ext uri="{FF2B5EF4-FFF2-40B4-BE49-F238E27FC236}">
                  <a16:creationId xmlns:a16="http://schemas.microsoft.com/office/drawing/2014/main" id="{35D6C040-E667-7A77-E149-2FFB634E9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Freeform 1023">
              <a:extLst>
                <a:ext uri="{FF2B5EF4-FFF2-40B4-BE49-F238E27FC236}">
                  <a16:creationId xmlns:a16="http://schemas.microsoft.com/office/drawing/2014/main" id="{032D4172-C459-B970-AB04-679F8C8BD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Freeform 1024">
              <a:extLst>
                <a:ext uri="{FF2B5EF4-FFF2-40B4-BE49-F238E27FC236}">
                  <a16:creationId xmlns:a16="http://schemas.microsoft.com/office/drawing/2014/main" id="{3E810E08-0269-4E46-7A29-F0C982A29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Freeform 1025">
              <a:extLst>
                <a:ext uri="{FF2B5EF4-FFF2-40B4-BE49-F238E27FC236}">
                  <a16:creationId xmlns:a16="http://schemas.microsoft.com/office/drawing/2014/main" id="{61398F22-139B-F845-541C-1F31806BD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Freeform 1026">
              <a:extLst>
                <a:ext uri="{FF2B5EF4-FFF2-40B4-BE49-F238E27FC236}">
                  <a16:creationId xmlns:a16="http://schemas.microsoft.com/office/drawing/2014/main" id="{DDB7AAB4-6A1A-3958-42B0-FCB773C52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54" name="Group 1027">
              <a:extLst>
                <a:ext uri="{FF2B5EF4-FFF2-40B4-BE49-F238E27FC236}">
                  <a16:creationId xmlns:a16="http://schemas.microsoft.com/office/drawing/2014/main" id="{3F565992-3FA4-7AFE-DDD7-3D8D43DAFA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1" name="Freeform 1028">
                <a:extLst>
                  <a:ext uri="{FF2B5EF4-FFF2-40B4-BE49-F238E27FC236}">
                    <a16:creationId xmlns:a16="http://schemas.microsoft.com/office/drawing/2014/main" id="{04833041-F2EB-6BD4-5D1F-DDFAFBE70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1029">
                <a:extLst>
                  <a:ext uri="{FF2B5EF4-FFF2-40B4-BE49-F238E27FC236}">
                    <a16:creationId xmlns:a16="http://schemas.microsoft.com/office/drawing/2014/main" id="{F55181F2-7038-E50D-B24D-2D01AB245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" name="Freeform 1030">
                <a:extLst>
                  <a:ext uri="{FF2B5EF4-FFF2-40B4-BE49-F238E27FC236}">
                    <a16:creationId xmlns:a16="http://schemas.microsoft.com/office/drawing/2014/main" id="{D298AE0D-C9F9-2F2D-AA1A-2D4365F3A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" name="Freeform 1031">
                <a:extLst>
                  <a:ext uri="{FF2B5EF4-FFF2-40B4-BE49-F238E27FC236}">
                    <a16:creationId xmlns:a16="http://schemas.microsoft.com/office/drawing/2014/main" id="{01915855-C3D7-D012-EE47-F4FA7B485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5" name="Freeform 1032">
                <a:extLst>
                  <a:ext uri="{FF2B5EF4-FFF2-40B4-BE49-F238E27FC236}">
                    <a16:creationId xmlns:a16="http://schemas.microsoft.com/office/drawing/2014/main" id="{8265E59E-2440-044A-74BC-229416353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1033">
                <a:extLst>
                  <a:ext uri="{FF2B5EF4-FFF2-40B4-BE49-F238E27FC236}">
                    <a16:creationId xmlns:a16="http://schemas.microsoft.com/office/drawing/2014/main" id="{2941BFE8-8332-8BEA-B6E7-18FD1C7A1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55" name="Freeform 1034">
              <a:extLst>
                <a:ext uri="{FF2B5EF4-FFF2-40B4-BE49-F238E27FC236}">
                  <a16:creationId xmlns:a16="http://schemas.microsoft.com/office/drawing/2014/main" id="{D9F55C08-9A17-CD85-37F3-25AAA26D0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35">
              <a:extLst>
                <a:ext uri="{FF2B5EF4-FFF2-40B4-BE49-F238E27FC236}">
                  <a16:creationId xmlns:a16="http://schemas.microsoft.com/office/drawing/2014/main" id="{5DC34B47-AE6C-65E8-584D-C0B256E7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36">
              <a:extLst>
                <a:ext uri="{FF2B5EF4-FFF2-40B4-BE49-F238E27FC236}">
                  <a16:creationId xmlns:a16="http://schemas.microsoft.com/office/drawing/2014/main" id="{D2EF1552-46D6-875E-CB4A-DAF4AB8D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37">
              <a:extLst>
                <a:ext uri="{FF2B5EF4-FFF2-40B4-BE49-F238E27FC236}">
                  <a16:creationId xmlns:a16="http://schemas.microsoft.com/office/drawing/2014/main" id="{15D70EEA-4297-44A5-3FFA-56CD431C7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38">
              <a:extLst>
                <a:ext uri="{FF2B5EF4-FFF2-40B4-BE49-F238E27FC236}">
                  <a16:creationId xmlns:a16="http://schemas.microsoft.com/office/drawing/2014/main" id="{0CE61C89-A952-B4BD-1B07-D44553D78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0" name="Freeform 1039">
              <a:extLst>
                <a:ext uri="{FF2B5EF4-FFF2-40B4-BE49-F238E27FC236}">
                  <a16:creationId xmlns:a16="http://schemas.microsoft.com/office/drawing/2014/main" id="{7AF00F3C-7592-FAEA-479E-987991679B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52571A3-058A-8C30-1BFA-4F800566CF43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68" name="Picture 568" descr="light2.png">
              <a:extLst>
                <a:ext uri="{FF2B5EF4-FFF2-40B4-BE49-F238E27FC236}">
                  <a16:creationId xmlns:a16="http://schemas.microsoft.com/office/drawing/2014/main" id="{DCF4BFB4-CA3A-4216-08E7-A43E43C73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9" name="Picture 1017" descr="antenna_stylized">
              <a:extLst>
                <a:ext uri="{FF2B5EF4-FFF2-40B4-BE49-F238E27FC236}">
                  <a16:creationId xmlns:a16="http://schemas.microsoft.com/office/drawing/2014/main" id="{65A301C8-079C-F357-9463-E87E12B735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1292EBD2-0167-4FAD-915C-3E0F33CDA969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1" name="Picture 603" descr="car_icon_small">
              <a:extLst>
                <a:ext uri="{FF2B5EF4-FFF2-40B4-BE49-F238E27FC236}">
                  <a16:creationId xmlns:a16="http://schemas.microsoft.com/office/drawing/2014/main" id="{5C6ECCA7-A70F-627A-9860-3DCC0994C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2" name="Picture 1017" descr="antenna_stylized">
              <a:extLst>
                <a:ext uri="{FF2B5EF4-FFF2-40B4-BE49-F238E27FC236}">
                  <a16:creationId xmlns:a16="http://schemas.microsoft.com/office/drawing/2014/main" id="{67609611-43DE-BC02-4350-0134162D4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87D28305-46F0-2D84-427F-64CA6E09A450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D69D0411-2A19-4C82-CA8C-928BB7711F37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1" name="Picture 1115" descr="antenna_stylized">
                <a:extLst>
                  <a:ext uri="{FF2B5EF4-FFF2-40B4-BE49-F238E27FC236}">
                    <a16:creationId xmlns:a16="http://schemas.microsoft.com/office/drawing/2014/main" id="{E2469142-6BED-3E79-6AEC-A793F4A0B7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2" name="Picture 1116" descr="laptop_keyboard">
                <a:extLst>
                  <a:ext uri="{FF2B5EF4-FFF2-40B4-BE49-F238E27FC236}">
                    <a16:creationId xmlns:a16="http://schemas.microsoft.com/office/drawing/2014/main" id="{78A05F70-38B3-9CAF-7572-CB42759468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3" name="Freeform 1117">
                <a:extLst>
                  <a:ext uri="{FF2B5EF4-FFF2-40B4-BE49-F238E27FC236}">
                    <a16:creationId xmlns:a16="http://schemas.microsoft.com/office/drawing/2014/main" id="{16D3CBAE-1E64-0AC9-3A94-7A7AD3115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84" name="Picture 1118" descr="screen">
                <a:extLst>
                  <a:ext uri="{FF2B5EF4-FFF2-40B4-BE49-F238E27FC236}">
                    <a16:creationId xmlns:a16="http://schemas.microsoft.com/office/drawing/2014/main" id="{54768443-FD91-BA95-193C-66E96B4506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5" name="Freeform 1119">
                <a:extLst>
                  <a:ext uri="{FF2B5EF4-FFF2-40B4-BE49-F238E27FC236}">
                    <a16:creationId xmlns:a16="http://schemas.microsoft.com/office/drawing/2014/main" id="{1EBA03E3-8D02-1001-BD13-277221032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1120">
                <a:extLst>
                  <a:ext uri="{FF2B5EF4-FFF2-40B4-BE49-F238E27FC236}">
                    <a16:creationId xmlns:a16="http://schemas.microsoft.com/office/drawing/2014/main" id="{28DBFF01-DDAD-D879-5113-371BE349B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7" name="Freeform 1121">
                <a:extLst>
                  <a:ext uri="{FF2B5EF4-FFF2-40B4-BE49-F238E27FC236}">
                    <a16:creationId xmlns:a16="http://schemas.microsoft.com/office/drawing/2014/main" id="{B1335905-14FD-678A-764F-005597DD6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8" name="Freeform 1122">
                <a:extLst>
                  <a:ext uri="{FF2B5EF4-FFF2-40B4-BE49-F238E27FC236}">
                    <a16:creationId xmlns:a16="http://schemas.microsoft.com/office/drawing/2014/main" id="{1C501268-3641-6B0B-3E3F-54177C03E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9" name="Freeform 1123">
                <a:extLst>
                  <a:ext uri="{FF2B5EF4-FFF2-40B4-BE49-F238E27FC236}">
                    <a16:creationId xmlns:a16="http://schemas.microsoft.com/office/drawing/2014/main" id="{8A18B05C-016C-B945-F8ED-8D69B0321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0" name="Freeform 1124">
                <a:extLst>
                  <a:ext uri="{FF2B5EF4-FFF2-40B4-BE49-F238E27FC236}">
                    <a16:creationId xmlns:a16="http://schemas.microsoft.com/office/drawing/2014/main" id="{E6A3AC26-C74A-6EE7-2750-29D5A64FD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1" name="Group 1125">
                <a:extLst>
                  <a:ext uri="{FF2B5EF4-FFF2-40B4-BE49-F238E27FC236}">
                    <a16:creationId xmlns:a16="http://schemas.microsoft.com/office/drawing/2014/main" id="{7197ACA8-CE56-DB5B-1942-AD33337FF6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98" name="Freeform 1126">
                  <a:extLst>
                    <a:ext uri="{FF2B5EF4-FFF2-40B4-BE49-F238E27FC236}">
                      <a16:creationId xmlns:a16="http://schemas.microsoft.com/office/drawing/2014/main" id="{9F7CD582-0CDB-4E79-7B7E-9D97DDF53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1127">
                  <a:extLst>
                    <a:ext uri="{FF2B5EF4-FFF2-40B4-BE49-F238E27FC236}">
                      <a16:creationId xmlns:a16="http://schemas.microsoft.com/office/drawing/2014/main" id="{438E83A3-90C0-CA81-BFBA-2E1AF3C3CB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1128">
                  <a:extLst>
                    <a:ext uri="{FF2B5EF4-FFF2-40B4-BE49-F238E27FC236}">
                      <a16:creationId xmlns:a16="http://schemas.microsoft.com/office/drawing/2014/main" id="{A4F6FD9F-6EF6-7502-C247-DE85E7549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1129">
                  <a:extLst>
                    <a:ext uri="{FF2B5EF4-FFF2-40B4-BE49-F238E27FC236}">
                      <a16:creationId xmlns:a16="http://schemas.microsoft.com/office/drawing/2014/main" id="{52883727-A33B-5283-3DAF-7F6EB143B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1130">
                  <a:extLst>
                    <a:ext uri="{FF2B5EF4-FFF2-40B4-BE49-F238E27FC236}">
                      <a16:creationId xmlns:a16="http://schemas.microsoft.com/office/drawing/2014/main" id="{14EFF82B-CE8B-1928-4F20-1DF068FADD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 1131">
                  <a:extLst>
                    <a:ext uri="{FF2B5EF4-FFF2-40B4-BE49-F238E27FC236}">
                      <a16:creationId xmlns:a16="http://schemas.microsoft.com/office/drawing/2014/main" id="{6579369A-5F1C-BD6C-19B0-8E8FF96B1D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2" name="Freeform 1132">
                <a:extLst>
                  <a:ext uri="{FF2B5EF4-FFF2-40B4-BE49-F238E27FC236}">
                    <a16:creationId xmlns:a16="http://schemas.microsoft.com/office/drawing/2014/main" id="{9F13F523-D01E-E92A-8B3C-F5B460A77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33">
                <a:extLst>
                  <a:ext uri="{FF2B5EF4-FFF2-40B4-BE49-F238E27FC236}">
                    <a16:creationId xmlns:a16="http://schemas.microsoft.com/office/drawing/2014/main" id="{1B9393FF-8450-AABB-B787-C40127EB7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34">
                <a:extLst>
                  <a:ext uri="{FF2B5EF4-FFF2-40B4-BE49-F238E27FC236}">
                    <a16:creationId xmlns:a16="http://schemas.microsoft.com/office/drawing/2014/main" id="{659A7EFA-DFED-61DB-C887-CE58A2741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35">
                <a:extLst>
                  <a:ext uri="{FF2B5EF4-FFF2-40B4-BE49-F238E27FC236}">
                    <a16:creationId xmlns:a16="http://schemas.microsoft.com/office/drawing/2014/main" id="{C98F6E97-F1E0-295A-0CF8-18BECD49E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36">
                <a:extLst>
                  <a:ext uri="{FF2B5EF4-FFF2-40B4-BE49-F238E27FC236}">
                    <a16:creationId xmlns:a16="http://schemas.microsoft.com/office/drawing/2014/main" id="{55823FDF-A4DF-47BD-0302-A4863113B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7" name="Freeform 1137">
                <a:extLst>
                  <a:ext uri="{FF2B5EF4-FFF2-40B4-BE49-F238E27FC236}">
                    <a16:creationId xmlns:a16="http://schemas.microsoft.com/office/drawing/2014/main" id="{BBEDF0F3-B16A-4541-082A-33B1098172D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5" name="Group 1139">
              <a:extLst>
                <a:ext uri="{FF2B5EF4-FFF2-40B4-BE49-F238E27FC236}">
                  <a16:creationId xmlns:a16="http://schemas.microsoft.com/office/drawing/2014/main" id="{1C3D91B6-4F2A-D114-A93C-89378FEAF8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79" name="Picture 1140" descr="desktop_computer_stylized_medium">
                <a:extLst>
                  <a:ext uri="{FF2B5EF4-FFF2-40B4-BE49-F238E27FC236}">
                    <a16:creationId xmlns:a16="http://schemas.microsoft.com/office/drawing/2014/main" id="{6C88CBF5-A811-8369-C28E-B3862DA27A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" name="Freeform 1141">
                <a:extLst>
                  <a:ext uri="{FF2B5EF4-FFF2-40B4-BE49-F238E27FC236}">
                    <a16:creationId xmlns:a16="http://schemas.microsoft.com/office/drawing/2014/main" id="{CA3EF20D-94F1-8A19-34AD-F95081D3F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8ECDECDC-8BB4-36B1-854F-2E51D678F647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77" name="Picture 571" descr="fridge2.png">
                <a:extLst>
                  <a:ext uri="{FF2B5EF4-FFF2-40B4-BE49-F238E27FC236}">
                    <a16:creationId xmlns:a16="http://schemas.microsoft.com/office/drawing/2014/main" id="{F98ACE6D-EC41-35D8-C963-6B5F67DEA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" name="Picture 1115" descr="antenna_stylized">
                <a:extLst>
                  <a:ext uri="{FF2B5EF4-FFF2-40B4-BE49-F238E27FC236}">
                    <a16:creationId xmlns:a16="http://schemas.microsoft.com/office/drawing/2014/main" id="{9E573155-7792-2A89-2244-3DEC12CDD2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8F7A36D-0650-B2E1-4C38-4A3FFDF963D2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B537AD5-ACC4-E1AF-BE75-D1CC347ABAC6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D275E75C-3FCB-4C18-3C0F-AE7AC0931AF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ED73D575-E4C5-158A-D10E-A9CF3BCC99EC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4" name="Picture 313" descr="server_rack.png">
                  <a:extLst>
                    <a:ext uri="{FF2B5EF4-FFF2-40B4-BE49-F238E27FC236}">
                      <a16:creationId xmlns:a16="http://schemas.microsoft.com/office/drawing/2014/main" id="{31D6692C-1F8F-E89F-F8AD-C1FFD01F8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58469D78-DDFF-24AB-9594-8CD87CE5B4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BD26D47B-474A-409D-E0F1-6542AEDB3B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1AC6D0EE-311C-0C4D-8470-20F15660E55A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24CB3A81-FA34-DA4A-3EFB-B234B4C18EA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ED6896BE-366B-F3C6-6ADD-AFE11B316371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09" name="Picture 308" descr="server_rack.png">
                  <a:extLst>
                    <a:ext uri="{FF2B5EF4-FFF2-40B4-BE49-F238E27FC236}">
                      <a16:creationId xmlns:a16="http://schemas.microsoft.com/office/drawing/2014/main" id="{B55585B6-B608-0533-BC75-8EA2B1FEF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0" name="Picture 309" descr="server_rack.png">
                  <a:extLst>
                    <a:ext uri="{FF2B5EF4-FFF2-40B4-BE49-F238E27FC236}">
                      <a16:creationId xmlns:a16="http://schemas.microsoft.com/office/drawing/2014/main" id="{A6584497-8E4D-4646-9FDF-9289CC0E67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1" name="Picture 310" descr="server_rack.png">
                  <a:extLst>
                    <a:ext uri="{FF2B5EF4-FFF2-40B4-BE49-F238E27FC236}">
                      <a16:creationId xmlns:a16="http://schemas.microsoft.com/office/drawing/2014/main" id="{8564F5FE-3720-B4B9-8BAD-EB549A393A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17" name="Group 950">
            <a:extLst>
              <a:ext uri="{FF2B5EF4-FFF2-40B4-BE49-F238E27FC236}">
                <a16:creationId xmlns:a16="http://schemas.microsoft.com/office/drawing/2014/main" id="{53559F0E-1770-BA80-AB10-DD2DE184980A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18" name="Freeform 951">
              <a:extLst>
                <a:ext uri="{FF2B5EF4-FFF2-40B4-BE49-F238E27FC236}">
                  <a16:creationId xmlns:a16="http://schemas.microsoft.com/office/drawing/2014/main" id="{9401B7DC-C181-03D9-9218-F8B403482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Rectangle 952">
              <a:extLst>
                <a:ext uri="{FF2B5EF4-FFF2-40B4-BE49-F238E27FC236}">
                  <a16:creationId xmlns:a16="http://schemas.microsoft.com/office/drawing/2014/main" id="{18B65324-1364-0EF3-ED24-D264C5824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0" name="Freeform 953">
              <a:extLst>
                <a:ext uri="{FF2B5EF4-FFF2-40B4-BE49-F238E27FC236}">
                  <a16:creationId xmlns:a16="http://schemas.microsoft.com/office/drawing/2014/main" id="{B290FD90-B014-11D3-3636-76E4AC3FE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Freeform 954">
              <a:extLst>
                <a:ext uri="{FF2B5EF4-FFF2-40B4-BE49-F238E27FC236}">
                  <a16:creationId xmlns:a16="http://schemas.microsoft.com/office/drawing/2014/main" id="{E4A27C30-2556-A720-FCE0-73C778DD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Rectangle 955">
              <a:extLst>
                <a:ext uri="{FF2B5EF4-FFF2-40B4-BE49-F238E27FC236}">
                  <a16:creationId xmlns:a16="http://schemas.microsoft.com/office/drawing/2014/main" id="{EB9566FC-1CF8-FD66-2423-A23804355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3" name="Group 956">
              <a:extLst>
                <a:ext uri="{FF2B5EF4-FFF2-40B4-BE49-F238E27FC236}">
                  <a16:creationId xmlns:a16="http://schemas.microsoft.com/office/drawing/2014/main" id="{135FF7DB-D40A-2789-9CCF-C3824A7C3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8" name="AutoShape 957">
                <a:extLst>
                  <a:ext uri="{FF2B5EF4-FFF2-40B4-BE49-F238E27FC236}">
                    <a16:creationId xmlns:a16="http://schemas.microsoft.com/office/drawing/2014/main" id="{6510BB5B-43FE-D9C5-C06E-E8EB569A5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9" name="AutoShape 958">
                <a:extLst>
                  <a:ext uri="{FF2B5EF4-FFF2-40B4-BE49-F238E27FC236}">
                    <a16:creationId xmlns:a16="http://schemas.microsoft.com/office/drawing/2014/main" id="{3084E4DA-B222-F748-1A4C-121A152C1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Rectangle 959">
              <a:extLst>
                <a:ext uri="{FF2B5EF4-FFF2-40B4-BE49-F238E27FC236}">
                  <a16:creationId xmlns:a16="http://schemas.microsoft.com/office/drawing/2014/main" id="{6DFEB1D8-371E-6838-5595-EC6325639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5" name="Group 960">
              <a:extLst>
                <a:ext uri="{FF2B5EF4-FFF2-40B4-BE49-F238E27FC236}">
                  <a16:creationId xmlns:a16="http://schemas.microsoft.com/office/drawing/2014/main" id="{FDBE441E-2BA5-A3DB-C8E9-A6F652267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6" name="AutoShape 961">
                <a:extLst>
                  <a:ext uri="{FF2B5EF4-FFF2-40B4-BE49-F238E27FC236}">
                    <a16:creationId xmlns:a16="http://schemas.microsoft.com/office/drawing/2014/main" id="{D6D4B244-BA93-3135-187C-6394D7691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7" name="AutoShape 962">
                <a:extLst>
                  <a:ext uri="{FF2B5EF4-FFF2-40B4-BE49-F238E27FC236}">
                    <a16:creationId xmlns:a16="http://schemas.microsoft.com/office/drawing/2014/main" id="{C703140D-3C06-1BD8-7C9C-132D26263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6" name="Rectangle 963">
              <a:extLst>
                <a:ext uri="{FF2B5EF4-FFF2-40B4-BE49-F238E27FC236}">
                  <a16:creationId xmlns:a16="http://schemas.microsoft.com/office/drawing/2014/main" id="{6838F83C-1993-5BAD-FEFB-19E796344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7" name="Rectangle 964">
              <a:extLst>
                <a:ext uri="{FF2B5EF4-FFF2-40B4-BE49-F238E27FC236}">
                  <a16:creationId xmlns:a16="http://schemas.microsoft.com/office/drawing/2014/main" id="{15F5CCD5-D296-A29A-0F56-BBEA757C5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8" name="Group 965">
              <a:extLst>
                <a:ext uri="{FF2B5EF4-FFF2-40B4-BE49-F238E27FC236}">
                  <a16:creationId xmlns:a16="http://schemas.microsoft.com/office/drawing/2014/main" id="{09EEF705-38D4-ABB7-8ABD-38658C5D1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4" name="AutoShape 966">
                <a:extLst>
                  <a:ext uri="{FF2B5EF4-FFF2-40B4-BE49-F238E27FC236}">
                    <a16:creationId xmlns:a16="http://schemas.microsoft.com/office/drawing/2014/main" id="{B8BEAA19-D48E-8F5D-D397-0F14387E0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5" name="AutoShape 967">
                <a:extLst>
                  <a:ext uri="{FF2B5EF4-FFF2-40B4-BE49-F238E27FC236}">
                    <a16:creationId xmlns:a16="http://schemas.microsoft.com/office/drawing/2014/main" id="{838EAAF6-4642-DB7E-B836-2C31804DC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9" name="Freeform 968">
              <a:extLst>
                <a:ext uri="{FF2B5EF4-FFF2-40B4-BE49-F238E27FC236}">
                  <a16:creationId xmlns:a16="http://schemas.microsoft.com/office/drawing/2014/main" id="{951E56BD-FB47-9A29-C9F0-7F7713DD6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0" name="Group 969">
              <a:extLst>
                <a:ext uri="{FF2B5EF4-FFF2-40B4-BE49-F238E27FC236}">
                  <a16:creationId xmlns:a16="http://schemas.microsoft.com/office/drawing/2014/main" id="{8C871341-B699-6483-0566-4945E3A399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2" name="AutoShape 970">
                <a:extLst>
                  <a:ext uri="{FF2B5EF4-FFF2-40B4-BE49-F238E27FC236}">
                    <a16:creationId xmlns:a16="http://schemas.microsoft.com/office/drawing/2014/main" id="{10916DEC-3DBA-D22C-C0CE-34DCF331C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3" name="AutoShape 971">
                <a:extLst>
                  <a:ext uri="{FF2B5EF4-FFF2-40B4-BE49-F238E27FC236}">
                    <a16:creationId xmlns:a16="http://schemas.microsoft.com/office/drawing/2014/main" id="{5EB1E7C1-7087-C9E5-C065-B5A5418CE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1" name="Rectangle 972">
              <a:extLst>
                <a:ext uri="{FF2B5EF4-FFF2-40B4-BE49-F238E27FC236}">
                  <a16:creationId xmlns:a16="http://schemas.microsoft.com/office/drawing/2014/main" id="{FFE40725-8842-4B12-6D80-C27130614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2" name="Freeform 973">
              <a:extLst>
                <a:ext uri="{FF2B5EF4-FFF2-40B4-BE49-F238E27FC236}">
                  <a16:creationId xmlns:a16="http://schemas.microsoft.com/office/drawing/2014/main" id="{9C28149B-4938-2848-1118-86D759F96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3" name="Freeform 974">
              <a:extLst>
                <a:ext uri="{FF2B5EF4-FFF2-40B4-BE49-F238E27FC236}">
                  <a16:creationId xmlns:a16="http://schemas.microsoft.com/office/drawing/2014/main" id="{35A1DFF1-B995-46B9-D10D-4B5EE93B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Oval 975">
              <a:extLst>
                <a:ext uri="{FF2B5EF4-FFF2-40B4-BE49-F238E27FC236}">
                  <a16:creationId xmlns:a16="http://schemas.microsoft.com/office/drawing/2014/main" id="{E3A29D99-D599-8297-8E56-5CA8118E9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5" name="Freeform 976">
              <a:extLst>
                <a:ext uri="{FF2B5EF4-FFF2-40B4-BE49-F238E27FC236}">
                  <a16:creationId xmlns:a16="http://schemas.microsoft.com/office/drawing/2014/main" id="{7B11DF07-3624-8E7C-DAFD-51A4200AA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AutoShape 977">
              <a:extLst>
                <a:ext uri="{FF2B5EF4-FFF2-40B4-BE49-F238E27FC236}">
                  <a16:creationId xmlns:a16="http://schemas.microsoft.com/office/drawing/2014/main" id="{811F1D20-8F25-50E7-107E-F49C8951B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7" name="AutoShape 978">
              <a:extLst>
                <a:ext uri="{FF2B5EF4-FFF2-40B4-BE49-F238E27FC236}">
                  <a16:creationId xmlns:a16="http://schemas.microsoft.com/office/drawing/2014/main" id="{76B8595C-F504-BC96-7540-851C1DF86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8" name="Oval 979">
              <a:extLst>
                <a:ext uri="{FF2B5EF4-FFF2-40B4-BE49-F238E27FC236}">
                  <a16:creationId xmlns:a16="http://schemas.microsoft.com/office/drawing/2014/main" id="{3415E433-6945-E5AC-951A-5631C8D42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9" name="Oval 980">
              <a:extLst>
                <a:ext uri="{FF2B5EF4-FFF2-40B4-BE49-F238E27FC236}">
                  <a16:creationId xmlns:a16="http://schemas.microsoft.com/office/drawing/2014/main" id="{6AC9C7EE-A5AF-FCD1-2442-B186EE5D8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Oval 981">
              <a:extLst>
                <a:ext uri="{FF2B5EF4-FFF2-40B4-BE49-F238E27FC236}">
                  <a16:creationId xmlns:a16="http://schemas.microsoft.com/office/drawing/2014/main" id="{08578A37-23A8-53D0-2C45-E42F8B0BE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Rectangle 982">
              <a:extLst>
                <a:ext uri="{FF2B5EF4-FFF2-40B4-BE49-F238E27FC236}">
                  <a16:creationId xmlns:a16="http://schemas.microsoft.com/office/drawing/2014/main" id="{A4125849-73CC-D911-70E8-BA0473007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350" name="Group 590">
            <a:extLst>
              <a:ext uri="{FF2B5EF4-FFF2-40B4-BE49-F238E27FC236}">
                <a16:creationId xmlns:a16="http://schemas.microsoft.com/office/drawing/2014/main" id="{C831BD5C-5026-15F4-2830-247DEA6B1FD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1" name="Picture 591" descr="desktop_computer_stylized_medium">
              <a:extLst>
                <a:ext uri="{FF2B5EF4-FFF2-40B4-BE49-F238E27FC236}">
                  <a16:creationId xmlns:a16="http://schemas.microsoft.com/office/drawing/2014/main" id="{59613717-2E0B-070A-111C-3F63320DCF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2" name="Freeform 592">
              <a:extLst>
                <a:ext uri="{FF2B5EF4-FFF2-40B4-BE49-F238E27FC236}">
                  <a16:creationId xmlns:a16="http://schemas.microsoft.com/office/drawing/2014/main" id="{41D7DCF7-161C-9DFD-C66A-2ADAE2EC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3" name="Group 1064">
            <a:extLst>
              <a:ext uri="{FF2B5EF4-FFF2-40B4-BE49-F238E27FC236}">
                <a16:creationId xmlns:a16="http://schemas.microsoft.com/office/drawing/2014/main" id="{ADB16DC1-E884-9895-F934-66DC7A094BA4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54" name="Picture 1065" descr="antenna_stylized">
              <a:extLst>
                <a:ext uri="{FF2B5EF4-FFF2-40B4-BE49-F238E27FC236}">
                  <a16:creationId xmlns:a16="http://schemas.microsoft.com/office/drawing/2014/main" id="{CBC81785-3DBD-55A8-44F1-E8FF87324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5" name="Picture 1066" descr="laptop_keyboard">
              <a:extLst>
                <a:ext uri="{FF2B5EF4-FFF2-40B4-BE49-F238E27FC236}">
                  <a16:creationId xmlns:a16="http://schemas.microsoft.com/office/drawing/2014/main" id="{74EC11A7-090A-2396-D4FD-541C13AA4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6" name="Freeform 1067">
              <a:extLst>
                <a:ext uri="{FF2B5EF4-FFF2-40B4-BE49-F238E27FC236}">
                  <a16:creationId xmlns:a16="http://schemas.microsoft.com/office/drawing/2014/main" id="{691FD141-EC61-B8E5-C63F-817E9A49E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57" name="Picture 1068" descr="screen">
              <a:extLst>
                <a:ext uri="{FF2B5EF4-FFF2-40B4-BE49-F238E27FC236}">
                  <a16:creationId xmlns:a16="http://schemas.microsoft.com/office/drawing/2014/main" id="{47A6067A-4416-E098-DA0B-428DB7297E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1069">
              <a:extLst>
                <a:ext uri="{FF2B5EF4-FFF2-40B4-BE49-F238E27FC236}">
                  <a16:creationId xmlns:a16="http://schemas.microsoft.com/office/drawing/2014/main" id="{79CA365A-5FA9-0C65-C387-B2757887E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Freeform 1070">
              <a:extLst>
                <a:ext uri="{FF2B5EF4-FFF2-40B4-BE49-F238E27FC236}">
                  <a16:creationId xmlns:a16="http://schemas.microsoft.com/office/drawing/2014/main" id="{9AD2ACE1-3C99-3293-8E50-C5BE76982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Freeform 1071">
              <a:extLst>
                <a:ext uri="{FF2B5EF4-FFF2-40B4-BE49-F238E27FC236}">
                  <a16:creationId xmlns:a16="http://schemas.microsoft.com/office/drawing/2014/main" id="{48080E46-D7F3-F618-48BA-36455AC7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Freeform 1072">
              <a:extLst>
                <a:ext uri="{FF2B5EF4-FFF2-40B4-BE49-F238E27FC236}">
                  <a16:creationId xmlns:a16="http://schemas.microsoft.com/office/drawing/2014/main" id="{1457E883-8C30-DB74-E944-2F03FACF3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Freeform 1073">
              <a:extLst>
                <a:ext uri="{FF2B5EF4-FFF2-40B4-BE49-F238E27FC236}">
                  <a16:creationId xmlns:a16="http://schemas.microsoft.com/office/drawing/2014/main" id="{46F7E2F5-9741-7C75-CA6C-57ABD96D2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Freeform 1074">
              <a:extLst>
                <a:ext uri="{FF2B5EF4-FFF2-40B4-BE49-F238E27FC236}">
                  <a16:creationId xmlns:a16="http://schemas.microsoft.com/office/drawing/2014/main" id="{9322A3D5-8449-5F44-3C68-205B91305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4" name="Group 1075">
              <a:extLst>
                <a:ext uri="{FF2B5EF4-FFF2-40B4-BE49-F238E27FC236}">
                  <a16:creationId xmlns:a16="http://schemas.microsoft.com/office/drawing/2014/main" id="{B51D6584-DA83-05C5-F9A8-0CA55B2A51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1" name="Freeform 1076">
                <a:extLst>
                  <a:ext uri="{FF2B5EF4-FFF2-40B4-BE49-F238E27FC236}">
                    <a16:creationId xmlns:a16="http://schemas.microsoft.com/office/drawing/2014/main" id="{99FF3F9E-D4A0-A6A9-25DE-F856B9D98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2" name="Freeform 1077">
                <a:extLst>
                  <a:ext uri="{FF2B5EF4-FFF2-40B4-BE49-F238E27FC236}">
                    <a16:creationId xmlns:a16="http://schemas.microsoft.com/office/drawing/2014/main" id="{2A21EDEA-7029-3EA9-9BD4-5A28F97F3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78">
                <a:extLst>
                  <a:ext uri="{FF2B5EF4-FFF2-40B4-BE49-F238E27FC236}">
                    <a16:creationId xmlns:a16="http://schemas.microsoft.com/office/drawing/2014/main" id="{AAB6631D-C394-6BA2-DB30-2FCF30FD6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4" name="Freeform 1079">
                <a:extLst>
                  <a:ext uri="{FF2B5EF4-FFF2-40B4-BE49-F238E27FC236}">
                    <a16:creationId xmlns:a16="http://schemas.microsoft.com/office/drawing/2014/main" id="{C42E8DB0-F769-31A3-C197-B008DAA32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5" name="Freeform 1080">
                <a:extLst>
                  <a:ext uri="{FF2B5EF4-FFF2-40B4-BE49-F238E27FC236}">
                    <a16:creationId xmlns:a16="http://schemas.microsoft.com/office/drawing/2014/main" id="{1C670A09-73F7-7162-08CD-839668332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81">
                <a:extLst>
                  <a:ext uri="{FF2B5EF4-FFF2-40B4-BE49-F238E27FC236}">
                    <a16:creationId xmlns:a16="http://schemas.microsoft.com/office/drawing/2014/main" id="{00437991-8035-7CFC-BDA2-F724527F2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Freeform 1082">
              <a:extLst>
                <a:ext uri="{FF2B5EF4-FFF2-40B4-BE49-F238E27FC236}">
                  <a16:creationId xmlns:a16="http://schemas.microsoft.com/office/drawing/2014/main" id="{FF6782C6-C700-FE3B-1346-1B408B65E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83">
              <a:extLst>
                <a:ext uri="{FF2B5EF4-FFF2-40B4-BE49-F238E27FC236}">
                  <a16:creationId xmlns:a16="http://schemas.microsoft.com/office/drawing/2014/main" id="{E57DE713-DFB1-51C5-9B95-C1BE7323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84">
              <a:extLst>
                <a:ext uri="{FF2B5EF4-FFF2-40B4-BE49-F238E27FC236}">
                  <a16:creationId xmlns:a16="http://schemas.microsoft.com/office/drawing/2014/main" id="{B681F05C-C96B-9703-1613-DFDAB54F9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85">
              <a:extLst>
                <a:ext uri="{FF2B5EF4-FFF2-40B4-BE49-F238E27FC236}">
                  <a16:creationId xmlns:a16="http://schemas.microsoft.com/office/drawing/2014/main" id="{EE32EF23-8DCE-BE54-1C80-1F9F4C829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86">
              <a:extLst>
                <a:ext uri="{FF2B5EF4-FFF2-40B4-BE49-F238E27FC236}">
                  <a16:creationId xmlns:a16="http://schemas.microsoft.com/office/drawing/2014/main" id="{C8C694C0-2E6A-24D8-3839-3C7B956AC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Freeform 1087">
              <a:extLst>
                <a:ext uri="{FF2B5EF4-FFF2-40B4-BE49-F238E27FC236}">
                  <a16:creationId xmlns:a16="http://schemas.microsoft.com/office/drawing/2014/main" id="{F451A518-9B4D-3497-90D6-79E78AFA62E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7" name="Group 590">
            <a:extLst>
              <a:ext uri="{FF2B5EF4-FFF2-40B4-BE49-F238E27FC236}">
                <a16:creationId xmlns:a16="http://schemas.microsoft.com/office/drawing/2014/main" id="{4AD49F23-5A7E-3EED-B400-C441C2481B1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78" name="Picture 591" descr="desktop_computer_stylized_medium">
              <a:extLst>
                <a:ext uri="{FF2B5EF4-FFF2-40B4-BE49-F238E27FC236}">
                  <a16:creationId xmlns:a16="http://schemas.microsoft.com/office/drawing/2014/main" id="{9503C8BB-0D24-E8AD-2E74-D058BD79D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" name="Freeform 592">
              <a:extLst>
                <a:ext uri="{FF2B5EF4-FFF2-40B4-BE49-F238E27FC236}">
                  <a16:creationId xmlns:a16="http://schemas.microsoft.com/office/drawing/2014/main" id="{41A91738-C9B7-EBA0-C211-8580C6B6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0" name="Group 590">
            <a:extLst>
              <a:ext uri="{FF2B5EF4-FFF2-40B4-BE49-F238E27FC236}">
                <a16:creationId xmlns:a16="http://schemas.microsoft.com/office/drawing/2014/main" id="{10CB5FD4-DC46-46B9-2DED-DE3378C4FA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1" name="Picture 591" descr="desktop_computer_stylized_medium">
              <a:extLst>
                <a:ext uri="{FF2B5EF4-FFF2-40B4-BE49-F238E27FC236}">
                  <a16:creationId xmlns:a16="http://schemas.microsoft.com/office/drawing/2014/main" id="{F3D0B522-EB95-6474-F6E1-122915561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2" name="Freeform 592">
              <a:extLst>
                <a:ext uri="{FF2B5EF4-FFF2-40B4-BE49-F238E27FC236}">
                  <a16:creationId xmlns:a16="http://schemas.microsoft.com/office/drawing/2014/main" id="{70E80AFE-E935-16C8-DD7E-E9473C943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1064">
            <a:extLst>
              <a:ext uri="{FF2B5EF4-FFF2-40B4-BE49-F238E27FC236}">
                <a16:creationId xmlns:a16="http://schemas.microsoft.com/office/drawing/2014/main" id="{47E7DD39-A039-19E4-23F0-60AEB2AE441C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84" name="Picture 1065" descr="antenna_stylized">
              <a:extLst>
                <a:ext uri="{FF2B5EF4-FFF2-40B4-BE49-F238E27FC236}">
                  <a16:creationId xmlns:a16="http://schemas.microsoft.com/office/drawing/2014/main" id="{C4FD302E-B7F8-8C85-8F59-B481A23EBC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5" name="Picture 1066" descr="laptop_keyboard">
              <a:extLst>
                <a:ext uri="{FF2B5EF4-FFF2-40B4-BE49-F238E27FC236}">
                  <a16:creationId xmlns:a16="http://schemas.microsoft.com/office/drawing/2014/main" id="{E5687B71-CB23-5398-85ED-5462F76CB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6" name="Freeform 1067">
              <a:extLst>
                <a:ext uri="{FF2B5EF4-FFF2-40B4-BE49-F238E27FC236}">
                  <a16:creationId xmlns:a16="http://schemas.microsoft.com/office/drawing/2014/main" id="{BFA6EC5B-0EF4-A009-AFFF-3A0DE8642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87" name="Picture 1068" descr="screen">
              <a:extLst>
                <a:ext uri="{FF2B5EF4-FFF2-40B4-BE49-F238E27FC236}">
                  <a16:creationId xmlns:a16="http://schemas.microsoft.com/office/drawing/2014/main" id="{3287BD01-728A-B2A1-CBCB-9C8453ABD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1069">
              <a:extLst>
                <a:ext uri="{FF2B5EF4-FFF2-40B4-BE49-F238E27FC236}">
                  <a16:creationId xmlns:a16="http://schemas.microsoft.com/office/drawing/2014/main" id="{39AF5BE0-3858-79F5-FE4C-2DDC439B8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9" name="Freeform 1070">
              <a:extLst>
                <a:ext uri="{FF2B5EF4-FFF2-40B4-BE49-F238E27FC236}">
                  <a16:creationId xmlns:a16="http://schemas.microsoft.com/office/drawing/2014/main" id="{11BB28DF-D874-E70D-A086-43EE036D5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Freeform 1071">
              <a:extLst>
                <a:ext uri="{FF2B5EF4-FFF2-40B4-BE49-F238E27FC236}">
                  <a16:creationId xmlns:a16="http://schemas.microsoft.com/office/drawing/2014/main" id="{CCA249AF-BB1A-F4F1-C62B-3B6A93AF4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Freeform 1072">
              <a:extLst>
                <a:ext uri="{FF2B5EF4-FFF2-40B4-BE49-F238E27FC236}">
                  <a16:creationId xmlns:a16="http://schemas.microsoft.com/office/drawing/2014/main" id="{4C26535A-3FD0-ECBD-A733-545912462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2" name="Freeform 1073">
              <a:extLst>
                <a:ext uri="{FF2B5EF4-FFF2-40B4-BE49-F238E27FC236}">
                  <a16:creationId xmlns:a16="http://schemas.microsoft.com/office/drawing/2014/main" id="{28D14CFE-34E4-C94E-36EE-CE2CAACC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3" name="Freeform 1074">
              <a:extLst>
                <a:ext uri="{FF2B5EF4-FFF2-40B4-BE49-F238E27FC236}">
                  <a16:creationId xmlns:a16="http://schemas.microsoft.com/office/drawing/2014/main" id="{2BB9F56A-1418-80FD-D62C-DF4A366F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94" name="Group 1075">
              <a:extLst>
                <a:ext uri="{FF2B5EF4-FFF2-40B4-BE49-F238E27FC236}">
                  <a16:creationId xmlns:a16="http://schemas.microsoft.com/office/drawing/2014/main" id="{BABD1184-ED4E-E915-EF4B-F48088189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1" name="Freeform 1076">
                <a:extLst>
                  <a:ext uri="{FF2B5EF4-FFF2-40B4-BE49-F238E27FC236}">
                    <a16:creationId xmlns:a16="http://schemas.microsoft.com/office/drawing/2014/main" id="{C437E31A-3176-CF57-31D7-61E87E533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2" name="Freeform 1077">
                <a:extLst>
                  <a:ext uri="{FF2B5EF4-FFF2-40B4-BE49-F238E27FC236}">
                    <a16:creationId xmlns:a16="http://schemas.microsoft.com/office/drawing/2014/main" id="{DE3C3CBE-BBFD-D206-0FA0-62FDBA678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3" name="Freeform 1078">
                <a:extLst>
                  <a:ext uri="{FF2B5EF4-FFF2-40B4-BE49-F238E27FC236}">
                    <a16:creationId xmlns:a16="http://schemas.microsoft.com/office/drawing/2014/main" id="{5F81463E-C275-ACC3-4162-9B4A1CFFF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4" name="Freeform 1079">
                <a:extLst>
                  <a:ext uri="{FF2B5EF4-FFF2-40B4-BE49-F238E27FC236}">
                    <a16:creationId xmlns:a16="http://schemas.microsoft.com/office/drawing/2014/main" id="{E895DEE1-DDC5-B550-908C-4D2A3B226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5" name="Freeform 1080">
                <a:extLst>
                  <a:ext uri="{FF2B5EF4-FFF2-40B4-BE49-F238E27FC236}">
                    <a16:creationId xmlns:a16="http://schemas.microsoft.com/office/drawing/2014/main" id="{5BB138C9-7199-F119-6CA8-4776EC3FD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6" name="Freeform 1081">
                <a:extLst>
                  <a:ext uri="{FF2B5EF4-FFF2-40B4-BE49-F238E27FC236}">
                    <a16:creationId xmlns:a16="http://schemas.microsoft.com/office/drawing/2014/main" id="{424A3BF7-0882-58CD-22E7-77B8C0604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95" name="Freeform 1082">
              <a:extLst>
                <a:ext uri="{FF2B5EF4-FFF2-40B4-BE49-F238E27FC236}">
                  <a16:creationId xmlns:a16="http://schemas.microsoft.com/office/drawing/2014/main" id="{E928707B-FA73-8870-F4B7-D6F26631B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83">
              <a:extLst>
                <a:ext uri="{FF2B5EF4-FFF2-40B4-BE49-F238E27FC236}">
                  <a16:creationId xmlns:a16="http://schemas.microsoft.com/office/drawing/2014/main" id="{44DC0556-B90C-5511-024C-70665E022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84">
              <a:extLst>
                <a:ext uri="{FF2B5EF4-FFF2-40B4-BE49-F238E27FC236}">
                  <a16:creationId xmlns:a16="http://schemas.microsoft.com/office/drawing/2014/main" id="{BC404678-5593-78C9-9F9A-EEB0C0C99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85">
              <a:extLst>
                <a:ext uri="{FF2B5EF4-FFF2-40B4-BE49-F238E27FC236}">
                  <a16:creationId xmlns:a16="http://schemas.microsoft.com/office/drawing/2014/main" id="{52A598AC-0428-1640-0C35-112552215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86">
              <a:extLst>
                <a:ext uri="{FF2B5EF4-FFF2-40B4-BE49-F238E27FC236}">
                  <a16:creationId xmlns:a16="http://schemas.microsoft.com/office/drawing/2014/main" id="{E426279C-E662-6D59-CB48-80DF909BA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1087">
              <a:extLst>
                <a:ext uri="{FF2B5EF4-FFF2-40B4-BE49-F238E27FC236}">
                  <a16:creationId xmlns:a16="http://schemas.microsoft.com/office/drawing/2014/main" id="{C1293825-6308-CDD7-219C-B780043F9B4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7" name="Freeform 984">
            <a:extLst>
              <a:ext uri="{FF2B5EF4-FFF2-40B4-BE49-F238E27FC236}">
                <a16:creationId xmlns:a16="http://schemas.microsoft.com/office/drawing/2014/main" id="{8F9C3DC8-C229-4FC3-20C6-B06915DDCA19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Freeform 986">
            <a:extLst>
              <a:ext uri="{FF2B5EF4-FFF2-40B4-BE49-F238E27FC236}">
                <a16:creationId xmlns:a16="http://schemas.microsoft.com/office/drawing/2014/main" id="{BC65723E-C563-F6BD-5C92-0872365134E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Freeform 987">
            <a:extLst>
              <a:ext uri="{FF2B5EF4-FFF2-40B4-BE49-F238E27FC236}">
                <a16:creationId xmlns:a16="http://schemas.microsoft.com/office/drawing/2014/main" id="{994E7AA7-2B1A-4DA3-5FD9-EEC98DFB2D1B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Rectangle 988">
            <a:extLst>
              <a:ext uri="{FF2B5EF4-FFF2-40B4-BE49-F238E27FC236}">
                <a16:creationId xmlns:a16="http://schemas.microsoft.com/office/drawing/2014/main" id="{3711487A-5FC5-1C69-17BB-B901C0600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1" name="Group 989">
            <a:extLst>
              <a:ext uri="{FF2B5EF4-FFF2-40B4-BE49-F238E27FC236}">
                <a16:creationId xmlns:a16="http://schemas.microsoft.com/office/drawing/2014/main" id="{AEBF9593-BCE6-7333-43BC-99D80A37833A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2" name="AutoShape 990">
              <a:extLst>
                <a:ext uri="{FF2B5EF4-FFF2-40B4-BE49-F238E27FC236}">
                  <a16:creationId xmlns:a16="http://schemas.microsoft.com/office/drawing/2014/main" id="{8A514E79-975C-BD07-F8ED-C24B3AD01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3" name="AutoShape 991">
              <a:extLst>
                <a:ext uri="{FF2B5EF4-FFF2-40B4-BE49-F238E27FC236}">
                  <a16:creationId xmlns:a16="http://schemas.microsoft.com/office/drawing/2014/main" id="{2865E7E9-FE9F-EE48-C450-86CBC694F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4" name="Rectangle 992">
            <a:extLst>
              <a:ext uri="{FF2B5EF4-FFF2-40B4-BE49-F238E27FC236}">
                <a16:creationId xmlns:a16="http://schemas.microsoft.com/office/drawing/2014/main" id="{69A24EFD-0251-7CF1-7ADA-0C434B56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5" name="Group 993">
            <a:extLst>
              <a:ext uri="{FF2B5EF4-FFF2-40B4-BE49-F238E27FC236}">
                <a16:creationId xmlns:a16="http://schemas.microsoft.com/office/drawing/2014/main" id="{6C706557-8807-626B-5F1D-544D1C1803D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16" name="AutoShape 994">
              <a:extLst>
                <a:ext uri="{FF2B5EF4-FFF2-40B4-BE49-F238E27FC236}">
                  <a16:creationId xmlns:a16="http://schemas.microsoft.com/office/drawing/2014/main" id="{65B39B92-66BF-B3E0-ADF9-15080255B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AutoShape 995">
              <a:extLst>
                <a:ext uri="{FF2B5EF4-FFF2-40B4-BE49-F238E27FC236}">
                  <a16:creationId xmlns:a16="http://schemas.microsoft.com/office/drawing/2014/main" id="{9089AC2F-50A8-9E31-A8D8-95D854C29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8" name="Rectangle 996">
            <a:extLst>
              <a:ext uri="{FF2B5EF4-FFF2-40B4-BE49-F238E27FC236}">
                <a16:creationId xmlns:a16="http://schemas.microsoft.com/office/drawing/2014/main" id="{A8C053FD-BF70-5187-2A44-F02639FE6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9" name="Rectangle 997">
            <a:extLst>
              <a:ext uri="{FF2B5EF4-FFF2-40B4-BE49-F238E27FC236}">
                <a16:creationId xmlns:a16="http://schemas.microsoft.com/office/drawing/2014/main" id="{5163859B-56B5-8F69-0895-1515A42F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0" name="Group 998">
            <a:extLst>
              <a:ext uri="{FF2B5EF4-FFF2-40B4-BE49-F238E27FC236}">
                <a16:creationId xmlns:a16="http://schemas.microsoft.com/office/drawing/2014/main" id="{C387AE21-0928-9D15-6233-81B627794731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1" name="AutoShape 999">
              <a:extLst>
                <a:ext uri="{FF2B5EF4-FFF2-40B4-BE49-F238E27FC236}">
                  <a16:creationId xmlns:a16="http://schemas.microsoft.com/office/drawing/2014/main" id="{A58CC80D-F51F-4D3D-575F-0657E4E31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2" name="AutoShape 1000">
              <a:extLst>
                <a:ext uri="{FF2B5EF4-FFF2-40B4-BE49-F238E27FC236}">
                  <a16:creationId xmlns:a16="http://schemas.microsoft.com/office/drawing/2014/main" id="{A4B965C3-7578-0929-596E-CB95F604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3" name="Freeform 1001">
            <a:extLst>
              <a:ext uri="{FF2B5EF4-FFF2-40B4-BE49-F238E27FC236}">
                <a16:creationId xmlns:a16="http://schemas.microsoft.com/office/drawing/2014/main" id="{C2E5C363-1B3B-1AB4-8B39-B85A28C2C197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4" name="Group 1002">
            <a:extLst>
              <a:ext uri="{FF2B5EF4-FFF2-40B4-BE49-F238E27FC236}">
                <a16:creationId xmlns:a16="http://schemas.microsoft.com/office/drawing/2014/main" id="{AD014879-6AE2-6232-18A1-48F4EB25DCB6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25" name="AutoShape 1003">
              <a:extLst>
                <a:ext uri="{FF2B5EF4-FFF2-40B4-BE49-F238E27FC236}">
                  <a16:creationId xmlns:a16="http://schemas.microsoft.com/office/drawing/2014/main" id="{B5082410-3A5E-A44E-8EE6-150348AF5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6" name="AutoShape 1004">
              <a:extLst>
                <a:ext uri="{FF2B5EF4-FFF2-40B4-BE49-F238E27FC236}">
                  <a16:creationId xmlns:a16="http://schemas.microsoft.com/office/drawing/2014/main" id="{A48BA948-0A81-467B-184E-35C83BC8A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7" name="Rectangle 1005">
            <a:extLst>
              <a:ext uri="{FF2B5EF4-FFF2-40B4-BE49-F238E27FC236}">
                <a16:creationId xmlns:a16="http://schemas.microsoft.com/office/drawing/2014/main" id="{684153AC-F5E6-5265-FB75-8FF521D44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8" name="Freeform 1006">
            <a:extLst>
              <a:ext uri="{FF2B5EF4-FFF2-40B4-BE49-F238E27FC236}">
                <a16:creationId xmlns:a16="http://schemas.microsoft.com/office/drawing/2014/main" id="{17570AEB-6F5D-77BC-CD70-2E21B4FCEE8E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9" name="Freeform 1007">
            <a:extLst>
              <a:ext uri="{FF2B5EF4-FFF2-40B4-BE49-F238E27FC236}">
                <a16:creationId xmlns:a16="http://schemas.microsoft.com/office/drawing/2014/main" id="{D49906BE-03CB-639F-4EC7-463770282361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Oval 1008">
            <a:extLst>
              <a:ext uri="{FF2B5EF4-FFF2-40B4-BE49-F238E27FC236}">
                <a16:creationId xmlns:a16="http://schemas.microsoft.com/office/drawing/2014/main" id="{C60033FB-BB0F-F132-AFD3-F93A8C16B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1" name="Freeform 1009">
            <a:extLst>
              <a:ext uri="{FF2B5EF4-FFF2-40B4-BE49-F238E27FC236}">
                <a16:creationId xmlns:a16="http://schemas.microsoft.com/office/drawing/2014/main" id="{EA21118E-DF63-D83F-0BE2-E50967C8B377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AutoShape 1010">
            <a:extLst>
              <a:ext uri="{FF2B5EF4-FFF2-40B4-BE49-F238E27FC236}">
                <a16:creationId xmlns:a16="http://schemas.microsoft.com/office/drawing/2014/main" id="{0CF8201C-453C-2DDD-59A6-2B7D1F1F4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3" name="AutoShape 1011">
            <a:extLst>
              <a:ext uri="{FF2B5EF4-FFF2-40B4-BE49-F238E27FC236}">
                <a16:creationId xmlns:a16="http://schemas.microsoft.com/office/drawing/2014/main" id="{2F611CBB-4F4E-EC09-C07B-78C2D10ED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Oval 1012">
            <a:extLst>
              <a:ext uri="{FF2B5EF4-FFF2-40B4-BE49-F238E27FC236}">
                <a16:creationId xmlns:a16="http://schemas.microsoft.com/office/drawing/2014/main" id="{3381E47F-DA3F-F274-B940-0A508153E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5" name="Oval 1013">
            <a:extLst>
              <a:ext uri="{FF2B5EF4-FFF2-40B4-BE49-F238E27FC236}">
                <a16:creationId xmlns:a16="http://schemas.microsoft.com/office/drawing/2014/main" id="{0CE202B8-31EC-81FB-4862-8B5BECE9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6" name="Oval 1014">
            <a:extLst>
              <a:ext uri="{FF2B5EF4-FFF2-40B4-BE49-F238E27FC236}">
                <a16:creationId xmlns:a16="http://schemas.microsoft.com/office/drawing/2014/main" id="{F58AEF84-98E1-498E-123C-2081E77B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Rectangle 1015">
            <a:extLst>
              <a:ext uri="{FF2B5EF4-FFF2-40B4-BE49-F238E27FC236}">
                <a16:creationId xmlns:a16="http://schemas.microsoft.com/office/drawing/2014/main" id="{3E1FA5F0-15CE-BDCE-898A-8D8033AF6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AA2AAAE-BB71-E308-D773-2170CDBD2C23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4EA1E250-1564-58B3-4803-8EEEDD84E380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40" name="Group 652">
              <a:extLst>
                <a:ext uri="{FF2B5EF4-FFF2-40B4-BE49-F238E27FC236}">
                  <a16:creationId xmlns:a16="http://schemas.microsoft.com/office/drawing/2014/main" id="{CEF0BDDF-0C2A-7A9A-C06E-CFBDE4E1E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447" name="Picture 653" descr="iphone_stylized_small">
                <a:extLst>
                  <a:ext uri="{FF2B5EF4-FFF2-40B4-BE49-F238E27FC236}">
                    <a16:creationId xmlns:a16="http://schemas.microsoft.com/office/drawing/2014/main" id="{00305218-E9DB-942B-8587-BCBD735C4F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8" name="Picture 654" descr="antenna_radiation_stylized">
                <a:extLst>
                  <a:ext uri="{FF2B5EF4-FFF2-40B4-BE49-F238E27FC236}">
                    <a16:creationId xmlns:a16="http://schemas.microsoft.com/office/drawing/2014/main" id="{07139FFD-8D85-F7D0-06AF-A477DFC86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41" name="Group 590">
              <a:extLst>
                <a:ext uri="{FF2B5EF4-FFF2-40B4-BE49-F238E27FC236}">
                  <a16:creationId xmlns:a16="http://schemas.microsoft.com/office/drawing/2014/main" id="{FE75F7F9-0660-1874-7354-61491203B87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45" name="Picture 591" descr="desktop_computer_stylized_medium">
                <a:extLst>
                  <a:ext uri="{FF2B5EF4-FFF2-40B4-BE49-F238E27FC236}">
                    <a16:creationId xmlns:a16="http://schemas.microsoft.com/office/drawing/2014/main" id="{62FC3E07-656C-98CF-C712-D36838799F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6" name="Freeform 592">
                <a:extLst>
                  <a:ext uri="{FF2B5EF4-FFF2-40B4-BE49-F238E27FC236}">
                    <a16:creationId xmlns:a16="http://schemas.microsoft.com/office/drawing/2014/main" id="{0213D006-0AE0-A024-0B58-C809A97C5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940E5161-76A7-DC9B-A621-551027DE843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86F29B29-5642-E1F4-40A1-561C6A5CAF64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49BE1E8F-27C5-A015-95A0-197CBFD59F6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9" name="Group 618">
            <a:extLst>
              <a:ext uri="{FF2B5EF4-FFF2-40B4-BE49-F238E27FC236}">
                <a16:creationId xmlns:a16="http://schemas.microsoft.com/office/drawing/2014/main" id="{0C23DE38-692A-38A4-E80E-C06A68B4FFAE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450" name="Rectangle 227">
              <a:extLst>
                <a:ext uri="{FF2B5EF4-FFF2-40B4-BE49-F238E27FC236}">
                  <a16:creationId xmlns:a16="http://schemas.microsoft.com/office/drawing/2014/main" id="{BC26FD0B-DAA5-7E6A-A550-D8979E35F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228">
              <a:extLst>
                <a:ext uri="{FF2B5EF4-FFF2-40B4-BE49-F238E27FC236}">
                  <a16:creationId xmlns:a16="http://schemas.microsoft.com/office/drawing/2014/main" id="{6AB4A8E2-CC54-8D53-C73C-DB386161C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2" name="Rectangle 229">
              <a:extLst>
                <a:ext uri="{FF2B5EF4-FFF2-40B4-BE49-F238E27FC236}">
                  <a16:creationId xmlns:a16="http://schemas.microsoft.com/office/drawing/2014/main" id="{CC5236EE-0043-8DAE-5435-99A1DE950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3" name="Text Box 230">
              <a:extLst>
                <a:ext uri="{FF2B5EF4-FFF2-40B4-BE49-F238E27FC236}">
                  <a16:creationId xmlns:a16="http://schemas.microsoft.com/office/drawing/2014/main" id="{1F7F1476-BB6F-D0FF-52AC-CEE9C9F0B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231">
              <a:extLst>
                <a:ext uri="{FF2B5EF4-FFF2-40B4-BE49-F238E27FC236}">
                  <a16:creationId xmlns:a16="http://schemas.microsoft.com/office/drawing/2014/main" id="{ABE830E0-49C0-1B13-3AE7-7D9FDAA0F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" name="Line 232">
              <a:extLst>
                <a:ext uri="{FF2B5EF4-FFF2-40B4-BE49-F238E27FC236}">
                  <a16:creationId xmlns:a16="http://schemas.microsoft.com/office/drawing/2014/main" id="{BEDFF89B-5165-6AFB-39E7-D80BB0B22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" name="Line 233">
              <a:extLst>
                <a:ext uri="{FF2B5EF4-FFF2-40B4-BE49-F238E27FC236}">
                  <a16:creationId xmlns:a16="http://schemas.microsoft.com/office/drawing/2014/main" id="{BBE133BF-6A78-3FA6-5C9D-E47C29870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" name="Freeform 917">
              <a:extLst>
                <a:ext uri="{FF2B5EF4-FFF2-40B4-BE49-F238E27FC236}">
                  <a16:creationId xmlns:a16="http://schemas.microsoft.com/office/drawing/2014/main" id="{CCA85F9A-21A5-0031-2CE5-742604D4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58" name="Group 619">
            <a:extLst>
              <a:ext uri="{FF2B5EF4-FFF2-40B4-BE49-F238E27FC236}">
                <a16:creationId xmlns:a16="http://schemas.microsoft.com/office/drawing/2014/main" id="{36E58252-40F2-A1E5-3C81-73F71FAE3762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459" name="Rectangle 227">
              <a:extLst>
                <a:ext uri="{FF2B5EF4-FFF2-40B4-BE49-F238E27FC236}">
                  <a16:creationId xmlns:a16="http://schemas.microsoft.com/office/drawing/2014/main" id="{2AA1B06A-19E9-19EF-E30C-87E5CE78A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0" name="Rectangle 228">
              <a:extLst>
                <a:ext uri="{FF2B5EF4-FFF2-40B4-BE49-F238E27FC236}">
                  <a16:creationId xmlns:a16="http://schemas.microsoft.com/office/drawing/2014/main" id="{D89CBEEC-DB61-8CF5-61CC-1F115C4A8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229">
              <a:extLst>
                <a:ext uri="{FF2B5EF4-FFF2-40B4-BE49-F238E27FC236}">
                  <a16:creationId xmlns:a16="http://schemas.microsoft.com/office/drawing/2014/main" id="{246EAE0B-0C78-20D0-8EE3-42BDF8F2F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Text Box 230">
              <a:extLst>
                <a:ext uri="{FF2B5EF4-FFF2-40B4-BE49-F238E27FC236}">
                  <a16:creationId xmlns:a16="http://schemas.microsoft.com/office/drawing/2014/main" id="{6903109A-2BFA-F110-F593-7124317DF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Line 231">
              <a:extLst>
                <a:ext uri="{FF2B5EF4-FFF2-40B4-BE49-F238E27FC236}">
                  <a16:creationId xmlns:a16="http://schemas.microsoft.com/office/drawing/2014/main" id="{E99305AE-7EFC-3AB2-A5EC-AB0B1A58B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" name="Line 232">
              <a:extLst>
                <a:ext uri="{FF2B5EF4-FFF2-40B4-BE49-F238E27FC236}">
                  <a16:creationId xmlns:a16="http://schemas.microsoft.com/office/drawing/2014/main" id="{2B2167C6-E165-FCB8-5FB7-844DA5EB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" name="Line 233">
              <a:extLst>
                <a:ext uri="{FF2B5EF4-FFF2-40B4-BE49-F238E27FC236}">
                  <a16:creationId xmlns:a16="http://schemas.microsoft.com/office/drawing/2014/main" id="{4E52DACC-F1AF-F039-DE03-F02BEF01A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" name="Freeform 917">
              <a:extLst>
                <a:ext uri="{FF2B5EF4-FFF2-40B4-BE49-F238E27FC236}">
                  <a16:creationId xmlns:a16="http://schemas.microsoft.com/office/drawing/2014/main" id="{6D060915-3608-DC96-F34C-21CD13C34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7" name="Group 628">
            <a:extLst>
              <a:ext uri="{FF2B5EF4-FFF2-40B4-BE49-F238E27FC236}">
                <a16:creationId xmlns:a16="http://schemas.microsoft.com/office/drawing/2014/main" id="{E785093C-DF74-ED42-F519-BA6EA811D3D1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468" name="Rectangle 227">
              <a:extLst>
                <a:ext uri="{FF2B5EF4-FFF2-40B4-BE49-F238E27FC236}">
                  <a16:creationId xmlns:a16="http://schemas.microsoft.com/office/drawing/2014/main" id="{B8B80032-65A4-807E-99B7-BFBB21D0B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9" name="Rectangle 228">
              <a:extLst>
                <a:ext uri="{FF2B5EF4-FFF2-40B4-BE49-F238E27FC236}">
                  <a16:creationId xmlns:a16="http://schemas.microsoft.com/office/drawing/2014/main" id="{F0A67C45-C875-4F78-4549-EC3BE1FB8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0" name="Rectangle 229">
              <a:extLst>
                <a:ext uri="{FF2B5EF4-FFF2-40B4-BE49-F238E27FC236}">
                  <a16:creationId xmlns:a16="http://schemas.microsoft.com/office/drawing/2014/main" id="{018C9B69-9DAE-EF18-CB71-18C4A2403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1" name="Text Box 230">
              <a:extLst>
                <a:ext uri="{FF2B5EF4-FFF2-40B4-BE49-F238E27FC236}">
                  <a16:creationId xmlns:a16="http://schemas.microsoft.com/office/drawing/2014/main" id="{D09CAFE7-DE02-273C-5341-30A65D1E9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2" name="Line 231">
              <a:extLst>
                <a:ext uri="{FF2B5EF4-FFF2-40B4-BE49-F238E27FC236}">
                  <a16:creationId xmlns:a16="http://schemas.microsoft.com/office/drawing/2014/main" id="{BF30563B-9E50-843C-D1DF-403D17A7E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" name="Line 232">
              <a:extLst>
                <a:ext uri="{FF2B5EF4-FFF2-40B4-BE49-F238E27FC236}">
                  <a16:creationId xmlns:a16="http://schemas.microsoft.com/office/drawing/2014/main" id="{76EB18A4-70DA-29F5-B5EF-8ECC922AB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" name="Line 233">
              <a:extLst>
                <a:ext uri="{FF2B5EF4-FFF2-40B4-BE49-F238E27FC236}">
                  <a16:creationId xmlns:a16="http://schemas.microsoft.com/office/drawing/2014/main" id="{3654DB9C-B44D-B454-8D24-C821032FF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" name="Freeform 917">
              <a:extLst>
                <a:ext uri="{FF2B5EF4-FFF2-40B4-BE49-F238E27FC236}">
                  <a16:creationId xmlns:a16="http://schemas.microsoft.com/office/drawing/2014/main" id="{5340B4DE-7B12-AEAC-EC41-7F128A4A3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6" name="Line 913">
            <a:extLst>
              <a:ext uri="{FF2B5EF4-FFF2-40B4-BE49-F238E27FC236}">
                <a16:creationId xmlns:a16="http://schemas.microsoft.com/office/drawing/2014/main" id="{CACDD99F-0783-7EB8-63E7-0C85239F9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7" name="Line 911">
            <a:extLst>
              <a:ext uri="{FF2B5EF4-FFF2-40B4-BE49-F238E27FC236}">
                <a16:creationId xmlns:a16="http://schemas.microsoft.com/office/drawing/2014/main" id="{C956EF78-BA1B-7914-B7B6-73E31767E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8" name="Group 950">
            <a:extLst>
              <a:ext uri="{FF2B5EF4-FFF2-40B4-BE49-F238E27FC236}">
                <a16:creationId xmlns:a16="http://schemas.microsoft.com/office/drawing/2014/main" id="{A7D3FAC5-394C-EAEE-82C8-967ADCF50895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79" name="Freeform 951">
              <a:extLst>
                <a:ext uri="{FF2B5EF4-FFF2-40B4-BE49-F238E27FC236}">
                  <a16:creationId xmlns:a16="http://schemas.microsoft.com/office/drawing/2014/main" id="{F8E66489-5210-5869-21BE-4F0A6504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0" name="Rectangle 952">
              <a:extLst>
                <a:ext uri="{FF2B5EF4-FFF2-40B4-BE49-F238E27FC236}">
                  <a16:creationId xmlns:a16="http://schemas.microsoft.com/office/drawing/2014/main" id="{0A8BC0F8-D4EB-C742-E3F1-E07BD1DD9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1" name="Freeform 953">
              <a:extLst>
                <a:ext uri="{FF2B5EF4-FFF2-40B4-BE49-F238E27FC236}">
                  <a16:creationId xmlns:a16="http://schemas.microsoft.com/office/drawing/2014/main" id="{DC4F5D0D-C4B0-C5CA-C3BE-8E9BAFA91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2" name="Freeform 954">
              <a:extLst>
                <a:ext uri="{FF2B5EF4-FFF2-40B4-BE49-F238E27FC236}">
                  <a16:creationId xmlns:a16="http://schemas.microsoft.com/office/drawing/2014/main" id="{EC6A06D4-F7A6-0EF6-E80D-2C3536B6D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3" name="Rectangle 955">
              <a:extLst>
                <a:ext uri="{FF2B5EF4-FFF2-40B4-BE49-F238E27FC236}">
                  <a16:creationId xmlns:a16="http://schemas.microsoft.com/office/drawing/2014/main" id="{C7FAA5FC-1F72-65B8-ECC0-83FE67CD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4" name="Group 956">
              <a:extLst>
                <a:ext uri="{FF2B5EF4-FFF2-40B4-BE49-F238E27FC236}">
                  <a16:creationId xmlns:a16="http://schemas.microsoft.com/office/drawing/2014/main" id="{C10B392F-2F2F-659D-BF88-FF93B9ECE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9" name="AutoShape 957">
                <a:extLst>
                  <a:ext uri="{FF2B5EF4-FFF2-40B4-BE49-F238E27FC236}">
                    <a16:creationId xmlns:a16="http://schemas.microsoft.com/office/drawing/2014/main" id="{376E29E6-0A71-485E-2557-433654F96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58">
                <a:extLst>
                  <a:ext uri="{FF2B5EF4-FFF2-40B4-BE49-F238E27FC236}">
                    <a16:creationId xmlns:a16="http://schemas.microsoft.com/office/drawing/2014/main" id="{05C12AFC-B060-152A-B845-69871224A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5" name="Rectangle 959">
              <a:extLst>
                <a:ext uri="{FF2B5EF4-FFF2-40B4-BE49-F238E27FC236}">
                  <a16:creationId xmlns:a16="http://schemas.microsoft.com/office/drawing/2014/main" id="{F0462AF1-E1A7-A44A-8160-AE6A033BC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6" name="Group 960">
              <a:extLst>
                <a:ext uri="{FF2B5EF4-FFF2-40B4-BE49-F238E27FC236}">
                  <a16:creationId xmlns:a16="http://schemas.microsoft.com/office/drawing/2014/main" id="{8F392634-9273-B565-A534-343DB7E7C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07" name="AutoShape 961">
                <a:extLst>
                  <a:ext uri="{FF2B5EF4-FFF2-40B4-BE49-F238E27FC236}">
                    <a16:creationId xmlns:a16="http://schemas.microsoft.com/office/drawing/2014/main" id="{F54E9604-D0AE-33A3-D729-3A64CB3BE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8" name="AutoShape 962">
                <a:extLst>
                  <a:ext uri="{FF2B5EF4-FFF2-40B4-BE49-F238E27FC236}">
                    <a16:creationId xmlns:a16="http://schemas.microsoft.com/office/drawing/2014/main" id="{3254D7D0-A885-3EC4-A8A8-61A786064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7" name="Rectangle 963">
              <a:extLst>
                <a:ext uri="{FF2B5EF4-FFF2-40B4-BE49-F238E27FC236}">
                  <a16:creationId xmlns:a16="http://schemas.microsoft.com/office/drawing/2014/main" id="{96CD0B97-EA7F-575C-9DAA-CE6D57CA2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8" name="Rectangle 964">
              <a:extLst>
                <a:ext uri="{FF2B5EF4-FFF2-40B4-BE49-F238E27FC236}">
                  <a16:creationId xmlns:a16="http://schemas.microsoft.com/office/drawing/2014/main" id="{C6563A10-0ABE-BB85-D389-804533369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9" name="Group 965">
              <a:extLst>
                <a:ext uri="{FF2B5EF4-FFF2-40B4-BE49-F238E27FC236}">
                  <a16:creationId xmlns:a16="http://schemas.microsoft.com/office/drawing/2014/main" id="{911F23A6-86F9-AE75-8D61-F3E803F92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05" name="AutoShape 966">
                <a:extLst>
                  <a:ext uri="{FF2B5EF4-FFF2-40B4-BE49-F238E27FC236}">
                    <a16:creationId xmlns:a16="http://schemas.microsoft.com/office/drawing/2014/main" id="{A233A34C-2A0A-1666-E381-449EB2A7B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6" name="AutoShape 967">
                <a:extLst>
                  <a:ext uri="{FF2B5EF4-FFF2-40B4-BE49-F238E27FC236}">
                    <a16:creationId xmlns:a16="http://schemas.microsoft.com/office/drawing/2014/main" id="{71E21726-4106-1287-7E2B-862777067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0" name="Freeform 968">
              <a:extLst>
                <a:ext uri="{FF2B5EF4-FFF2-40B4-BE49-F238E27FC236}">
                  <a16:creationId xmlns:a16="http://schemas.microsoft.com/office/drawing/2014/main" id="{A126A617-A2C4-D4BF-8AAE-79B1BFC87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1" name="Group 969">
              <a:extLst>
                <a:ext uri="{FF2B5EF4-FFF2-40B4-BE49-F238E27FC236}">
                  <a16:creationId xmlns:a16="http://schemas.microsoft.com/office/drawing/2014/main" id="{00BA1513-6672-E568-1A56-119DC1656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3" name="AutoShape 970">
                <a:extLst>
                  <a:ext uri="{FF2B5EF4-FFF2-40B4-BE49-F238E27FC236}">
                    <a16:creationId xmlns:a16="http://schemas.microsoft.com/office/drawing/2014/main" id="{D8E1AF97-ACA6-19FA-F591-3209C5F89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4" name="AutoShape 971">
                <a:extLst>
                  <a:ext uri="{FF2B5EF4-FFF2-40B4-BE49-F238E27FC236}">
                    <a16:creationId xmlns:a16="http://schemas.microsoft.com/office/drawing/2014/main" id="{96CEE8FD-2FD5-2EDD-06B3-D9942B6FE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2" name="Rectangle 972">
              <a:extLst>
                <a:ext uri="{FF2B5EF4-FFF2-40B4-BE49-F238E27FC236}">
                  <a16:creationId xmlns:a16="http://schemas.microsoft.com/office/drawing/2014/main" id="{10F7D5EA-4E07-58BC-3AB1-E3BCA2E74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3" name="Freeform 973">
              <a:extLst>
                <a:ext uri="{FF2B5EF4-FFF2-40B4-BE49-F238E27FC236}">
                  <a16:creationId xmlns:a16="http://schemas.microsoft.com/office/drawing/2014/main" id="{9F64EED4-86F8-EDF4-66A5-F20086660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4" name="Freeform 974">
              <a:extLst>
                <a:ext uri="{FF2B5EF4-FFF2-40B4-BE49-F238E27FC236}">
                  <a16:creationId xmlns:a16="http://schemas.microsoft.com/office/drawing/2014/main" id="{ABE75316-1267-3287-B2B9-240F02D27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5" name="Oval 975">
              <a:extLst>
                <a:ext uri="{FF2B5EF4-FFF2-40B4-BE49-F238E27FC236}">
                  <a16:creationId xmlns:a16="http://schemas.microsoft.com/office/drawing/2014/main" id="{DC5BD0F2-566A-3D8E-482B-44F459643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6" name="Freeform 976">
              <a:extLst>
                <a:ext uri="{FF2B5EF4-FFF2-40B4-BE49-F238E27FC236}">
                  <a16:creationId xmlns:a16="http://schemas.microsoft.com/office/drawing/2014/main" id="{A3D33E20-8B51-757D-9278-AB12FA131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7" name="AutoShape 977">
              <a:extLst>
                <a:ext uri="{FF2B5EF4-FFF2-40B4-BE49-F238E27FC236}">
                  <a16:creationId xmlns:a16="http://schemas.microsoft.com/office/drawing/2014/main" id="{22048879-A69E-0E2B-D766-1DAF59C7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8" name="AutoShape 978">
              <a:extLst>
                <a:ext uri="{FF2B5EF4-FFF2-40B4-BE49-F238E27FC236}">
                  <a16:creationId xmlns:a16="http://schemas.microsoft.com/office/drawing/2014/main" id="{795D2A8F-DAAD-52A2-43D6-319E13F63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Oval 979">
              <a:extLst>
                <a:ext uri="{FF2B5EF4-FFF2-40B4-BE49-F238E27FC236}">
                  <a16:creationId xmlns:a16="http://schemas.microsoft.com/office/drawing/2014/main" id="{D36A6CD6-6B00-08EC-209B-3BB6582E6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0" name="Oval 980">
              <a:extLst>
                <a:ext uri="{FF2B5EF4-FFF2-40B4-BE49-F238E27FC236}">
                  <a16:creationId xmlns:a16="http://schemas.microsoft.com/office/drawing/2014/main" id="{AEE05C88-ED62-573E-F06A-538BD798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1" name="Oval 981">
              <a:extLst>
                <a:ext uri="{FF2B5EF4-FFF2-40B4-BE49-F238E27FC236}">
                  <a16:creationId xmlns:a16="http://schemas.microsoft.com/office/drawing/2014/main" id="{94D36D19-67A7-5AE3-4B6C-40A44E107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Rectangle 982">
              <a:extLst>
                <a:ext uri="{FF2B5EF4-FFF2-40B4-BE49-F238E27FC236}">
                  <a16:creationId xmlns:a16="http://schemas.microsoft.com/office/drawing/2014/main" id="{BC4EB7B4-1A44-1B07-5E77-DF7A90B0D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12" name="Content Placeholder 2">
            <a:extLst>
              <a:ext uri="{FF2B5EF4-FFF2-40B4-BE49-F238E27FC236}">
                <a16:creationId xmlns:a16="http://schemas.microsoft.com/office/drawing/2014/main" id="{7FFB177C-BF37-689B-3263-89C3A1D6D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5244" cy="4351338"/>
          </a:xfrm>
        </p:spPr>
        <p:txBody>
          <a:bodyPr>
            <a:normAutofit/>
          </a:bodyPr>
          <a:lstStyle/>
          <a:p>
            <a:r>
              <a:rPr lang="en-US" dirty="0"/>
              <a:t>Applications are processes running on a host</a:t>
            </a:r>
          </a:p>
          <a:p>
            <a:r>
              <a:rPr lang="en-US" dirty="0"/>
              <a:t>Each host on the Internet is identified by a unique IP address</a:t>
            </a:r>
          </a:p>
          <a:p>
            <a:r>
              <a:rPr lang="en-US" dirty="0"/>
              <a:t>A single host can run multiple applications simultaneously</a:t>
            </a:r>
          </a:p>
          <a:p>
            <a:r>
              <a:rPr lang="en-US" dirty="0"/>
              <a:t>When a packet arrives at the host, how does it determine which application should receive it?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4EE33-5A2F-7682-19AA-66C0BE09CC31}"/>
              </a:ext>
            </a:extLst>
          </p:cNvPr>
          <p:cNvSpPr txBox="1"/>
          <p:nvPr/>
        </p:nvSpPr>
        <p:spPr>
          <a:xfrm>
            <a:off x="6977738" y="6368144"/>
            <a:ext cx="44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4030946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6D72-47D0-1D80-61B3-37CA04F0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3CE9-4EF6-E3B0-3DFB-60BD1F3F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E1637-BE27-6DB1-04A1-B70982ED0B64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reeform 370">
            <a:extLst>
              <a:ext uri="{FF2B5EF4-FFF2-40B4-BE49-F238E27FC236}">
                <a16:creationId xmlns:a16="http://schemas.microsoft.com/office/drawing/2014/main" id="{72E690D5-7B33-9DE1-B6FF-563F4D2D12EB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 417">
            <a:extLst>
              <a:ext uri="{FF2B5EF4-FFF2-40B4-BE49-F238E27FC236}">
                <a16:creationId xmlns:a16="http://schemas.microsoft.com/office/drawing/2014/main" id="{35610076-1F68-A48B-E8F5-1377740D90FA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418">
            <a:extLst>
              <a:ext uri="{FF2B5EF4-FFF2-40B4-BE49-F238E27FC236}">
                <a16:creationId xmlns:a16="http://schemas.microsoft.com/office/drawing/2014/main" id="{DC4613A4-F843-BEFE-2062-E0429859625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8" name="Rectangle 419">
              <a:extLst>
                <a:ext uri="{FF2B5EF4-FFF2-40B4-BE49-F238E27FC236}">
                  <a16:creationId xmlns:a16="http://schemas.microsoft.com/office/drawing/2014/main" id="{2BFF0CEC-C314-4F5B-7B90-2BD3CC463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" name="AutoShape 420">
              <a:extLst>
                <a:ext uri="{FF2B5EF4-FFF2-40B4-BE49-F238E27FC236}">
                  <a16:creationId xmlns:a16="http://schemas.microsoft.com/office/drawing/2014/main" id="{29C257E8-7374-A668-473D-738F441D0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0" name="Freeform 427">
            <a:extLst>
              <a:ext uri="{FF2B5EF4-FFF2-40B4-BE49-F238E27FC236}">
                <a16:creationId xmlns:a16="http://schemas.microsoft.com/office/drawing/2014/main" id="{6642FFC4-873E-3144-2D31-6465AC0F2ADB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Box 580">
            <a:extLst>
              <a:ext uri="{FF2B5EF4-FFF2-40B4-BE49-F238E27FC236}">
                <a16:creationId xmlns:a16="http://schemas.microsoft.com/office/drawing/2014/main" id="{AC6DB945-7122-1AD2-8260-45DCC3FE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2" name="Text Box 580">
            <a:extLst>
              <a:ext uri="{FF2B5EF4-FFF2-40B4-BE49-F238E27FC236}">
                <a16:creationId xmlns:a16="http://schemas.microsoft.com/office/drawing/2014/main" id="{6C57BAE6-CA16-9664-9BA4-0E1CBE40B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CD69AD93-76B1-AC5B-9F7A-D4C61065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4" name="Freeform 371">
            <a:extLst>
              <a:ext uri="{FF2B5EF4-FFF2-40B4-BE49-F238E27FC236}">
                <a16:creationId xmlns:a16="http://schemas.microsoft.com/office/drawing/2014/main" id="{68D98669-5776-F0BC-A288-4EA78D8B6C80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BE38B1-3626-406D-D214-A6BA04B2F775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6" name="Freeform 381">
              <a:extLst>
                <a:ext uri="{FF2B5EF4-FFF2-40B4-BE49-F238E27FC236}">
                  <a16:creationId xmlns:a16="http://schemas.microsoft.com/office/drawing/2014/main" id="{35A460E2-5C0D-A7BB-8662-AAC452440345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382">
              <a:extLst>
                <a:ext uri="{FF2B5EF4-FFF2-40B4-BE49-F238E27FC236}">
                  <a16:creationId xmlns:a16="http://schemas.microsoft.com/office/drawing/2014/main" id="{BB98B331-C5CC-3D4B-7DD0-71A1E3AE20E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B672EC6-7C68-FCF2-2EDD-1DA9EF6738A9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FDEBDA-A369-8F37-2C9E-C5C286D837D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0858002-A75C-488B-0E67-D87C810BBD1F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E3B97C-24AB-00E4-3EBF-9914AA10DAAA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35B079-6C6E-7E23-A1CA-ED6E7F04E5B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5ADC5A-F99D-A00F-5EDB-674395EA48A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2A02ED-8F10-691C-C510-5F0B56AD3EF7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5" name="Freeform 398">
              <a:extLst>
                <a:ext uri="{FF2B5EF4-FFF2-40B4-BE49-F238E27FC236}">
                  <a16:creationId xmlns:a16="http://schemas.microsoft.com/office/drawing/2014/main" id="{FB4957FA-2879-4723-4988-A416329F802D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399">
              <a:extLst>
                <a:ext uri="{FF2B5EF4-FFF2-40B4-BE49-F238E27FC236}">
                  <a16:creationId xmlns:a16="http://schemas.microsoft.com/office/drawing/2014/main" id="{E19FF35C-969F-D39D-342A-82A2C77DF86F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5859475-2AA1-86F9-38D0-4958C3782C31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76E2009-B086-C0A0-E30C-80C5EC7EEF61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11D3372-9F92-417A-F436-C336E048E32C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9D01288-4B94-487A-458F-B94EF06FC552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AAFAF84-4E21-E57E-5C31-9EE0B4CF0A95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65EC4B5-ED4E-5100-09E8-DC6BE7A7C7A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Freeform 561">
            <a:extLst>
              <a:ext uri="{FF2B5EF4-FFF2-40B4-BE49-F238E27FC236}">
                <a16:creationId xmlns:a16="http://schemas.microsoft.com/office/drawing/2014/main" id="{8C8D766C-CF8B-9588-8B72-5AD56A1C1DB8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D157C7-D1B0-83DB-5F92-429101F0695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946D35-CB13-B176-3EF2-CD3C855C457B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9D8237-6656-D26B-8282-EBEBF20AA82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C4AD30-876D-123E-7FFA-549AD19C79E8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36BC72-5492-F303-F712-47DFCF1BE277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0AAA60E-3955-F20C-3DA1-5D140B31D3AD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C3E902-201E-6C85-18FC-E7267252A014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4D330F-C84E-90F4-87FD-09FE722A258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8C9484-00DF-D949-768C-895EAEF0DEDF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D3713E-8D12-061F-3609-B4F88CB026DC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6ECB19-53C3-3D6B-994B-C5BB28C6FA9B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66C292-D6DA-C106-1DC3-E0910BB60ECC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5A3151-1DED-FBEC-3658-5035B210958E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6011FB-3D7B-271D-CB7C-DBACB0D81B2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BF8859-7AFD-06BF-36BD-1CE23E10AF76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FE5BDD-81FF-00CD-244E-9E91178AC0B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8A8E453-E9AF-B645-6D12-812D8C93C686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40235EE-0591-E3E4-270D-9A8FE6EF2822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D1F5D3C9-2492-61D1-FA6F-4C4EFED2F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F77131E2-2E32-93B0-1A22-D5D727D10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D0959858-2A2D-C681-75EA-EE848A5E3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A0EFAAE2-6EB0-435D-BCE2-F4C81D8D9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A48E04D2-99E2-1D3D-03A1-8A870191F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B982B0B4-00A4-5CB9-C217-1729423B0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040E4A40-6674-7C0C-1250-F8B702BD2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EC2B7254-9A13-5CD3-23B1-B4FB11164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4C5B64E8-2B0F-93C1-6400-ACD8D91A8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061561AA-2B2A-1EE1-DC3D-7BAE0B8C1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214F6348-75A5-1D42-6990-EDC803C0B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F8267A34-71A3-1E0A-7414-8A0F20E4A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090BC983-DFB4-6364-24D0-E7246D336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39CCC927-BD30-C970-A1C8-6FE994146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DEAAC46-CA20-FD34-F29B-48147133A76D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E57775D-7E45-25C8-DB09-9FC740136F76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53DBD2B-6938-89E1-6CB3-2F1A54E7C13B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8595D2E-0778-AA2C-E4CF-8F324EBC4F78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6492BAC-43B8-16CA-6A69-6F71B7D01947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B0F66F93-F28D-FCF5-472C-592AA1242D5D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DE72DEB-F2AD-5111-3395-5F93D45FBA1D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865532D-404E-2E6B-D4A4-1710739D2DC5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BF5586D7-B86D-85CC-307D-246CFE5F5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81FEC5F-7720-A574-6F05-FB3B265B1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9B0B0056-8BC0-F624-A394-DD411260A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30EF0AB1-8FE3-927F-F25C-64C674885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AB8759EC-41AF-E36F-0257-ED87CCB2B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23CFB5CF-1EA0-9FFE-93F1-441319254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1D31B6C5-F505-2C4D-9299-E777FD818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1F079EC7-F195-ED8F-05C2-59736965FF33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EC7C8BFC-599D-E9AA-8D09-99DFEDF93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E2E2D6EB-8F17-E9AD-D335-BFFD6FABF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5A9CB6B8-1B7F-3014-3BD8-B297F15C8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C9181AE3-5FF8-F0C8-6055-50DFA48227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5197B7C5-B986-8412-3CD8-FFAB59188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F2AADCB8-3ADA-D573-1CDB-D68B750EC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93658FC5-621D-553C-9F2A-6AD5E70DC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66579AA0-515C-68C5-41CD-41EF2FBCE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D0DA9CB6-3D0B-A343-4361-70F06CC882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0400CC09-D1DE-D820-DA27-C7CA287B4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A2738DAC-A331-E47A-CB21-6D2DD715E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C8970031-3D73-F4D7-E4D7-169EDD74F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383E5736-E534-A918-B347-0DD4C1B9B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9331909E-55BC-0D42-26BB-0F0264D6A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BFB96D03-3712-7FDF-FE9B-A4B3F3A03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78B7BE42-1617-F3FF-1CB6-1A32977A8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F13677F5-6134-676F-F3F4-75EEF888B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D4433DF6-9CA7-5CC3-98AA-B7A87DF85F84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0" name="Freeform 471">
              <a:extLst>
                <a:ext uri="{FF2B5EF4-FFF2-40B4-BE49-F238E27FC236}">
                  <a16:creationId xmlns:a16="http://schemas.microsoft.com/office/drawing/2014/main" id="{E944E81A-C97D-C9A3-342D-7DE01C9608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0E90397-D6B9-8DE8-96A1-DCD0D44D6DE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9CAE448-474E-FC88-D6C8-D6ED46D3B21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" name="Freeform 474">
                <a:extLst>
                  <a:ext uri="{FF2B5EF4-FFF2-40B4-BE49-F238E27FC236}">
                    <a16:creationId xmlns:a16="http://schemas.microsoft.com/office/drawing/2014/main" id="{E54FD83B-9584-4544-7BE0-ACB726E52F1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475">
                <a:extLst>
                  <a:ext uri="{FF2B5EF4-FFF2-40B4-BE49-F238E27FC236}">
                    <a16:creationId xmlns:a16="http://schemas.microsoft.com/office/drawing/2014/main" id="{7BC66D7A-C10C-9DE7-A137-AAE4D0DF40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476">
                <a:extLst>
                  <a:ext uri="{FF2B5EF4-FFF2-40B4-BE49-F238E27FC236}">
                    <a16:creationId xmlns:a16="http://schemas.microsoft.com/office/drawing/2014/main" id="{01F09558-C0BB-083F-481C-2C3047F55E9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477">
                <a:extLst>
                  <a:ext uri="{FF2B5EF4-FFF2-40B4-BE49-F238E27FC236}">
                    <a16:creationId xmlns:a16="http://schemas.microsoft.com/office/drawing/2014/main" id="{B61C735B-0A4F-0BED-FFF8-001DEEAFE72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1B1BF91-1A3D-172B-B12E-9F80AFDB50B2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8932FDB-62A4-BE70-131C-C02CD0F801C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521">
              <a:extLst>
                <a:ext uri="{FF2B5EF4-FFF2-40B4-BE49-F238E27FC236}">
                  <a16:creationId xmlns:a16="http://schemas.microsoft.com/office/drawing/2014/main" id="{29E091EA-BA5C-FAAF-F0A3-0D18BC4C82BA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061D52C-5A75-8A52-D465-E76459DCC13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1" name="Freeform 523">
                <a:extLst>
                  <a:ext uri="{FF2B5EF4-FFF2-40B4-BE49-F238E27FC236}">
                    <a16:creationId xmlns:a16="http://schemas.microsoft.com/office/drawing/2014/main" id="{536208E8-DB8E-4442-EEBE-CAFFC5D2145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524">
                <a:extLst>
                  <a:ext uri="{FF2B5EF4-FFF2-40B4-BE49-F238E27FC236}">
                    <a16:creationId xmlns:a16="http://schemas.microsoft.com/office/drawing/2014/main" id="{E34A18D2-30A4-1CBE-4B15-3A1D4D49D62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525">
                <a:extLst>
                  <a:ext uri="{FF2B5EF4-FFF2-40B4-BE49-F238E27FC236}">
                    <a16:creationId xmlns:a16="http://schemas.microsoft.com/office/drawing/2014/main" id="{9DA99602-2E07-CB42-8EFF-962216727A2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526">
                <a:extLst>
                  <a:ext uri="{FF2B5EF4-FFF2-40B4-BE49-F238E27FC236}">
                    <a16:creationId xmlns:a16="http://schemas.microsoft.com/office/drawing/2014/main" id="{57E43C0C-E317-CA35-C190-5ADA61AC4E5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336AC78-8644-E435-0BB4-5B21FDFD464C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6" name="Freeform 479">
              <a:extLst>
                <a:ext uri="{FF2B5EF4-FFF2-40B4-BE49-F238E27FC236}">
                  <a16:creationId xmlns:a16="http://schemas.microsoft.com/office/drawing/2014/main" id="{7EA62EC0-6669-FE47-4C60-88AAFF55EC6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DE85FF8-DE53-A017-7D4D-DD4B871ECC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B586FE6-6845-6950-DCC3-9C02041F26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" name="Freeform 482">
                <a:extLst>
                  <a:ext uri="{FF2B5EF4-FFF2-40B4-BE49-F238E27FC236}">
                    <a16:creationId xmlns:a16="http://schemas.microsoft.com/office/drawing/2014/main" id="{8BB2FD62-9BD4-7D7E-298C-EE46B4BB4F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483">
                <a:extLst>
                  <a:ext uri="{FF2B5EF4-FFF2-40B4-BE49-F238E27FC236}">
                    <a16:creationId xmlns:a16="http://schemas.microsoft.com/office/drawing/2014/main" id="{0C29DA90-1F64-D1D7-C6DF-00FF4DF3C86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484">
                <a:extLst>
                  <a:ext uri="{FF2B5EF4-FFF2-40B4-BE49-F238E27FC236}">
                    <a16:creationId xmlns:a16="http://schemas.microsoft.com/office/drawing/2014/main" id="{96DABBE1-C577-9086-2A25-6A5D461802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485">
                <a:extLst>
                  <a:ext uri="{FF2B5EF4-FFF2-40B4-BE49-F238E27FC236}">
                    <a16:creationId xmlns:a16="http://schemas.microsoft.com/office/drawing/2014/main" id="{2674F3D6-BA15-83FC-54A5-BF5B972C754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9399B3E-E7E2-940D-203C-C24B7EEF9DE1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DB86962-BBB9-FDE1-BD1E-D3831C6B8F0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530">
              <a:extLst>
                <a:ext uri="{FF2B5EF4-FFF2-40B4-BE49-F238E27FC236}">
                  <a16:creationId xmlns:a16="http://schemas.microsoft.com/office/drawing/2014/main" id="{20F175AD-23CE-8DB7-888F-188F27A5060A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5C37E93C-13DA-1D47-98B5-91289D570C5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7" name="Freeform 532">
                <a:extLst>
                  <a:ext uri="{FF2B5EF4-FFF2-40B4-BE49-F238E27FC236}">
                    <a16:creationId xmlns:a16="http://schemas.microsoft.com/office/drawing/2014/main" id="{C96943F1-89EE-1382-BBE2-D42894DF232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533">
                <a:extLst>
                  <a:ext uri="{FF2B5EF4-FFF2-40B4-BE49-F238E27FC236}">
                    <a16:creationId xmlns:a16="http://schemas.microsoft.com/office/drawing/2014/main" id="{D53D939F-BEC6-F4AC-C5C2-03EA7E29DCE3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534">
                <a:extLst>
                  <a:ext uri="{FF2B5EF4-FFF2-40B4-BE49-F238E27FC236}">
                    <a16:creationId xmlns:a16="http://schemas.microsoft.com/office/drawing/2014/main" id="{1CF4E1D5-F2D4-5B15-B8D3-024170250300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535">
                <a:extLst>
                  <a:ext uri="{FF2B5EF4-FFF2-40B4-BE49-F238E27FC236}">
                    <a16:creationId xmlns:a16="http://schemas.microsoft.com/office/drawing/2014/main" id="{B387D83F-451C-6B85-9C35-620CE4C8147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DD2A99A-0D55-E4BC-BDA3-BC6FD8975F46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2" name="Freeform 407">
              <a:extLst>
                <a:ext uri="{FF2B5EF4-FFF2-40B4-BE49-F238E27FC236}">
                  <a16:creationId xmlns:a16="http://schemas.microsoft.com/office/drawing/2014/main" id="{14AB82D4-BBE2-D7DB-E27E-C50A95A3515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71DF6CB-E94C-0909-1A44-43E986FC911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19E80F8-25B9-09CA-5B46-11B3E9DE9B2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410">
                <a:extLst>
                  <a:ext uri="{FF2B5EF4-FFF2-40B4-BE49-F238E27FC236}">
                    <a16:creationId xmlns:a16="http://schemas.microsoft.com/office/drawing/2014/main" id="{3BBFC897-BC42-4B25-904C-CCEC4138B78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411">
                <a:extLst>
                  <a:ext uri="{FF2B5EF4-FFF2-40B4-BE49-F238E27FC236}">
                    <a16:creationId xmlns:a16="http://schemas.microsoft.com/office/drawing/2014/main" id="{A3702083-4280-1E13-B24A-4B02423DDAD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412">
                <a:extLst>
                  <a:ext uri="{FF2B5EF4-FFF2-40B4-BE49-F238E27FC236}">
                    <a16:creationId xmlns:a16="http://schemas.microsoft.com/office/drawing/2014/main" id="{67B76FFB-6FD6-07AE-66B8-768B59D4635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413">
                <a:extLst>
                  <a:ext uri="{FF2B5EF4-FFF2-40B4-BE49-F238E27FC236}">
                    <a16:creationId xmlns:a16="http://schemas.microsoft.com/office/drawing/2014/main" id="{996C3FB9-E74A-AEA7-02AA-1DF5650DBD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F5DD1AE-7A17-4AE4-3B95-83523E30689D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0" name="Freeform 415">
              <a:extLst>
                <a:ext uri="{FF2B5EF4-FFF2-40B4-BE49-F238E27FC236}">
                  <a16:creationId xmlns:a16="http://schemas.microsoft.com/office/drawing/2014/main" id="{E5177F5A-787C-D118-8F48-D6170AFE08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CFD7C82-D8FD-2560-23E7-942DB7E9F74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D9FACFF6-2AC6-F829-4B23-6E0BE3120FD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418">
                <a:extLst>
                  <a:ext uri="{FF2B5EF4-FFF2-40B4-BE49-F238E27FC236}">
                    <a16:creationId xmlns:a16="http://schemas.microsoft.com/office/drawing/2014/main" id="{E04D9ED3-DE00-72F0-6A9A-097F9A917EC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419">
                <a:extLst>
                  <a:ext uri="{FF2B5EF4-FFF2-40B4-BE49-F238E27FC236}">
                    <a16:creationId xmlns:a16="http://schemas.microsoft.com/office/drawing/2014/main" id="{B8F8F42A-F62C-08AD-59C0-CB0741B377B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420">
                <a:extLst>
                  <a:ext uri="{FF2B5EF4-FFF2-40B4-BE49-F238E27FC236}">
                    <a16:creationId xmlns:a16="http://schemas.microsoft.com/office/drawing/2014/main" id="{11DBB4F6-611B-325D-F9B5-37E6F2E7B0E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421">
                <a:extLst>
                  <a:ext uri="{FF2B5EF4-FFF2-40B4-BE49-F238E27FC236}">
                    <a16:creationId xmlns:a16="http://schemas.microsoft.com/office/drawing/2014/main" id="{8E546F0C-E3FE-9D9E-44D5-B7D78C84339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71A50DC-BE24-38CB-A055-608A00742EA5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48" name="Freeform 455">
              <a:extLst>
                <a:ext uri="{FF2B5EF4-FFF2-40B4-BE49-F238E27FC236}">
                  <a16:creationId xmlns:a16="http://schemas.microsoft.com/office/drawing/2014/main" id="{EB0B22F0-AFB3-44CD-C840-69619F24ADA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30444A1-7994-6641-1BEA-936FCE4996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D61F9E5-5FF8-A7A2-3B0D-E849152322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458">
                <a:extLst>
                  <a:ext uri="{FF2B5EF4-FFF2-40B4-BE49-F238E27FC236}">
                    <a16:creationId xmlns:a16="http://schemas.microsoft.com/office/drawing/2014/main" id="{8F93E070-BF3D-BA02-3A72-B94032D73C9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459">
                <a:extLst>
                  <a:ext uri="{FF2B5EF4-FFF2-40B4-BE49-F238E27FC236}">
                    <a16:creationId xmlns:a16="http://schemas.microsoft.com/office/drawing/2014/main" id="{E4A68ABC-B21D-3CCD-AB9F-5AAF00A809B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460">
                <a:extLst>
                  <a:ext uri="{FF2B5EF4-FFF2-40B4-BE49-F238E27FC236}">
                    <a16:creationId xmlns:a16="http://schemas.microsoft.com/office/drawing/2014/main" id="{5F387661-4E05-5483-0DD5-8A474D0D0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461">
                <a:extLst>
                  <a:ext uri="{FF2B5EF4-FFF2-40B4-BE49-F238E27FC236}">
                    <a16:creationId xmlns:a16="http://schemas.microsoft.com/office/drawing/2014/main" id="{E3021AC6-4C92-05E7-0095-F65B49713EC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AB4E990-4B2A-DBDA-10B3-1677932750B2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56" name="Freeform 615">
              <a:extLst>
                <a:ext uri="{FF2B5EF4-FFF2-40B4-BE49-F238E27FC236}">
                  <a16:creationId xmlns:a16="http://schemas.microsoft.com/office/drawing/2014/main" id="{40395C82-C521-AB64-6D78-535C18A55E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0F42EEA-0BEC-A231-FC33-26EF0FE688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6DE9D41-7E9C-8038-52DB-ECBB0E95B5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618">
                <a:extLst>
                  <a:ext uri="{FF2B5EF4-FFF2-40B4-BE49-F238E27FC236}">
                    <a16:creationId xmlns:a16="http://schemas.microsoft.com/office/drawing/2014/main" id="{0BFA9DD8-BED8-C9AF-F8DD-5FC1149E67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619">
                <a:extLst>
                  <a:ext uri="{FF2B5EF4-FFF2-40B4-BE49-F238E27FC236}">
                    <a16:creationId xmlns:a16="http://schemas.microsoft.com/office/drawing/2014/main" id="{3C7B0CF0-E35B-BFEC-F809-5DFF694C2C4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620">
                <a:extLst>
                  <a:ext uri="{FF2B5EF4-FFF2-40B4-BE49-F238E27FC236}">
                    <a16:creationId xmlns:a16="http://schemas.microsoft.com/office/drawing/2014/main" id="{13C6DA8F-4AB1-FE6C-C86C-BBB96F6AE5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621">
                <a:extLst>
                  <a:ext uri="{FF2B5EF4-FFF2-40B4-BE49-F238E27FC236}">
                    <a16:creationId xmlns:a16="http://schemas.microsoft.com/office/drawing/2014/main" id="{76CD7058-5EE3-035E-947B-36F36BB7B49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780CFBD-818B-50F2-9016-859C2178D221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64" name="Freeform 577">
              <a:extLst>
                <a:ext uri="{FF2B5EF4-FFF2-40B4-BE49-F238E27FC236}">
                  <a16:creationId xmlns:a16="http://schemas.microsoft.com/office/drawing/2014/main" id="{3C033FB0-5889-AAE3-D16B-83241D7988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58D82CB-AC78-CB5C-78EF-DDAFF128BC6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7134242-94DA-724B-C793-AE0ED687A14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580">
                <a:extLst>
                  <a:ext uri="{FF2B5EF4-FFF2-40B4-BE49-F238E27FC236}">
                    <a16:creationId xmlns:a16="http://schemas.microsoft.com/office/drawing/2014/main" id="{580B54B8-DD61-1421-26B7-3098FE94D5F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581">
                <a:extLst>
                  <a:ext uri="{FF2B5EF4-FFF2-40B4-BE49-F238E27FC236}">
                    <a16:creationId xmlns:a16="http://schemas.microsoft.com/office/drawing/2014/main" id="{CF2C559F-255A-66EA-CCDA-634D978B88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582">
                <a:extLst>
                  <a:ext uri="{FF2B5EF4-FFF2-40B4-BE49-F238E27FC236}">
                    <a16:creationId xmlns:a16="http://schemas.microsoft.com/office/drawing/2014/main" id="{0FC597C6-23D0-0F84-F8C4-452CDB39CC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583">
                <a:extLst>
                  <a:ext uri="{FF2B5EF4-FFF2-40B4-BE49-F238E27FC236}">
                    <a16:creationId xmlns:a16="http://schemas.microsoft.com/office/drawing/2014/main" id="{2C75475F-70F0-9382-9E11-FDD7805F8A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FBBDA2B-568B-20EC-4D9F-B22D5CCA78A8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2" name="Freeform 593">
              <a:extLst>
                <a:ext uri="{FF2B5EF4-FFF2-40B4-BE49-F238E27FC236}">
                  <a16:creationId xmlns:a16="http://schemas.microsoft.com/office/drawing/2014/main" id="{3715B41E-8AF8-0645-EFEF-67AD5E04A6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E505AC3-3091-B659-12F2-E561F8B54C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1209261-2B91-C07D-928E-90FE7F39FE2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596">
                <a:extLst>
                  <a:ext uri="{FF2B5EF4-FFF2-40B4-BE49-F238E27FC236}">
                    <a16:creationId xmlns:a16="http://schemas.microsoft.com/office/drawing/2014/main" id="{93CF07B2-CE67-D8B5-C868-539C35F4357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597">
                <a:extLst>
                  <a:ext uri="{FF2B5EF4-FFF2-40B4-BE49-F238E27FC236}">
                    <a16:creationId xmlns:a16="http://schemas.microsoft.com/office/drawing/2014/main" id="{9FCE3299-CD47-A1DE-AB3B-82567D7FA8F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598">
                <a:extLst>
                  <a:ext uri="{FF2B5EF4-FFF2-40B4-BE49-F238E27FC236}">
                    <a16:creationId xmlns:a16="http://schemas.microsoft.com/office/drawing/2014/main" id="{74FB1ED9-A757-5B5F-557C-3EF7C231E8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599">
                <a:extLst>
                  <a:ext uri="{FF2B5EF4-FFF2-40B4-BE49-F238E27FC236}">
                    <a16:creationId xmlns:a16="http://schemas.microsoft.com/office/drawing/2014/main" id="{65F53128-ADEE-1E33-545C-27E81C5571D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D9A4CB6-720E-6829-6DA1-C8CC0E58A03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0" name="Freeform 601">
              <a:extLst>
                <a:ext uri="{FF2B5EF4-FFF2-40B4-BE49-F238E27FC236}">
                  <a16:creationId xmlns:a16="http://schemas.microsoft.com/office/drawing/2014/main" id="{949611F7-4573-92BA-E855-7AECF3F61C5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573B0DC-1724-BFC4-A06E-1FE5756BE03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6B4E011-30E8-472E-A740-84DABBF80B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604">
                <a:extLst>
                  <a:ext uri="{FF2B5EF4-FFF2-40B4-BE49-F238E27FC236}">
                    <a16:creationId xmlns:a16="http://schemas.microsoft.com/office/drawing/2014/main" id="{92AA0B90-81E9-B51C-523E-968A9E9D9B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605">
                <a:extLst>
                  <a:ext uri="{FF2B5EF4-FFF2-40B4-BE49-F238E27FC236}">
                    <a16:creationId xmlns:a16="http://schemas.microsoft.com/office/drawing/2014/main" id="{A0C1DF84-0657-FBE4-D687-1F0802BBB3C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606">
                <a:extLst>
                  <a:ext uri="{FF2B5EF4-FFF2-40B4-BE49-F238E27FC236}">
                    <a16:creationId xmlns:a16="http://schemas.microsoft.com/office/drawing/2014/main" id="{1893A14D-FE8F-FC68-78F4-DF2F6D964BF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607">
                <a:extLst>
                  <a:ext uri="{FF2B5EF4-FFF2-40B4-BE49-F238E27FC236}">
                    <a16:creationId xmlns:a16="http://schemas.microsoft.com/office/drawing/2014/main" id="{0E0B91A1-13C7-970D-4BBE-EB985DAE61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23193E7-9F63-03A4-91A6-9824D16365C0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88" name="Freeform 554">
              <a:extLst>
                <a:ext uri="{FF2B5EF4-FFF2-40B4-BE49-F238E27FC236}">
                  <a16:creationId xmlns:a16="http://schemas.microsoft.com/office/drawing/2014/main" id="{8B53110F-84C2-8601-A3A5-648E4064279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E3EA7073-CE57-40EA-2E7A-E6FF975772C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15B3EC46-FCDF-AAA0-6375-C06BE55DD00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557">
                <a:extLst>
                  <a:ext uri="{FF2B5EF4-FFF2-40B4-BE49-F238E27FC236}">
                    <a16:creationId xmlns:a16="http://schemas.microsoft.com/office/drawing/2014/main" id="{7BE6B025-AF3D-FC77-A13E-1F009FE3208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558">
                <a:extLst>
                  <a:ext uri="{FF2B5EF4-FFF2-40B4-BE49-F238E27FC236}">
                    <a16:creationId xmlns:a16="http://schemas.microsoft.com/office/drawing/2014/main" id="{98290FD7-1725-94B1-92AF-72FBBCDD276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559">
                <a:extLst>
                  <a:ext uri="{FF2B5EF4-FFF2-40B4-BE49-F238E27FC236}">
                    <a16:creationId xmlns:a16="http://schemas.microsoft.com/office/drawing/2014/main" id="{0BC09B58-38B3-E09E-69CC-82D8AAE2A2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560">
                <a:extLst>
                  <a:ext uri="{FF2B5EF4-FFF2-40B4-BE49-F238E27FC236}">
                    <a16:creationId xmlns:a16="http://schemas.microsoft.com/office/drawing/2014/main" id="{C115E9E3-6F4D-856A-5CBB-2393032622F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A78621A-BBE0-9EED-2107-F7A38E6C0E08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96" name="Freeform 585">
              <a:extLst>
                <a:ext uri="{FF2B5EF4-FFF2-40B4-BE49-F238E27FC236}">
                  <a16:creationId xmlns:a16="http://schemas.microsoft.com/office/drawing/2014/main" id="{AF419F39-426F-F521-BC3A-BB22DC7F18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5C98AC-2382-CA56-A59B-590168BA811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93943594-0E41-DC1A-EADA-F1568CC860E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588">
                <a:extLst>
                  <a:ext uri="{FF2B5EF4-FFF2-40B4-BE49-F238E27FC236}">
                    <a16:creationId xmlns:a16="http://schemas.microsoft.com/office/drawing/2014/main" id="{326BB181-AE16-3147-6302-7C61737E2F6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589">
                <a:extLst>
                  <a:ext uri="{FF2B5EF4-FFF2-40B4-BE49-F238E27FC236}">
                    <a16:creationId xmlns:a16="http://schemas.microsoft.com/office/drawing/2014/main" id="{795342D2-404B-9A0B-3B92-5F78653404F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590">
                <a:extLst>
                  <a:ext uri="{FF2B5EF4-FFF2-40B4-BE49-F238E27FC236}">
                    <a16:creationId xmlns:a16="http://schemas.microsoft.com/office/drawing/2014/main" id="{A6B60EDF-1927-644D-4DE3-81E887CEA5D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591">
                <a:extLst>
                  <a:ext uri="{FF2B5EF4-FFF2-40B4-BE49-F238E27FC236}">
                    <a16:creationId xmlns:a16="http://schemas.microsoft.com/office/drawing/2014/main" id="{08F2AEA7-30BC-157E-25F2-1000CCD684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4D9C159-1966-F6BA-EF58-1EA55BA1445E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04" name="Freeform 538">
              <a:extLst>
                <a:ext uri="{FF2B5EF4-FFF2-40B4-BE49-F238E27FC236}">
                  <a16:creationId xmlns:a16="http://schemas.microsoft.com/office/drawing/2014/main" id="{B0C14EB3-F244-F06E-118E-F68241F128D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76DAC956-E299-D796-0F92-B6144FBADA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4E28D071-2FA1-4F58-22DF-B81411615B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7" name="Freeform 541">
                <a:extLst>
                  <a:ext uri="{FF2B5EF4-FFF2-40B4-BE49-F238E27FC236}">
                    <a16:creationId xmlns:a16="http://schemas.microsoft.com/office/drawing/2014/main" id="{F8E5C5DB-3E91-515D-E772-B51C2B5185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542">
                <a:extLst>
                  <a:ext uri="{FF2B5EF4-FFF2-40B4-BE49-F238E27FC236}">
                    <a16:creationId xmlns:a16="http://schemas.microsoft.com/office/drawing/2014/main" id="{DF0A24AB-5448-B720-8AF7-DD11641643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Freeform 543">
                <a:extLst>
                  <a:ext uri="{FF2B5EF4-FFF2-40B4-BE49-F238E27FC236}">
                    <a16:creationId xmlns:a16="http://schemas.microsoft.com/office/drawing/2014/main" id="{297E4276-9856-3568-59F7-B620B94C550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Freeform 544">
                <a:extLst>
                  <a:ext uri="{FF2B5EF4-FFF2-40B4-BE49-F238E27FC236}">
                    <a16:creationId xmlns:a16="http://schemas.microsoft.com/office/drawing/2014/main" id="{1CE88942-73E1-2E67-0252-92E901F4281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811DCE15-0E9A-B1AF-4840-0C5EFCA3E5C3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2" name="Freeform 546">
              <a:extLst>
                <a:ext uri="{FF2B5EF4-FFF2-40B4-BE49-F238E27FC236}">
                  <a16:creationId xmlns:a16="http://schemas.microsoft.com/office/drawing/2014/main" id="{891DA7EB-6C28-2176-30A5-8921E6DF491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F8A17F7-FAE5-40B9-21B0-62AB5293B6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73F4394D-F634-C49A-AFDB-FC13BF182D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5" name="Freeform 549">
                <a:extLst>
                  <a:ext uri="{FF2B5EF4-FFF2-40B4-BE49-F238E27FC236}">
                    <a16:creationId xmlns:a16="http://schemas.microsoft.com/office/drawing/2014/main" id="{8DC462E3-0E67-B15B-9055-5FB053276E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550">
                <a:extLst>
                  <a:ext uri="{FF2B5EF4-FFF2-40B4-BE49-F238E27FC236}">
                    <a16:creationId xmlns:a16="http://schemas.microsoft.com/office/drawing/2014/main" id="{5C1DDCA0-7701-BDE4-3ECD-11666C21289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551">
                <a:extLst>
                  <a:ext uri="{FF2B5EF4-FFF2-40B4-BE49-F238E27FC236}">
                    <a16:creationId xmlns:a16="http://schemas.microsoft.com/office/drawing/2014/main" id="{39CF815E-8056-A5D1-D204-18AE3C500CA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Freeform 552">
                <a:extLst>
                  <a:ext uri="{FF2B5EF4-FFF2-40B4-BE49-F238E27FC236}">
                    <a16:creationId xmlns:a16="http://schemas.microsoft.com/office/drawing/2014/main" id="{1B342409-2AED-CEFC-8DFB-AF2E1C90FBB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CDBA858B-4B14-26F1-EFD5-B06B7157EA7F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0" name="Freeform 623">
              <a:extLst>
                <a:ext uri="{FF2B5EF4-FFF2-40B4-BE49-F238E27FC236}">
                  <a16:creationId xmlns:a16="http://schemas.microsoft.com/office/drawing/2014/main" id="{50290711-110C-5282-A1CF-BA9614C3639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AD688AB4-D5CB-50E4-08EB-922F00AA604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F1274E41-C6D3-AC18-EDA4-F2305EA0D80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" name="Freeform 626">
                <a:extLst>
                  <a:ext uri="{FF2B5EF4-FFF2-40B4-BE49-F238E27FC236}">
                    <a16:creationId xmlns:a16="http://schemas.microsoft.com/office/drawing/2014/main" id="{E6E573BD-465A-6528-9D73-13CBA320FD4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627">
                <a:extLst>
                  <a:ext uri="{FF2B5EF4-FFF2-40B4-BE49-F238E27FC236}">
                    <a16:creationId xmlns:a16="http://schemas.microsoft.com/office/drawing/2014/main" id="{0AC58357-7230-3B94-0084-10A647D175D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628">
                <a:extLst>
                  <a:ext uri="{FF2B5EF4-FFF2-40B4-BE49-F238E27FC236}">
                    <a16:creationId xmlns:a16="http://schemas.microsoft.com/office/drawing/2014/main" id="{C9EEFE3D-EC4C-029D-242C-18592DC5F2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629">
                <a:extLst>
                  <a:ext uri="{FF2B5EF4-FFF2-40B4-BE49-F238E27FC236}">
                    <a16:creationId xmlns:a16="http://schemas.microsoft.com/office/drawing/2014/main" id="{34686F9D-AE76-D53B-9BEE-99A40F215A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147C431-FAF9-A3A6-D928-CB93FD9EDA96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28" name="Freeform 463">
              <a:extLst>
                <a:ext uri="{FF2B5EF4-FFF2-40B4-BE49-F238E27FC236}">
                  <a16:creationId xmlns:a16="http://schemas.microsoft.com/office/drawing/2014/main" id="{F1B299A8-59E6-BF5C-348A-4A145EA284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D6967141-4F2C-D8AE-5033-7C96A2A4F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694797C9-8778-565E-F6F6-3A6DE9BA8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" name="Freeform 466">
                <a:extLst>
                  <a:ext uri="{FF2B5EF4-FFF2-40B4-BE49-F238E27FC236}">
                    <a16:creationId xmlns:a16="http://schemas.microsoft.com/office/drawing/2014/main" id="{CDE18302-0BFF-25A5-9FAC-772A37FAABC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467">
                <a:extLst>
                  <a:ext uri="{FF2B5EF4-FFF2-40B4-BE49-F238E27FC236}">
                    <a16:creationId xmlns:a16="http://schemas.microsoft.com/office/drawing/2014/main" id="{B52C330B-2601-7CE7-1F7D-1944648D1B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468">
                <a:extLst>
                  <a:ext uri="{FF2B5EF4-FFF2-40B4-BE49-F238E27FC236}">
                    <a16:creationId xmlns:a16="http://schemas.microsoft.com/office/drawing/2014/main" id="{4A2AEFD2-918A-3132-4B44-51841504F2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Freeform 469">
                <a:extLst>
                  <a:ext uri="{FF2B5EF4-FFF2-40B4-BE49-F238E27FC236}">
                    <a16:creationId xmlns:a16="http://schemas.microsoft.com/office/drawing/2014/main" id="{4F8C12CC-FB4B-F0CE-F1A7-8FAE80E6388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9C94719A-D715-09D1-F557-C4B91D617E99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36" name="Freeform 447">
              <a:extLst>
                <a:ext uri="{FF2B5EF4-FFF2-40B4-BE49-F238E27FC236}">
                  <a16:creationId xmlns:a16="http://schemas.microsoft.com/office/drawing/2014/main" id="{53DA4FBD-6770-D190-B63B-4BF10FEF47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0F508FCD-CE8A-7FB3-C00B-65C99134CC3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6C05B4A3-C360-3549-2753-E139AA71900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E9451933-7467-BE20-708D-B439EC129C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451">
                <a:extLst>
                  <a:ext uri="{FF2B5EF4-FFF2-40B4-BE49-F238E27FC236}">
                    <a16:creationId xmlns:a16="http://schemas.microsoft.com/office/drawing/2014/main" id="{6F0DE043-6A36-969D-42C7-8A6EF622140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Freeform 452">
                <a:extLst>
                  <a:ext uri="{FF2B5EF4-FFF2-40B4-BE49-F238E27FC236}">
                    <a16:creationId xmlns:a16="http://schemas.microsoft.com/office/drawing/2014/main" id="{E3C74C3C-8A54-E609-754F-7B79F0A8AC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Freeform 453">
                <a:extLst>
                  <a:ext uri="{FF2B5EF4-FFF2-40B4-BE49-F238E27FC236}">
                    <a16:creationId xmlns:a16="http://schemas.microsoft.com/office/drawing/2014/main" id="{8B755151-07A1-5B6E-507F-C4A0E0E88C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6F1FB5F-7B8B-A5B1-9F63-A6EE97CB4A3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44" name="Picture 1017" descr="antenna_stylized">
              <a:extLst>
                <a:ext uri="{FF2B5EF4-FFF2-40B4-BE49-F238E27FC236}">
                  <a16:creationId xmlns:a16="http://schemas.microsoft.com/office/drawing/2014/main" id="{9DB92A50-DE31-16D1-1C76-C28B56A9A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" name="Picture 1018" descr="laptop_keyboard">
              <a:extLst>
                <a:ext uri="{FF2B5EF4-FFF2-40B4-BE49-F238E27FC236}">
                  <a16:creationId xmlns:a16="http://schemas.microsoft.com/office/drawing/2014/main" id="{80DEED93-901D-CE39-9DA2-78D23AA563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" name="Freeform 1019">
              <a:extLst>
                <a:ext uri="{FF2B5EF4-FFF2-40B4-BE49-F238E27FC236}">
                  <a16:creationId xmlns:a16="http://schemas.microsoft.com/office/drawing/2014/main" id="{A0CE27AA-07D5-0F60-5AA5-69651C5AE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47" name="Picture 1020" descr="screen">
              <a:extLst>
                <a:ext uri="{FF2B5EF4-FFF2-40B4-BE49-F238E27FC236}">
                  <a16:creationId xmlns:a16="http://schemas.microsoft.com/office/drawing/2014/main" id="{CEAAF503-7690-A921-62A7-35D2DA0E8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" name="Freeform 1021">
              <a:extLst>
                <a:ext uri="{FF2B5EF4-FFF2-40B4-BE49-F238E27FC236}">
                  <a16:creationId xmlns:a16="http://schemas.microsoft.com/office/drawing/2014/main" id="{5DBD2401-989E-79A5-2319-51FFF3312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Freeform 1022">
              <a:extLst>
                <a:ext uri="{FF2B5EF4-FFF2-40B4-BE49-F238E27FC236}">
                  <a16:creationId xmlns:a16="http://schemas.microsoft.com/office/drawing/2014/main" id="{FACAA2F0-BA3F-A885-AFAF-BEDF739DA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Freeform 1023">
              <a:extLst>
                <a:ext uri="{FF2B5EF4-FFF2-40B4-BE49-F238E27FC236}">
                  <a16:creationId xmlns:a16="http://schemas.microsoft.com/office/drawing/2014/main" id="{83D2F22D-46CD-7D36-5DBB-B98563B21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Freeform 1024">
              <a:extLst>
                <a:ext uri="{FF2B5EF4-FFF2-40B4-BE49-F238E27FC236}">
                  <a16:creationId xmlns:a16="http://schemas.microsoft.com/office/drawing/2014/main" id="{2055F444-8620-DACB-0D37-98450AC6D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Freeform 1025">
              <a:extLst>
                <a:ext uri="{FF2B5EF4-FFF2-40B4-BE49-F238E27FC236}">
                  <a16:creationId xmlns:a16="http://schemas.microsoft.com/office/drawing/2014/main" id="{471BC192-A280-F385-7EAC-A7E5FB990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Freeform 1026">
              <a:extLst>
                <a:ext uri="{FF2B5EF4-FFF2-40B4-BE49-F238E27FC236}">
                  <a16:creationId xmlns:a16="http://schemas.microsoft.com/office/drawing/2014/main" id="{201BA647-7D93-28A9-7E76-077102C2C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54" name="Group 1027">
              <a:extLst>
                <a:ext uri="{FF2B5EF4-FFF2-40B4-BE49-F238E27FC236}">
                  <a16:creationId xmlns:a16="http://schemas.microsoft.com/office/drawing/2014/main" id="{C2E6EA75-C294-2088-EA2D-77643F583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1" name="Freeform 1028">
                <a:extLst>
                  <a:ext uri="{FF2B5EF4-FFF2-40B4-BE49-F238E27FC236}">
                    <a16:creationId xmlns:a16="http://schemas.microsoft.com/office/drawing/2014/main" id="{36FAB820-B072-1692-1F0A-AFFD4AA20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1029">
                <a:extLst>
                  <a:ext uri="{FF2B5EF4-FFF2-40B4-BE49-F238E27FC236}">
                    <a16:creationId xmlns:a16="http://schemas.microsoft.com/office/drawing/2014/main" id="{35B16CC3-E7D2-D5EB-8468-84B36A7BD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" name="Freeform 1030">
                <a:extLst>
                  <a:ext uri="{FF2B5EF4-FFF2-40B4-BE49-F238E27FC236}">
                    <a16:creationId xmlns:a16="http://schemas.microsoft.com/office/drawing/2014/main" id="{B29D7C81-1F22-50B3-B9DA-0B77A0C12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" name="Freeform 1031">
                <a:extLst>
                  <a:ext uri="{FF2B5EF4-FFF2-40B4-BE49-F238E27FC236}">
                    <a16:creationId xmlns:a16="http://schemas.microsoft.com/office/drawing/2014/main" id="{ED9A1BB3-0905-C5C4-1ED3-29181D233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5" name="Freeform 1032">
                <a:extLst>
                  <a:ext uri="{FF2B5EF4-FFF2-40B4-BE49-F238E27FC236}">
                    <a16:creationId xmlns:a16="http://schemas.microsoft.com/office/drawing/2014/main" id="{95E91A66-89E3-0F0E-7C3F-2A23FBE35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1033">
                <a:extLst>
                  <a:ext uri="{FF2B5EF4-FFF2-40B4-BE49-F238E27FC236}">
                    <a16:creationId xmlns:a16="http://schemas.microsoft.com/office/drawing/2014/main" id="{6694D21B-15D7-5B6E-C2AD-AFFA5410A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55" name="Freeform 1034">
              <a:extLst>
                <a:ext uri="{FF2B5EF4-FFF2-40B4-BE49-F238E27FC236}">
                  <a16:creationId xmlns:a16="http://schemas.microsoft.com/office/drawing/2014/main" id="{81CD4C93-E9E9-DEC1-2FF9-7FD97FE58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35">
              <a:extLst>
                <a:ext uri="{FF2B5EF4-FFF2-40B4-BE49-F238E27FC236}">
                  <a16:creationId xmlns:a16="http://schemas.microsoft.com/office/drawing/2014/main" id="{DB4F1B0D-3502-39F6-F3EB-FFF25A909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36">
              <a:extLst>
                <a:ext uri="{FF2B5EF4-FFF2-40B4-BE49-F238E27FC236}">
                  <a16:creationId xmlns:a16="http://schemas.microsoft.com/office/drawing/2014/main" id="{7DDBFC5D-2596-3117-FEE6-CB9DF5EAC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37">
              <a:extLst>
                <a:ext uri="{FF2B5EF4-FFF2-40B4-BE49-F238E27FC236}">
                  <a16:creationId xmlns:a16="http://schemas.microsoft.com/office/drawing/2014/main" id="{8C689BF3-A107-55DB-CED5-0F2784B55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38">
              <a:extLst>
                <a:ext uri="{FF2B5EF4-FFF2-40B4-BE49-F238E27FC236}">
                  <a16:creationId xmlns:a16="http://schemas.microsoft.com/office/drawing/2014/main" id="{6EB015EA-4FA4-DC07-0D36-6FBFFE043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0" name="Freeform 1039">
              <a:extLst>
                <a:ext uri="{FF2B5EF4-FFF2-40B4-BE49-F238E27FC236}">
                  <a16:creationId xmlns:a16="http://schemas.microsoft.com/office/drawing/2014/main" id="{59E536FB-062E-5B9B-FC1B-9EC05E4C625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1ED5315-DA8B-664E-78CD-BFF0D554E8FB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68" name="Picture 568" descr="light2.png">
              <a:extLst>
                <a:ext uri="{FF2B5EF4-FFF2-40B4-BE49-F238E27FC236}">
                  <a16:creationId xmlns:a16="http://schemas.microsoft.com/office/drawing/2014/main" id="{5C5F6C30-766C-56AE-CB78-CD9927838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9" name="Picture 1017" descr="antenna_stylized">
              <a:extLst>
                <a:ext uri="{FF2B5EF4-FFF2-40B4-BE49-F238E27FC236}">
                  <a16:creationId xmlns:a16="http://schemas.microsoft.com/office/drawing/2014/main" id="{31829691-0F99-61A1-6EDE-CCC64A4B8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57661AD-48E6-AFD9-9804-F69633196072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1" name="Picture 603" descr="car_icon_small">
              <a:extLst>
                <a:ext uri="{FF2B5EF4-FFF2-40B4-BE49-F238E27FC236}">
                  <a16:creationId xmlns:a16="http://schemas.microsoft.com/office/drawing/2014/main" id="{60B301FB-2F4B-47A8-7247-9FD74653C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2" name="Picture 1017" descr="antenna_stylized">
              <a:extLst>
                <a:ext uri="{FF2B5EF4-FFF2-40B4-BE49-F238E27FC236}">
                  <a16:creationId xmlns:a16="http://schemas.microsoft.com/office/drawing/2014/main" id="{AA09C2C7-6C37-8523-3C74-39045C9EF8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362DB71-1F8B-0152-C372-D4A1652A1C29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6E855971-2FD1-4557-F204-C9E2BE155B14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1" name="Picture 1115" descr="antenna_stylized">
                <a:extLst>
                  <a:ext uri="{FF2B5EF4-FFF2-40B4-BE49-F238E27FC236}">
                    <a16:creationId xmlns:a16="http://schemas.microsoft.com/office/drawing/2014/main" id="{11A154DA-55E6-46E0-6468-361C4B265F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2" name="Picture 1116" descr="laptop_keyboard">
                <a:extLst>
                  <a:ext uri="{FF2B5EF4-FFF2-40B4-BE49-F238E27FC236}">
                    <a16:creationId xmlns:a16="http://schemas.microsoft.com/office/drawing/2014/main" id="{B79EA813-5F38-9FB9-5A67-23ABFA5BE4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3" name="Freeform 1117">
                <a:extLst>
                  <a:ext uri="{FF2B5EF4-FFF2-40B4-BE49-F238E27FC236}">
                    <a16:creationId xmlns:a16="http://schemas.microsoft.com/office/drawing/2014/main" id="{E4A326BE-8B5A-71C2-1FF7-F68BA1BE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84" name="Picture 1118" descr="screen">
                <a:extLst>
                  <a:ext uri="{FF2B5EF4-FFF2-40B4-BE49-F238E27FC236}">
                    <a16:creationId xmlns:a16="http://schemas.microsoft.com/office/drawing/2014/main" id="{FDBC3A4B-302E-09A8-1E18-E17241AAEB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5" name="Freeform 1119">
                <a:extLst>
                  <a:ext uri="{FF2B5EF4-FFF2-40B4-BE49-F238E27FC236}">
                    <a16:creationId xmlns:a16="http://schemas.microsoft.com/office/drawing/2014/main" id="{A962A122-5403-732A-F8A8-AB69E899F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1120">
                <a:extLst>
                  <a:ext uri="{FF2B5EF4-FFF2-40B4-BE49-F238E27FC236}">
                    <a16:creationId xmlns:a16="http://schemas.microsoft.com/office/drawing/2014/main" id="{38E32181-C1F2-1D08-8BB0-B07FF5607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7" name="Freeform 1121">
                <a:extLst>
                  <a:ext uri="{FF2B5EF4-FFF2-40B4-BE49-F238E27FC236}">
                    <a16:creationId xmlns:a16="http://schemas.microsoft.com/office/drawing/2014/main" id="{B29FF40C-C55A-A69A-89AB-90EC54EA3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8" name="Freeform 1122">
                <a:extLst>
                  <a:ext uri="{FF2B5EF4-FFF2-40B4-BE49-F238E27FC236}">
                    <a16:creationId xmlns:a16="http://schemas.microsoft.com/office/drawing/2014/main" id="{986A7ED9-E5CB-DF4B-EC50-9B9BB8BDE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9" name="Freeform 1123">
                <a:extLst>
                  <a:ext uri="{FF2B5EF4-FFF2-40B4-BE49-F238E27FC236}">
                    <a16:creationId xmlns:a16="http://schemas.microsoft.com/office/drawing/2014/main" id="{A5DEB4DC-46DF-0A0D-9AD0-008C65042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0" name="Freeform 1124">
                <a:extLst>
                  <a:ext uri="{FF2B5EF4-FFF2-40B4-BE49-F238E27FC236}">
                    <a16:creationId xmlns:a16="http://schemas.microsoft.com/office/drawing/2014/main" id="{6D2A7F6C-A59E-4377-2213-0E080C9BD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1" name="Group 1125">
                <a:extLst>
                  <a:ext uri="{FF2B5EF4-FFF2-40B4-BE49-F238E27FC236}">
                    <a16:creationId xmlns:a16="http://schemas.microsoft.com/office/drawing/2014/main" id="{5158B2AA-712D-6C75-32A0-AEC2F570E3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98" name="Freeform 1126">
                  <a:extLst>
                    <a:ext uri="{FF2B5EF4-FFF2-40B4-BE49-F238E27FC236}">
                      <a16:creationId xmlns:a16="http://schemas.microsoft.com/office/drawing/2014/main" id="{A63D9DFF-4EFF-62A5-0587-5AC631828E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1127">
                  <a:extLst>
                    <a:ext uri="{FF2B5EF4-FFF2-40B4-BE49-F238E27FC236}">
                      <a16:creationId xmlns:a16="http://schemas.microsoft.com/office/drawing/2014/main" id="{313ADB23-7F43-A9F2-0583-6DB5176CF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1128">
                  <a:extLst>
                    <a:ext uri="{FF2B5EF4-FFF2-40B4-BE49-F238E27FC236}">
                      <a16:creationId xmlns:a16="http://schemas.microsoft.com/office/drawing/2014/main" id="{C37FAB11-0DD0-B273-0692-5402D38EF2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1129">
                  <a:extLst>
                    <a:ext uri="{FF2B5EF4-FFF2-40B4-BE49-F238E27FC236}">
                      <a16:creationId xmlns:a16="http://schemas.microsoft.com/office/drawing/2014/main" id="{CF531D3D-EEE9-AD44-70D9-C16B5CD6B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1130">
                  <a:extLst>
                    <a:ext uri="{FF2B5EF4-FFF2-40B4-BE49-F238E27FC236}">
                      <a16:creationId xmlns:a16="http://schemas.microsoft.com/office/drawing/2014/main" id="{EF1C86C2-EE26-2C6E-BA2E-DB2AC8701E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 1131">
                  <a:extLst>
                    <a:ext uri="{FF2B5EF4-FFF2-40B4-BE49-F238E27FC236}">
                      <a16:creationId xmlns:a16="http://schemas.microsoft.com/office/drawing/2014/main" id="{29DEB878-5945-78F8-3ADA-59CF60810E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2" name="Freeform 1132">
                <a:extLst>
                  <a:ext uri="{FF2B5EF4-FFF2-40B4-BE49-F238E27FC236}">
                    <a16:creationId xmlns:a16="http://schemas.microsoft.com/office/drawing/2014/main" id="{2C5B0454-3BAE-AD43-E955-06EB7D9BB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33">
                <a:extLst>
                  <a:ext uri="{FF2B5EF4-FFF2-40B4-BE49-F238E27FC236}">
                    <a16:creationId xmlns:a16="http://schemas.microsoft.com/office/drawing/2014/main" id="{BA37195C-797D-0373-6E59-BBF5C4ED6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34">
                <a:extLst>
                  <a:ext uri="{FF2B5EF4-FFF2-40B4-BE49-F238E27FC236}">
                    <a16:creationId xmlns:a16="http://schemas.microsoft.com/office/drawing/2014/main" id="{821FB9C6-33EA-BB76-BC13-3551E7E60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35">
                <a:extLst>
                  <a:ext uri="{FF2B5EF4-FFF2-40B4-BE49-F238E27FC236}">
                    <a16:creationId xmlns:a16="http://schemas.microsoft.com/office/drawing/2014/main" id="{C726400E-A040-47B0-D6E8-3C9B0D1BD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36">
                <a:extLst>
                  <a:ext uri="{FF2B5EF4-FFF2-40B4-BE49-F238E27FC236}">
                    <a16:creationId xmlns:a16="http://schemas.microsoft.com/office/drawing/2014/main" id="{6E08BF53-5262-51F5-C988-E0F5070AD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7" name="Freeform 1137">
                <a:extLst>
                  <a:ext uri="{FF2B5EF4-FFF2-40B4-BE49-F238E27FC236}">
                    <a16:creationId xmlns:a16="http://schemas.microsoft.com/office/drawing/2014/main" id="{0161C58F-8D18-FE9B-F62F-F3F793C2B8F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5" name="Group 1139">
              <a:extLst>
                <a:ext uri="{FF2B5EF4-FFF2-40B4-BE49-F238E27FC236}">
                  <a16:creationId xmlns:a16="http://schemas.microsoft.com/office/drawing/2014/main" id="{B5009F8B-2634-0FCB-4650-5515EAB557A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79" name="Picture 1140" descr="desktop_computer_stylized_medium">
                <a:extLst>
                  <a:ext uri="{FF2B5EF4-FFF2-40B4-BE49-F238E27FC236}">
                    <a16:creationId xmlns:a16="http://schemas.microsoft.com/office/drawing/2014/main" id="{ED2169EA-E090-0738-7D8D-96218BBBE3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" name="Freeform 1141">
                <a:extLst>
                  <a:ext uri="{FF2B5EF4-FFF2-40B4-BE49-F238E27FC236}">
                    <a16:creationId xmlns:a16="http://schemas.microsoft.com/office/drawing/2014/main" id="{A65F028A-3FE5-128C-28CF-2D56D9696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CCEFF3F8-F030-299C-648A-94A96C40B876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77" name="Picture 571" descr="fridge2.png">
                <a:extLst>
                  <a:ext uri="{FF2B5EF4-FFF2-40B4-BE49-F238E27FC236}">
                    <a16:creationId xmlns:a16="http://schemas.microsoft.com/office/drawing/2014/main" id="{29849FD8-124E-648A-CD61-F9A1C41C5B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" name="Picture 1115" descr="antenna_stylized">
                <a:extLst>
                  <a:ext uri="{FF2B5EF4-FFF2-40B4-BE49-F238E27FC236}">
                    <a16:creationId xmlns:a16="http://schemas.microsoft.com/office/drawing/2014/main" id="{9873BACA-B5AA-94B1-602B-6749EC6100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2BD36F79-CE53-134A-CEE4-E446EB9BF1C7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9104C45C-1506-C29C-B006-420009A3D519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4D5554C4-00F7-5B86-660B-8BF84825D70A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0269DB83-D1EE-FC69-8689-E5F5A141AB8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4" name="Picture 313" descr="server_rack.png">
                  <a:extLst>
                    <a:ext uri="{FF2B5EF4-FFF2-40B4-BE49-F238E27FC236}">
                      <a16:creationId xmlns:a16="http://schemas.microsoft.com/office/drawing/2014/main" id="{A738B53E-497F-93FD-2B5E-FC1A65FA04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59D3DD3A-2C7C-8771-CF01-67B150462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EDB6A81B-E827-C726-FE13-70D46F57B6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39423CC9-CCC4-BE18-0A3C-016DF0210505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F858B142-B5C5-E12E-11DB-C1A8C0FFABC7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1098CC6C-039B-4D68-E196-660042135C65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09" name="Picture 308" descr="server_rack.png">
                  <a:extLst>
                    <a:ext uri="{FF2B5EF4-FFF2-40B4-BE49-F238E27FC236}">
                      <a16:creationId xmlns:a16="http://schemas.microsoft.com/office/drawing/2014/main" id="{A4DF0F37-FCE3-5338-1576-F2C9EBA394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0" name="Picture 309" descr="server_rack.png">
                  <a:extLst>
                    <a:ext uri="{FF2B5EF4-FFF2-40B4-BE49-F238E27FC236}">
                      <a16:creationId xmlns:a16="http://schemas.microsoft.com/office/drawing/2014/main" id="{AF1A1CED-36AF-C945-4299-9B06AD0F1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1" name="Picture 310" descr="server_rack.png">
                  <a:extLst>
                    <a:ext uri="{FF2B5EF4-FFF2-40B4-BE49-F238E27FC236}">
                      <a16:creationId xmlns:a16="http://schemas.microsoft.com/office/drawing/2014/main" id="{41AEC0CD-D56A-A620-4D96-3975CEAFE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17" name="Group 950">
            <a:extLst>
              <a:ext uri="{FF2B5EF4-FFF2-40B4-BE49-F238E27FC236}">
                <a16:creationId xmlns:a16="http://schemas.microsoft.com/office/drawing/2014/main" id="{08EB3EB5-0ED1-293B-FDAA-E3B2FAC04F65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18" name="Freeform 951">
              <a:extLst>
                <a:ext uri="{FF2B5EF4-FFF2-40B4-BE49-F238E27FC236}">
                  <a16:creationId xmlns:a16="http://schemas.microsoft.com/office/drawing/2014/main" id="{4E0EF217-C049-1ACD-82FE-5D3F52171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Rectangle 952">
              <a:extLst>
                <a:ext uri="{FF2B5EF4-FFF2-40B4-BE49-F238E27FC236}">
                  <a16:creationId xmlns:a16="http://schemas.microsoft.com/office/drawing/2014/main" id="{AD086458-08D6-C29C-CC2C-8C5C680DD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0" name="Freeform 953">
              <a:extLst>
                <a:ext uri="{FF2B5EF4-FFF2-40B4-BE49-F238E27FC236}">
                  <a16:creationId xmlns:a16="http://schemas.microsoft.com/office/drawing/2014/main" id="{B78FAAC5-4A9F-A6EF-3C7A-A95697883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Freeform 954">
              <a:extLst>
                <a:ext uri="{FF2B5EF4-FFF2-40B4-BE49-F238E27FC236}">
                  <a16:creationId xmlns:a16="http://schemas.microsoft.com/office/drawing/2014/main" id="{869AB496-C040-D75D-DE75-FD028A042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Rectangle 955">
              <a:extLst>
                <a:ext uri="{FF2B5EF4-FFF2-40B4-BE49-F238E27FC236}">
                  <a16:creationId xmlns:a16="http://schemas.microsoft.com/office/drawing/2014/main" id="{5C01E730-7BC3-E799-7840-A324A9E08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3" name="Group 956">
              <a:extLst>
                <a:ext uri="{FF2B5EF4-FFF2-40B4-BE49-F238E27FC236}">
                  <a16:creationId xmlns:a16="http://schemas.microsoft.com/office/drawing/2014/main" id="{F85C3197-4F13-CEBD-38C4-A1DDE27F11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8" name="AutoShape 957">
                <a:extLst>
                  <a:ext uri="{FF2B5EF4-FFF2-40B4-BE49-F238E27FC236}">
                    <a16:creationId xmlns:a16="http://schemas.microsoft.com/office/drawing/2014/main" id="{90C925ED-5F9F-D62F-D60B-DEA97EC97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9" name="AutoShape 958">
                <a:extLst>
                  <a:ext uri="{FF2B5EF4-FFF2-40B4-BE49-F238E27FC236}">
                    <a16:creationId xmlns:a16="http://schemas.microsoft.com/office/drawing/2014/main" id="{EC94E9B8-62E5-3B6C-58FD-03461EBF9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Rectangle 959">
              <a:extLst>
                <a:ext uri="{FF2B5EF4-FFF2-40B4-BE49-F238E27FC236}">
                  <a16:creationId xmlns:a16="http://schemas.microsoft.com/office/drawing/2014/main" id="{9A069E24-E839-E95B-7C72-1105D22DC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5" name="Group 960">
              <a:extLst>
                <a:ext uri="{FF2B5EF4-FFF2-40B4-BE49-F238E27FC236}">
                  <a16:creationId xmlns:a16="http://schemas.microsoft.com/office/drawing/2014/main" id="{998626EC-6549-CC5C-BD5C-EDBFED248B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6" name="AutoShape 961">
                <a:extLst>
                  <a:ext uri="{FF2B5EF4-FFF2-40B4-BE49-F238E27FC236}">
                    <a16:creationId xmlns:a16="http://schemas.microsoft.com/office/drawing/2014/main" id="{630ECB29-1242-7F31-C73B-C73E0EF55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7" name="AutoShape 962">
                <a:extLst>
                  <a:ext uri="{FF2B5EF4-FFF2-40B4-BE49-F238E27FC236}">
                    <a16:creationId xmlns:a16="http://schemas.microsoft.com/office/drawing/2014/main" id="{74A732CA-F1CA-0D9D-B79D-42B0A149A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6" name="Rectangle 963">
              <a:extLst>
                <a:ext uri="{FF2B5EF4-FFF2-40B4-BE49-F238E27FC236}">
                  <a16:creationId xmlns:a16="http://schemas.microsoft.com/office/drawing/2014/main" id="{82571556-4780-CE57-7E65-7C39ECB36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7" name="Rectangle 964">
              <a:extLst>
                <a:ext uri="{FF2B5EF4-FFF2-40B4-BE49-F238E27FC236}">
                  <a16:creationId xmlns:a16="http://schemas.microsoft.com/office/drawing/2014/main" id="{702C0B37-0D3A-5059-85D6-6A8DE142C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8" name="Group 965">
              <a:extLst>
                <a:ext uri="{FF2B5EF4-FFF2-40B4-BE49-F238E27FC236}">
                  <a16:creationId xmlns:a16="http://schemas.microsoft.com/office/drawing/2014/main" id="{2CD84E6F-25B4-28EF-F49C-7EF042014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4" name="AutoShape 966">
                <a:extLst>
                  <a:ext uri="{FF2B5EF4-FFF2-40B4-BE49-F238E27FC236}">
                    <a16:creationId xmlns:a16="http://schemas.microsoft.com/office/drawing/2014/main" id="{4BE315D0-8DF7-42C9-BA7D-4133CF8A0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5" name="AutoShape 967">
                <a:extLst>
                  <a:ext uri="{FF2B5EF4-FFF2-40B4-BE49-F238E27FC236}">
                    <a16:creationId xmlns:a16="http://schemas.microsoft.com/office/drawing/2014/main" id="{7D1AADBE-C78D-3EDB-FB76-86CBF7117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9" name="Freeform 968">
              <a:extLst>
                <a:ext uri="{FF2B5EF4-FFF2-40B4-BE49-F238E27FC236}">
                  <a16:creationId xmlns:a16="http://schemas.microsoft.com/office/drawing/2014/main" id="{A03F2FA7-B216-ED38-BEC5-D83EEC2A2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0" name="Group 969">
              <a:extLst>
                <a:ext uri="{FF2B5EF4-FFF2-40B4-BE49-F238E27FC236}">
                  <a16:creationId xmlns:a16="http://schemas.microsoft.com/office/drawing/2014/main" id="{895EED07-F14B-D97D-3DC0-EA992CC67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2" name="AutoShape 970">
                <a:extLst>
                  <a:ext uri="{FF2B5EF4-FFF2-40B4-BE49-F238E27FC236}">
                    <a16:creationId xmlns:a16="http://schemas.microsoft.com/office/drawing/2014/main" id="{87EBFC03-FE8A-5C8B-BD90-10E72A5EE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3" name="AutoShape 971">
                <a:extLst>
                  <a:ext uri="{FF2B5EF4-FFF2-40B4-BE49-F238E27FC236}">
                    <a16:creationId xmlns:a16="http://schemas.microsoft.com/office/drawing/2014/main" id="{0E46D58F-6E2F-453A-765D-59D60311E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1" name="Rectangle 972">
              <a:extLst>
                <a:ext uri="{FF2B5EF4-FFF2-40B4-BE49-F238E27FC236}">
                  <a16:creationId xmlns:a16="http://schemas.microsoft.com/office/drawing/2014/main" id="{9DF7B33B-F9DA-0FAD-52B6-615657214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2" name="Freeform 973">
              <a:extLst>
                <a:ext uri="{FF2B5EF4-FFF2-40B4-BE49-F238E27FC236}">
                  <a16:creationId xmlns:a16="http://schemas.microsoft.com/office/drawing/2014/main" id="{C37C6A50-A60C-B2C2-B8C0-8D587F8A0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3" name="Freeform 974">
              <a:extLst>
                <a:ext uri="{FF2B5EF4-FFF2-40B4-BE49-F238E27FC236}">
                  <a16:creationId xmlns:a16="http://schemas.microsoft.com/office/drawing/2014/main" id="{36E3693A-980F-3B4C-6F46-0890414A8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Oval 975">
              <a:extLst>
                <a:ext uri="{FF2B5EF4-FFF2-40B4-BE49-F238E27FC236}">
                  <a16:creationId xmlns:a16="http://schemas.microsoft.com/office/drawing/2014/main" id="{5863930F-DFA3-6309-C9E4-9C2D05858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5" name="Freeform 976">
              <a:extLst>
                <a:ext uri="{FF2B5EF4-FFF2-40B4-BE49-F238E27FC236}">
                  <a16:creationId xmlns:a16="http://schemas.microsoft.com/office/drawing/2014/main" id="{19ACB6C9-B9E3-2F42-BD92-8D6251CFA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AutoShape 977">
              <a:extLst>
                <a:ext uri="{FF2B5EF4-FFF2-40B4-BE49-F238E27FC236}">
                  <a16:creationId xmlns:a16="http://schemas.microsoft.com/office/drawing/2014/main" id="{C97E788E-D84F-3983-FDCF-1AC103719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7" name="AutoShape 978">
              <a:extLst>
                <a:ext uri="{FF2B5EF4-FFF2-40B4-BE49-F238E27FC236}">
                  <a16:creationId xmlns:a16="http://schemas.microsoft.com/office/drawing/2014/main" id="{CC012FA1-053E-2254-CDD7-1DC8D0DA5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8" name="Oval 979">
              <a:extLst>
                <a:ext uri="{FF2B5EF4-FFF2-40B4-BE49-F238E27FC236}">
                  <a16:creationId xmlns:a16="http://schemas.microsoft.com/office/drawing/2014/main" id="{BDE93041-3AB5-D412-E197-C6D29DF5B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9" name="Oval 980">
              <a:extLst>
                <a:ext uri="{FF2B5EF4-FFF2-40B4-BE49-F238E27FC236}">
                  <a16:creationId xmlns:a16="http://schemas.microsoft.com/office/drawing/2014/main" id="{9C455267-F55C-C928-BA7B-27A212041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Oval 981">
              <a:extLst>
                <a:ext uri="{FF2B5EF4-FFF2-40B4-BE49-F238E27FC236}">
                  <a16:creationId xmlns:a16="http://schemas.microsoft.com/office/drawing/2014/main" id="{978EB71A-8A90-6DB1-C146-5787D03EA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Rectangle 982">
              <a:extLst>
                <a:ext uri="{FF2B5EF4-FFF2-40B4-BE49-F238E27FC236}">
                  <a16:creationId xmlns:a16="http://schemas.microsoft.com/office/drawing/2014/main" id="{EA41A36E-C00C-2F4D-A237-4B5081153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350" name="Group 590">
            <a:extLst>
              <a:ext uri="{FF2B5EF4-FFF2-40B4-BE49-F238E27FC236}">
                <a16:creationId xmlns:a16="http://schemas.microsoft.com/office/drawing/2014/main" id="{6EFF9983-FB84-9971-D831-6DBF710BAAA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1" name="Picture 591" descr="desktop_computer_stylized_medium">
              <a:extLst>
                <a:ext uri="{FF2B5EF4-FFF2-40B4-BE49-F238E27FC236}">
                  <a16:creationId xmlns:a16="http://schemas.microsoft.com/office/drawing/2014/main" id="{880A7853-B14C-B3E4-D1E9-B01CE231D1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2" name="Freeform 592">
              <a:extLst>
                <a:ext uri="{FF2B5EF4-FFF2-40B4-BE49-F238E27FC236}">
                  <a16:creationId xmlns:a16="http://schemas.microsoft.com/office/drawing/2014/main" id="{45547ACF-4BFC-1EBF-7A62-5EEFCEFC9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3" name="Group 1064">
            <a:extLst>
              <a:ext uri="{FF2B5EF4-FFF2-40B4-BE49-F238E27FC236}">
                <a16:creationId xmlns:a16="http://schemas.microsoft.com/office/drawing/2014/main" id="{7227BCCE-D929-B7FA-5606-6C2B26B29091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54" name="Picture 1065" descr="antenna_stylized">
              <a:extLst>
                <a:ext uri="{FF2B5EF4-FFF2-40B4-BE49-F238E27FC236}">
                  <a16:creationId xmlns:a16="http://schemas.microsoft.com/office/drawing/2014/main" id="{AEEAF144-23D1-9722-2604-599CCBF37D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5" name="Picture 1066" descr="laptop_keyboard">
              <a:extLst>
                <a:ext uri="{FF2B5EF4-FFF2-40B4-BE49-F238E27FC236}">
                  <a16:creationId xmlns:a16="http://schemas.microsoft.com/office/drawing/2014/main" id="{ADF79B29-FF22-5A64-EEF5-AAABAA6DD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6" name="Freeform 1067">
              <a:extLst>
                <a:ext uri="{FF2B5EF4-FFF2-40B4-BE49-F238E27FC236}">
                  <a16:creationId xmlns:a16="http://schemas.microsoft.com/office/drawing/2014/main" id="{F8E85518-5C36-CB7C-E1A8-9CE397EBF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57" name="Picture 1068" descr="screen">
              <a:extLst>
                <a:ext uri="{FF2B5EF4-FFF2-40B4-BE49-F238E27FC236}">
                  <a16:creationId xmlns:a16="http://schemas.microsoft.com/office/drawing/2014/main" id="{7E1BFCBB-4E62-8B6D-1EEA-055D20CCF8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1069">
              <a:extLst>
                <a:ext uri="{FF2B5EF4-FFF2-40B4-BE49-F238E27FC236}">
                  <a16:creationId xmlns:a16="http://schemas.microsoft.com/office/drawing/2014/main" id="{0D907602-5078-727C-3998-5176F3D90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Freeform 1070">
              <a:extLst>
                <a:ext uri="{FF2B5EF4-FFF2-40B4-BE49-F238E27FC236}">
                  <a16:creationId xmlns:a16="http://schemas.microsoft.com/office/drawing/2014/main" id="{E8523729-C453-D798-73C9-E4296726E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Freeform 1071">
              <a:extLst>
                <a:ext uri="{FF2B5EF4-FFF2-40B4-BE49-F238E27FC236}">
                  <a16:creationId xmlns:a16="http://schemas.microsoft.com/office/drawing/2014/main" id="{196B2F00-0CE6-C632-8BC4-3EBC57F6F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Freeform 1072">
              <a:extLst>
                <a:ext uri="{FF2B5EF4-FFF2-40B4-BE49-F238E27FC236}">
                  <a16:creationId xmlns:a16="http://schemas.microsoft.com/office/drawing/2014/main" id="{BD743631-FF09-CCDE-A81C-66CCE7E0C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Freeform 1073">
              <a:extLst>
                <a:ext uri="{FF2B5EF4-FFF2-40B4-BE49-F238E27FC236}">
                  <a16:creationId xmlns:a16="http://schemas.microsoft.com/office/drawing/2014/main" id="{B4EE471E-35A9-1E42-57E7-5E1754C6A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Freeform 1074">
              <a:extLst>
                <a:ext uri="{FF2B5EF4-FFF2-40B4-BE49-F238E27FC236}">
                  <a16:creationId xmlns:a16="http://schemas.microsoft.com/office/drawing/2014/main" id="{B91206B6-DF54-98D3-79FE-8D1653698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4" name="Group 1075">
              <a:extLst>
                <a:ext uri="{FF2B5EF4-FFF2-40B4-BE49-F238E27FC236}">
                  <a16:creationId xmlns:a16="http://schemas.microsoft.com/office/drawing/2014/main" id="{DA7C766D-9521-C8F3-500B-E22DDCA60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1" name="Freeform 1076">
                <a:extLst>
                  <a:ext uri="{FF2B5EF4-FFF2-40B4-BE49-F238E27FC236}">
                    <a16:creationId xmlns:a16="http://schemas.microsoft.com/office/drawing/2014/main" id="{81D027EC-F4F3-5531-77B6-9930E472B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2" name="Freeform 1077">
                <a:extLst>
                  <a:ext uri="{FF2B5EF4-FFF2-40B4-BE49-F238E27FC236}">
                    <a16:creationId xmlns:a16="http://schemas.microsoft.com/office/drawing/2014/main" id="{D0F2CFC2-D474-4A60-2799-F3E9D25EA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78">
                <a:extLst>
                  <a:ext uri="{FF2B5EF4-FFF2-40B4-BE49-F238E27FC236}">
                    <a16:creationId xmlns:a16="http://schemas.microsoft.com/office/drawing/2014/main" id="{0C458E07-A71D-B50F-E5EF-6F275E0C4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4" name="Freeform 1079">
                <a:extLst>
                  <a:ext uri="{FF2B5EF4-FFF2-40B4-BE49-F238E27FC236}">
                    <a16:creationId xmlns:a16="http://schemas.microsoft.com/office/drawing/2014/main" id="{1035709B-562B-9B71-BD7E-FC3F3951B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5" name="Freeform 1080">
                <a:extLst>
                  <a:ext uri="{FF2B5EF4-FFF2-40B4-BE49-F238E27FC236}">
                    <a16:creationId xmlns:a16="http://schemas.microsoft.com/office/drawing/2014/main" id="{CA8DBE00-0C1D-FF7D-57A1-BA5ABF71A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81">
                <a:extLst>
                  <a:ext uri="{FF2B5EF4-FFF2-40B4-BE49-F238E27FC236}">
                    <a16:creationId xmlns:a16="http://schemas.microsoft.com/office/drawing/2014/main" id="{B5E24BC1-E592-4C31-5071-C655C29BD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Freeform 1082">
              <a:extLst>
                <a:ext uri="{FF2B5EF4-FFF2-40B4-BE49-F238E27FC236}">
                  <a16:creationId xmlns:a16="http://schemas.microsoft.com/office/drawing/2014/main" id="{92268EA2-11B4-B323-F4DD-26D67931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83">
              <a:extLst>
                <a:ext uri="{FF2B5EF4-FFF2-40B4-BE49-F238E27FC236}">
                  <a16:creationId xmlns:a16="http://schemas.microsoft.com/office/drawing/2014/main" id="{AAC359A9-2F64-4DCA-B3D9-BE3E267E1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84">
              <a:extLst>
                <a:ext uri="{FF2B5EF4-FFF2-40B4-BE49-F238E27FC236}">
                  <a16:creationId xmlns:a16="http://schemas.microsoft.com/office/drawing/2014/main" id="{BE83D71A-C342-BDA6-6326-14C266FE8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85">
              <a:extLst>
                <a:ext uri="{FF2B5EF4-FFF2-40B4-BE49-F238E27FC236}">
                  <a16:creationId xmlns:a16="http://schemas.microsoft.com/office/drawing/2014/main" id="{8462C99B-3B02-D093-A3C3-064500F85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86">
              <a:extLst>
                <a:ext uri="{FF2B5EF4-FFF2-40B4-BE49-F238E27FC236}">
                  <a16:creationId xmlns:a16="http://schemas.microsoft.com/office/drawing/2014/main" id="{CEF8BFA8-2EA7-C4B0-B46A-AEB863E52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Freeform 1087">
              <a:extLst>
                <a:ext uri="{FF2B5EF4-FFF2-40B4-BE49-F238E27FC236}">
                  <a16:creationId xmlns:a16="http://schemas.microsoft.com/office/drawing/2014/main" id="{7420C013-B771-E1DE-113D-6596886982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7" name="Group 590">
            <a:extLst>
              <a:ext uri="{FF2B5EF4-FFF2-40B4-BE49-F238E27FC236}">
                <a16:creationId xmlns:a16="http://schemas.microsoft.com/office/drawing/2014/main" id="{B519D650-FA40-DFCC-0A09-0467646B7E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78" name="Picture 591" descr="desktop_computer_stylized_medium">
              <a:extLst>
                <a:ext uri="{FF2B5EF4-FFF2-40B4-BE49-F238E27FC236}">
                  <a16:creationId xmlns:a16="http://schemas.microsoft.com/office/drawing/2014/main" id="{F2519862-AE8A-CC02-02D9-3286BA468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" name="Freeform 592">
              <a:extLst>
                <a:ext uri="{FF2B5EF4-FFF2-40B4-BE49-F238E27FC236}">
                  <a16:creationId xmlns:a16="http://schemas.microsoft.com/office/drawing/2014/main" id="{27079145-7ABB-A6B4-632D-4F2A85B77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0" name="Group 590">
            <a:extLst>
              <a:ext uri="{FF2B5EF4-FFF2-40B4-BE49-F238E27FC236}">
                <a16:creationId xmlns:a16="http://schemas.microsoft.com/office/drawing/2014/main" id="{6B9A9D99-6408-6B1B-A10E-C4DBBF3D680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1" name="Picture 591" descr="desktop_computer_stylized_medium">
              <a:extLst>
                <a:ext uri="{FF2B5EF4-FFF2-40B4-BE49-F238E27FC236}">
                  <a16:creationId xmlns:a16="http://schemas.microsoft.com/office/drawing/2014/main" id="{B7B7CF00-2CD4-4B23-96D8-F4A2CB703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2" name="Freeform 592">
              <a:extLst>
                <a:ext uri="{FF2B5EF4-FFF2-40B4-BE49-F238E27FC236}">
                  <a16:creationId xmlns:a16="http://schemas.microsoft.com/office/drawing/2014/main" id="{15F3ED13-4899-068D-61D9-8F26934DE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1064">
            <a:extLst>
              <a:ext uri="{FF2B5EF4-FFF2-40B4-BE49-F238E27FC236}">
                <a16:creationId xmlns:a16="http://schemas.microsoft.com/office/drawing/2014/main" id="{B332657E-8E80-B119-A0F9-C8AE74E3B49C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84" name="Picture 1065" descr="antenna_stylized">
              <a:extLst>
                <a:ext uri="{FF2B5EF4-FFF2-40B4-BE49-F238E27FC236}">
                  <a16:creationId xmlns:a16="http://schemas.microsoft.com/office/drawing/2014/main" id="{BE0C36A2-5836-9C5F-DA52-6C0831726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5" name="Picture 1066" descr="laptop_keyboard">
              <a:extLst>
                <a:ext uri="{FF2B5EF4-FFF2-40B4-BE49-F238E27FC236}">
                  <a16:creationId xmlns:a16="http://schemas.microsoft.com/office/drawing/2014/main" id="{15851D13-1139-2DF7-0384-380B49BF8D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6" name="Freeform 1067">
              <a:extLst>
                <a:ext uri="{FF2B5EF4-FFF2-40B4-BE49-F238E27FC236}">
                  <a16:creationId xmlns:a16="http://schemas.microsoft.com/office/drawing/2014/main" id="{117951C8-ED1D-1785-82D9-640310A76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87" name="Picture 1068" descr="screen">
              <a:extLst>
                <a:ext uri="{FF2B5EF4-FFF2-40B4-BE49-F238E27FC236}">
                  <a16:creationId xmlns:a16="http://schemas.microsoft.com/office/drawing/2014/main" id="{C258C36A-FBB7-3BB9-4C8D-5864AA5768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1069">
              <a:extLst>
                <a:ext uri="{FF2B5EF4-FFF2-40B4-BE49-F238E27FC236}">
                  <a16:creationId xmlns:a16="http://schemas.microsoft.com/office/drawing/2014/main" id="{B54E8CAB-9246-6ADD-BC71-4E6C265B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9" name="Freeform 1070">
              <a:extLst>
                <a:ext uri="{FF2B5EF4-FFF2-40B4-BE49-F238E27FC236}">
                  <a16:creationId xmlns:a16="http://schemas.microsoft.com/office/drawing/2014/main" id="{BC165AF8-4FDB-39F8-2E80-54A4217DC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Freeform 1071">
              <a:extLst>
                <a:ext uri="{FF2B5EF4-FFF2-40B4-BE49-F238E27FC236}">
                  <a16:creationId xmlns:a16="http://schemas.microsoft.com/office/drawing/2014/main" id="{753DD2E6-EF53-CFCB-6BAC-03271E93A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Freeform 1072">
              <a:extLst>
                <a:ext uri="{FF2B5EF4-FFF2-40B4-BE49-F238E27FC236}">
                  <a16:creationId xmlns:a16="http://schemas.microsoft.com/office/drawing/2014/main" id="{E5FE352B-2E18-6CDB-1AD4-5EC4C0FB3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2" name="Freeform 1073">
              <a:extLst>
                <a:ext uri="{FF2B5EF4-FFF2-40B4-BE49-F238E27FC236}">
                  <a16:creationId xmlns:a16="http://schemas.microsoft.com/office/drawing/2014/main" id="{72BDAB98-3FDF-E5EE-1D64-BFEAC3AE9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3" name="Freeform 1074">
              <a:extLst>
                <a:ext uri="{FF2B5EF4-FFF2-40B4-BE49-F238E27FC236}">
                  <a16:creationId xmlns:a16="http://schemas.microsoft.com/office/drawing/2014/main" id="{634768A6-D6D6-4697-14E6-5F71FC4FA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94" name="Group 1075">
              <a:extLst>
                <a:ext uri="{FF2B5EF4-FFF2-40B4-BE49-F238E27FC236}">
                  <a16:creationId xmlns:a16="http://schemas.microsoft.com/office/drawing/2014/main" id="{0A18CC28-6026-D27C-0B34-2CD5A77E9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1" name="Freeform 1076">
                <a:extLst>
                  <a:ext uri="{FF2B5EF4-FFF2-40B4-BE49-F238E27FC236}">
                    <a16:creationId xmlns:a16="http://schemas.microsoft.com/office/drawing/2014/main" id="{4C80F111-BE4A-75D0-DB65-F0062B19A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2" name="Freeform 1077">
                <a:extLst>
                  <a:ext uri="{FF2B5EF4-FFF2-40B4-BE49-F238E27FC236}">
                    <a16:creationId xmlns:a16="http://schemas.microsoft.com/office/drawing/2014/main" id="{7B5AE28D-EB8F-D300-C9A3-D902C9FC1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3" name="Freeform 1078">
                <a:extLst>
                  <a:ext uri="{FF2B5EF4-FFF2-40B4-BE49-F238E27FC236}">
                    <a16:creationId xmlns:a16="http://schemas.microsoft.com/office/drawing/2014/main" id="{6DCCD2AA-CB99-7947-A5D3-AA68A2F92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4" name="Freeform 1079">
                <a:extLst>
                  <a:ext uri="{FF2B5EF4-FFF2-40B4-BE49-F238E27FC236}">
                    <a16:creationId xmlns:a16="http://schemas.microsoft.com/office/drawing/2014/main" id="{56F1598F-BEC6-459F-CEB2-2FB4530AE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5" name="Freeform 1080">
                <a:extLst>
                  <a:ext uri="{FF2B5EF4-FFF2-40B4-BE49-F238E27FC236}">
                    <a16:creationId xmlns:a16="http://schemas.microsoft.com/office/drawing/2014/main" id="{26D6746D-C39F-A7EF-6C27-71275F006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6" name="Freeform 1081">
                <a:extLst>
                  <a:ext uri="{FF2B5EF4-FFF2-40B4-BE49-F238E27FC236}">
                    <a16:creationId xmlns:a16="http://schemas.microsoft.com/office/drawing/2014/main" id="{6E86A1D8-1D5F-8370-C0B1-C1330E90D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95" name="Freeform 1082">
              <a:extLst>
                <a:ext uri="{FF2B5EF4-FFF2-40B4-BE49-F238E27FC236}">
                  <a16:creationId xmlns:a16="http://schemas.microsoft.com/office/drawing/2014/main" id="{60866E1B-BD1F-E3DD-E10E-DD65A6502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83">
              <a:extLst>
                <a:ext uri="{FF2B5EF4-FFF2-40B4-BE49-F238E27FC236}">
                  <a16:creationId xmlns:a16="http://schemas.microsoft.com/office/drawing/2014/main" id="{E27E2682-08D0-F2F5-731D-6551FC435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84">
              <a:extLst>
                <a:ext uri="{FF2B5EF4-FFF2-40B4-BE49-F238E27FC236}">
                  <a16:creationId xmlns:a16="http://schemas.microsoft.com/office/drawing/2014/main" id="{702BF371-12ED-EE65-15C0-BF5A95A71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85">
              <a:extLst>
                <a:ext uri="{FF2B5EF4-FFF2-40B4-BE49-F238E27FC236}">
                  <a16:creationId xmlns:a16="http://schemas.microsoft.com/office/drawing/2014/main" id="{A83E4137-80CB-24AC-CABA-B30476709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86">
              <a:extLst>
                <a:ext uri="{FF2B5EF4-FFF2-40B4-BE49-F238E27FC236}">
                  <a16:creationId xmlns:a16="http://schemas.microsoft.com/office/drawing/2014/main" id="{C4BC7E1C-9623-18CC-8797-755DFF021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1087">
              <a:extLst>
                <a:ext uri="{FF2B5EF4-FFF2-40B4-BE49-F238E27FC236}">
                  <a16:creationId xmlns:a16="http://schemas.microsoft.com/office/drawing/2014/main" id="{8FDD0460-3ED1-02E8-35C8-7A94691DDCF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7" name="Freeform 984">
            <a:extLst>
              <a:ext uri="{FF2B5EF4-FFF2-40B4-BE49-F238E27FC236}">
                <a16:creationId xmlns:a16="http://schemas.microsoft.com/office/drawing/2014/main" id="{D3AD763F-4FCE-BCE9-F2BD-6D343FCA98B0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Freeform 986">
            <a:extLst>
              <a:ext uri="{FF2B5EF4-FFF2-40B4-BE49-F238E27FC236}">
                <a16:creationId xmlns:a16="http://schemas.microsoft.com/office/drawing/2014/main" id="{1FC8B9B1-AF5C-8B7C-516F-ABD64522D7FD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Freeform 987">
            <a:extLst>
              <a:ext uri="{FF2B5EF4-FFF2-40B4-BE49-F238E27FC236}">
                <a16:creationId xmlns:a16="http://schemas.microsoft.com/office/drawing/2014/main" id="{ADBCB292-EFB2-3719-805D-EF11899719CF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Rectangle 988">
            <a:extLst>
              <a:ext uri="{FF2B5EF4-FFF2-40B4-BE49-F238E27FC236}">
                <a16:creationId xmlns:a16="http://schemas.microsoft.com/office/drawing/2014/main" id="{19EBE4C9-FD81-196C-1EF4-81449B055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1" name="Group 989">
            <a:extLst>
              <a:ext uri="{FF2B5EF4-FFF2-40B4-BE49-F238E27FC236}">
                <a16:creationId xmlns:a16="http://schemas.microsoft.com/office/drawing/2014/main" id="{C3F7B572-65F3-0918-EA26-1AF43A8F4695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2" name="AutoShape 990">
              <a:extLst>
                <a:ext uri="{FF2B5EF4-FFF2-40B4-BE49-F238E27FC236}">
                  <a16:creationId xmlns:a16="http://schemas.microsoft.com/office/drawing/2014/main" id="{036E90B9-54DA-80D7-3AE3-5D3498CD0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3" name="AutoShape 991">
              <a:extLst>
                <a:ext uri="{FF2B5EF4-FFF2-40B4-BE49-F238E27FC236}">
                  <a16:creationId xmlns:a16="http://schemas.microsoft.com/office/drawing/2014/main" id="{F24B4651-2348-996F-542B-E8B5A0B99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4" name="Rectangle 992">
            <a:extLst>
              <a:ext uri="{FF2B5EF4-FFF2-40B4-BE49-F238E27FC236}">
                <a16:creationId xmlns:a16="http://schemas.microsoft.com/office/drawing/2014/main" id="{43AD0A24-53EA-39F2-1FC2-6A7D8F896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5" name="Group 993">
            <a:extLst>
              <a:ext uri="{FF2B5EF4-FFF2-40B4-BE49-F238E27FC236}">
                <a16:creationId xmlns:a16="http://schemas.microsoft.com/office/drawing/2014/main" id="{DFCA3FD9-CD9D-8BFE-260C-5E8AA4770DE5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16" name="AutoShape 994">
              <a:extLst>
                <a:ext uri="{FF2B5EF4-FFF2-40B4-BE49-F238E27FC236}">
                  <a16:creationId xmlns:a16="http://schemas.microsoft.com/office/drawing/2014/main" id="{C7D93D05-0A79-A804-F520-7B1A9715D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AutoShape 995">
              <a:extLst>
                <a:ext uri="{FF2B5EF4-FFF2-40B4-BE49-F238E27FC236}">
                  <a16:creationId xmlns:a16="http://schemas.microsoft.com/office/drawing/2014/main" id="{8D8A3915-BE8A-C310-D2F2-8CC661AD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18" name="Rectangle 996">
            <a:extLst>
              <a:ext uri="{FF2B5EF4-FFF2-40B4-BE49-F238E27FC236}">
                <a16:creationId xmlns:a16="http://schemas.microsoft.com/office/drawing/2014/main" id="{6E790449-5F95-9C61-4C35-2E98ADAA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9" name="Rectangle 997">
            <a:extLst>
              <a:ext uri="{FF2B5EF4-FFF2-40B4-BE49-F238E27FC236}">
                <a16:creationId xmlns:a16="http://schemas.microsoft.com/office/drawing/2014/main" id="{2D8AD0DE-C968-24FF-F026-5C8238A6F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0" name="Group 998">
            <a:extLst>
              <a:ext uri="{FF2B5EF4-FFF2-40B4-BE49-F238E27FC236}">
                <a16:creationId xmlns:a16="http://schemas.microsoft.com/office/drawing/2014/main" id="{BC649F08-F0D2-1C45-2B8A-71777771F2E8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1" name="AutoShape 999">
              <a:extLst>
                <a:ext uri="{FF2B5EF4-FFF2-40B4-BE49-F238E27FC236}">
                  <a16:creationId xmlns:a16="http://schemas.microsoft.com/office/drawing/2014/main" id="{FE39A7CC-1EB1-23F9-87B4-03E575348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2" name="AutoShape 1000">
              <a:extLst>
                <a:ext uri="{FF2B5EF4-FFF2-40B4-BE49-F238E27FC236}">
                  <a16:creationId xmlns:a16="http://schemas.microsoft.com/office/drawing/2014/main" id="{D67253C6-34D6-2790-518D-DE1C5FA66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3" name="Freeform 1001">
            <a:extLst>
              <a:ext uri="{FF2B5EF4-FFF2-40B4-BE49-F238E27FC236}">
                <a16:creationId xmlns:a16="http://schemas.microsoft.com/office/drawing/2014/main" id="{34A377E0-FE36-1F38-4004-FA2FBD79E045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4" name="Group 1002">
            <a:extLst>
              <a:ext uri="{FF2B5EF4-FFF2-40B4-BE49-F238E27FC236}">
                <a16:creationId xmlns:a16="http://schemas.microsoft.com/office/drawing/2014/main" id="{1E7B547D-DCED-B6BB-5D1F-376124435874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25" name="AutoShape 1003">
              <a:extLst>
                <a:ext uri="{FF2B5EF4-FFF2-40B4-BE49-F238E27FC236}">
                  <a16:creationId xmlns:a16="http://schemas.microsoft.com/office/drawing/2014/main" id="{984D0C8C-A91F-4136-06F5-43CA24B3F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6" name="AutoShape 1004">
              <a:extLst>
                <a:ext uri="{FF2B5EF4-FFF2-40B4-BE49-F238E27FC236}">
                  <a16:creationId xmlns:a16="http://schemas.microsoft.com/office/drawing/2014/main" id="{24399A3B-FFBE-9125-F9D1-DD20D9BA9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7" name="Rectangle 1005">
            <a:extLst>
              <a:ext uri="{FF2B5EF4-FFF2-40B4-BE49-F238E27FC236}">
                <a16:creationId xmlns:a16="http://schemas.microsoft.com/office/drawing/2014/main" id="{EF617F15-5704-B2D9-2B4F-D7AE7861D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8" name="Freeform 1006">
            <a:extLst>
              <a:ext uri="{FF2B5EF4-FFF2-40B4-BE49-F238E27FC236}">
                <a16:creationId xmlns:a16="http://schemas.microsoft.com/office/drawing/2014/main" id="{07EC6F62-E4A4-7C20-0CA8-CDC4F293327E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9" name="Freeform 1007">
            <a:extLst>
              <a:ext uri="{FF2B5EF4-FFF2-40B4-BE49-F238E27FC236}">
                <a16:creationId xmlns:a16="http://schemas.microsoft.com/office/drawing/2014/main" id="{D8C8A194-E628-92DE-164D-B04926EB7F4B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Oval 1008">
            <a:extLst>
              <a:ext uri="{FF2B5EF4-FFF2-40B4-BE49-F238E27FC236}">
                <a16:creationId xmlns:a16="http://schemas.microsoft.com/office/drawing/2014/main" id="{DF442910-2F53-0A16-37B8-EF8706AD7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1" name="Freeform 1009">
            <a:extLst>
              <a:ext uri="{FF2B5EF4-FFF2-40B4-BE49-F238E27FC236}">
                <a16:creationId xmlns:a16="http://schemas.microsoft.com/office/drawing/2014/main" id="{2C292A83-6829-9F13-26C2-C29D32A75C1C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AutoShape 1010">
            <a:extLst>
              <a:ext uri="{FF2B5EF4-FFF2-40B4-BE49-F238E27FC236}">
                <a16:creationId xmlns:a16="http://schemas.microsoft.com/office/drawing/2014/main" id="{8C5C23E8-E0D6-05DA-6F09-105515CFF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3" name="AutoShape 1011">
            <a:extLst>
              <a:ext uri="{FF2B5EF4-FFF2-40B4-BE49-F238E27FC236}">
                <a16:creationId xmlns:a16="http://schemas.microsoft.com/office/drawing/2014/main" id="{90346E7F-0CD3-9520-49D5-0F9D141F1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Oval 1012">
            <a:extLst>
              <a:ext uri="{FF2B5EF4-FFF2-40B4-BE49-F238E27FC236}">
                <a16:creationId xmlns:a16="http://schemas.microsoft.com/office/drawing/2014/main" id="{21AC8AC6-6036-962A-E2BF-545CDB47E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5" name="Oval 1013">
            <a:extLst>
              <a:ext uri="{FF2B5EF4-FFF2-40B4-BE49-F238E27FC236}">
                <a16:creationId xmlns:a16="http://schemas.microsoft.com/office/drawing/2014/main" id="{CD12D4E2-3382-7414-77A4-9771C758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6" name="Oval 1014">
            <a:extLst>
              <a:ext uri="{FF2B5EF4-FFF2-40B4-BE49-F238E27FC236}">
                <a16:creationId xmlns:a16="http://schemas.microsoft.com/office/drawing/2014/main" id="{D2B8B752-F07B-2CE7-14FF-36A91EC46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Rectangle 1015">
            <a:extLst>
              <a:ext uri="{FF2B5EF4-FFF2-40B4-BE49-F238E27FC236}">
                <a16:creationId xmlns:a16="http://schemas.microsoft.com/office/drawing/2014/main" id="{FF6D8CC6-8E93-6B2E-6A29-FC548780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FCC89FA7-702A-3AF3-BFBD-4431BB0DE5A7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4D572403-115F-845F-C7CB-7E455982DDCF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40" name="Group 652">
              <a:extLst>
                <a:ext uri="{FF2B5EF4-FFF2-40B4-BE49-F238E27FC236}">
                  <a16:creationId xmlns:a16="http://schemas.microsoft.com/office/drawing/2014/main" id="{0D07B38E-34C7-5C28-A3C8-90026ECD7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447" name="Picture 653" descr="iphone_stylized_small">
                <a:extLst>
                  <a:ext uri="{FF2B5EF4-FFF2-40B4-BE49-F238E27FC236}">
                    <a16:creationId xmlns:a16="http://schemas.microsoft.com/office/drawing/2014/main" id="{9DBE62D7-2FD7-7AF9-9922-A10F5B0D23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8" name="Picture 654" descr="antenna_radiation_stylized">
                <a:extLst>
                  <a:ext uri="{FF2B5EF4-FFF2-40B4-BE49-F238E27FC236}">
                    <a16:creationId xmlns:a16="http://schemas.microsoft.com/office/drawing/2014/main" id="{5011F2CE-D5EB-A89A-A5DF-160155BA64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41" name="Group 590">
              <a:extLst>
                <a:ext uri="{FF2B5EF4-FFF2-40B4-BE49-F238E27FC236}">
                  <a16:creationId xmlns:a16="http://schemas.microsoft.com/office/drawing/2014/main" id="{FC96E6D1-265E-2BB3-2382-5E18A97C196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45" name="Picture 591" descr="desktop_computer_stylized_medium">
                <a:extLst>
                  <a:ext uri="{FF2B5EF4-FFF2-40B4-BE49-F238E27FC236}">
                    <a16:creationId xmlns:a16="http://schemas.microsoft.com/office/drawing/2014/main" id="{21BA46D1-D17F-92C5-C7D5-C17FA10682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6" name="Freeform 592">
                <a:extLst>
                  <a:ext uri="{FF2B5EF4-FFF2-40B4-BE49-F238E27FC236}">
                    <a16:creationId xmlns:a16="http://schemas.microsoft.com/office/drawing/2014/main" id="{C9D785B9-9D48-19C1-12C2-12C6FD186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C484A316-BDCA-200B-D457-96470B9CA070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37A131CF-2B32-3B1A-2CFF-66B664F8623F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110A7160-9271-99F2-6E2E-61BF6BA1A1F4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9" name="Group 618">
            <a:extLst>
              <a:ext uri="{FF2B5EF4-FFF2-40B4-BE49-F238E27FC236}">
                <a16:creationId xmlns:a16="http://schemas.microsoft.com/office/drawing/2014/main" id="{48DA2F4C-FE4F-2DFC-7425-1951B2C0D4CD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450" name="Rectangle 227">
              <a:extLst>
                <a:ext uri="{FF2B5EF4-FFF2-40B4-BE49-F238E27FC236}">
                  <a16:creationId xmlns:a16="http://schemas.microsoft.com/office/drawing/2014/main" id="{431540B0-F8CF-377F-A226-294379FE9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228">
              <a:extLst>
                <a:ext uri="{FF2B5EF4-FFF2-40B4-BE49-F238E27FC236}">
                  <a16:creationId xmlns:a16="http://schemas.microsoft.com/office/drawing/2014/main" id="{7E460A6D-2992-30E0-721A-8486151CF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2" name="Rectangle 229">
              <a:extLst>
                <a:ext uri="{FF2B5EF4-FFF2-40B4-BE49-F238E27FC236}">
                  <a16:creationId xmlns:a16="http://schemas.microsoft.com/office/drawing/2014/main" id="{448EA5EB-A76E-081B-F959-82FE3F78E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3" name="Text Box 230">
              <a:extLst>
                <a:ext uri="{FF2B5EF4-FFF2-40B4-BE49-F238E27FC236}">
                  <a16:creationId xmlns:a16="http://schemas.microsoft.com/office/drawing/2014/main" id="{3C248A8A-B093-4A8B-A600-0AA0BBF28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231">
              <a:extLst>
                <a:ext uri="{FF2B5EF4-FFF2-40B4-BE49-F238E27FC236}">
                  <a16:creationId xmlns:a16="http://schemas.microsoft.com/office/drawing/2014/main" id="{566FE5DB-9DE8-D29D-0D27-BDEB3E311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" name="Line 232">
              <a:extLst>
                <a:ext uri="{FF2B5EF4-FFF2-40B4-BE49-F238E27FC236}">
                  <a16:creationId xmlns:a16="http://schemas.microsoft.com/office/drawing/2014/main" id="{772A2B8B-8536-C241-91E7-FC126F418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" name="Line 233">
              <a:extLst>
                <a:ext uri="{FF2B5EF4-FFF2-40B4-BE49-F238E27FC236}">
                  <a16:creationId xmlns:a16="http://schemas.microsoft.com/office/drawing/2014/main" id="{E5E04AE9-60E6-6989-5AB5-A65923F7D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" name="Freeform 917">
              <a:extLst>
                <a:ext uri="{FF2B5EF4-FFF2-40B4-BE49-F238E27FC236}">
                  <a16:creationId xmlns:a16="http://schemas.microsoft.com/office/drawing/2014/main" id="{CDF034C8-AD9E-BD9D-F64D-F125425FE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58" name="Group 619">
            <a:extLst>
              <a:ext uri="{FF2B5EF4-FFF2-40B4-BE49-F238E27FC236}">
                <a16:creationId xmlns:a16="http://schemas.microsoft.com/office/drawing/2014/main" id="{EB49CB27-E0F6-1FBA-F026-4E644395AA04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459" name="Rectangle 227">
              <a:extLst>
                <a:ext uri="{FF2B5EF4-FFF2-40B4-BE49-F238E27FC236}">
                  <a16:creationId xmlns:a16="http://schemas.microsoft.com/office/drawing/2014/main" id="{9C6881CF-B11C-E33A-8D76-C8461B886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0" name="Rectangle 228">
              <a:extLst>
                <a:ext uri="{FF2B5EF4-FFF2-40B4-BE49-F238E27FC236}">
                  <a16:creationId xmlns:a16="http://schemas.microsoft.com/office/drawing/2014/main" id="{7360ADE4-F44F-EDA0-3842-FEEBD515B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229">
              <a:extLst>
                <a:ext uri="{FF2B5EF4-FFF2-40B4-BE49-F238E27FC236}">
                  <a16:creationId xmlns:a16="http://schemas.microsoft.com/office/drawing/2014/main" id="{9469777E-16D1-5D7E-153D-76CC7AACD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Text Box 230">
              <a:extLst>
                <a:ext uri="{FF2B5EF4-FFF2-40B4-BE49-F238E27FC236}">
                  <a16:creationId xmlns:a16="http://schemas.microsoft.com/office/drawing/2014/main" id="{BC34A937-344F-2F98-49B5-677AA122E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Line 231">
              <a:extLst>
                <a:ext uri="{FF2B5EF4-FFF2-40B4-BE49-F238E27FC236}">
                  <a16:creationId xmlns:a16="http://schemas.microsoft.com/office/drawing/2014/main" id="{BC7EEF03-A1C7-1C43-941D-463D9BA41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" name="Line 232">
              <a:extLst>
                <a:ext uri="{FF2B5EF4-FFF2-40B4-BE49-F238E27FC236}">
                  <a16:creationId xmlns:a16="http://schemas.microsoft.com/office/drawing/2014/main" id="{6D85B699-BCF1-C6CD-F685-9BD3916CD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" name="Line 233">
              <a:extLst>
                <a:ext uri="{FF2B5EF4-FFF2-40B4-BE49-F238E27FC236}">
                  <a16:creationId xmlns:a16="http://schemas.microsoft.com/office/drawing/2014/main" id="{EADDE19A-D00F-18DD-14C9-ED0C24630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" name="Freeform 917">
              <a:extLst>
                <a:ext uri="{FF2B5EF4-FFF2-40B4-BE49-F238E27FC236}">
                  <a16:creationId xmlns:a16="http://schemas.microsoft.com/office/drawing/2014/main" id="{4BBF2B68-2548-BB14-DE00-7B7FD7CB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7" name="Group 628">
            <a:extLst>
              <a:ext uri="{FF2B5EF4-FFF2-40B4-BE49-F238E27FC236}">
                <a16:creationId xmlns:a16="http://schemas.microsoft.com/office/drawing/2014/main" id="{447A4EF9-8024-C41F-D94D-532586F41EFD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468" name="Rectangle 227">
              <a:extLst>
                <a:ext uri="{FF2B5EF4-FFF2-40B4-BE49-F238E27FC236}">
                  <a16:creationId xmlns:a16="http://schemas.microsoft.com/office/drawing/2014/main" id="{A0E7EA67-5140-D3E3-0331-E94B75AB7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9" name="Rectangle 228">
              <a:extLst>
                <a:ext uri="{FF2B5EF4-FFF2-40B4-BE49-F238E27FC236}">
                  <a16:creationId xmlns:a16="http://schemas.microsoft.com/office/drawing/2014/main" id="{8E213D50-2382-7F7B-5D4F-5CEB63B0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0" name="Rectangle 229">
              <a:extLst>
                <a:ext uri="{FF2B5EF4-FFF2-40B4-BE49-F238E27FC236}">
                  <a16:creationId xmlns:a16="http://schemas.microsoft.com/office/drawing/2014/main" id="{9FFCCD50-8776-94E6-B8C2-C88359353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1" name="Text Box 230">
              <a:extLst>
                <a:ext uri="{FF2B5EF4-FFF2-40B4-BE49-F238E27FC236}">
                  <a16:creationId xmlns:a16="http://schemas.microsoft.com/office/drawing/2014/main" id="{9B85F10B-A31C-6C65-F4F9-AFB88F979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2" name="Line 231">
              <a:extLst>
                <a:ext uri="{FF2B5EF4-FFF2-40B4-BE49-F238E27FC236}">
                  <a16:creationId xmlns:a16="http://schemas.microsoft.com/office/drawing/2014/main" id="{CF917572-F2DC-8209-8BE6-DE7CE2194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" name="Line 232">
              <a:extLst>
                <a:ext uri="{FF2B5EF4-FFF2-40B4-BE49-F238E27FC236}">
                  <a16:creationId xmlns:a16="http://schemas.microsoft.com/office/drawing/2014/main" id="{AB1A6592-BB57-CB7E-F690-728379DCC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" name="Line 233">
              <a:extLst>
                <a:ext uri="{FF2B5EF4-FFF2-40B4-BE49-F238E27FC236}">
                  <a16:creationId xmlns:a16="http://schemas.microsoft.com/office/drawing/2014/main" id="{01BEA3D3-5A34-6D3F-DA36-403B39B4C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" name="Freeform 917">
              <a:extLst>
                <a:ext uri="{FF2B5EF4-FFF2-40B4-BE49-F238E27FC236}">
                  <a16:creationId xmlns:a16="http://schemas.microsoft.com/office/drawing/2014/main" id="{4C834E90-1CD1-F73E-785C-D911614E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6" name="Line 913">
            <a:extLst>
              <a:ext uri="{FF2B5EF4-FFF2-40B4-BE49-F238E27FC236}">
                <a16:creationId xmlns:a16="http://schemas.microsoft.com/office/drawing/2014/main" id="{AF72E31A-2265-E2CD-DE38-48607EA90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7" name="Line 911">
            <a:extLst>
              <a:ext uri="{FF2B5EF4-FFF2-40B4-BE49-F238E27FC236}">
                <a16:creationId xmlns:a16="http://schemas.microsoft.com/office/drawing/2014/main" id="{4B5D8CF8-28E0-C867-2FD6-C20F69A9F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8" name="Group 950">
            <a:extLst>
              <a:ext uri="{FF2B5EF4-FFF2-40B4-BE49-F238E27FC236}">
                <a16:creationId xmlns:a16="http://schemas.microsoft.com/office/drawing/2014/main" id="{0407EAA0-8FD9-B9C3-B91C-2BAF5BF00E7C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79" name="Freeform 951">
              <a:extLst>
                <a:ext uri="{FF2B5EF4-FFF2-40B4-BE49-F238E27FC236}">
                  <a16:creationId xmlns:a16="http://schemas.microsoft.com/office/drawing/2014/main" id="{4EE48937-55C1-14F7-0FE3-47B46AF97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0" name="Rectangle 952">
              <a:extLst>
                <a:ext uri="{FF2B5EF4-FFF2-40B4-BE49-F238E27FC236}">
                  <a16:creationId xmlns:a16="http://schemas.microsoft.com/office/drawing/2014/main" id="{160C8761-D7CD-EFC0-19D3-5B06CE1F1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1" name="Freeform 953">
              <a:extLst>
                <a:ext uri="{FF2B5EF4-FFF2-40B4-BE49-F238E27FC236}">
                  <a16:creationId xmlns:a16="http://schemas.microsoft.com/office/drawing/2014/main" id="{5CE3BEAC-5B0C-398A-F754-FE579A1E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2" name="Freeform 954">
              <a:extLst>
                <a:ext uri="{FF2B5EF4-FFF2-40B4-BE49-F238E27FC236}">
                  <a16:creationId xmlns:a16="http://schemas.microsoft.com/office/drawing/2014/main" id="{4014F6B3-42AD-C5CF-872D-C67FC2A8D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3" name="Rectangle 955">
              <a:extLst>
                <a:ext uri="{FF2B5EF4-FFF2-40B4-BE49-F238E27FC236}">
                  <a16:creationId xmlns:a16="http://schemas.microsoft.com/office/drawing/2014/main" id="{92D27C11-F54E-E0A1-509C-000A1CEBB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4" name="Group 956">
              <a:extLst>
                <a:ext uri="{FF2B5EF4-FFF2-40B4-BE49-F238E27FC236}">
                  <a16:creationId xmlns:a16="http://schemas.microsoft.com/office/drawing/2014/main" id="{6EBE5860-63A2-F98C-EFFB-1FBF5C86C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9" name="AutoShape 957">
                <a:extLst>
                  <a:ext uri="{FF2B5EF4-FFF2-40B4-BE49-F238E27FC236}">
                    <a16:creationId xmlns:a16="http://schemas.microsoft.com/office/drawing/2014/main" id="{E398B532-B6ED-6C25-40B2-FAFD02933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58">
                <a:extLst>
                  <a:ext uri="{FF2B5EF4-FFF2-40B4-BE49-F238E27FC236}">
                    <a16:creationId xmlns:a16="http://schemas.microsoft.com/office/drawing/2014/main" id="{85982B43-AC62-7CF7-E7C9-0E3643CBD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5" name="Rectangle 959">
              <a:extLst>
                <a:ext uri="{FF2B5EF4-FFF2-40B4-BE49-F238E27FC236}">
                  <a16:creationId xmlns:a16="http://schemas.microsoft.com/office/drawing/2014/main" id="{94C7C9D0-2B18-9CD8-DC5A-E0549FD9A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6" name="Group 960">
              <a:extLst>
                <a:ext uri="{FF2B5EF4-FFF2-40B4-BE49-F238E27FC236}">
                  <a16:creationId xmlns:a16="http://schemas.microsoft.com/office/drawing/2014/main" id="{2A9C6E97-B065-5457-4B04-585EDD17A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07" name="AutoShape 961">
                <a:extLst>
                  <a:ext uri="{FF2B5EF4-FFF2-40B4-BE49-F238E27FC236}">
                    <a16:creationId xmlns:a16="http://schemas.microsoft.com/office/drawing/2014/main" id="{4EB8BFC8-EDC1-D6BC-0BAE-BD102B77D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8" name="AutoShape 962">
                <a:extLst>
                  <a:ext uri="{FF2B5EF4-FFF2-40B4-BE49-F238E27FC236}">
                    <a16:creationId xmlns:a16="http://schemas.microsoft.com/office/drawing/2014/main" id="{F9C0832F-AD33-C0F2-6B86-72CC6D9D3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7" name="Rectangle 963">
              <a:extLst>
                <a:ext uri="{FF2B5EF4-FFF2-40B4-BE49-F238E27FC236}">
                  <a16:creationId xmlns:a16="http://schemas.microsoft.com/office/drawing/2014/main" id="{36549C4F-D889-910E-178F-19272C600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8" name="Rectangle 964">
              <a:extLst>
                <a:ext uri="{FF2B5EF4-FFF2-40B4-BE49-F238E27FC236}">
                  <a16:creationId xmlns:a16="http://schemas.microsoft.com/office/drawing/2014/main" id="{41871E33-0864-B69A-ABC0-1C9228735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89" name="Group 965">
              <a:extLst>
                <a:ext uri="{FF2B5EF4-FFF2-40B4-BE49-F238E27FC236}">
                  <a16:creationId xmlns:a16="http://schemas.microsoft.com/office/drawing/2014/main" id="{6BC32177-E823-7DFE-EC26-1400A4B14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05" name="AutoShape 966">
                <a:extLst>
                  <a:ext uri="{FF2B5EF4-FFF2-40B4-BE49-F238E27FC236}">
                    <a16:creationId xmlns:a16="http://schemas.microsoft.com/office/drawing/2014/main" id="{675BFF41-8B2C-C87D-8624-C0D01F2A7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6" name="AutoShape 967">
                <a:extLst>
                  <a:ext uri="{FF2B5EF4-FFF2-40B4-BE49-F238E27FC236}">
                    <a16:creationId xmlns:a16="http://schemas.microsoft.com/office/drawing/2014/main" id="{ABB63D4F-68D7-8A62-3E87-8C92DBDAE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0" name="Freeform 968">
              <a:extLst>
                <a:ext uri="{FF2B5EF4-FFF2-40B4-BE49-F238E27FC236}">
                  <a16:creationId xmlns:a16="http://schemas.microsoft.com/office/drawing/2014/main" id="{5C6A9E23-7029-8465-16F3-82F4C5C1B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1" name="Group 969">
              <a:extLst>
                <a:ext uri="{FF2B5EF4-FFF2-40B4-BE49-F238E27FC236}">
                  <a16:creationId xmlns:a16="http://schemas.microsoft.com/office/drawing/2014/main" id="{0E004C1B-25E3-E520-0868-663FA1391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3" name="AutoShape 970">
                <a:extLst>
                  <a:ext uri="{FF2B5EF4-FFF2-40B4-BE49-F238E27FC236}">
                    <a16:creationId xmlns:a16="http://schemas.microsoft.com/office/drawing/2014/main" id="{E191146C-CB68-DA31-8DF9-BC600B10A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4" name="AutoShape 971">
                <a:extLst>
                  <a:ext uri="{FF2B5EF4-FFF2-40B4-BE49-F238E27FC236}">
                    <a16:creationId xmlns:a16="http://schemas.microsoft.com/office/drawing/2014/main" id="{6069666E-D2D6-89C5-C471-F89186F42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2" name="Rectangle 972">
              <a:extLst>
                <a:ext uri="{FF2B5EF4-FFF2-40B4-BE49-F238E27FC236}">
                  <a16:creationId xmlns:a16="http://schemas.microsoft.com/office/drawing/2014/main" id="{6FC4A3B4-7D59-703C-1BDC-F6C85D06B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3" name="Freeform 973">
              <a:extLst>
                <a:ext uri="{FF2B5EF4-FFF2-40B4-BE49-F238E27FC236}">
                  <a16:creationId xmlns:a16="http://schemas.microsoft.com/office/drawing/2014/main" id="{68A972BD-539E-9C38-8C04-A608B2CD8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4" name="Freeform 974">
              <a:extLst>
                <a:ext uri="{FF2B5EF4-FFF2-40B4-BE49-F238E27FC236}">
                  <a16:creationId xmlns:a16="http://schemas.microsoft.com/office/drawing/2014/main" id="{82FC0C72-20C8-4B01-5BE2-BE67FA385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5" name="Oval 975">
              <a:extLst>
                <a:ext uri="{FF2B5EF4-FFF2-40B4-BE49-F238E27FC236}">
                  <a16:creationId xmlns:a16="http://schemas.microsoft.com/office/drawing/2014/main" id="{E2A4A934-97F9-91E2-BE57-AF9984046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6" name="Freeform 976">
              <a:extLst>
                <a:ext uri="{FF2B5EF4-FFF2-40B4-BE49-F238E27FC236}">
                  <a16:creationId xmlns:a16="http://schemas.microsoft.com/office/drawing/2014/main" id="{BA065BB1-B828-CCDF-E3A9-9C03545E4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7" name="AutoShape 977">
              <a:extLst>
                <a:ext uri="{FF2B5EF4-FFF2-40B4-BE49-F238E27FC236}">
                  <a16:creationId xmlns:a16="http://schemas.microsoft.com/office/drawing/2014/main" id="{622F5676-1B56-E3EB-3869-FAFA3EAE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8" name="AutoShape 978">
              <a:extLst>
                <a:ext uri="{FF2B5EF4-FFF2-40B4-BE49-F238E27FC236}">
                  <a16:creationId xmlns:a16="http://schemas.microsoft.com/office/drawing/2014/main" id="{76086E14-B565-DCF5-AD4B-C05D8F3BE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Oval 979">
              <a:extLst>
                <a:ext uri="{FF2B5EF4-FFF2-40B4-BE49-F238E27FC236}">
                  <a16:creationId xmlns:a16="http://schemas.microsoft.com/office/drawing/2014/main" id="{DFC0D120-AD41-ACAD-E9EE-EE0A883A8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0" name="Oval 980">
              <a:extLst>
                <a:ext uri="{FF2B5EF4-FFF2-40B4-BE49-F238E27FC236}">
                  <a16:creationId xmlns:a16="http://schemas.microsoft.com/office/drawing/2014/main" id="{B8BA4420-B406-2A81-5A57-63492F80D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1" name="Oval 981">
              <a:extLst>
                <a:ext uri="{FF2B5EF4-FFF2-40B4-BE49-F238E27FC236}">
                  <a16:creationId xmlns:a16="http://schemas.microsoft.com/office/drawing/2014/main" id="{3800F946-0B8D-F7A4-5A04-F2F07DD18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Rectangle 982">
              <a:extLst>
                <a:ext uri="{FF2B5EF4-FFF2-40B4-BE49-F238E27FC236}">
                  <a16:creationId xmlns:a16="http://schemas.microsoft.com/office/drawing/2014/main" id="{43F260D1-1E9A-5839-94D4-9240053D2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12" name="Content Placeholder 2">
            <a:extLst>
              <a:ext uri="{FF2B5EF4-FFF2-40B4-BE49-F238E27FC236}">
                <a16:creationId xmlns:a16="http://schemas.microsoft.com/office/drawing/2014/main" id="{C9393882-B343-7C7D-A115-813D548C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5244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Applications are processes running on a host</a:t>
            </a:r>
          </a:p>
          <a:p>
            <a:r>
              <a:rPr lang="en-US" dirty="0"/>
              <a:t>Each host on the Internet is identified by a unique IP address</a:t>
            </a:r>
          </a:p>
          <a:p>
            <a:r>
              <a:rPr lang="en-US" dirty="0"/>
              <a:t>A single host can run multiple applications simultaneously</a:t>
            </a:r>
          </a:p>
          <a:p>
            <a:r>
              <a:rPr lang="en-US" dirty="0"/>
              <a:t>When a packet arrives at the host, how does it determine which application should receive it?</a:t>
            </a:r>
          </a:p>
          <a:p>
            <a:pPr lvl="1"/>
            <a:r>
              <a:rPr lang="en-US" dirty="0"/>
              <a:t>A combination of IP address and port number is used to uniquely identify an application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ABB92-1744-E48D-F216-CBD55502893A}"/>
              </a:ext>
            </a:extLst>
          </p:cNvPr>
          <p:cNvSpPr txBox="1"/>
          <p:nvPr/>
        </p:nvSpPr>
        <p:spPr>
          <a:xfrm>
            <a:off x="7043053" y="6368144"/>
            <a:ext cx="44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215482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ECBB-7B59-9252-5170-01C16CA2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FB8C4-FE23-FF32-26DD-F7874FA42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Before diving into the application layer protocols, let’s first talk about the programming interface available to programmers.</a:t>
            </a:r>
          </a:p>
          <a:p>
            <a:endParaRPr lang="en-IN" dirty="0"/>
          </a:p>
          <a:p>
            <a:r>
              <a:rPr lang="en-IN" dirty="0"/>
              <a:t>All the applications are built using these interfaces.</a:t>
            </a:r>
          </a:p>
          <a:p>
            <a:endParaRPr lang="en-IN" dirty="0"/>
          </a:p>
          <a:p>
            <a:r>
              <a:rPr lang="en-IN" dirty="0"/>
              <a:t>It will also give you clarity about what services the underlying layers provide to the application layer.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169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E991-4C73-A3C2-8172-AF44BD18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B2D9-A8B4-5BFC-70A7-5A93F61B6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 Linux, the OS provides the socket interface</a:t>
            </a:r>
          </a:p>
          <a:p>
            <a:endParaRPr lang="en-IN" dirty="0"/>
          </a:p>
          <a:p>
            <a:r>
              <a:rPr lang="en-IN" dirty="0"/>
              <a:t>A socket is an endpoint through which a local application connects to the internet</a:t>
            </a:r>
          </a:p>
          <a:p>
            <a:endParaRPr lang="en-IN" dirty="0"/>
          </a:p>
          <a:p>
            <a:r>
              <a:rPr lang="en-IN" dirty="0"/>
              <a:t>A socket can be created using the socket system call</a:t>
            </a:r>
          </a:p>
        </p:txBody>
      </p:sp>
    </p:spTree>
    <p:extLst>
      <p:ext uri="{BB962C8B-B14F-4D97-AF65-F5344CB8AC3E}">
        <p14:creationId xmlns:p14="http://schemas.microsoft.com/office/powerpoint/2010/main" val="1892729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EFFB-CE1B-0E9A-C096-BE6C77E4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socket system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E9EC8-7599-684B-BB0A-20A1A1B9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 socket(int domain, int type, int protocol)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domain:</a:t>
            </a:r>
          </a:p>
          <a:p>
            <a:pPr lvl="1"/>
            <a:r>
              <a:rPr lang="en-IN" dirty="0"/>
              <a:t>PF_INET: Internet family (IPv4)</a:t>
            </a:r>
          </a:p>
          <a:p>
            <a:pPr lvl="1"/>
            <a:r>
              <a:rPr lang="en-IN" dirty="0"/>
              <a:t>PF_UNIX: Unix pipe</a:t>
            </a:r>
          </a:p>
          <a:p>
            <a:pPr lvl="1"/>
            <a:r>
              <a:rPr lang="en-IN" dirty="0"/>
              <a:t>PF_PACKET: direct access to the network driver (bypassing TCP/IP stack)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717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888C-E339-0F92-A3E5-3D738079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59F4-E4F9-97D6-2B7B-581ACAE6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socket system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406EA-5933-9258-9F92-5A7C1C0B7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 socket(int domain, int type, int protocol)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Type:</a:t>
            </a:r>
          </a:p>
          <a:p>
            <a:pPr lvl="1"/>
            <a:r>
              <a:rPr lang="en-IN" dirty="0"/>
              <a:t>SOCK_STREAM: stream socket (TCP)</a:t>
            </a:r>
          </a:p>
          <a:p>
            <a:pPr lvl="1"/>
            <a:r>
              <a:rPr lang="en-IN" dirty="0"/>
              <a:t>SOCK_DGRAM: datagram docket (UDP)</a:t>
            </a:r>
          </a:p>
          <a:p>
            <a:pPr lvl="1"/>
            <a:r>
              <a:rPr lang="en-IN" dirty="0"/>
              <a:t>SOCK_RAW: raw Ethernet frames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742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52E8-0BD4-88F4-3473-88986AC6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1F32-08EE-A806-2B7F-A874B199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socket system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C789-77F2-DCFF-2B94-2FBEA2E54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int socket(int domain, int type, int protocol)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Protocol:</a:t>
            </a:r>
          </a:p>
          <a:p>
            <a:pPr lvl="1"/>
            <a:r>
              <a:rPr lang="en-US" dirty="0"/>
              <a:t>IPPROTO_UDP</a:t>
            </a:r>
          </a:p>
          <a:p>
            <a:pPr lvl="1"/>
            <a:r>
              <a:rPr lang="en-US" dirty="0"/>
              <a:t>IPPROTO_TCP</a:t>
            </a:r>
          </a:p>
          <a:p>
            <a:pPr lvl="1"/>
            <a:r>
              <a:rPr lang="en-US" dirty="0"/>
              <a:t>IPPROTO_ICMP</a:t>
            </a:r>
          </a:p>
          <a:p>
            <a:pPr lvl="1"/>
            <a:r>
              <a:rPr lang="en-US" dirty="0"/>
              <a:t>0: if the protocol can be implied from the domain and type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57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30A0-1DF8-CC2D-5131-EC8FC67D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A21A-C4BB-E8D4-5816-B78A0D1F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socket system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104E-FB25-A98A-BEC1-647B28C89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int socket(int domain, int type, int protocol)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Return value:</a:t>
            </a:r>
          </a:p>
          <a:p>
            <a:pPr lvl="1"/>
            <a:r>
              <a:rPr lang="en-US" dirty="0"/>
              <a:t>A handle (file descriptor) for the newly created socket.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For full details, see "man socket".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63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3428-8093-763D-CF15-4ED4B11B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7AD5-85D5-B9B6-7738-B826ACA5C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TCP server typically follows these steps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int bind(int socket, struct </a:t>
            </a:r>
            <a:r>
              <a:rPr lang="en-IN" dirty="0" err="1"/>
              <a:t>sockaddr</a:t>
            </a:r>
            <a:r>
              <a:rPr lang="en-IN" dirty="0"/>
              <a:t> *address, int </a:t>
            </a:r>
            <a:r>
              <a:rPr lang="en-IN" dirty="0" err="1"/>
              <a:t>addr_len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int listen(int socket, int backlog);</a:t>
            </a:r>
          </a:p>
          <a:p>
            <a:pPr marL="0" indent="0">
              <a:buNone/>
            </a:pPr>
            <a:r>
              <a:rPr lang="en-IN" dirty="0"/>
              <a:t>int accept(int socket, struct </a:t>
            </a:r>
            <a:r>
              <a:rPr lang="en-IN" dirty="0" err="1"/>
              <a:t>sockaddr</a:t>
            </a:r>
            <a:r>
              <a:rPr lang="en-IN" dirty="0"/>
              <a:t> *address, int *</a:t>
            </a:r>
            <a:r>
              <a:rPr lang="en-IN" dirty="0" err="1"/>
              <a:t>addr_len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4572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3326-6084-CDBE-2A1D-FAF277DE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6638F-EA43-BA6A-CFD6-F8674A7E3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accent1"/>
                </a:solidFill>
              </a:rPr>
              <a:t>int bind(int socket, struct </a:t>
            </a:r>
            <a:r>
              <a:rPr lang="en-IN" dirty="0" err="1">
                <a:solidFill>
                  <a:schemeClr val="accent1"/>
                </a:solidFill>
              </a:rPr>
              <a:t>sockaddr</a:t>
            </a:r>
            <a:r>
              <a:rPr lang="en-IN" dirty="0">
                <a:solidFill>
                  <a:schemeClr val="accent1"/>
                </a:solidFill>
              </a:rPr>
              <a:t> *address, int </a:t>
            </a:r>
            <a:r>
              <a:rPr lang="en-IN" dirty="0" err="1">
                <a:solidFill>
                  <a:schemeClr val="accent1"/>
                </a:solidFill>
              </a:rPr>
              <a:t>addr_len</a:t>
            </a:r>
            <a:r>
              <a:rPr lang="en-IN" dirty="0">
                <a:solidFill>
                  <a:schemeClr val="accent1"/>
                </a:solidFill>
              </a:rPr>
              <a:t>);</a:t>
            </a:r>
          </a:p>
          <a:p>
            <a:pPr lvl="1"/>
            <a:r>
              <a:rPr lang="en-US" dirty="0"/>
              <a:t>Associates the socket with a specific IP address and port number. The length of an address varies depending on the domain of the socket.</a:t>
            </a:r>
          </a:p>
          <a:p>
            <a:endParaRPr lang="sv-SE" dirty="0"/>
          </a:p>
          <a:p>
            <a:r>
              <a:rPr lang="sv-SE" dirty="0">
                <a:solidFill>
                  <a:schemeClr val="accent1"/>
                </a:solidFill>
              </a:rPr>
              <a:t>int listen(int socket, int backlog);</a:t>
            </a:r>
          </a:p>
          <a:p>
            <a:pPr lvl="1"/>
            <a:r>
              <a:rPr lang="en-US" dirty="0"/>
              <a:t>Specifies how many connections can be pending on the specified socket.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int accept(int socket, struct </a:t>
            </a:r>
            <a:r>
              <a:rPr lang="en-US" dirty="0" err="1">
                <a:solidFill>
                  <a:schemeClr val="accent1"/>
                </a:solidFill>
              </a:rPr>
              <a:t>sockaddr</a:t>
            </a:r>
            <a:r>
              <a:rPr lang="en-US" dirty="0">
                <a:solidFill>
                  <a:schemeClr val="accent1"/>
                </a:solidFill>
              </a:rPr>
              <a:t> *address, int *</a:t>
            </a:r>
            <a:r>
              <a:rPr lang="en-US" dirty="0" err="1">
                <a:solidFill>
                  <a:schemeClr val="accent1"/>
                </a:solidFill>
              </a:rPr>
              <a:t>addr_len</a:t>
            </a:r>
            <a:r>
              <a:rPr lang="en-US" dirty="0">
                <a:solidFill>
                  <a:schemeClr val="accent1"/>
                </a:solidFill>
              </a:rPr>
              <a:t>);</a:t>
            </a:r>
          </a:p>
          <a:p>
            <a:pPr lvl="1"/>
            <a:r>
              <a:rPr lang="en-US" dirty="0"/>
              <a:t>Blocks until a client establishes a connection. It returns a new socket descriptor corresponding to the connection established with the client. The client's address is returned via the address parameter.</a:t>
            </a:r>
          </a:p>
        </p:txBody>
      </p:sp>
    </p:spTree>
    <p:extLst>
      <p:ext uri="{BB962C8B-B14F-4D97-AF65-F5344CB8AC3E}">
        <p14:creationId xmlns:p14="http://schemas.microsoft.com/office/powerpoint/2010/main" val="1471268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58BB-3AF2-37FB-46F0-C3210DDD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12093-AF89-E75C-15CB-0DB30695D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new socket returned by accept is used to exchange data with the client.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449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F270-D881-D486-9C41-F633D758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FCB3-3DF3-2501-DB39-61C33DAB8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client also creates a socket using the </a:t>
            </a:r>
            <a:r>
              <a:rPr lang="en-US" dirty="0">
                <a:solidFill>
                  <a:schemeClr val="accent1"/>
                </a:solidFill>
              </a:rPr>
              <a:t>socket</a:t>
            </a:r>
            <a:r>
              <a:rPr lang="en-US" dirty="0"/>
              <a:t> system call. </a:t>
            </a:r>
          </a:p>
          <a:p>
            <a:endParaRPr lang="en-US" dirty="0"/>
          </a:p>
          <a:p>
            <a:r>
              <a:rPr lang="en-US" dirty="0"/>
              <a:t>Then it makes the </a:t>
            </a:r>
            <a:r>
              <a:rPr lang="en-US" dirty="0">
                <a:solidFill>
                  <a:schemeClr val="accent1"/>
                </a:solidFill>
              </a:rPr>
              <a:t>connect</a:t>
            </a:r>
            <a:r>
              <a:rPr lang="en-US" dirty="0"/>
              <a:t> system call.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int connect(int socket, struct </a:t>
            </a:r>
            <a:r>
              <a:rPr lang="en-US" dirty="0" err="1"/>
              <a:t>sockaddr</a:t>
            </a:r>
            <a:r>
              <a:rPr lang="en-US" dirty="0"/>
              <a:t> *address, int </a:t>
            </a:r>
            <a:r>
              <a:rPr lang="en-US" dirty="0" err="1"/>
              <a:t>addr_len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380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8F00-8284-9D78-9A5B-4B56BF84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4D489-7948-44A1-134B-F62C8161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 connect(int socket, struct </a:t>
            </a:r>
            <a:r>
              <a:rPr lang="en-US" dirty="0" err="1">
                <a:solidFill>
                  <a:schemeClr val="accent1"/>
                </a:solidFill>
              </a:rPr>
              <a:t>sockaddr</a:t>
            </a:r>
            <a:r>
              <a:rPr lang="en-US" dirty="0">
                <a:solidFill>
                  <a:schemeClr val="accent1"/>
                </a:solidFill>
              </a:rPr>
              <a:t> *address, int </a:t>
            </a:r>
            <a:r>
              <a:rPr lang="en-US" dirty="0" err="1">
                <a:solidFill>
                  <a:schemeClr val="accent1"/>
                </a:solidFill>
              </a:rPr>
              <a:t>addr_len</a:t>
            </a:r>
            <a:r>
              <a:rPr lang="en-US" dirty="0">
                <a:solidFill>
                  <a:schemeClr val="accent1"/>
                </a:solidFill>
              </a:rPr>
              <a:t>);</a:t>
            </a:r>
          </a:p>
          <a:p>
            <a:pPr lvl="1"/>
            <a:r>
              <a:rPr lang="en-US" dirty="0"/>
              <a:t>During connect, the OS automatically assigns a port number to the client. The client's IP address and port number are passed to the server, which is waiting to accept a connection. If the connection is established, zero is returned.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118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82A9-6011-C2DA-9E8F-16327C6D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6F00-9431-D970-8DC4-7CFEFDA37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 connection is established, the application processes invoke the following two system calls to send and receive data: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int send(int socket, char *message, int </a:t>
            </a:r>
            <a:r>
              <a:rPr lang="en-US" dirty="0" err="1">
                <a:solidFill>
                  <a:schemeClr val="accent1"/>
                </a:solidFill>
              </a:rPr>
              <a:t>msg_len</a:t>
            </a:r>
            <a:r>
              <a:rPr lang="en-US" dirty="0">
                <a:solidFill>
                  <a:schemeClr val="accent1"/>
                </a:solidFill>
              </a:rPr>
              <a:t>, int flags);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int </a:t>
            </a:r>
            <a:r>
              <a:rPr lang="en-US" dirty="0" err="1">
                <a:solidFill>
                  <a:schemeClr val="accent1"/>
                </a:solidFill>
              </a:rPr>
              <a:t>recv</a:t>
            </a:r>
            <a:r>
              <a:rPr lang="en-US" dirty="0">
                <a:solidFill>
                  <a:schemeClr val="accent1"/>
                </a:solidFill>
              </a:rPr>
              <a:t>(int socket, char *buffer, int </a:t>
            </a:r>
            <a:r>
              <a:rPr lang="en-US" dirty="0" err="1">
                <a:solidFill>
                  <a:schemeClr val="accent1"/>
                </a:solidFill>
              </a:rPr>
              <a:t>buf_len</a:t>
            </a:r>
            <a:r>
              <a:rPr lang="en-US" dirty="0">
                <a:solidFill>
                  <a:schemeClr val="accent1"/>
                </a:solidFill>
              </a:rPr>
              <a:t>, int flags);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Both return the number of bytes successfully sent or received. One error, they return  -1.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07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703D-DAE6-6329-8293-A66D340F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UDP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9D3F-A5D6-E832-5082-60E23C46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Connectionless protocol</a:t>
            </a:r>
          </a:p>
          <a:p>
            <a:pPr lvl="1"/>
            <a:r>
              <a:rPr lang="en-US" dirty="0"/>
              <a:t>Listen and accept is not used</a:t>
            </a:r>
          </a:p>
          <a:p>
            <a:pPr lvl="1"/>
            <a:endParaRPr lang="en-US" dirty="0"/>
          </a:p>
          <a:p>
            <a:r>
              <a:rPr lang="en-US" dirty="0" err="1"/>
              <a:t>recvfrom</a:t>
            </a:r>
            <a:r>
              <a:rPr lang="en-US" dirty="0"/>
              <a:t> and </a:t>
            </a:r>
            <a:r>
              <a:rPr lang="en-US" dirty="0" err="1"/>
              <a:t>sendto</a:t>
            </a:r>
            <a:r>
              <a:rPr lang="en-US" dirty="0"/>
              <a:t> for exchanging data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 err="1"/>
              <a:t>ssize_t</a:t>
            </a:r>
            <a:r>
              <a:rPr lang="en-IN" dirty="0"/>
              <a:t> </a:t>
            </a:r>
            <a:r>
              <a:rPr lang="en-IN" dirty="0" err="1"/>
              <a:t>sendto</a:t>
            </a:r>
            <a:r>
              <a:rPr lang="en-IN" dirty="0"/>
              <a:t>(int </a:t>
            </a:r>
            <a:r>
              <a:rPr lang="en-IN" dirty="0" err="1"/>
              <a:t>sockfd</a:t>
            </a:r>
            <a:r>
              <a:rPr lang="en-IN" dirty="0"/>
              <a:t>, </a:t>
            </a:r>
            <a:r>
              <a:rPr lang="en-IN" dirty="0" err="1"/>
              <a:t>const</a:t>
            </a:r>
            <a:r>
              <a:rPr lang="en-IN" dirty="0"/>
              <a:t> void *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size_t</a:t>
            </a:r>
            <a:r>
              <a:rPr lang="en-IN" dirty="0"/>
              <a:t> </a:t>
            </a:r>
            <a:r>
              <a:rPr lang="en-IN" dirty="0" err="1"/>
              <a:t>len</a:t>
            </a:r>
            <a:r>
              <a:rPr lang="en-IN" dirty="0"/>
              <a:t>, int flags, </a:t>
            </a:r>
            <a:r>
              <a:rPr lang="en-IN" dirty="0" err="1"/>
              <a:t>const</a:t>
            </a:r>
            <a:r>
              <a:rPr lang="en-IN" dirty="0"/>
              <a:t> struct </a:t>
            </a:r>
            <a:r>
              <a:rPr lang="en-IN" dirty="0" err="1"/>
              <a:t>sockaddr</a:t>
            </a:r>
            <a:r>
              <a:rPr lang="en-IN" dirty="0"/>
              <a:t> *</a:t>
            </a:r>
            <a:r>
              <a:rPr lang="en-IN" dirty="0" err="1"/>
              <a:t>dest_addr</a:t>
            </a:r>
            <a:r>
              <a:rPr lang="en-IN" dirty="0"/>
              <a:t>, </a:t>
            </a:r>
            <a:r>
              <a:rPr lang="en-IN" dirty="0" err="1"/>
              <a:t>socklen_t</a:t>
            </a:r>
            <a:r>
              <a:rPr lang="en-IN" dirty="0"/>
              <a:t> </a:t>
            </a:r>
            <a:r>
              <a:rPr lang="en-IN" dirty="0" err="1"/>
              <a:t>addrlen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ssize_t</a:t>
            </a:r>
            <a:r>
              <a:rPr lang="en-IN" dirty="0"/>
              <a:t> </a:t>
            </a:r>
            <a:r>
              <a:rPr lang="en-IN" dirty="0" err="1"/>
              <a:t>recvfrom</a:t>
            </a:r>
            <a:r>
              <a:rPr lang="en-IN" dirty="0"/>
              <a:t>(int </a:t>
            </a:r>
            <a:r>
              <a:rPr lang="en-IN" dirty="0" err="1"/>
              <a:t>sockfd</a:t>
            </a:r>
            <a:r>
              <a:rPr lang="en-IN" dirty="0"/>
              <a:t>, void *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size_t</a:t>
            </a:r>
            <a:r>
              <a:rPr lang="en-IN" dirty="0"/>
              <a:t> </a:t>
            </a:r>
            <a:r>
              <a:rPr lang="en-IN" dirty="0" err="1"/>
              <a:t>len</a:t>
            </a:r>
            <a:r>
              <a:rPr lang="en-IN" dirty="0"/>
              <a:t>, int flags, struct </a:t>
            </a:r>
            <a:r>
              <a:rPr lang="en-IN" dirty="0" err="1"/>
              <a:t>sockaddr</a:t>
            </a:r>
            <a:r>
              <a:rPr lang="en-IN" dirty="0"/>
              <a:t> *</a:t>
            </a:r>
            <a:r>
              <a:rPr lang="en-IN" dirty="0" err="1"/>
              <a:t>src_addr</a:t>
            </a:r>
            <a:r>
              <a:rPr lang="en-IN" dirty="0"/>
              <a:t>, </a:t>
            </a:r>
            <a:r>
              <a:rPr lang="en-IN" dirty="0" err="1"/>
              <a:t>socklen_t</a:t>
            </a:r>
            <a:r>
              <a:rPr lang="en-IN" dirty="0"/>
              <a:t> *</a:t>
            </a:r>
            <a:r>
              <a:rPr lang="en-IN" dirty="0" err="1"/>
              <a:t>addrlen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06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EAC0-7F15-FAEB-E59A-61C43B95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UDP message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5D2F4-18B5-0E08-E40E-0FED217F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 err="1">
                <a:solidFill>
                  <a:schemeClr val="accent1"/>
                </a:solidFill>
              </a:rPr>
              <a:t>ssize_t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sendto</a:t>
            </a:r>
            <a:r>
              <a:rPr lang="en-IN" sz="1600" dirty="0">
                <a:solidFill>
                  <a:schemeClr val="accent1"/>
                </a:solidFill>
              </a:rPr>
              <a:t>(int </a:t>
            </a:r>
            <a:r>
              <a:rPr lang="en-IN" sz="1600" dirty="0" err="1">
                <a:solidFill>
                  <a:schemeClr val="accent1"/>
                </a:solidFill>
              </a:rPr>
              <a:t>sockfd</a:t>
            </a:r>
            <a:r>
              <a:rPr lang="en-IN" sz="1600" dirty="0">
                <a:solidFill>
                  <a:schemeClr val="accent1"/>
                </a:solidFill>
              </a:rPr>
              <a:t>, </a:t>
            </a:r>
            <a:r>
              <a:rPr lang="en-IN" sz="1600" dirty="0" err="1">
                <a:solidFill>
                  <a:schemeClr val="accent1"/>
                </a:solidFill>
              </a:rPr>
              <a:t>const</a:t>
            </a:r>
            <a:r>
              <a:rPr lang="en-IN" sz="1600" dirty="0">
                <a:solidFill>
                  <a:schemeClr val="accent1"/>
                </a:solidFill>
              </a:rPr>
              <a:t> void *</a:t>
            </a:r>
            <a:r>
              <a:rPr lang="en-IN" sz="1600" dirty="0" err="1">
                <a:solidFill>
                  <a:schemeClr val="accent1"/>
                </a:solidFill>
              </a:rPr>
              <a:t>buf</a:t>
            </a:r>
            <a:r>
              <a:rPr lang="en-IN" sz="1600" dirty="0">
                <a:solidFill>
                  <a:schemeClr val="accent1"/>
                </a:solidFill>
              </a:rPr>
              <a:t>, </a:t>
            </a:r>
            <a:r>
              <a:rPr lang="en-IN" sz="1600" dirty="0" err="1">
                <a:solidFill>
                  <a:schemeClr val="accent1"/>
                </a:solidFill>
              </a:rPr>
              <a:t>size_t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len</a:t>
            </a:r>
            <a:r>
              <a:rPr lang="en-IN" sz="1600" dirty="0">
                <a:solidFill>
                  <a:schemeClr val="accent1"/>
                </a:solidFill>
              </a:rPr>
              <a:t>, int flags, </a:t>
            </a:r>
            <a:r>
              <a:rPr lang="en-IN" sz="1600" dirty="0" err="1">
                <a:solidFill>
                  <a:schemeClr val="accent1"/>
                </a:solidFill>
              </a:rPr>
              <a:t>const</a:t>
            </a:r>
            <a:r>
              <a:rPr lang="en-IN" sz="1600" dirty="0">
                <a:solidFill>
                  <a:schemeClr val="accent1"/>
                </a:solidFill>
              </a:rPr>
              <a:t> struct </a:t>
            </a:r>
            <a:r>
              <a:rPr lang="en-IN" sz="1600" dirty="0" err="1">
                <a:solidFill>
                  <a:schemeClr val="accent1"/>
                </a:solidFill>
              </a:rPr>
              <a:t>sockaddr</a:t>
            </a:r>
            <a:r>
              <a:rPr lang="en-IN" sz="1600" dirty="0">
                <a:solidFill>
                  <a:schemeClr val="accent1"/>
                </a:solidFill>
              </a:rPr>
              <a:t> *</a:t>
            </a:r>
            <a:r>
              <a:rPr lang="en-IN" sz="1600" dirty="0" err="1">
                <a:solidFill>
                  <a:schemeClr val="accent1"/>
                </a:solidFill>
              </a:rPr>
              <a:t>dest_addr</a:t>
            </a:r>
            <a:r>
              <a:rPr lang="en-IN" sz="1600" dirty="0">
                <a:solidFill>
                  <a:schemeClr val="accent1"/>
                </a:solidFill>
              </a:rPr>
              <a:t>, </a:t>
            </a:r>
            <a:r>
              <a:rPr lang="en-IN" sz="1600" dirty="0" err="1">
                <a:solidFill>
                  <a:schemeClr val="accent1"/>
                </a:solidFill>
              </a:rPr>
              <a:t>socklen_t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addrlen</a:t>
            </a:r>
            <a:r>
              <a:rPr lang="en-IN" sz="1600" dirty="0">
                <a:solidFill>
                  <a:schemeClr val="accent1"/>
                </a:solidFill>
              </a:rPr>
              <a:t>);</a:t>
            </a:r>
            <a:endParaRPr lang="en-US" sz="1600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The application explicitly passes the destination address for each message. </a:t>
            </a:r>
          </a:p>
          <a:p>
            <a:endParaRPr lang="en-IN" dirty="0"/>
          </a:p>
          <a:p>
            <a:r>
              <a:rPr lang="en-IN" sz="1800" dirty="0" err="1">
                <a:solidFill>
                  <a:schemeClr val="accent1"/>
                </a:solidFill>
              </a:rPr>
              <a:t>ssize_t</a:t>
            </a:r>
            <a:r>
              <a:rPr lang="en-IN" sz="1800" dirty="0">
                <a:solidFill>
                  <a:schemeClr val="accent1"/>
                </a:solidFill>
              </a:rPr>
              <a:t> </a:t>
            </a:r>
            <a:r>
              <a:rPr lang="en-IN" sz="1800" dirty="0" err="1">
                <a:solidFill>
                  <a:schemeClr val="accent1"/>
                </a:solidFill>
              </a:rPr>
              <a:t>recvfrom</a:t>
            </a:r>
            <a:r>
              <a:rPr lang="en-IN" sz="1800" dirty="0">
                <a:solidFill>
                  <a:schemeClr val="accent1"/>
                </a:solidFill>
              </a:rPr>
              <a:t>(int </a:t>
            </a:r>
            <a:r>
              <a:rPr lang="en-IN" sz="1800" dirty="0" err="1">
                <a:solidFill>
                  <a:schemeClr val="accent1"/>
                </a:solidFill>
              </a:rPr>
              <a:t>sockfd</a:t>
            </a:r>
            <a:r>
              <a:rPr lang="en-IN" sz="1800" dirty="0">
                <a:solidFill>
                  <a:schemeClr val="accent1"/>
                </a:solidFill>
              </a:rPr>
              <a:t>, void *</a:t>
            </a:r>
            <a:r>
              <a:rPr lang="en-IN" sz="1800" dirty="0" err="1">
                <a:solidFill>
                  <a:schemeClr val="accent1"/>
                </a:solidFill>
              </a:rPr>
              <a:t>buf</a:t>
            </a:r>
            <a:r>
              <a:rPr lang="en-IN" sz="1800" dirty="0">
                <a:solidFill>
                  <a:schemeClr val="accent1"/>
                </a:solidFill>
              </a:rPr>
              <a:t>, </a:t>
            </a:r>
            <a:r>
              <a:rPr lang="en-IN" sz="1800" dirty="0" err="1">
                <a:solidFill>
                  <a:schemeClr val="accent1"/>
                </a:solidFill>
              </a:rPr>
              <a:t>size_t</a:t>
            </a:r>
            <a:r>
              <a:rPr lang="en-IN" sz="1800" dirty="0">
                <a:solidFill>
                  <a:schemeClr val="accent1"/>
                </a:solidFill>
              </a:rPr>
              <a:t> </a:t>
            </a:r>
            <a:r>
              <a:rPr lang="en-IN" sz="1800" dirty="0" err="1">
                <a:solidFill>
                  <a:schemeClr val="accent1"/>
                </a:solidFill>
              </a:rPr>
              <a:t>len</a:t>
            </a:r>
            <a:r>
              <a:rPr lang="en-IN" sz="1800" dirty="0">
                <a:solidFill>
                  <a:schemeClr val="accent1"/>
                </a:solidFill>
              </a:rPr>
              <a:t>, int flags, struct </a:t>
            </a:r>
            <a:r>
              <a:rPr lang="en-IN" sz="1800" dirty="0" err="1">
                <a:solidFill>
                  <a:schemeClr val="accent1"/>
                </a:solidFill>
              </a:rPr>
              <a:t>sockaddr</a:t>
            </a:r>
            <a:r>
              <a:rPr lang="en-IN" sz="1800" dirty="0">
                <a:solidFill>
                  <a:schemeClr val="accent1"/>
                </a:solidFill>
              </a:rPr>
              <a:t> *</a:t>
            </a:r>
            <a:r>
              <a:rPr lang="en-IN" sz="1800" dirty="0" err="1">
                <a:solidFill>
                  <a:schemeClr val="accent1"/>
                </a:solidFill>
              </a:rPr>
              <a:t>src_addr</a:t>
            </a:r>
            <a:r>
              <a:rPr lang="en-IN" sz="1800" dirty="0">
                <a:solidFill>
                  <a:schemeClr val="accent1"/>
                </a:solidFill>
              </a:rPr>
              <a:t>, </a:t>
            </a:r>
            <a:r>
              <a:rPr lang="en-IN" sz="1800" dirty="0" err="1">
                <a:solidFill>
                  <a:schemeClr val="accent1"/>
                </a:solidFill>
              </a:rPr>
              <a:t>socklen_t</a:t>
            </a:r>
            <a:r>
              <a:rPr lang="en-IN" sz="1800" dirty="0">
                <a:solidFill>
                  <a:schemeClr val="accent1"/>
                </a:solidFill>
              </a:rPr>
              <a:t> *</a:t>
            </a:r>
            <a:r>
              <a:rPr lang="en-IN" sz="1800" dirty="0" err="1">
                <a:solidFill>
                  <a:schemeClr val="accent1"/>
                </a:solidFill>
              </a:rPr>
              <a:t>addrlen</a:t>
            </a:r>
            <a:r>
              <a:rPr lang="en-IN" sz="1800" dirty="0">
                <a:solidFill>
                  <a:schemeClr val="accent1"/>
                </a:solidFill>
              </a:rPr>
              <a:t>);</a:t>
            </a:r>
          </a:p>
          <a:p>
            <a:pPr lvl="1"/>
            <a:r>
              <a:rPr lang="en-US" dirty="0"/>
              <a:t>The application receives the sender’s address along with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52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341C-B425-96BD-64CD-97E0A331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UDP vs.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AA9B-472E-DF79-4360-E91675C6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UDP</a:t>
            </a:r>
          </a:p>
          <a:p>
            <a:pPr lvl="1"/>
            <a:r>
              <a:rPr lang="en-US" dirty="0"/>
              <a:t>Provides a connectionless service.</a:t>
            </a:r>
          </a:p>
          <a:p>
            <a:pPr lvl="1"/>
            <a:r>
              <a:rPr lang="en-US" dirty="0"/>
              <a:t>No reliability: data packets may get lost.</a:t>
            </a:r>
          </a:p>
          <a:p>
            <a:pPr lvl="1"/>
            <a:r>
              <a:rPr lang="en-US" dirty="0"/>
              <a:t>Packets may arrive out of order.</a:t>
            </a:r>
          </a:p>
          <a:p>
            <a:pPr lvl="1"/>
            <a:r>
              <a:rPr lang="en-US" dirty="0"/>
              <a:t>Advantage: suitable for applications tolerant to loss but needing consistent throughput, such as video calls, audio calls, streaming media, and interactive games.</a:t>
            </a:r>
          </a:p>
          <a:p>
            <a:r>
              <a:rPr lang="en-US"/>
              <a:t>TCP</a:t>
            </a:r>
            <a:endParaRPr lang="en-US" dirty="0"/>
          </a:p>
          <a:p>
            <a:pPr lvl="1"/>
            <a:r>
              <a:rPr lang="en-US" dirty="0"/>
              <a:t>Provides a connection-oriented service; communication processes must establish a connection (handshake) before exchanging data.</a:t>
            </a:r>
          </a:p>
          <a:p>
            <a:pPr lvl="1"/>
            <a:r>
              <a:rPr lang="en-US" dirty="0"/>
              <a:t>Reliable data transfer: no data loss, application receives data in the correct order.</a:t>
            </a:r>
          </a:p>
          <a:p>
            <a:pPr lvl="1"/>
            <a:r>
              <a:rPr lang="en-US" dirty="0"/>
              <a:t>Applications include file transfer, email, web documents, and smartphone messaging.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373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2678-CFC4-8DCE-50CB-6E4869F1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726FA-BAFE-7C09-1053-B2E2AC57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469C3-E16D-23C2-8AA6-2474BE9D12C8}"/>
              </a:ext>
            </a:extLst>
          </p:cNvPr>
          <p:cNvSpPr txBox="1"/>
          <p:nvPr/>
        </p:nvSpPr>
        <p:spPr>
          <a:xfrm>
            <a:off x="4724400" y="239483"/>
            <a:ext cx="673825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void client(char *host) {</a:t>
            </a:r>
          </a:p>
          <a:p>
            <a:r>
              <a:rPr lang="en-IN" dirty="0"/>
              <a:t>  char </a:t>
            </a:r>
            <a:r>
              <a:rPr lang="en-IN" dirty="0" err="1"/>
              <a:t>buf</a:t>
            </a:r>
            <a:r>
              <a:rPr lang="en-IN" dirty="0"/>
              <a:t>[MAX_LINE];</a:t>
            </a:r>
          </a:p>
          <a:p>
            <a:r>
              <a:rPr lang="en-IN" dirty="0"/>
              <a:t>  struct </a:t>
            </a:r>
            <a:r>
              <a:rPr lang="en-IN" dirty="0" err="1"/>
              <a:t>sockaddr_in</a:t>
            </a:r>
            <a:r>
              <a:rPr lang="en-IN" dirty="0"/>
              <a:t> sin;</a:t>
            </a:r>
          </a:p>
          <a:p>
            <a:r>
              <a:rPr lang="en-IN" dirty="0"/>
              <a:t>  hp = </a:t>
            </a:r>
            <a:r>
              <a:rPr lang="en-IN" dirty="0" err="1"/>
              <a:t>gethostbyname</a:t>
            </a:r>
            <a:r>
              <a:rPr lang="en-IN" dirty="0"/>
              <a:t>(host);</a:t>
            </a:r>
          </a:p>
          <a:p>
            <a:r>
              <a:rPr lang="en-IN" dirty="0"/>
              <a:t>  if (!hp) {</a:t>
            </a:r>
          </a:p>
          <a:p>
            <a:r>
              <a:rPr lang="en-IN" dirty="0"/>
              <a:t>    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  </a:t>
            </a:r>
            <a:r>
              <a:rPr lang="en-IN" dirty="0" err="1"/>
              <a:t>bzero</a:t>
            </a:r>
            <a:r>
              <a:rPr lang="en-IN" dirty="0"/>
              <a:t>((char *)&amp;sin, </a:t>
            </a:r>
            <a:r>
              <a:rPr lang="en-IN" dirty="0" err="1"/>
              <a:t>sizeof</a:t>
            </a:r>
            <a:r>
              <a:rPr lang="en-IN" dirty="0"/>
              <a:t>(sin));</a:t>
            </a:r>
          </a:p>
          <a:p>
            <a:r>
              <a:rPr lang="en-IN" dirty="0"/>
              <a:t>  </a:t>
            </a:r>
            <a:r>
              <a:rPr lang="en-IN" dirty="0" err="1"/>
              <a:t>sin.sin_family</a:t>
            </a:r>
            <a:r>
              <a:rPr lang="en-IN" dirty="0"/>
              <a:t> = AF_INET;</a:t>
            </a:r>
          </a:p>
          <a:p>
            <a:r>
              <a:rPr lang="en-IN" dirty="0"/>
              <a:t>  </a:t>
            </a:r>
            <a:r>
              <a:rPr lang="en-IN" dirty="0" err="1"/>
              <a:t>bcopy</a:t>
            </a:r>
            <a:r>
              <a:rPr lang="en-IN" dirty="0"/>
              <a:t>(hp-&gt;</a:t>
            </a:r>
            <a:r>
              <a:rPr lang="en-IN" dirty="0" err="1"/>
              <a:t>h_addr</a:t>
            </a:r>
            <a:r>
              <a:rPr lang="en-IN" dirty="0"/>
              <a:t>, (char *)&amp;</a:t>
            </a:r>
            <a:r>
              <a:rPr lang="en-IN" dirty="0" err="1"/>
              <a:t>sin.sin_addr</a:t>
            </a:r>
            <a:r>
              <a:rPr lang="en-IN" dirty="0"/>
              <a:t>, hp-&gt;</a:t>
            </a:r>
            <a:r>
              <a:rPr lang="en-IN" dirty="0" err="1"/>
              <a:t>h_length</a:t>
            </a:r>
            <a:r>
              <a:rPr lang="en-IN" dirty="0"/>
              <a:t>);</a:t>
            </a:r>
          </a:p>
          <a:p>
            <a:r>
              <a:rPr lang="en-IN" dirty="0"/>
              <a:t>  </a:t>
            </a:r>
            <a:r>
              <a:rPr lang="en-IN" dirty="0" err="1"/>
              <a:t>sin.sin_port</a:t>
            </a:r>
            <a:r>
              <a:rPr lang="en-IN" dirty="0"/>
              <a:t> = </a:t>
            </a:r>
            <a:r>
              <a:rPr lang="en-IN" dirty="0" err="1"/>
              <a:t>htons</a:t>
            </a:r>
            <a:r>
              <a:rPr lang="en-IN" dirty="0"/>
              <a:t>(SERVER_PORT);</a:t>
            </a:r>
          </a:p>
          <a:p>
            <a:endParaRPr lang="en-IN" dirty="0"/>
          </a:p>
          <a:p>
            <a:r>
              <a:rPr lang="en-IN" dirty="0"/>
              <a:t>  if ((s = socket(PF_INET, SOCK_STREAM, 0)) &lt; 0) {</a:t>
            </a:r>
          </a:p>
          <a:p>
            <a:r>
              <a:rPr lang="en-IN" dirty="0"/>
              <a:t>    </a:t>
            </a:r>
            <a:r>
              <a:rPr lang="en-IN" dirty="0" err="1"/>
              <a:t>perror</a:t>
            </a:r>
            <a:r>
              <a:rPr lang="en-IN" dirty="0"/>
              <a:t>("simplex-talk: socket");</a:t>
            </a:r>
          </a:p>
          <a:p>
            <a:r>
              <a:rPr lang="en-IN" dirty="0"/>
              <a:t>    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  if (connect(s, (struct </a:t>
            </a:r>
            <a:r>
              <a:rPr lang="en-IN" dirty="0" err="1"/>
              <a:t>sockaddr</a:t>
            </a:r>
            <a:r>
              <a:rPr lang="en-IN" dirty="0"/>
              <a:t> *)&amp;sin, </a:t>
            </a:r>
            <a:r>
              <a:rPr lang="en-IN" dirty="0" err="1"/>
              <a:t>sizeof</a:t>
            </a:r>
            <a:r>
              <a:rPr lang="en-IN" dirty="0"/>
              <a:t>(sin)) &lt; 0) {</a:t>
            </a:r>
          </a:p>
          <a:p>
            <a:r>
              <a:rPr lang="en-IN" dirty="0"/>
              <a:t>    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  while (</a:t>
            </a:r>
            <a:r>
              <a:rPr lang="en-IN" dirty="0" err="1"/>
              <a:t>fgets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), stdin)) {</a:t>
            </a:r>
          </a:p>
          <a:p>
            <a:r>
              <a:rPr lang="en-IN" dirty="0"/>
              <a:t>    send(s, 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), 0);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B89DE3-0961-6923-FFCB-40B516856CD6}"/>
                  </a:ext>
                </a:extLst>
              </p14:cNvPr>
              <p14:cNvContentPartPr/>
              <p14:nvPr/>
            </p14:nvContentPartPr>
            <p14:xfrm>
              <a:off x="6040080" y="531360"/>
              <a:ext cx="722520" cy="88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B89DE3-0961-6923-FFCB-40B516856C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0720" y="522000"/>
                <a:ext cx="741240" cy="90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751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5D9F-ACD9-2CA5-A011-4C57FBE7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39AE-02DC-5EAF-5569-835D56FC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8CD2D-1777-DEE9-D37A-03871C19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F21D4-B808-C7BB-2AD1-9240F22C6FD9}"/>
              </a:ext>
            </a:extLst>
          </p:cNvPr>
          <p:cNvSpPr txBox="1"/>
          <p:nvPr/>
        </p:nvSpPr>
        <p:spPr>
          <a:xfrm>
            <a:off x="4724400" y="239483"/>
            <a:ext cx="673825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struct </a:t>
            </a:r>
            <a:r>
              <a:rPr lang="en-IN" dirty="0" err="1"/>
              <a:t>sockaddr_in</a:t>
            </a:r>
            <a:r>
              <a:rPr lang="en-IN" dirty="0"/>
              <a:t> sin;</a:t>
            </a:r>
          </a:p>
          <a:p>
            <a:r>
              <a:rPr lang="en-IN" dirty="0"/>
              <a:t>  char </a:t>
            </a:r>
            <a:r>
              <a:rPr lang="en-IN" dirty="0" err="1"/>
              <a:t>buf</a:t>
            </a:r>
            <a:r>
              <a:rPr lang="en-IN" dirty="0"/>
              <a:t>[MAX_LINE];</a:t>
            </a:r>
          </a:p>
          <a:p>
            <a:endParaRPr lang="en-IN" dirty="0"/>
          </a:p>
          <a:p>
            <a:r>
              <a:rPr lang="en-IN" dirty="0"/>
              <a:t>  </a:t>
            </a:r>
            <a:r>
              <a:rPr lang="en-IN" dirty="0" err="1"/>
              <a:t>bzero</a:t>
            </a:r>
            <a:r>
              <a:rPr lang="en-IN" dirty="0"/>
              <a:t>((char *)&amp;sin, </a:t>
            </a:r>
            <a:r>
              <a:rPr lang="en-IN" dirty="0" err="1"/>
              <a:t>sizeof</a:t>
            </a:r>
            <a:r>
              <a:rPr lang="en-IN" dirty="0"/>
              <a:t>(sin));</a:t>
            </a:r>
          </a:p>
          <a:p>
            <a:r>
              <a:rPr lang="en-IN" dirty="0"/>
              <a:t>  </a:t>
            </a:r>
            <a:r>
              <a:rPr lang="en-IN" dirty="0" err="1"/>
              <a:t>sin.sin_family</a:t>
            </a:r>
            <a:r>
              <a:rPr lang="en-IN" dirty="0"/>
              <a:t> = AF_INET;</a:t>
            </a:r>
          </a:p>
          <a:p>
            <a:r>
              <a:rPr lang="en-IN" dirty="0"/>
              <a:t>  </a:t>
            </a:r>
            <a:r>
              <a:rPr lang="en-IN" dirty="0" err="1"/>
              <a:t>sin.sin_addr.s_addr</a:t>
            </a:r>
            <a:r>
              <a:rPr lang="en-IN" dirty="0"/>
              <a:t> = INADDR_ANY;</a:t>
            </a:r>
          </a:p>
          <a:p>
            <a:r>
              <a:rPr lang="en-IN" dirty="0"/>
              <a:t>  </a:t>
            </a:r>
            <a:r>
              <a:rPr lang="en-IN" dirty="0" err="1"/>
              <a:t>sin.sin_port</a:t>
            </a:r>
            <a:r>
              <a:rPr lang="en-IN" dirty="0"/>
              <a:t> = </a:t>
            </a:r>
            <a:r>
              <a:rPr lang="en-IN" dirty="0" err="1"/>
              <a:t>htons</a:t>
            </a:r>
            <a:r>
              <a:rPr lang="en-IN" dirty="0"/>
              <a:t>(SERVER_PORT);</a:t>
            </a:r>
          </a:p>
          <a:p>
            <a:endParaRPr lang="en-IN" dirty="0"/>
          </a:p>
          <a:p>
            <a:r>
              <a:rPr lang="en-IN" dirty="0"/>
              <a:t>  if ((s = socket(PF_INET, SOCK_STREAM, 0)) &lt; 0) {</a:t>
            </a:r>
          </a:p>
          <a:p>
            <a:r>
              <a:rPr lang="en-IN" dirty="0"/>
              <a:t>    </a:t>
            </a:r>
            <a:r>
              <a:rPr lang="en-IN" dirty="0" err="1"/>
              <a:t>perror</a:t>
            </a:r>
            <a:r>
              <a:rPr lang="en-IN" dirty="0"/>
              <a:t>("simplex-talk: socket");</a:t>
            </a:r>
          </a:p>
          <a:p>
            <a:r>
              <a:rPr lang="en-IN" dirty="0"/>
              <a:t>    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  if ((bind(s, (struct </a:t>
            </a:r>
            <a:r>
              <a:rPr lang="en-IN" dirty="0" err="1"/>
              <a:t>sockaddr</a:t>
            </a:r>
            <a:r>
              <a:rPr lang="en-IN" dirty="0"/>
              <a:t> *)&amp;sin, </a:t>
            </a:r>
            <a:r>
              <a:rPr lang="en-IN" dirty="0" err="1"/>
              <a:t>sizeof</a:t>
            </a:r>
            <a:r>
              <a:rPr lang="en-IN" dirty="0"/>
              <a:t>(sin))) &lt; 0) {</a:t>
            </a:r>
          </a:p>
          <a:p>
            <a:r>
              <a:rPr lang="en-IN" dirty="0"/>
              <a:t>    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  listen(s, MAX_PENDING);</a:t>
            </a:r>
          </a:p>
          <a:p>
            <a:r>
              <a:rPr lang="en-IN" dirty="0"/>
              <a:t>  if ((</a:t>
            </a:r>
            <a:r>
              <a:rPr lang="en-IN" dirty="0" err="1"/>
              <a:t>new_s</a:t>
            </a:r>
            <a:r>
              <a:rPr lang="en-IN" dirty="0"/>
              <a:t> = accept(s, (struct </a:t>
            </a:r>
            <a:r>
              <a:rPr lang="en-IN" dirty="0" err="1"/>
              <a:t>sockaddr</a:t>
            </a:r>
            <a:r>
              <a:rPr lang="en-IN" dirty="0"/>
              <a:t> *)&amp;sin, &amp;</a:t>
            </a:r>
            <a:r>
              <a:rPr lang="en-IN" dirty="0" err="1"/>
              <a:t>addr_len</a:t>
            </a:r>
            <a:r>
              <a:rPr lang="en-IN" dirty="0"/>
              <a:t>)) &lt; 0) {</a:t>
            </a:r>
          </a:p>
          <a:p>
            <a:r>
              <a:rPr lang="en-IN" dirty="0"/>
              <a:t>    exit(1);</a:t>
            </a:r>
          </a:p>
          <a:p>
            <a:r>
              <a:rPr lang="en-IN" dirty="0"/>
              <a:t>  }</a:t>
            </a:r>
          </a:p>
          <a:p>
            <a:r>
              <a:rPr lang="en-IN" dirty="0"/>
              <a:t>  // </a:t>
            </a:r>
            <a:r>
              <a:rPr lang="en-IN" dirty="0" err="1"/>
              <a:t>recv</a:t>
            </a:r>
            <a:r>
              <a:rPr lang="en-IN" dirty="0"/>
              <a:t> blocks until some data is available on the socket</a:t>
            </a:r>
          </a:p>
          <a:p>
            <a:r>
              <a:rPr lang="en-IN" dirty="0"/>
              <a:t>  </a:t>
            </a:r>
            <a:r>
              <a:rPr lang="en-IN" dirty="0" err="1"/>
              <a:t>buf_len</a:t>
            </a:r>
            <a:r>
              <a:rPr lang="en-IN" dirty="0"/>
              <a:t> = </a:t>
            </a:r>
            <a:r>
              <a:rPr lang="en-IN" dirty="0" err="1"/>
              <a:t>recv</a:t>
            </a:r>
            <a:r>
              <a:rPr lang="en-IN" dirty="0"/>
              <a:t>(</a:t>
            </a:r>
            <a:r>
              <a:rPr lang="en-IN" dirty="0" err="1"/>
              <a:t>new_s</a:t>
            </a:r>
            <a:r>
              <a:rPr lang="en-IN" dirty="0"/>
              <a:t>, 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), 0);</a:t>
            </a:r>
          </a:p>
          <a:p>
            <a:r>
              <a:rPr lang="en-IN" dirty="0"/>
              <a:t>  </a:t>
            </a:r>
            <a:r>
              <a:rPr lang="en-IN" dirty="0" err="1"/>
              <a:t>fputs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</a:t>
            </a:r>
            <a:r>
              <a:rPr lang="en-IN" dirty="0" err="1"/>
              <a:t>stdout</a:t>
            </a:r>
            <a:r>
              <a:rPr lang="en-IN" dirty="0"/>
              <a:t>);</a:t>
            </a:r>
          </a:p>
          <a:p>
            <a:r>
              <a:rPr lang="en-IN" dirty="0"/>
              <a:t>  close(</a:t>
            </a:r>
            <a:r>
              <a:rPr lang="en-IN" dirty="0" err="1"/>
              <a:t>new_s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01864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2592</Words>
  <Application>Microsoft Office PowerPoint</Application>
  <PresentationFormat>Widescreen</PresentationFormat>
  <Paragraphs>495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PowerPoint Presentation</vt:lpstr>
      <vt:lpstr>Today’s topics</vt:lpstr>
      <vt:lpstr>References</vt:lpstr>
      <vt:lpstr>Protocol</vt:lpstr>
      <vt:lpstr>Protocol layers</vt:lpstr>
      <vt:lpstr>Application layer</vt:lpstr>
      <vt:lpstr>Transport layer</vt:lpstr>
      <vt:lpstr>Network layer</vt:lpstr>
      <vt:lpstr>Link layer</vt:lpstr>
      <vt:lpstr>Physical layer</vt:lpstr>
      <vt:lpstr>Encapsulation</vt:lpstr>
      <vt:lpstr>Encapsulation</vt:lpstr>
      <vt:lpstr>PowerPoint Presentation</vt:lpstr>
      <vt:lpstr>Link-layer filtering and switching</vt:lpstr>
      <vt:lpstr>Link-layer filtering and switching</vt:lpstr>
      <vt:lpstr>Network security</vt:lpstr>
      <vt:lpstr>Network security</vt:lpstr>
      <vt:lpstr>Malware</vt:lpstr>
      <vt:lpstr>Denial of service (DoS) attack</vt:lpstr>
      <vt:lpstr>Denial of service (DoS) attack</vt:lpstr>
      <vt:lpstr>Distributed denial of service (DDoS) attack</vt:lpstr>
      <vt:lpstr>Distributed denial of service (DDoS) attack</vt:lpstr>
      <vt:lpstr>Packet sniffing</vt:lpstr>
      <vt:lpstr>Masquerading</vt:lpstr>
      <vt:lpstr>Masquerading</vt:lpstr>
      <vt:lpstr>Defence</vt:lpstr>
      <vt:lpstr>Application layer</vt:lpstr>
      <vt:lpstr>Applications</vt:lpstr>
      <vt:lpstr>Application layer</vt:lpstr>
      <vt:lpstr>Application layer</vt:lpstr>
      <vt:lpstr>Application layer</vt:lpstr>
      <vt:lpstr>Programming interface</vt:lpstr>
      <vt:lpstr>Linux</vt:lpstr>
      <vt:lpstr>socket system call</vt:lpstr>
      <vt:lpstr>socket system call</vt:lpstr>
      <vt:lpstr>socket system call</vt:lpstr>
      <vt:lpstr>socket system call</vt:lpstr>
      <vt:lpstr>TCP Server</vt:lpstr>
      <vt:lpstr>TCP Server</vt:lpstr>
      <vt:lpstr>TCP Server</vt:lpstr>
      <vt:lpstr>TCP Client</vt:lpstr>
      <vt:lpstr>TCP Client</vt:lpstr>
      <vt:lpstr>Message exchange</vt:lpstr>
      <vt:lpstr>UDP </vt:lpstr>
      <vt:lpstr>UDP message exchange</vt:lpstr>
      <vt:lpstr>UDP vs. TCP</vt:lpstr>
      <vt:lpstr>TCP client</vt:lpstr>
      <vt:lpstr>TCP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 Kedia</dc:creator>
  <cp:lastModifiedBy>Piyus Kedia</cp:lastModifiedBy>
  <cp:revision>23</cp:revision>
  <dcterms:created xsi:type="dcterms:W3CDTF">2025-08-12T14:04:44Z</dcterms:created>
  <dcterms:modified xsi:type="dcterms:W3CDTF">2025-12-03T02:52:19Z</dcterms:modified>
</cp:coreProperties>
</file>