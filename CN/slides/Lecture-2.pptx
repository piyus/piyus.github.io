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1279" r:id="rId4"/>
    <p:sldId id="308" r:id="rId5"/>
    <p:sldId id="1195" r:id="rId6"/>
    <p:sldId id="309" r:id="rId7"/>
    <p:sldId id="310" r:id="rId8"/>
    <p:sldId id="339" r:id="rId9"/>
    <p:sldId id="342" r:id="rId10"/>
    <p:sldId id="340" r:id="rId11"/>
    <p:sldId id="343" r:id="rId12"/>
    <p:sldId id="344" r:id="rId13"/>
    <p:sldId id="341" r:id="rId14"/>
    <p:sldId id="345" r:id="rId15"/>
    <p:sldId id="346" r:id="rId16"/>
    <p:sldId id="1196" r:id="rId17"/>
    <p:sldId id="1198" r:id="rId18"/>
    <p:sldId id="1197" r:id="rId19"/>
    <p:sldId id="1273" r:id="rId20"/>
    <p:sldId id="1199" r:id="rId21"/>
    <p:sldId id="1200" r:id="rId22"/>
    <p:sldId id="1201" r:id="rId23"/>
    <p:sldId id="1202" r:id="rId24"/>
    <p:sldId id="1203" r:id="rId25"/>
    <p:sldId id="1204" r:id="rId26"/>
    <p:sldId id="1205" r:id="rId27"/>
    <p:sldId id="1206" r:id="rId28"/>
    <p:sldId id="1207" r:id="rId29"/>
    <p:sldId id="1274" r:id="rId30"/>
    <p:sldId id="1275" r:id="rId31"/>
    <p:sldId id="1209" r:id="rId32"/>
    <p:sldId id="1210" r:id="rId33"/>
    <p:sldId id="1211" r:id="rId34"/>
    <p:sldId id="1212" r:id="rId35"/>
    <p:sldId id="1213" r:id="rId36"/>
    <p:sldId id="1214" r:id="rId37"/>
    <p:sldId id="1215" r:id="rId38"/>
    <p:sldId id="1216" r:id="rId39"/>
    <p:sldId id="1217" r:id="rId40"/>
    <p:sldId id="1218" r:id="rId41"/>
    <p:sldId id="1219" r:id="rId42"/>
    <p:sldId id="1220" r:id="rId43"/>
    <p:sldId id="1221" r:id="rId44"/>
    <p:sldId id="1222" r:id="rId45"/>
    <p:sldId id="1266" r:id="rId46"/>
    <p:sldId id="1223" r:id="rId47"/>
    <p:sldId id="1267" r:id="rId48"/>
    <p:sldId id="1224" r:id="rId49"/>
    <p:sldId id="1280" r:id="rId50"/>
    <p:sldId id="1268" r:id="rId51"/>
    <p:sldId id="1225" r:id="rId52"/>
    <p:sldId id="1226" r:id="rId53"/>
    <p:sldId id="1227" r:id="rId54"/>
    <p:sldId id="1228" r:id="rId55"/>
    <p:sldId id="1276" r:id="rId56"/>
    <p:sldId id="1278" r:id="rId57"/>
    <p:sldId id="1229" r:id="rId58"/>
    <p:sldId id="1230" r:id="rId59"/>
    <p:sldId id="1231" r:id="rId60"/>
    <p:sldId id="1232" r:id="rId61"/>
    <p:sldId id="1233" r:id="rId62"/>
    <p:sldId id="1235" r:id="rId63"/>
    <p:sldId id="1234" r:id="rId64"/>
    <p:sldId id="1236" r:id="rId65"/>
    <p:sldId id="1237" r:id="rId66"/>
    <p:sldId id="1238" r:id="rId67"/>
    <p:sldId id="1239" r:id="rId68"/>
    <p:sldId id="1240" r:id="rId69"/>
    <p:sldId id="1241" r:id="rId70"/>
    <p:sldId id="1242" r:id="rId71"/>
    <p:sldId id="1243" r:id="rId72"/>
    <p:sldId id="1244" r:id="rId73"/>
    <p:sldId id="1245" r:id="rId74"/>
    <p:sldId id="1246" r:id="rId75"/>
    <p:sldId id="1247" r:id="rId76"/>
    <p:sldId id="1248" r:id="rId7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2:39.352"/>
    </inkml:context>
    <inkml:brush xml:id="br0">
      <inkml:brushProperty name="width" value="0.05292" units="cm"/>
      <inkml:brushProperty name="height" value="0.05292" units="cm"/>
      <inkml:brushProperty name="color" value="#FF0000"/>
    </inkml:brush>
  </inkml:definitions>
  <inkml:trace contextRef="#ctx0" brushRef="#br0">14379 9306 0 0,'-5'0'4'16,"5"0"32"-16,-8 0 13 0,8 0 9 0,-6 0 8 0,6-4 9 0,-5 4 11 0,5-5 14 0,0 5 14 0,-7-4 18 0,7 4 17 0,0 0-3 0,0-6-17 0,0 6 1 0,0-6 10 0,0 6 11 0,0-4 15 0,0 4 9 15,0-5 11-15,0-1 4 0,0 2 0 0,0 4-3 0,0-5-6 0,0 5-10 0,0 0-8 16,-8-4-12-16,8 4-12 0,0-5-13 0,0 5-12 0,0 0-11 0,0-4-10 15,0 4-8-15,0 0-10 0,0-6-7 0,0 6-4 0,0 0-10 0,0 0-3 0,0 0-10 16,0 0-7-16,0 0-8 0,0 0-13 0,0 0-4 0,0 0-3 0,0 0 1 16,0 0 2-16,8 0 6 0,-8 0 5 0,7 0 5 0,-2 0 3 0,1 0 3 15,2 0 3-15,-3 6 3 0,8-6 7 0,-5 0 2 0,3 4 8 0,4-4 0 16,-1 0 2-16,-4 0-4 0,4 5-3 0,-1-5-1 0,1 0-3 0,5 0-3 0,1 0 2 16,0 4-1-16,-1-4-1 0,2 0 0 0,3 0-2 0,-4 0-2 0,7 0 0 15,-3 0 0-15,3 0-3 0,6 0 0 0,-1 0-5 0,2 0-1 0,-2 0-3 0,7 0-2 16,1 0-5-16,-1 0 0 0,-2 5-1 0,10-5 0 0,-9 0 1 15,8 0 0-15,-9 4 0 0,11-4-2 0,-4 0-2 0,-4 0-3 0,5 6-4 0,2-6-2 16,-2 0-2-16,0 0 0 0,7 0 1 0,-6 0 0 0,5 0 0 0,-3 0-2 16,3 0 2-16,1 0 0 0,-7 0-3 0,8 0 3 0,-9 0 3 0,9 0-1 15,-6 0 1-15,-2-6 1 0,0 6 0 0,0 0 3 0,-6 0 3 0,0-4 6 0,1 4 8 16,0 0 3-16,-9 0 2 0,1-5 2 0,-3 5 4 0,-5 0 4 0,2 0 4 16,-6 0 2-16,0 0 2 0,-8 0 3 0,7 0 1 0,-6 0-2 0,3 0-4 15,-11 0-8-15,8 0-5 0,-8 5-6 0,9-5-3 0,-7 0-4 0,-1 0 0 0,1 0-5 16,-1 0-3-16,-6 0-3 0,8 4 0 0,-8-4-1 0,0 0 1 0,0 0 0 15,0 0 5-15,0 0-1 0,0 0 6 0,0 0-1 0,0 0 2 0,0 0 4 16,0 0-1-16,0 0-1 0,0 0 2 0,0 0-3 0,0 0-1 0,-8 0-4 0,8 0-7 16,-6 0-12-16,-1 0-16 0,7 0-17 0,-6-4-19 0,-1 4-20 0,2 0-24 15,-9 0-24-15,7-5-27 0,1 5-31 0,1 0-37 0,-4-4-51 0,2 4-57 16,-6 0-90-16,7-5-103 0,6 5-33 0,-5-4-1 0,-3 4 18 0,3-6 29 16,-2 6 33-16,0-6 35 0,0-3 41 0,1 3 43 0,-1 3 47 0,2-3 52 0,-3-3 60 15,8 0 66-15</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4:42.749"/>
    </inkml:context>
    <inkml:brush xml:id="br0">
      <inkml:brushProperty name="width" value="0.05292" units="cm"/>
      <inkml:brushProperty name="height" value="0.05292" units="cm"/>
      <inkml:brushProperty name="color" value="#FF0000"/>
    </inkml:brush>
  </inkml:definitions>
  <inkml:trace contextRef="#ctx0" brushRef="#br0">22318 4622 6 0,'0'0'78'0,"0"0"39"0,0 0 26 0,0 0 18 0,8-6 15 0,-8 6 12 0,0 0 10 0,-8-4 11 0,8-1 8 0,0-1 11 0,0 6 15 0,0-4-28 0,0 4-50 0,0-5-40 0,0 1-29 0,0-1-13 0,0 5-3 0,0-4 3 15,0 4 6-15,8-6 5 0,-8 0 5 0,0 6 3 0,0-4 4 0,0 4-2 0,0-5-7 16,0 5-13-16,0 0-11 0,0 0-13 0,0 0-13 0,0 0-8 0,0 0-7 15,0 0-6-15,0 5-4 0,0-1-6 0,-8 8-4 0,8-3-3 0,0 0-4 16,0 10 0-16,0-3-1 0,-6 2 2 0,6 9 2 0,-5-3 1 0,-3 0 3 0,8 4-2 16,-5 2-1-16,5-2-3 0,-7 2-2 0,-2 0-1 0,4 0-2 0,-1-2 0 15,6 2 1-15,-7-2-2 0,2-1-2 0,-3 1 1 16,8-4-1-16,-6-5-1 0,6 2-2 0,-7-6 0 0,7 3-2 0,0-8-1 0,-6 1-2 0,6-1 1 16,0-5-3-16,0 3 0 0,0-8 1 0,0 5 1 0,0-5 2 0,0 0 3 15,0 0 2-15,0 0 6 0,0 0 4 0,0 0 5 0,0 0 5 0,0 0 5 16,0 0 2-16,6-5 4 0,-6 1 0 0,0 0 4 0,7-7 1 0,-7 1 6 0,0 1 4 15,6-6 3-15,-6 0 2 0,8 0 3 0,-8-4-3 0,0 4 1 0,5-3-3 16,-5-9-2-16,0 8-2 0,7-10-2 0,-7 6-2 0,6-3 0 0,-6-8-4 16,5 6-3-16,-5-2-3 0,9-4-3 0,-9 4-2 0,7-3-3 0,-2 2 0 0,-5 4 0 15,8 0 1-15,-3 5 1 0,1-5 1 0,-6 9 3 0,8-2 1 0,-3 0 1 16,2 7 0-16,-7-2 0 0,7 4-4 0,0 1-3 0,-7 1-2 0,6 5-6 16,-6-1-2-16,7-1-2 0,-7 2-5 0,5 4 0 0,-5 0-3 0,8 0-1 0,-8 0-1 15,6 0 2-15,1 4 5 0,-1-4 2 0,1 11 2 0,-1-3 3 0,2 3 0 16,-3 4 4-16,9 4-2 0,-9-4 4 15,2 9-2-15,1 0 3 0,4 7 0 0,-5-3 2 0,-2 7-1 0,3-1-2 16,-3 0-6-16,9 0-1 0,-9-1-4 0,2-3 0 0,2 4-3 0,-4-4 2 0,1-5-1 0,1-1-1 0,-2-6 0 0,3 3 0 16,0-2-1-16,-3 2-5 0,1-6-4 0,1-2-6 0,-1 1-8 0,2 2-9 15,-3-7-12-15,2 1-13 0,-1-1-18 0,0 2-17 16,-6-7-15-16,7 7-22 0,1-7-22 0,-8 2-43 0,5-1-47 0,3-1-58 16,-8-4-54-16,0 0-38 0,0 4-24 0,0-4 1 0,0 0 16 0,0 0 22 0,0 0 29 0,0-8 27 0,-8 3 32 15,8-1 34-15,-5 2 36 0,-3-7 48 0,-5 7 51 16</inkml:trace>
  <inkml:trace contextRef="#ctx0" brushRef="#br0" timeOffset="142.19">22437 5032 0 0,'-9'0'9'0,"4"-5"120"0,-8 5 70 0,7-6 47 0,-1 6 36 0,1 0 38 0,-1-3 37 0,1 3 37 0,-2-4 33 0,8-2 27 0,-5 6 20 0,5-6 18 0,0 6 15 0,0 0-97 0,0 0-160 0,0 0-78 0,0-3-36 0,0-3-22 0,0 0-5 0,5 3-18 0,3-3-17 0,-8 1-18 0,6-5-17 0,1 6-8 0,6-10-6 0,-7 4 0 0,7-1 3 16,1-2 1-16,6-2 2 0,-1-1-7 0,-1 2-12 0,1 1-43 0,8-2-62 15,1 3-122-15,4-3-154 0,-1 6-80 0,-4 0-42 0,5-7-15 16,1 7 4-16,-6 0 11 0,-4-1 16 0,5 1 20 0,-8-3 20 0,-1-2 34 0,1 4 37 0,-7 1 62 15,-2-6 73-15,5 5 105 0,-11-4 110 0</inkml:trace>
  <inkml:trace contextRef="#ctx0" brushRef="#br0" timeOffset="1645.08">28995 15808 0 0,'0'4'77'0,"6"-4"74"16,-6 0 47-16,0 0 36 0,0 0 31 0,0 0 26 0,0 0 22 0,0 0 19 0,0 0 15 0,0 0 15 0,0 0 12 0,0 0-23 0,0 0-45 0,0 0-76 0,0 0-93 0,0 5-48 0,0-5-26 16,7 4-14-16,-7 2-7 0,0 0-5 0,0-3-2 0,6 3-1 0,-6 0-1 0,0 3 1 0,5 0 0 0,-5 0 1 15,8 1 1-15,-8 5 1 0,8 0 1 0,-3 0-3 0,-5 0-4 0,7 4-6 0,-1-1-2 16,0-3-7-16,-6 6-2 0,7 4-3 0,-7-7-3 0,8 7 1 0,-3-1-1 16,-5-5-1-16,6 7-1 0,-6-7-4 0,8 5 2 0,-8-3-3 0,0-8 0 0,5 7-1 15,-5-4-1-15,0-3 0 16,8-4-2-16,-8 2 1 0,0-2-1 0,0-2-4 0,0 2-3 0,7-9-3 0,-7 5-3 0,0-5-5 0,0 4-2 0,0-4-2 15,0 0 0-15,0 0-1 0,0 0 1 0,0 0 2 0,0 0 1 0,0 0 3 16,0 0 2 0,0 0 7-16,0 0 5 0,0 0 6 0,0-4 6 0,0-1 11 0,0-1 8 0,0-4 8 0,0 1 8 0,-7-2 6 0,7-2 1 0,0-2 2 0,-8 0-1 15,8-4-1-15,-5-2-2 0,-3 3-2 16,8-6-4-16,-6 3-2 0,1-3-3 0,-3-1-5 0,8 1-7 0,-7-4-8 16,1-2-5-16,0 5-5 0,-1-5-3 0,2 6 2 0,5-4 3 0,-8 4 7 0,0-1 3 0,8 1 4 0,-5 3 5 15,5 8 3-15,-6-2 6 0,6-1 0 0,0 7 3 0,0 4 0 0,0-1 0 0,0 6-2 16,0-4-2-16,0 4-4 0,0 0-8 0,0 0-9 0,0-5-6 0,0 5-8 15,0 0-5-15,0-4-5 0,0 4-7 0,0-5 0 16,6 5-2-16,-6-7 0 0,5 4 0 0,-5 3 2 0,8-6 0 16,0 2 3-16,-3-1 4 0,2 5 1 0,5-6 5 0,-5 3 1 0,6-3 6 0,1 6 1 0,-1 0 3 0,-1-4 2 15,0 4 2-15,9 0 2 0,-8 0-1 16,8 4 3-16,-10-4-2 0,10 6-2 0,-9-3 3 0,7 3-1 0,-6-1-2 0,1-1 1 0,-1 2-1 0,-1 4-3 0,-4-5 1 16,3 4-2-16,-3 1 0 0,0-1 0 15,-3 0 0-15,-5 3-1 0,6-3 4 0,-6 1 1 16,0-1-1-16,0 0 1 0,0 3 2 0,-6-3 0 0,6 0-1 0,-5 1 0 0,5-1 1 0,-8 3-2 0,0-3 1 0,3 0-2 0,5 1-2 0,-6-5 1 0,-2 4-1 15,3-3 0 1,-2 3 0-16,7-3-2 0,-8-2 1 0,3 1 1 0,-2-5-1 0,7 4 3 16,-7 2 0-16,7-6 2 0,-5 0 1 0,5 4 0 0,-8-4 4 0,8 0-1 15,-5 0 3-15,5 0 2 0,0 0 2 0,0 0 1 0,-8-4 4 0,8 4 1 0,0 0 4 0,0 0-2 0,0 0 1 0,0 0 0 0,0 0-4 0,0 0 0 16,0 0-6 0,0 0-4-16,0 0-5 0,0 0-3 0,0-6-6 0,0 2-4 0,8-1-5 0,-8 5-2 0,5-4-6 0,3-2 1 0,-3 1-2 0,2 1 0 0,5-2-1 15,3 1 3-15,-2 1 4 16,6-5-1-16,-6 3 3 0,5 2 1 0,3-7 2 15,-1 8 0-15,0-9 1 0,6 8-1 0,-7-1 1 0,-1 1 1 0,9-2-2 16,-6 3 2-16,-3 3-2 0,3 0 1 0,-2 0-3 0,-7 0 0 0,2 0 3 16,-1 0 1-16,-8 3 3 0,9 3 3 0,-7-2 3 0,-7 1 5 0,6-1 2 0,-6 1 5 15,0 5 3-15,0-4 2 0,-6 3-1 0,6 6 3 0,-7-6 1 0,-7 1 0 16,9 5 2-16,-8 0 1 0,5 0-3 0,-5 0-3 0,0 0-2 0,-6 3-6 16,-2-2-3-16,3 2-10 0,-1-3-14 0,-2 4-10 0,3-4-10 0,-8 4-9 15,7-4-8-15,-10 6-13 0,6-3-10 0,-4-3-18 0,1 6-22 0,0-8-32 0,6 7-35 16,-5-4-73-16,6-7-86 0,-2 4-80 0,3 2-68 0,2-3-20 0,5-3 2 15,-2-4 15-15,5 3 20 0,1-8 27 0,-5 5 29 0,7-10 36 0,5 5 41 16,-7-8 48-16,7-3 54 0,-8-4 72 0,8-4 77 0</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08:28.431"/>
    </inkml:context>
    <inkml:brush xml:id="br0">
      <inkml:brushProperty name="width" value="0.05292" units="cm"/>
      <inkml:brushProperty name="height" value="0.05292" units="cm"/>
      <inkml:brushProperty name="color" value="#FF0000"/>
    </inkml:brush>
  </inkml:definitions>
  <inkml:trace contextRef="#ctx0" brushRef="#br0">22879 1080 0 0,'5'0'44'0,"-5"-4"31"0,0-2 17 0,8 6 11 0,-8-5 9 0,0 1 11 0,8-1 11 16,-8 1 17-16,5-2 20 0,-5 3 20 0,0 3 19 0,0-12-18 0,0 9-39 0,0-3-22 0,0 0-13 0,0 2-1 0,0-1 1 0,0-4 4 0,0 5 6 16,0-2 0-16,0-3 1 0,-5 3-10 0,5 0-9 0,0-3-9 15,0 4-9-15,0 1-5 0,0-2-6 0,0 2-3 0,-8-1-3 0,8 1-4 0,0-1 2 0,0-1 1 16,-8-4 0-16,8 10-4 0,-5-9-1 0,5 3-4 0,-6 3-4 0,6 3-7 15,-8-6-5-15,8 2-9 0,-5-1-8 0,-3 5-6 0,3 0-7 0,-2-6-8 16,7 6-4-16,-7 0-7 0,-5 0-6 0,4 0-2 0,3 0-3 16,-2 0-3-16,-5 0-1 0,5 6 0 0,-7-6-1 0,1 5 1 0,-1 5 2 0,2-7 1 0,1 3 1 15,-5 3 1-15,-2-3 1 0,5 4 1 0,-6 4 1 0,6-4 2 0,-8 4-1 16,3-4 3-16,4 5 1 0,-4-2 1 0,2 2 0 0,4 0 0 0,1 0-2 0,-5 4 2 16,5-4 1-16,-2 0 1 0,0 4-1 0,6-4 1 0,-5 6-2 0,4-3 1 15,1 3-1-15,-7-2-1 0,9-1 0 0,0 3 0 0,-3-2-2 0,2 5 2 16,-1-3 1-16,1 3-1 0,-1 1 1 0,7-1 2 0,-6 0 1 0,6 0 2 0,0 0 3 15,-8 1 1-15,8-1-1 0,0 1 3 16,0-1 2-16,8 1-1 0,-8-6 1 0,6 5 0 0,-6-3-1 0,7 3 3 0,-1-5-1 0,1 1-3 16,-1-1 0-16,2 6-3 0,2-7-2 0,-1 3-1 0,-4-2-3 0,10-5-1 0,-3 7 0 0,-5-2-1 15,6-4 1-15,0 0 0 0,-2 0 1 0,5-6 0 16,-5 4 2-16,1-1 3 0,4-3 3 0,-5 1 3 0,10-5 1 0,-9-1 5 0,7 1 3 16,2-1 2-16,-10 2 4 0,10-6 1 0,-3 0 3 0,3-6-1 0,-3 6-1 0,9-4 1 15,-6-5-2-15,-2 4-3 0,6-5-1 0,-6 1 0 0,8-3-2 0,-6-1 0 16,2-2 1-16,-2 0 1 0,-1 0 4 0,5-3 3 0,-4-3 2 0,-2 6 5 0,-1-8 6 15,3 3 3-15,-2 1 4 0,1-5 5 0,-6 3 2 16,-1-3 4-16,6 5 0 0,-7-5 1 0,-4 0 1 0,4-1-1 0,-5-6-2 0,-2 7-3 0,3 0-4 0,-2-6-4 16,-6 5-4-16,0-3-4 0,7 4-5 0,-7-6-5 0,-7 5-3 0,7 1-4 15,0 0-5-15,-6 0-1 0,-2 5-7 0,8-6-2 0,-5 5-1 0,-2 1-3 0,-5-2-2 16,4 3-3-16,1-1-4 0,-6-2 0 0,7 7-1 0,-7-5-1 0,1 3-2 16,-2-2 0-16,1 3 0 0,0 0-2 15,2 5-2-15,-5-4-1 0,3 4-2 0,3 1-4 0,-4-3 0 0,-7 8-3 0,8-1 1 0,1 0-3 0,-8 5-5 16,-1 0-10-16,11 0-7 15,-11 5-16-15,2 0-15 0,-2-1-15 0,2 8-17 0,-1-3-22 0,1 4-22 0,-2 2-43 0,3 6-56 0,-3-2-72 0,5 1-75 0,-5 5-34 16,2-1-10-16,-1 1 9 16,1-1 21-16,4 6 24 0,-4-8 30 0,0 5 31 0,6 1 35 0,0-4 36 0,-7 0 40 0,9-3 55 15,-5 3 58-15</inkml:trace>
  <inkml:trace contextRef="#ctx0" brushRef="#br0" timeOffset="829.57">22833 3054 86 0,'0'-15'146'0,"0"6"33"0,0 0 23 0,0-7 19 0,0 5 18 0,0 2 20 0,0-4 22 0,0 1 15 0,0 3 16 0,0 0 12 0,-5-2 14 0,5 7-70 0,0 0-120 0,0-1-53 0,0-1-19 0,0 2-8 15,-7-2 1-15,7 1 0 0,0 1 0 0,-8-2-4 0,3 1-8 0,5 1-1 16,-7 4-1-16,0-5-2 0,2 1-2 0,-2 4-5 0,-2-6-2 0,-2 3-2 0,4 3-3 16,2-6-3-16,-11 6-3 0,11 0-3 0,-6 0-5 0,3 0-2 0,-5 0-6 15,0 0-5-15,7 0-5 0,-9 6-5 0,4-3-2 0,3 3-1 0,-5-2-2 0,0 5-3 16,0 2-3-16,8-2-2 0,-9 1 0 0,1 5-3 0,0 4-1 0,0-5 1 16,0 7-1-16,-1-2 3 0,7 6 0 0,-4-1 1 0,-2 0 2 0,0 1-1 15,6 5-1-15,-5-6 1 0,4 1-1 0,1 3 0 0,2-2 0 0,-9 2-2 16,14-4 0-16,-5 1 1 0,-3-1-1 0,8 0 2 0,-6 6 2 0,6-5-1 15,0-1 2-15,0 1 0 0,0-1 2 0,0 0 0 0,6 0-1 0,-6 1 0 0,8-1 2 16,-3 0 0-16,-5-3 5 0,5 2 0 0,4-2 0 0,-4-3-1 0,2 6 0 16,6-3 1-16,-6-2 1 0,5-5 0 0,-4 6 3 0,5 0-1 0,-2-1 2 0,5 2 1 15,-5-8 2-15,1 8-2 0,4-3 3 0,2-3-1 0,1 6 1 0,0-8-1 16,1 7 3-16,-1-4 0 0,2-2-2 0,-3 0-1 0,3 0 3 0,-3-4 1 16,3 1 2-16,6-7 0 0,-8 6 2 0,1-10 4 0,-1 5 5 0,7-5 12 15,-7-5 17-15,2 1 9 0,-2-6 9 0,-1-1 7 0,8-4 9 0,-5-4 4 0,-3 1 8 16,1-3 0-16,2-3 4 0,-2-1 1 0,1-3 0 0,0-2-1 0,0 0-4 15,-1 2-11-15,-7-8-15 0,8 8-11 0,-8-7-10 0,2 0-6 16,-1 2-9-16,-8-1-5 0,2-5-7 0,7 5-3 0,-14-5-3 0,7-1-5 0,-7 7-4 16,0-7-1-16,0-3-4 0,-7 4-3 0,7-6-5 0,-5 6 1 0,-11 1-3 0,11-1 0 15,-8-1-6-15,-1 6-2 0,-4 1-4 0,4 3-1 0,-6 6-5 0,1-1-2 16,-7 10-6-16,7 0-7 0,-7 0-11 0,0 5-10 0,-6 5-9 0,6 5-16 16,-8 0-21-16,10 0-15 0,-10 5-15 0,2 5-13 0,-2 1-9 0,3-1-20 15,4 3-18-15,-5 7-36 0,-1 1-44 0,6-2-60 0,-5 5-62 0,6 0-17 0,7 7 3 16,-7-9 21-16,6 8 28 0,-7 0 28 0,8 0 28 0,1-2 29 0,-1 2 27 0,-1-2 35 15,1 2 36-15,-2 0 48 0,8-5 59 0</inkml:trace>
  <inkml:trace contextRef="#ctx0" brushRef="#br0" timeOffset="1684.92">22918 5380 1 0,'0'-10'55'0,"0"-1"26"0,0 1 15 0,0-4 11 0,-5 4 12 0,5 0 14 0,-8 5 19 0,8-4 20 0,0-1 22 0,-5 1 21 0,5 4 24 0,-8-5-21 16,8 4-46-16,-8 2-21 0,8-7-8 0,-5 7 1 0,5-1 6 0,-6-4 8 0,6 5 4 0,-8-2 0 0,8-3-9 0,-5 3-8 15,5 0-7-15,0 3-12 0,-8-3-8 0,8 1-11 16,-5 1-8-16,5 0-10 0,-7-1-10 0,7 5-9 0,-7-6-7 0,2 2-9 0,5 4-7 0,-7-6-9 16,-1 6-8-16,3 0-9 0,-2 0-10 0,-5 0-6 0,5 6-7 0,-2-2-5 15,-2 2-1-15,-1-1-2 0,3-1-1 0,-3 5 2 0,1 0-3 0,-5 3 2 0,4 3 0 0,-7-2 1 16,6 2 0-16,-1 6 0 0,-6-8 0 0,8 7 0 0,0-1 0 16,-2 0-2-16,1 1 1 0,0 0-1 0,0 0 0 0,0-2 2 0,8 7-4 0,-11-5 3 31,11 5 0-31,-1-1 3 0,-2 1 0 0,3-1 0 0,-3 4 3 0,3-3-1 0,-2 5 2 0,7-1 2 0,-7 0 4 0,7-5 1 0,0 6 0 0,0-6 2 15,0 6 0 1,0-7 2-16,0 3 0 0,7-3 1 0,0 3 1 0,-7-2 0 0,13 1 2 0,-8-1 2 16,3-5-2-16,3 5 1 0,-4 0-2 0,7 1-2 0,-1-1 0 0,0-3-1 0,0 3 0 0,0-5-1 0,6 6-3 0,-6-7 1 0,8-3-1 15,-2 6 1-15,1-8-1 16,-1 2 0-16,2-4-2 0,-5-1 0 0,5-1 3 0,-3-3-1 0,3 3 2 0,-2-5 2 16,8-4 2-16,-7 0 1 0,-1 0 4 0,7 0 1 0,-8-4 0 0,9-2 7 15,-6-3 10-15,-3 0 9 0,3-7 11 0,3 2 9 0,-3 0 9 0,-2-7 8 0,7-3 7 16,-5 6 9-16,-3-12 5 0,8 6 4 0,-6-11 5 15,0 5 4-15,4-3 0 0,-3-7-3 0,-2 7-10 0,1-7-7 0,-1-3-10 16,1-2-12-16,-1 0-9 0,-5-4-9 0,4 0-9 0,-2 1-6 0,-4-1-5 16,-6 1-9-16,-1-1-4 0,4 0-6 0,-9 6-3 0,7-6-5 0,-7 9-2 15,-7-2-3-15,-2 2-2 0,4 1-3 0,-1 5-3 0,-6-1-4 0,-4 6-5 0,5 5-9 16,-10 0-13-16,2 3-16 0,-1 2-18 0,1 4-17 0,-7 0-20 0,-1 6-21 16,9-1-20-16,-8 5-21 0,-1 1-20 0,1 4-51 0,1 0-68 15,-2 0-73-15,3 0-69 0,-5 4-23 0,10 1 5 0,-7 5 21 0,1-6 28 0,5 7 30 0,-6-8 33 16,8 9 35-16,-9-3 38 0,6-3 39 0,-3 1 39 0,4-1 60 0,1-1 68 15</inkml:trace>
  <inkml:trace contextRef="#ctx0" brushRef="#br0" timeOffset="2648.53">22852 4440 58 0,'0'0'124'0,"0"0"35"0,0 0 25 0,0 0 19 0,0 0 17 0,0 0 18 0,0 0 18 0,0 0 21 0,0-4 20 0,0-1 20 0,0 1 20 0,8-1-49 0,-8 1-91 0,0-2-39 0,0 0-13 15,0 6 1-15,0-4 4 0,0 4 9 0,0-5 10 0,0 5 1 0,0-6-2 0,0 6-6 0,0 0-4 0,0 0-9 16,0 0-6-16,0 0-14 0,0 0-13 0,0 0-18 0,0 0-18 15,0 0-18-15,0 0-21 0,0 0-18 0,0 0-20 0,0 0-25 0,0 0-26 0,0 0-36 16,0 0-36-16,0 0-29 0,0 0-23 0,0 6-50 0,0-6-58 0,0 0-71 16,0 5-72-16,0 5-27 0,0-4 0 0,0 3 13 0,5-5 19 0,-5 1 30 0,0 5 36 0,0-5 40 15,0-1 43-15,0-4 39 0,8 5 38 0,-8-5 54 0,0 6 62 0</inkml:trace>
  <inkml:trace contextRef="#ctx0" brushRef="#br0" timeOffset="3108.2">22860 4714 0 0,'5'0'1'0,"3"0"96"0,-2 0 64 0,-6 0 37 0,5-4 24 0,-5 4 18 0,0 0 16 0,0 0 18 0,0 0 18 0,0 0 20 0,0 0 18 0,0 0 22 0,0 0 21 0,0 0-67 0,0 0-117 0,0 0-57 0,0 0-23 16,0 0-6-16,0 0 1 0,0 0 2 0,0 0 2 0,0 0-2 0,0 0-7 15,0 0-4-15,0 0-4 0,0 0-4 0,0 0-5 0,0 0-7 0,0 0-4 16,0 0-6-16,0 4-4 0,0-4-4 0,0 5-3 0,0-5 0 0,0 6-3 0,0-6 1 16,0 0-3-16,0 3-1 0,0-3-3 0,0 0-5 0,0 0-5 0,0 0-5 15,0 0-8-15,0 0-1 0,0 0-4 0,0 0 0 0,0 0 0 0,0 0 0 16,0 0-1-16,0 0 4 0,0 0-2 0,0 0 1 0,0 0 0 0,0 0-3 15,0 0-7-15,0 0-18 0,0 0-24 0,0 0-35 0,0 0-42 0,0 0-70 0,0 0-85 16,0 0-88-16,0 0-90 0,0 0-37 0,0 0-10 0,0 0 5 0,0-3 10 16,-5 3 20-16,-1-6 26 0,-2 1 36 0,3 1 42 0,-3-2 53 0,-4-3 54 0,5 5 71 15,-5-7 76-15</inkml:trace>
  <inkml:trace contextRef="#ctx0" brushRef="#br0" timeOffset="4185.76">23236 1500 73 0,'0'0'133'0,"-7"-4"32"0,7 4 24 0,0-5 21 0,-5 5 19 0,5 0 18 0,0-6 19 0,0 2 16 0,-6 4 15 0,6 0 12 0,0 0 10 0,0 0-65 0,0 0-112 0,0 0-52 0,0 0-23 0,0 0-13 0,0 0-4 0,0 0-7 16,0 0-8-16,0 0-11 0,0 0-9 0,0 0-8 0,0 0-8 0,0 0-3 0,0 0 3 16,0 0 7-16,0 0 10 0,0 0 4 0,0 4 6 0,6 2 4 0,-6-1 5 15,5-1 6-15,-5 1 7 16,7-1 4-16,-7 2 7 0,9 4 11 0,-4-5 15 0,8-1 8 15,-7 7 5-15,9-7-4 0,-4 7-4 0,2-8-4 0,2 4-3 0,4 2-2 0,0-4-3 16,-1-1-4-16,3 6-2 0,6-5 3 0,-1 4 2 0,6-2-5 16,-7-4-7-16,9 3-5 0,4 3-8 0,-4-3-1 0,3 3-4 0,2-4-4 0,9 5 0 0,-4-1-1 0,2-3 1 0,5 3-1 0,-3 1 0 0,3-1-2 15,9 0-2-15,-10 6-3 0,10-3-4 0,-9-3-1 0,9 0-2 0,-2 1 0 32,8 5-2-32,-8-6-1 0,6 1-1 0,1-1 1 0,1 2 0 0,-1-1-2 0,6 5-6 15,-5-6-4-15,5 0-4 0,-5 1-1 0,5 1 1 0,-8-2-3 0,11 1 0 16,-8-1-2-16,5-4-1 0,-8 5-3 0,3-1 0 0,0 3-3 0,0-3-3 0,-8-5-1 15,-1 5 4-15,2 2-1 0,1-1 2 0,-9-4-1 0,1 3 1 0,-5 0 0 16,-2-5-2-16,0 7 3 0,-6-7-3 0,-5 7 0 0,-3-7 1 0,2 2 0 16,-7 3 0-16,0-5 0 0,-7 1 1 0,2 5 1 0,-3-5-2 0,-4 1 2 0,-1-6 0 15,-1 3 3-15,-3 4 6 0,-4-2 5 0,-5-5 5 0,5 0 5 0,-5 0 1 16,0 0 2-16,-5 4 0 0,5-4 1 0,-5 5-1 0,-4-5-8 0,2 0-13 0,2 0-19 16,-8 4-21-16,7-4-32 0,-7 0-34 0,0 0-42 0,-8 0-40 0,7 0-68 15,4 0-80-15,-11 0-77 0,2 0-73 0,-1 0-28 0,0-4-3 16,0 4 16-16,-4 0 27 0,3 0 33 0,-6 0 38 0,9-5 43 0,-8 5 46 0,0-4 48 15,-6 4 51-15,5-5 64 0,-6-2 73 0</inkml:trace>
  <inkml:trace contextRef="#ctx0" brushRef="#br0" timeOffset="4949.17">23400 3308 0 0,'-5'0'47'0,"5"0"80"0,0 0 42 0,-9 0 31 0,2-4 20 0,7 4 19 0,0 0 15 0,-5-6 17 0,5 6 17 0,0 0 16 0,-6 0 15 0,6 0-10 0,0-5-26 0,0 5-70 16,0 0-89-16,0 0-45 0,0 0-18 0,0 0-10 0,0 0 0 0,0 0-4 16,0 0-1-16,0 0-7 0,0 0-9 0,0 0-5 0,0 0-5 0,0 0-3 0,0 0 4 0,0 0 3 15,0 0 6-15,0 0 3 0,6 0 2 0,-6 0 3 0,5 0 3 0,2 0 2 0,2 0 8 16,-4 0 7-16,2 0 9 0,4 0 7 0,-2-4 6 0,3 4 1 0,2 0-2 16,4-6-2-16,-4 3-4 0,6-4-4 0,-1 2-3 0,7 1-3 0,-8-1-3 15,9-5-4-15,-1 1-3 0,6 0-6 16,2-3-7-16,-2 3-3 0,1-6-4 0,5 2-5 0,2 1-5 0,4-2-2 0,4 0 0 0,-4-6-3 0,9 5 4 0,-9 0-3 15,9-4-1-15,0 4 0 0,5-4 2 16,0 5-1-16,3-6 1 0,-4 6-1 0,1-5 3 0,7 4-1 0,-6 0 1 0,6-4 3 0,-7 4 0 0,8-6 0 0,0 7-1 16,-2-5-2-16,2 4 2 0,-6-4-1 15,3 4 0-15,-4-6 0 0,6 3-2 0,-7-1 2 0,2-2-1 0,-1 6-2 0,-8-4-1 16,0-1-3-16,-4 7-1 0,6-2-2 0,-14-6-2 0,6 8 2 0,-6 4 0 0,-7-6-2 16,7-1 3-16,-12 6-3 0,4 0-2 0,-4 1 1 0,-6-1-3 0,-3 4 2 15,1-3-1-15,-6 4 4 0,0 1 4 0,-5-2 10 0,-3 3 13 0,3 3 8 0,-8 0 9 0,0 0 7 16,6-6 0-16,-6 6 4 0,0 0-1 0,0 0 1 0,0 0-3 0,0 0 1 15,0 0 1-15,0 0-6 0,0 0-4 0,0 0-11 0,0 0-15 0,0 0-11 16,0 0-11-16,0 0-5 0,0 0-6 0,0 0 1 0,0 0-3 0,0 0 0 16,0 0 1-16,0 0-1 0,0 0-1 0,0 0 0 0,0 0-2 0,0 0 1 0,0 0-1 15,0 0-2-15,0 0 0 0,0 0 0 0,0 0 0 0,0 0-1 0,0 0 0 16,0 0-2-16,0 0-6 0,0 0-8 0,0 0-17 0,0 0-18 0,0 0-19 0,0 0-24 16,0 0-20-16,-6 6-27 0,6-6-31 0,-8 0-39 0,8 3-46 0,-5-3-101 15,-10 6-117-15,9-2-48 16,-7 1-9-16,0 4 14 0,0-3 25 0,-5 4 33 0,-9-5 37 0,1 5 38 15,-6-6 41-15,-2 1 46 0,2 4 45 0,-8-3 57 0,1 3 63 0</inkml:trace>
  <inkml:trace contextRef="#ctx0" brushRef="#br0" timeOffset="5674.15">23427 5194 0 0,'0'0'2'0,"0"0"108"0,0 0 62 0,7 0 38 0,-7 0 27 0,0-6 21 0,0 6 16 0,0-5 15 0,5 1 18 0,-5 0 18 0,6-1 20 16,-6-1 19-16,8-4 20 0,-8 5-75 0,5 1-129 0,3-7-64 0,-3 7-27 0,2-5-7 0,0-1-1 15,-2 5 7-15,3-5 8 0,4-1 5 0,-4 2 2 0,3-1-2 0,-3 1-3 0,5-6-6 16,0 5-5-16,1-1-9 0,-2-2-6 0,1-2-5 0,1 0-2 0,4 0-5 16,-4-3-4-16,7 2-8 0,-3-2-4 0,1-3-5 0,1 2-6 0,-1-5-3 15,7 3-4-15,-7-3-3 0,9-1-2 0,-4 7-1 0,3-6-1 0,5-1 0 0,1 1-1 16,-6-1 2-16,4-4-1 0,9 4 3 0,-9-3-1 0,1-2 0 0,2-1-1 16,6 2-2-16,-1-5-1 0,-7 1 0 0,7-2-3 0,1 2 0 15,5-1 0-15,-6-2-1 0,6-3-1 0,-6 2-2 0,9-8-1 0,-4 5 0 16,2 1-1-16,-2-4 2 0,4-1-1 0,-4 0 2 0,1 4 0 0,0-3-1 15,2 4 2-15,-2-1 1 0,2 1-2 0,-2-1 2 0,-6 7 2 0,7-7-2 16,-2 6 2-16,4 1 1 0,-4-1-2 0,2-2 2 0,-2-1-3 0,4 1 2 0,-4 3 2 16,-5-1-4-16,7 0 2 0,0-1-3 0,-9 1 3 0,4-6-2 0,5 7-2 0,-9-1 1 15,3 0-2-15,-1 4-1 0,0-4-2 0,-7 5-1 0,2 4 1 0,-2-3 0 0,2 2-1 16,-8 3 1-16,-7 2 0 0,7-3 4 0,-8 6 2 0,-4 2 1 0,-1 1 7 16,1 1 7-16,-7 4 13 0,6-5 6 0,-13 5 4 0,6 0 5 0,-6 6-2 0,0 0 1 15,0-2 1-15,0 0-4 0,0 3 2 0,0-3-3 0,0 6-3 0,0-5-5 16,-6 5-6-16,6 0-11 0,0 0-15 0,0 0-7 0,0 0-10 0,0 0-3 15,0 0-3-15,0 0-2 0,0 0-1 0,0 0-3 0,0 0 1 0,-8 0-2 16,8 0 1-16,-5 5 0 0,5-5 0 0,0 6 1 0,-7-6 0 0,7 3 2 0,0-3 2 16,0 6-1-16,-8-6 3 0,8 6-3 0,0-6-2 0,0 4-9 0,0-4-10 15,0 4-15-15,-6-4-13 0,6 5-17 0,0-5-18 0,0 5-18 0,-6-1-21 16,6 2-21-16,0-6-24 0,-7 6-24 0,7-3-27 0,0 3-48 0,-5 0-57 0,5-6-65 16,0 4-68-16,-9 1-18 0,9-1 9 0,-7-4 22 0,7 5 27 0,-5-5 33 15,-1 0 34-15,6 0 38 0,-7-5 37 0,1 5 42 0,-2-4 42 0,3-1 57 16,-2-5 64-16</inkml:trace>
  <inkml:trace contextRef="#ctx0" brushRef="#br0" timeOffset="6512.59">26683 1667 1 0,'0'-10'92'0,"6"-1"63"0,-6 8 40 0,7-7 31 0,-7-1 22 0,0 8 20 0,0-8 15 0,-7 1 15 0,7 6 15 0,0-6 14 0,0 5 15 0,0-1-23 15,-6 3-47-15,6-4-70 0,0 4-83 0,0-3-40 16,-8 1-17-16,8 5-8 0,0-4-1 0,-5 4-3 0,5 0 3 0,-7-6-2 0,1 6 3 0,0 0-2 0,-1 0 1 16,-1 0-4-16,3 0-2 0,-3 0-5 0,2 6-3 0,-6-6-6 15,4 4-1-15,-4 1-4 0,5 4 1 0,-6-2-1 0,5-4 2 0,-3 8-1 16,4-1-2-16,-7-1 2 0,9 0-2 0,-8 7 2 15,-1-7-1-15,2 6-1 0,-2 0 2 0,1 0-2 0,1 4 2 0,-2-5-1 0,1 5-3 0,0 2-1 0,2-8 1 0,-5 8-2 16,3 3 1-16,3-5 0 0,-6 5-5 0,5-3 2 0,-2 3-2 0,0 0 0 16,0 7-1-16,-1-9 2 0,2 5-1 0,-2 0 2 0,1-2-3 0,0 5 1 15,0 0 0-15,7-2-3 0,-7 2-3 0,6 3-2 0,1-4-3 0,-1 1-2 0,0 4 0 16,0-4-3-16,2 3 1 0,5-3-2 0,-8 1-1 0,8-3 2 0,0 2 2 16,0-2 0-16,8 2 2 0,-8-6 5 0,5 6 1 0,2-2 3 0,0 2 1 15,0 0 0-15,-1-2-1 0,1-3 2 0,6 9-3 0,-7-8 3 0,7 2-2 16,0 2 0-16,-5-2-4 0,2 2-1 0,4 4-4 0,-1-4-1 0,8-1-3 0,-8 5-1 15,0-3-1-15,5-3-1 0,-4 7 1 0,4-7 1 0,3 2 0 0,-7-2-1 16,4 2 1-16,1 1 0 16,1-3 1-16,-1-4 2 0,8 0-1 0,-6 0 0 0,-3 1 1 15,3-5-1-15,-3-1 1 0,8 2 1 0,-7-8 1 0,8 8 2 0,-7-12 1 0,4 1 2 0,5-1 3 0,-3 2-1 0,-2-7 0 0,3-4 1 0,-2 5-1 16,2-10 4-16,-1 5-1 0,6-4 4 0,-6-2 3 0,6-3 5 0,2 0 3 16,-8-3 3-16,6-1 4 0,2 2 2 15,5-7 5-15,-7 2 6 0,0 1 5 0,0-3 6 0,2-7 6 0,-2 5 3 0,1-5 4 0,-1 1 0 0,0-4-1 0,-5-2-3 16,-1 2-5-16,6-8-3 0,-7 2-3 0,2-5-3 0,-6 1-7 0,3 3-2 15,-4-5-7-15,-1 3-4 0,2-4-5 0,-3 3-6 0,3-7-5 0,-10 8-5 16,5-4-3-16,-5 3 0 0,2-7-2 0,-5 2-2 0,-1 4-3 0,-2-6 0 0,1 1-2 16,-6-5-3-16,0 7-2 0,0-7-1 0,-6 0-2 15,1 0 1-15,-2 0-1 16,-1-5-2-16,-5 5-1 0,-6-5-2 0,6 0-1 0,-5 5-2 0,-3 0-1 16,-6 0-1-16,3 6-2 0,-5-2-3 0,-2 2-1 0,-1-2-3 0,-7 7 0 0,0 0 2 15,-2 3-2-15,-3 0 2 0,-2 7 1 0,-5 3 1 0,3-4 2 0,-2 9 0 16,-3-4 1-16,8 9 0 0,-1 0-1 0,-5 6-1 0,11-1 2 0,-7 5-1 15,10-1-8-15,-2 6-4 0,7 0-11 0,-7 0-8 0,5 11-7 0,2-7-13 0,6 6-12 16,-8 1-17-16,10-2-14 0,-10 6-21 0,8-2-23 0,-1 2-23 0,8 6-21 16,-6-2-31-16,-2-1-30 0,8 7-53 0,-2 1-59 0,3-2-52 0,-3 0-43 0,10 5-7 15,-2-5 11-15,0 1 25 0,6-1 30 0,1 0 32 0,-2-3 40 0,2-2 38 16,6 1 39-16,0-1 45 0,0-4 48 0,0 0 58 0,6-2 74 0</inkml:trace>
  <inkml:trace contextRef="#ctx0" brushRef="#br0" timeOffset="6924.2">26557 2248 0 0,'0'-5'5'0,"0"-1"113"0,0 2 64 0,0-5 44 0,0 3 35 0,-5-4 33 0,5 5 33 0,0-4 31 0,0-1 29 0,0 5 26 0,0-4 26 0,0 5 23 0,0-2 20 0,0 0-87 16,0 2-141-16,5-1-73 0,-5-1-29 0,0 6-18 0,0-3-12 0,8 3-11 16,-8 0-16-16,8-6-13 0,-3 6-12 0,-5 0-8 0,7 0-9 0,-1 0-4 0,8 6-3 15,-7-6-4-15,4 3-1 0,-3 3-3 0,5-1 1 0,0-1-3 0,0 2-2 16,6 4 0-16,-6-1-2 0,0 6-1 0,8-6-2 0,-11 6-1 0,6 0-6 0,3 4-2 16,-6 2-1-16,6-3-2 0,-6 3-5 0,8-2 0 0,-11 5-3 0,3-3-3 15,8 1-2-15,-7 5-3 0,4-9-1 0,-4 6-1 0,6 1-1 0,-1-1 1 16,2-3 1-16,-10 2 0 0,15 3 1 0,-6-7 1 0,-1 5 0 0,7 0 2 15,-6-5 1-15,7 7-1 0,-10-7 3 0,11 0-3 0,-9 1 3 0,7-1-3 16,-5-4 3-16,-2 6-1 0,-1-8 0 0,-4-4 0 0,6 6 1 0,-7-3-1 0,-2-3-1 16,5-5 0-16,-11 5 0 0,1-4 0 0,1 1 0 0,-2-2 1 0,4-4-1 15,-9 5-6-15,0-5-8 0,0 0-13 0,0 0-13 0,0 0-30 0,0 0-35 0,0 0-41 16,0 0-37-16,0-5-71 0,-9 1-82 0,9-2-80 0,0 1-78 0,-5 1-28 16,-2-5-5-16,1 0 13 0,1-3 24 0,-3 3 27 0,0-6 35 15,3-4 46-15,-1 4 49 0,-1-5 55 0,1 6 52 0,-1-10 69 16,-1 3 73-16</inkml:trace>
  <inkml:trace contextRef="#ctx0" brushRef="#br0" timeOffset="7254.81">27223 2188 0 0,'0'-9'20'0,"0"0"134"0,0-1 70 0,0 0 46 15,0-1 33-15,6 2 26 0,-6 0 23 0,0 0 25 16,7-1 29-16,-1-1 27 0,2 1 29 0,-8 1 29 0,7 5 29 0,-2-7-94 0,-5 7-164 16,6-7-73-16,-6 7-28 0,8-7-4 0,-8 7 3 0,5-1 7 0,-5 1 8 0,0-2 0 15,0 3-6-15,0 3-8 0,0 0-10 0,8-6-10 0,-8 6-11 0,0 0-12 0,0 0-12 16,0 0-13-16,0 0-13 0,0 0-15 0,0 0-15 0,0 0-11 15,-8 0-10-15,8 6-6 0,-5-3-6 0,-3 3-5 0,2 3-3 0,1 0-2 16,-2 6-5-16,-7 1-1 0,1-3-1 0,8 7-1 0,-16 5 2 0,8-1 2 0,-1 1 2 16,-4 4 3-16,5 1 0 0,0-7-2 0,-6 7-2 0,4 0-2 0,1-2 0 0,4 2-2 15,-4-6-3-15,1 7 2 0,-8-3-1 16,9-4 1-16,1 6 2 0,-5-6 1 0,-3 5 0 0,6-3 1 0,1 2-1 16,-8-4 2-16,8 6-1 0,-2-6 1 0,-7 5-2 0,8-3 2 0,3-3-3 0,-4 3 2 0,-1-7-2 0,3-1-1 0,5 3 0 15,2-6-1-15,-8-2 0 0,5 2-1 16,2-4-1-16,1-1-1 0,5 3-3 0,-7-8-2 0,7 5-9 0,-9-5-7 0,9 1-8 0,0-3-11 0,-5 4-9 0,5-7-7 15,0 0-10-15,0 0-7 0,0 0-9 0,0 0-10 0,0 0-9 0,5 5-13 16,-5-5-12-16,0 0-14 0,0 0-14 0,9 0-21 0,-2-5-25 0,-7 5-35 16,5-7-43-16,1 4-88 0,2-8-109 15,-3 1-40-15,3 5-9 0,-3-8 12 0,2 3 20 0,0-5 30 0,-2 0 30 0,3 0 37 0,-1-4 40 16,-7-1 47-16,5 1 49 0,-5-2 58 0,9 7 63 0</inkml:trace>
  <inkml:trace contextRef="#ctx0" brushRef="#br0" timeOffset="8109.55">28068 2376 0 0,'0'0'1'0,"0"0"105"0,0 0 61 0,0 0 41 0,0 0 27 0,0 0 24 0,0 0 20 0,0 0 20 0,-5-6 20 0,5 0 16 0,0 6 18 0,0 0 17 0,0 0 13 0,-6 0-82 0,6 0-134 0,0 0-69 0,0 0-34 0,0-4-17 0,0 4-9 0,0 0-7 0,0 0-4 16,-7 0-7-16,7 0-7 0,0 4-6 0,0-4-7 0,0 0-5 0,-5 0-3 0,5 0-3 15,0 6 1-15,0-6 0 0,0 0 2 0,0 0 1 0,0 0 3 0,0 6 3 32,0-2 3-32,0-4 6 0,0 5 4 0,5 1 8 0,-5-3 10 0,7 1 9 15,-7 2 9-15,6-6 4 0,-6 5 6 0,14-1 3 0,-7-4 3 0,-2 5 5 0,3-5 3 16,3 7 3-16,2-7 4 0,1 0 0 0,-1 0 2 0,7 0-7 0,-1 0-6 16,2 0-7-16,-2 0-9 0,-1-7-4 0,8 7-4 0,1 0-4 0,-1-5-1 15,0 5-2-15,6-4-3 0,-6 4-1 0,6-5-4 0,2 5 0 0,5-6-3 16,-7 6 0-16,7-4 1 0,0 4 0 0,1-3 0 0,0-3 3 0,-3 1-1 0,8 1 0 15,2-2 1-15,-2 0-1 0,2 2 1 0,-2-7-5 0,5 8-2 0,-3-3-1 16,5-3-3-16,-1 5-2 0,-3-8-2 0,3 9-1 0,-5-8-1 0,7 7-2 16,-9-2 0-16,1 2-1 0,2-1-3 0,-2-4-1 0,7 3-1 0,-6 2 2 15,-1 4 0-15,0-6 3 0,9 1 0 0,-9 1 2 0,0 4 3 0,0 0-2 0,7-5 0 16,-5 5 2-16,-2 0-3 0,8-6 3 0,-8 6-1 0,7 0 0 0,-6 0-2 16,5 0 0-16,-5 0-2 0,-1 0-1 0,7 0 0 0,-4-4-3 0,-9 4-2 0,5 0-3 15,-4 0 1-15,0-4 2 0,-9 4 0 0,8 0-1 0,-12-5 1 16,5 5 1-16,-6-6 0 0,0 6 0 0,-7-3-2 0,2 3 1 0,-11-7 0 0,4 7 7 15,1-5 9-15,-10 5 15 0,2 0 17 0,0-4 15 0,-7 4 10 0,0 0 7 16,0 0 1-16,0 0-2 0,0 0-2 0,0 0-2 0,0 0-2 0,0-5 0 0,-7 5-4 16,7 0-7-16,-7-6-11 0,7 6-15 0,-5 0-21 0,5 0-16 15,-8-4-13-15,1 4-4 0,2 0-3 0,-4 0 1 0,4 0 1 0,5 0 3 0,-5 0 3 16,-3 0-1-16,3 0 2 0,-3 0 1 0,2 0 0 0,-1 0 0 0,1 0-3 16,6 0-4-16,-7 0-4 0,1 0-6 0,6 0-5 0,-7 0-6 0,7 0-9 0,0 0-10 15,0 0-11-15,-6 0-13 0,6 0-13 0,0 0-13 0,0 0-15 0,0 0-11 16,-7 0-13-16,7 0-18 0,0 0-17 0,0 0-17 0,-7 0-18 0,7 0-35 15,0 0-36-15,0 4-57 0,-7-4-67 0,7 6-36 0,-5-6-24 0,5 5 6 16,-8-5 18-16,8 4 24 0,0-4 30 0,-5 0 34 0,5 0 37 0,-6-4 39 0,6-1 38 16,-8-1 50-16,8 2 52 0,0-1 63 0,0-4 74 0</inkml:trace>
  <inkml:trace contextRef="#ctx0" brushRef="#br0" timeOffset="8919.81">31536 1275 16 0,'5'-9'31'0,"1"5"4"0,2-2 4 0,-8 3 6 0,5 3 6 0,-5-6 16 0,7 0 20 0,-7 2 30 0,6 4 33 0,-6-5 12 0,0 5-2 0,0-6 8 0,0 6 17 0,0-4 19 0,0 4 18 15,0-5 17-15,0 5 13 0,0-4 10 0,-6-1 5 0,6 5-9 0,0-4-18 16,-7-2-28-16,2 6-32 0,5-6-25 0,-8 3-24 0,2-3-16 15,1 6-16-15,-3-6-13 0,8 6-11 0,-8-3-8 0,3 3-3 16,-3 0-10-16,3-6-7 0,0 6-7 0,-4 6-6 0,4-6-4 0,-2 0-7 0,1 3-5 16,-1-3-5-16,0 6-3 0,0 0-1 0,2 3-3 0,-2-3 1 0,1-2-2 15,-2 5 1-15,2 0 0 0,6 2 1 0,-12-1 1 0,3-1 5 0,4 6 2 0,0-5 3 0,-3 4 1 16,3 2 1-16,-11-3-2 0,11 7 3 0,-1-1-3 0,-7 2 2 0,5-3 0 0,-4 3 2 16,0 3-1-16,5 1 2 0,-6-1-1 0,-1 1-1 0,2 3-1 15,-2-4-3-15,8 6-1 0,-6-5-2 0,-2 4 2 0,7 0-2 0,-4 0-3 0,4 2 2 16,-7-3 0-16,7 6-4 0,1-4 2 0,1 3-3 0,-4 3-1 0,2-2-1 0,2-1-1 15,5 1-1-15,-6 5 0 0,6 1-1 0,-8-1 2 0,8 1 0 0,0-3-1 16,0 3 1-16,0-1 2 0,8 6 0 0,-8-12 3 0,6 5-1 0,-1 3-2 16,-5-7 0-16,7 0 0 0,7 0-1 0,-8-1-1 0,1-2-2 0,7 2 0 0,-7-3-2 15,4 0 0-15,2-2-2 0,0 2-2 0,0-2 1 0,8 3-1 0,-9-2-1 16,8-4 2-16,-1 3 2 0,-7-2 3 16,9-3 2-16,-2 3 1 0,2-4 1 0,-2 5 1 0,-1-9-1 0,3 1 0 0,-2-4 2 0,-6 4 1 0,-1-4 2 0,7-4 0 15,-6 4 1-15,3-6 1 0,-5-5-1 0,2 6 1 0,0-5 2 0,1 1 3 0,-2-6 8 16,1 3 6-16,1-3 9 0,-2-3 4 0,8 3 4 0,-8-6 3 0,9-3 0 15,-2-1 0-15,7 1-2 0,-5-2 0 0,3-4-1 0,3 0-2 0,-1-4-3 16,-1 0-5-16,2-1-6 0,5 1-3 0,-6-5-6 0,8 5 1 0,-2-11-3 0,-1 6 0 16,4-7 4-16,2 4 0 0,-3-4 3 15,5 1 3-15,0-3 6 0,-7 3 6 0,8-4 4 0,-8 0 4 0,2 1 0 16,-2-1 2-16,-1-7-2 0,1 6 0 0,-4 2-2 0,-1-6-5 0,-4-1-1 0,4 3-1 16,-6-3-1-16,-2 1-4 0,1-1-4 0,-1 1-6 0,-1 5-7 0,-4-5-4 0,-1 6-2 0,-5-7-2 15,4 6-6-15,-6 1-3 0,-1-7-5 0,-5 4 0 0,0-1 0 0,0 1-4 0,-5-3-1 0,-8-4-4 0,8 3-1 16,-9-3-1-16,-7-2 3 0,3 2-2 0,-1-6-2 15,-8 4-2-15,2 3 1 0,-10-2-1 0,12 5 0 0,-11-1-2 0,-4 1-5 0,4 5-6 0,-5 4-7 0,0 2-7 16,2 4-8-16,-11-2-9 0,9 3-16 0,-6 8-8 0,-2-5-7 16,10 6-5-16,-8 3-6 0,5 1-1 0,-7 1-2 0,10 4-3 0,-2 1-2 0,-1 4 0 15,1 0-1-15,7 4-7 0,-7 1-11 0,7-1-11 0,-2 7-9 0,2 4-17 0,6-1-21 16,-1 6-28-16,1-1-35 0,0 5-31 0,-1 0-32 0,9 1-44 0,-3 5-51 0,3-2-11 16,4 2 9-16,2 0 19 0,-2 4 29 0,1-4 33 0,8-2 35 0,-3 1 36 0,0 0 38 15,3 1 42 1,5-6 43-16,0 0 42 0,-6 1 57 0</inkml:trace>
  <inkml:trace contextRef="#ctx0" brushRef="#br0" timeOffset="9312.39">31594 1999 0 0,'0'-6'1'15,"-7"-3"103"-15,0 3 75 0,7 2 47 0,-7-5 36 0,7 4 30 0,-6-5 26 0,-1 4 31 0,7-3 24 0,0-1 27 0,-5 5 26 0,5-4 22 0,0 5 21 0,0-2-76 0,5 0-133 0,-5-3-75 0,7 9-49 0,-7-5-21 0,6 1-9 0,1-2-7 0,-7 6-7 16,7-5-7-16,0 1-12 0,-2 4-8 0,3 0-9 0,-3-6-8 0,3 6-4 0,-2 0-2 16,-1 6-2-16,2-6-2 0,2 4-1 0,-4-4-2 0,1 5 0 0,1 1-2 15,-2 3 0-15,4-3-2 0,3 3 2 0,-6-3-4 0,-1 7-1 0,11-4-4 16,-11 3 0-16,8 3-2 0,-7-2-1 0,9 2-4 0,-10 6 1 15,9-8-4-15,-1 7-1 0,-6-1-2 0,5 0-4 0,0 1 0 0,2 1-1 0,-1 1 0 16,-1-1 0-16,2 3 1 0,5 0-4 0,-4 1 1 0,-4-1 0 0,10 1 0 0,-2-1 1 16,-6 1 0-16,7-7 0 0,-1 9-1 0,2-9-1 0,-11 6 0 0,11-3 1 15,-1-2-3-15,-8-4 2 0,7 4 2 0,1-4 0 0,-6 0 0 0,4-6 0 0,-4 6-6 16,-1-5-9-16,0-1-12 0,0 0-20 0,-6-3-22 0,5 3-28 0,-5-3-32 16,1 0-33-16,-3-6-45 0,2 4-50 0,-7 1-81 0,0-5-93 0,0 0-50 0,0 0-27 15,0 0 1-15,0 0 12 0,0-5 30 0,-7 1 31 0,2-2 40 0,-3-3 41 0,1-3 47 16,2 3 47-16,-2 0 53 0,0-6 57 0</inkml:trace>
  <inkml:trace contextRef="#ctx0" brushRef="#br0" timeOffset="9611.34">32225 1901 0 0,'7'-6'24'0,"-7"-3"140"0,5 0 72 0,-5 3 49 0,0-3 38 0,0 3 27 0,0-3 27 16,0 5 20-16,0-1 20 0,0-5 22 0,0 4 23 0,0 6 21 0,0-5 22 0,0 5-106 15,0 0-178-15,0 0-82 0,0 0-34 0,0 0-13 0,0 0-2 0,0 0 2 16,0 0 2-16,0 0-1 0,0 0 1 0,0 0-7 0,-5 0-6 0,5 5-7 15,-7-5-6-15,7 0-2 0,-7 6-3 0,2-6-5 0,-3 10-6 0,3-5-6 0,-9 5-6 16,1-7-3-16,5 12-2 0,-5-5-3 0,3 4-1 0,-6 2 0 16,3-2-1-16,2 2-2 0,-2-1 0 0,0 3-5 0,-1-3-8 0,2 4-2 0,-2 0-3 0,1 1-3 15,0 1-2-15,0-2 0 0,0-1-1 0,0 7-2 0,0-5 1 0,-1 5-1 16,1-1 1-16,0-5-2 0,2 6 0 0,-4-5 1 0,3 4-1 0,5-5 1 16,-7 6 0-16,7-10-1 0,-4 3 0 0,4-2-1 0,1-2-2 0,-2 1-1 0,3 1-1 15,-2-7 1-15,7 0-2 0,-6-3-5 0,6 3-8 0,0-5-12 0,-6 1-15 16,6 1-17-16,0-2-17 0,0 2-23 0,0-6-25 0,0 5-27 0,0-1-34 15,0 2-32-15,0-6-39 0,0 3-66 0,6 3-82 0,-6-6-58 0,0 0-44 0,0 0-7 16,0 0 17-16,0 0 25 0,6 0 32 0,-6-6 37 0,0 3 40 0,7-3 43 0,-7-3 45 16,0-7 47-16,0 7 53 0,-7-6 63 0,7 0 81 0</inkml:trace>
  <inkml:trace contextRef="#ctx0" brushRef="#br0" timeOffset="11463.79">28128 1369 1 0,'0'-6'47'0,"0"6"27"0,0-3 17 0,0-4 18 0,0 7 19 0,0-3 20 0,0 3 21 0,0 0 23 0,0-6 22 0,7 1 23 0,-7 1 24 0,0 4-21 0,0-6-44 0,0 1-17 0,0 1-3 0,0-1 0 15,0 1 2-15,0-6 0 0,0 4-5 0,0 1-4 0,0 1-4 0,0-1-7 0,0-1-7 0,7 2-8 0,-7-1-11 16,0 1-6-16,0-5-8 0,0 9-3 0,0-6-2 0,0 0-1 0,0 2-4 0,0-1-2 16,0 5-5-16,0-6-6 0,0 2-7 0,0 4-6 0,0 0-7 0,0-5-6 15,0 5-6-15,0 0-6 0,0 0-8 0,0 0-8 0,0 0-7 0,0 0-9 16,0 0-11-16,0 0-6 0,0 0-8 0,0 0-7 0,0 0-3 0,0 0-4 0,0 0-1 16,-7 5 3-16,7-1 2 0,0 2 6 0,0 3 4 0,0 3 6 0,0-3 4 15,0 0 6-15,-7 6 3 0,7 0 4 16,0-1 3-16,0 6 4 0,0-2 2 0,0 3 3 0,-7-2 1 0,7 0-1 0,0 5-1 0,0 0-3 0,-5-3-4 0,5 3-2 15,0 1-3-15,0-1-3 0,0 1 1 0,0-1-2 16,0-5-1-16,0 5-1 0,0-3-3 0,0 3-1 16,0-5-2-16,0 2-3 0,5 3-3 0,-5-5 2 0,0-4-1 0,0 4 1 0,0 1-1 0,0-5 1 0,0-2-1 15,0 2-2-15,0-5 3 0,0 1-1 0,0 4 0 0,0-11-1 0,0 5 1 0,0-4-2 16,0 5 1-16,0-4-2 0,0-3 0 0,0 3-12 0,0-6-13 0,0 6-15 0,0-6-17 16,0 4-21-16,0-4-23 0,0 5-22 0,0-5-22 0,0 0-25 0,0 0-24 0,0 4-46 15,0-4-53-15,0 0-71 0,0 0-73 0,0 0-31 0,0 0-4 0,0 0 15 16,0 0 25-1,0 0 31-15,7-9 33 0,-7 5 37 0,0-2 36 0,0-3 38 0,0-3 40 16,-7 3 51-16,7-4 58 0</inkml:trace>
  <inkml:trace contextRef="#ctx0" brushRef="#br0" timeOffset="12342.26">28623 1418 54 0,'7'-6'115'0,"-7"2"27"0,0-5 21 0,0 3 19 0,0-3 20 0,0 3 22 0,0-3 23 0,0 3 23 0,0 3 22 0,0-7 22 0,0 4 20 0,0 1-50 0,0 1-93 0,0 4-37 16,0-6-7-16,0 6 1 0,0-5 9 0,0 5 0 0,0-4-3 15,0 4-8-15,0 0-14 0,0 0-11 0,0 0-14 0,0 0-15 0,0 0-14 0,0 0-14 16,0 0-14-16,0 0-14 0,0 0-14 0,0 0-7 0,0 0-5 0,0 0 0 0,0 4 1 16,0 1 0-16,0 5 3 0,0-5 1 0,0 4 3 0,0 7 3 0,0-1 7 15,0 0 3-15,-7-2 6 0,7 7 4 0,0-1 3 0,0 2-3 0,0 3-6 16,-5-5-7-16,5 5-7 0,0-3-6 0,0-2-5 0,-7 5-2 0,7-5-3 0,0 2-2 16,0-3-2-16,0 3-1 0,0-2-1 0,0-1-1 0,0 3-3 0,0-6 0 15,0-2 1-15,0 8-1 0,0-12 0 0,0 6 1 0,0-6-1 0,0 1 0 16,7 1 0-16,-7-1 1 0,0-7 1 0,0 3 5 0,5-2 1 0,-5 1 3 0,0-5 5 15,7 6 3-15,-7-6 4 0,0 0 7 0,0 0 7 0,7 0 7 0,-7 0 7 16,0-6 3-16,5 6 6 0,-5-5 2 0,8 1 2 0,-8-2 1 16,0 3 0-16,5-7-4 0,-5-1 0 0,0 1-4 0,0-4-4 0,8 4-5 0,-8-5-8 0,0 0-8 15,0-3-7-15,0-1-7 0,6-2-2 0,-6 2-2 0,0-2-5 0,0-3-3 16,0 0-2-16,5 0-3 0,-5-1-2 0,0-3 1 0,8 4-1 0,-8-1 1 16,0 1-1-16,8-1 2 0,-8 5 1 0,5 1-2 0,-5-1 0 0,0 6-1 0,8 3-1 15,-8-2-1-15,0 7 4 0,0-3-4 0,0 3 1 0,5 1-1 0,-5 5-3 16,0-4-6-16,0 4-5 0,0 0-8 0,0 0-5 0,0 0-5 0,0 0 0 15,0 0 1-15,0 4 0 0,0 1 2 0,5 1 2 0,-5-2 1 0,9 7 1 16,-9-1 3-16,5-1 4 0,-5 6 2 0,7 0 9 0,-1-2 5 0,-6 2 8 16,7 5 3-16,-1-7 4 0,2 8-1 0,-8-6 1 0,5 4-1 15,2-4-1-15,-7 4 0 0,6-5-2 0,0 2 0 0,-6-1 0 0,8 3 0 16,-1-2 1-16,-7-1 0 0,5-6-1 0,4 6 0 0,-9-6 1 0,5 6-2 0,0-5 1 0,-5-1-1 16,8 0 1-16,-8 3 1 0,5-9 2 0,3 9 3 15,-8-8 3-15,6 1 1 0,-6-1 6 0,0-4 2 0,7 5 6 0,-7-5 4 0,6 4 4 0,-6-4 8 0,7 0 4 16,-7 0 6-16,6-4 4 0,1-1 3 0,-1 1 4 0,1-1-2 0,0 1-1 15,5-8-1-15,-4 3-4 0,-3-6-3 0,9 6-1 16,-9-6-5-16,10-1-4 0,-9-2-3 0,0-1-5 0,6-2-7 0,-4 3-4 0,-2-6-3 16,7-1-6-16,-8 1 0 0,3-1-2 0,0-4-2 0,-3-2-2 15,2 3-1-15,-1 4-1 0,0-7-1 0,-6 2-2 0,7 6 0 0,-7-3-2 0,8 7 2 0,-8 0 2 0,5-1 1 0,-5 7 2 16,0-2 3-16,0 3 3 0,6 3 1 16,-6 0 5-16,0 3 1 0,0 3 2 0,0-3-1 0,0 6-1 0,0 0-4 0,0 0-3 0,0 0-7 0,0 0-8 15,0 0-8-15,0 0-6 0,0 0-6 0,0 0-1 0,0 0-3 16,0 0-5-16,0 6-2 0,0-3-1 0,0 7 0 15,0 1 2-15,0-2 4 0,0 6 2 0,0 0 7 0,0-2 3 0,0 2 7 0,0 0 4 16,0 4 3-16,0-4 1 0,0 6 1 0,0-3 1 0,0 3 1 0,0-2 1 0,8 5 1 0,-8-5 1 0,0 1 1 16,0 4 1-16,0-4 2 0,0 4-2 0,0-3 3 0,0 3 1 0,0-6 1 15,0-2-3-15,0 3 3 0,0 2-1 0,0-7-3 16,0 5 1-16,0-4 0 0,0-6-1 0,0 6 0 0,0-5-3 16,0 4-2-16,0-10 1 0,0 8-5 0,0-3-7 0,0-3-13 0,0-2-13 0,0 1-22 0,0-5-20 0,0 4-32 15,0-4-34-15,0 0-35 0,0 5-38 0,0-5-59 0,0 0-70 0,0 0-77 16,0 0-76-16,0 0-26 0,0 0 0 0,0 0 20 15,0 0 28-15,0-5 33 0,0-4 41 0,0 5 43 0,5-8 47 0,-5-3 51 0,0 6 49 0,0-10 62 0,8 4 66 0</inkml:trace>
  <inkml:trace contextRef="#ctx0" brushRef="#br0" timeOffset="12598.21">29319 1247 0 0,'8'-6'9'0,"0"2"119"0,-3-1 65 0,1-5 43 0,-6 5 32 0,7 1 28 0,-7-1 28 0,5-5 32 0,-5 4 31 0,0-3 31 0,0 3 30 0,0 3 29 0,0 3 28 0,0-6-80 0,0 6-145 0,0 0-68 0,0-5-29 0,0 5-16 0,0 0-4 0,0 0-14 0,0 0-18 0,0 0-20 16,0 0-25-16,0 0-20 0,0 0-18 0,0 0-15 0,0 0-17 0,0 5-11 16,0 1-12-16,0-3-7 0,0 9-7 15,0-3 2-15,0 1-1 0,0 4 7 0,0 1 5 0,0 1 6 0,0 2 8 0,0 1 4 16,0 6 2-16,0-5 4 0,0 5 1 0,0-1 1 0,0 0 0 0,0 4 2 16,0-4-2-16,-5 1-3 0,5-1 1 0,0 1-5 0,0 1 1 0,0-7-9 0,0 5-9 15,0-8-13-15,0 2-20 0,0-3-24 0,5-6-25 0,-5 6-27 0,0 0-31 16,0-5-39-16,0-1-40 0,9 0-65 0,-9 3-73 0,0-9-63 15,0 9-54-15,5-8-13 0,-5 1 7 0,0-5 24 0,0 0 30 0,0 0 36 0,0 0 39 16,0 4 40-16,0-4 45 0,0 0 47 0,-5 0 52 0,5-4 60 0,-9-1 76 0</inkml:trace>
  <inkml:trace contextRef="#ctx0" brushRef="#br0" timeOffset="12887.74">29353 1661 0 0,'0'0'9'0,"0"0"120"0,5-4 67 0,4 4 41 0,-9 0 30 0,5-5 24 0,-5 5 21 0,7-6 25 0,-7 3 26 15,6-3 30-15,-1 2 29 0,4-1 27 0,-9-1 27 0,7-4-81 0,-7 6-140 31,5-1-67-31,3-4-27 0,-8 3-8 0,5-3 1 0,-5 3-2 0,6 3 2 0,2-4-9 0,-8-2-12 16,7 4-16-16,-2 1-15 0,-5-2-16 0,6 1-13 0,2 1-15 0,-3-1-13 0,3 1-12 0,-3-2-12 0,3 0-6 0,-2 6-8 0,1 0-4 31,-1-4-3-31,1 4-3 0,7 0-2 0,-9 4 2 0,0-4-2 0,3 6 0 16,5-6 0-16,-5 6 1 0,-3 3-2 0,1-5 1 0,2 1 2 0,-3 5 0 0,2 1 1 16,-1-1 2-16,2-1 1 0,-2 6 1 0,-6-6 2 0,7 7 0 0,-7-7 1 15,0 6-1-15,0-1 1 0,0-1 1 0,0 3 2 0,0-7-1 0,-7 6 0 16,7-6 3-16,-6 6 3 0,6-3-1 0,-8-3 1 0,2 0 1 0,-1 1 1 0,2-4-4 15,-3 3-3-15,2-4-5 0,1-1-9 0,-3 2-9 0,-5-2-10 0,5 1-12 16,3-1-12-16,0 1-18 0,-9-5-17 0,7 0-19 0,1 6-19 0,-1-6-24 16,-7 0-18-16,9 4-20 0,-3-4-19 0,3 0-40 0,-3 6-48 0,2-6-70 15,1 0-82-15,-2 0-22 0,7 0 3 0,-8-6 16 0,2 6 26 0,6 0 28 0,-5-4 35 16,5-2 32-16,-8 6 35 0,8-5 38 0,0 1 37 0,0-1 56 0,0 1 61 16</inkml:trace>
  <inkml:trace contextRef="#ctx0" brushRef="#br0" timeOffset="13458.1">29790 1579 0 0,'0'0'2'0,"5"0"110"0,2 0 64 0,-7 0 44 0,0 0 37 15,0 0 30-15,0-6 34 0,0 6 29 0,0 0 32 0,0 0 33 0,0 0 30 0,0 0 27 16,0 0 27-16,0 0-73 0,0 0-134 0,0 0-68 0,0 0-35 0,0 0-23 16,0 0-15-16,0 0-18 0,0 0-20 0,0 0-20 0,0 0-23 0,0 0-19 15,7 6-15-15,-7-6-12 0,0 0-10 0,0 5-9 0,5-1-10 0,-5 2-4 16,0-2-2-16,8 6 2 0,-8 1 3 0,0-2 2 0,8 0 5 0,-8 0 5 0,0 2 5 15,0-1 2-15,5 5 0 0,-5-2-3 0,0-2 2 0,0 2-1 0,0 2-1 16,0-3 0-16,0 1-2 0,0 2 1 0,0-6-3 0,0 2-1 0,0 3 1 0,0-5-2 16,0 2 1-16,0-1-1 0,0-5 0 0,6 5-3 0,-6-7 0 0,0 3-1 15,0-2-1-15,0 1 2 0,0-5 0 0,0 6 3 0,0-6 2 0,0 0 5 16,0 0 2-16,0 0 4 0,0 0 5 0,0 0 2 0,0 0 5 0,0 0 4 0,0 0 4 16,0 0 3-16,0 0 2 0,0 0-1 0,0 0-1 0,0 0-3 0,0 0-5 15,0-6-2-15,-6 1-5 0,6 1-5 0,0-2-3 16,-5 3-7-16,5-7-6 0,0-1-8 0,-8 1-6 0,8 1-4 0,-8-6 1 0,8 0-6 15,-5 0 1-15,5 2-4 0,-7-2-2 0,0 0-2 0,2-4-2 0,5-1 0 16,-8 1 0-16,1-2 1 0,7 3 1 0,-5-7 3 0,5 6 0 0,0-5 2 0,-7 3-1 0,7-3 4 16,0 5 1-16,0-5 3 0,0 3 2 0,0 2 4 0,0-1 3 0,0 1 2 15,0 4 3-15,0 0 3 0,0 2 2 0,7-2 2 0,-7 4-1 0,0 2 1 16,5 5-1-16,-5-6 1 0,7-1-1 0,1 7-1 0,-8-1 1 0,5-5-2 16,2 5 0-16,0 1-1 0,-2-2-5 0,11 3 0 0,-11-3-2 0,8 0-1 0,1 2 2 15,-2-1 0-15,-1-1 1 0,-3 6-2 0,12-4 2 0,-8 4-1 0,3 0 2 0,-3 0-1 16,-5 0-1-16,6 4 2 0,0-4-1 0,0 6 0 0,-7-1 2 0,1-5-1 15,6 10 1-15,-7-4 0 0,-6-3 1 0,5 7 3 0,4-5 2 0,-9 5 3 16,0 4 2-16,0-4 2 0,0 5 2 0,0-6 2 0,-9 6 1 16,4 1 3-16,5 2-2 0,-6-3 5 0,-1 0-1 0,-6 0 0 0,7-2 2 0,-1 2-3 0,-7 1 0 15,9-2-3-15,-8 1 1 0,-1-6-3 0,9 1 2 0,-10 0-4 0,10-1 1 16,-2 2-8-16,-5-2-8 0,4-3-13 0,0-3-13 0,3 4-14 0,-1-4-12 16,-1 3-17-16,2-1-17 0,-4-1-22 0,4-4-24 0,-2 6-28 0,1-6-28 0,6 4-38 15,-5-4-44-15,-3 5-52 0,8-5-56 0,-8 5-48 0,8-5-42 0,-5 0-5 0,5 0 10 16,-7 0 24-16,7 0 28 0,0 0 35 15,-7 0 38-15,7 0 39 0,0-10 41 0,0 6 48 0,0-2 50 0,0-3 57 16,7 0 70-16</inkml:trace>
  <inkml:trace contextRef="#ctx0" brushRef="#br0" timeOffset="13948.44">30362 1232 0 0,'7'-6'2'0,"-1"2"107"0,-6-1 64 0,5 1 42 0,-5-1 36 0,8 1 33 0,-8-2 30 0,8-3 31 0,-8 3 28 0,0-3 28 0,5 3 26 0,-5-3 28 0,0 3 26 0,0-3-71 16,6 5-133-16,-6-7-61 0,0 1-29 0,0 1-15 0,0 4-8 0,0-5-12 15,0 1-8-15,0-1-13 0,0 4-11 0,-6-3-11 0,6 4-9 0,0 1-13 16,0-5-15-16,-5 9-13 0,5-6-9 0,-8 0-12 0,8 3-11 16,-8-3-7-16,8 6-10 0,-5-6-10 0,-1 6-8 0,6 0-8 0,-7 0-3 0,2 0-8 15,-4 0-1-15,-3 6-4 0,6 0 0 0,1-3-1 0,-11 9 2 0,11-9-1 0,-8 7 4 16,7-1 3-16,-9 6 0 0,10-4 6 0,-1 3 0 0,-7-5 3 0,5 6 1 15,3-4 2-15,-3 2 0 16,2-3 0-16,-1 1-1 0,7 4 1 0,-6-6-1 0,6 1 2 0,-7-5-2 0,7 4 1 16,0 1 1-16,0-5 0 0,0 5 0 0,0-4 4 0,7 3-1 0,-7-5 2 15,6 5 2-15,-6 2 3 0,7-7 2 0,-1 7 2 0,-6-1 3 0,13-1 6 0,-5 0 9 16,-3-3 9-16,9 3 5 0,-9 0 6 0,10 1 3 0,-3 5 7 16,0-5 3-16,4 1 4 0,2-2 4 0,-4 1 4 0,-2-1 1 0,-1 6 2 0,5-6 1 0,3 0-2 15,-6 3-8-15,-1-3-5 0,-5-5-7 0,5 7-3 0,-4-2-8 0,-3-5-4 0,3 2-6 0,-2 4-4 0,-1-5-4 0,-5-5-3 16,0 4-2-16,0 1 4 0,0-5 2 15,0 6 6-15,0-6 4 0,0 4 5 0,0 1 5 0,0 1 3 0,-5-3 6 0,-1 4 1 0,6-4 6 0,-8 3-1 16,3-1 0-16,-3 5 2 0,-4-6-2 16,5 1-5-16,-5 0-5 0,-1 6-11 0,-1-8-10 0,9 3-18 0,-11-1-20 0,5-1-21 0,-10 2-24 0,9-6-24 15,1 3-24-15,-5 3-26 0,4-6-27 0,0 0-33 0,-8 0-34 0,6 0-39 16,1 0-39-16,0 0-65 0,0 0-76 0,7 0-59 0,-7 0-47 0,0-6-3 16,8 6 19-16,-3 0 29 0,-5-3 37 0,5 3 39 0,3-6 42 15,5 6 47-15,-5-4 46 0,-4 4 53 0,9-5 51 0,-5 5 65 0,-2 0 78 0</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23:08.337"/>
    </inkml:context>
    <inkml:brush xml:id="br0">
      <inkml:brushProperty name="width" value="0.05292" units="cm"/>
      <inkml:brushProperty name="height" value="0.05292" units="cm"/>
      <inkml:brushProperty name="color" value="#FF0000"/>
    </inkml:brush>
  </inkml:definitions>
  <inkml:trace contextRef="#ctx0" brushRef="#br0">26605 1622 76 0,'0'0'138'0,"0"0"35"0,0-3 25 0,-8 3 18 0,8-7 17 0,-6 3 15 0,6-1 12 0,0 0 15 0,-6 1 14 0,6-2 13 0,0 6 15 0,0 0-65 0,0 0-110 0,0 0-52 0,0 0-23 0,0 0-8 0,0-4-1 0,0 4 2 0,0 0-1 0,0 0 3 0,0 0-2 0,0 0-1 0,0 0-1 0,0 0-6 0,0 0-4 0,0 0-7 16,0 0-2-16,0 0-6 0,0 0-6 0,0 0-2 0,0 0-2 0,0 0 0 0,0 0 3 16,0 0 2-16,0 0 1 0,0 4 2 0,6-4 0 0,0 0 0 0,-6 6 2 15,8-6-1-15,-1 4 3 0,-2-4 1 0,1 5 3 0,2-5 1 0,5 5 2 16,-6-5-1-16,5 4-2 0,0-4 0 0,2 0-1 0,-1 7-1 0,0-7 2 31,8 0 2-31,-11 0 2 0,11 0 2 0,-2 0-1 0,1 0 2 0,0 0 0 0,1 0-3 16,-3 0-2-16,8 0-4 0,-7-7-3 0,8 7-5 0,-2 0-3 0,1 0-4 15,1 0-1-15,5-4-3 0,-6 4-2 0,8 0 0 0,-2 0-5 0,-1-5 0 16,9 5-2-16,-8 0 1 0,7-5 4 0,-7 5 0 0,7 0 0 0,0-4 3 0,2 4-1 16,-2-6 3-16,5 6-2 0,4-4 2 0,-4-1-1 0,2 5 2 0,-2-6 1 15,4 3 2-15,4-4-2 0,-2 4 0 0,3-3 0 0,0-3-3 0,-9 3-3 16,9 1 1-16,5-4-5 0,-6 5 4 0,1-8-2 0,0 8 0 0,5-5 1 0,-6-2 0 15,6 2-1-15,-5 5-1 0,5-8-1 0,-5 3-4 0,4 0-1 0,1 3 0 16,-5-3 1-16,5 0 0 0,2 3-2 0,-9 2 2 0,9-5-1 0,-8 3-1 16,7 1 0-16,-7 1-3 0,7-2-2 0,-15 2-1 0,9-1 0 0,0-1 0 0,-1 3-1 15,-7-4 1-15,7 4 0 0,-7 3-1 0,0-6-1 0,2 1 1 0,-2 5-1 16,-7-4 1-16,8 4-2 0,-6-6 2 0,0 6 1 0,-1 0 1 0,0-5 0 16,-7 5 1-16,0 0-1 0,-1 0 1 0,-2 0 0 0,2-4 1 0,-4 4-1 15,-3 0 0-15,5 0-1 0,-11 0 0 0,1 0-1 0,7 0 0 0,-13 0 1 16,6 0-2-16,-4 0 1 0,-3 0-1 0,0 0 2 0,4 0-3 0,-11 0 1 0,8 0 0 15,-8 0-1-15,-5 4 2 0,9-4 1 0,-9 0 1 0,0 0 0 0,0 0 1 16,0 0-4-16,0 0-7 0,0 0-10 0,0 0-13 0,0 0-13 0,0 0-23 16,-9 0-20-16,9 5-24 0,-5-5-22 0,-2 6-36 0,-4-6-39 0,2 4-53 15,-3-4-57-15,-7 5-61 0,4-5-58 0,-9 6-16 0,3-6 9 0,-5 3 19 0,2-3 24 16,-5 0 36-16,-2 0 33 0,-1 0 38 0,0-3 37 0,-8 3 44 0,1-6 48 0,0-3 52 16,-9 3 67-16</inkml:trace>
  <inkml:trace contextRef="#ctx0" brushRef="#br0" timeOffset="884.89">25889 1174 0 0,'0'-6'51'0,"0"1"64"0,0-5 34 0,-9 7 24 0,9-7 20 0,0 4 20 0,-5 1 21 0,5-5 19 0,-7 5 19 0,7 1 19 0,0-1 18 0,0 1-16 0,-6-2-33 0,6 2-55 15,0 4-64-15,-5-5-32 0,5 5-13 0,-9-6-4 0,9 6-2 0,-7-4-5 0,2 4-4 0,5-6-7 0,-6 6-6 0,-2 0-6 0,-5-5-7 0,8 5-4 0,-2 0-5 0,0-4-4 0,-6 4-3 0,6 0-3 16,-6 0-2-16,7 0-4 0,1 4-2 0,-11-4-4 0,11 5-6 0,-8-5-3 16,8 6-4-16,-9 4-2 0,1-5-1 0,6 5 0 0,-7-1-1 0,2 0-1 15,6 6 3-15,-8-5 0 0,7 9 0 0,-7-5-2 0,4 1 0 0,-3 6 0 0,5-2 2 16,-5 2 1-16,0 1 2 0,7-2 1 0,-7 5-1 0,6-1 1 0,-5 6-2 16,-3-5-1-16,10 3 0 0,-9-4 0 0,9 6 1 0,-10-2-1 0,9-3 1 15,0 4 1-15,-6-4-3 0,4 6 0 0,2-7-2 0,-1 0-2 0,1 0 0 0,1 4-2 16,-2-1-2-16,-2-5 2 0,9-1-1 0,-5 3 1 0,5 1 3 0,0-1 0 15,-6 0-3-15,6 1 1 0,0-1-3 0,6-3 1 0,-6 1 4 0,0 5 2 16,5-5 0-16,-5 4 2 0,9-7-1 0,-2 5 3 0,-2-3-1 0,8 1-2 16,-7 5-4-16,7-5 0 0,0-2 0 0,-7 5 3 15,9-6 1-15,4 7-2 0,-6-7-1 0,0-1-2 0,5 3 1 0,-4-2-2 0,6-4 1 0,-1 6-2 0,-1-8-1 16,3 1 1-16,-1 2 1 0,6-7 0 0,-6 6 0 0,-1-6 1 0,7 1-1 16,1 1 1-16,-2-1 1 0,2-7 1 0,-3 3 0 0,3-2 0 0,1 1 2 0,-4-5 1 15,2 6 4-15,0-12 2 0,1 6 6 0,-1-5 5 0,-7 1 7 0,6-5 6 16,2 3 8-16,-1-3 4 0,-7-7 6 0,8 7 5 0,-7-6 5 0,4 0 3 15,-3-4 6-15,-3 4 3 0,9-9 1 0,-6 3 1 0,-2-1-2 0,-1-4-1 16,3 3-4-16,5-7-5 0,-7 6-6 0,2-6-7 0,-2 2-6 0,1-8-7 0,-1 8-4 16,2-2-4-16,-3 0-8 0,1-4-3 0,-1 4-4 0,3 2-3 0,-8-6-7 15,8 4-3-15,-10-3-2 0,2 2-2 0,2 3 0 16,-3-7-1-16,-5 7 1 0,6-2-1 0,-7-1 2 0,1 4 0 0,-1-4 1 0,-1 3 1 0,-5-2 1 0,0 1 0 16,8 0 2-16,-16 0-2 0,8 4 1 0,0-5-1 0,-5 2-1 0,-1 4 0 15,-1-1-2-15,1 1-1 16,-7-1 0-16,0 5-1 0,7 1-1 0,-14-2-2 0,6 8-2 0,2-8-1 15,-8 6-3-15,8 1 0 0,-9-5-1 0,3 9 1 0,-9-5-1 0,6 1-1 0,-3 4-6 0,4 1-3 0,-7-7-11 0,3 11-7 0,-5-4-8 16,3-1-11-16,2 7-11 0,-10-3-9 0,7 0-13 0,-4 3-11 0,5-3-17 16,-7 6-16-16,2-6-16 0,-3 6-15 0,7 0-15 0,-4 0-24 0,-1 6-22 0,-2-6-34 15,2 6-38-15,-1-3-52 0,1 9-62 0,-2-9-15 0,10 7 4 0,-8-1 20 16,4 2 25-16,-4-1 27 0,5 5 30 0,2-6 33 0,-1 0 32 0,-1 1 40 0,3 1 43 16,-3-1 47-1,1-1 57-15</inkml:trace>
  <inkml:trace contextRef="#ctx0" brushRef="#br0" timeOffset="1327.21">25575 1476 96 0,'8'0'159'0,"-8"-4"38"0,5-1 28 0,-5 5 19 0,8-7 16 0,-8 3 15 0,5 4 13 15,-5-5 16-15,5 5 16 0,-5-4 13 0,9-1 15 0,-4 5-74 0,-5-6-120 0,7 6-62 0,1-4-30 0,-8 4-13 0,6 0-3 0,0 0 4 0,1 0 4 0,-7 0 6 0,5 0 6 0,2 4 2 0,0-4 1 0,0 6 0 16,6-1 0-16,-8-1-3 0,4 5-2 0,-4 3-4 0,8-3-2 0,0 1-1 16,-5-1-5-16,3 6-3 0,2 0-4 0,-6 0-5 0,6 3-6 0,1-2-8 15,-1 3-6-15,0 2-3 0,5-7-6 0,-4 5-1 0,-1 5-5 0,1-5 1 0,4 1 0 16,-5-1-2-16,7 2 1 0,-8-2 0 0,8 1 0 0,-1-1 0 0,2-4 0 16,-8 4 0-16,6-4 2 0,-1 0-2 0,-2 0 2 0,2 0 0 0,-4-2 1 0,-2-4 0 15,2 3 0-15,-1-3 1 0,-1 1-2 0,2-1-6 0,-8-4-6 0,1 5-13 16,6-5-16-16,-7-1-17 0,-1 2-17 0,-5 0-17 0,8-6-15 0,-8 3-21 15,8-3-19-15,-8 0-41 0,0 0-49 0,0 0-66 0,0 0-72 0,0 0-23 0,0 0-4 16,0 0 18-16,0-3 20 0,-8-3 28 0,8 0 27 0,-8-3 29 0,8 3 29 0,-5-3 33 16,5 0 34-16,-6-7 47 0,6 7 56 0</inkml:trace>
  <inkml:trace contextRef="#ctx0" brushRef="#br0" timeOffset="1532.95">26175 1584 0 0,'0'-5'21'0,"0"-4"135"15,0-1 70-15,0-1 49 0,-7 7 35 0,7-7 28 0,0 2 28 0,0 5 23 16,-7-8 25-16,7 8 19 0,0-1 18 0,0 1 20 0,0 4 17 0,0-5-104 0,0 5-173 15,0 0-85-15,0 0-33 0,0 0-20 0,0 0-5 0,0 0-9 0,0 0-6 16,-7 0-8-16,7 5-6 0,-5-1-4 0,-3 1-3 0,3-1-5 0,-1 8-4 16,-2-3-7-16,-4 6-5 0,4 0-4 0,-4-2-4 0,0 8-3 0,-4-3-2 0,-2 3 1 15,4-2 0-15,-4 5 2 0,5-5 2 0,-6 5-1 0,6 3-1 0,-8-5-2 16,8 4-3-16,-6 2-10 0,6-3-16 0,1-1-18 0,-2 0-25 0,1 1-21 16,-1-1-23-16,2 1-28 0,-2-1-29 0,1-3-56 0,8 3-65 0,-2-5-66 15,-5 0-68-15,4 1-23 0,1 1 1 0,2-2 16 0,-3-1 27 0,8-2 32 0,-6-2 35 16,1 1 37-16,-3 1 35 0,8-7 42 0,-8 0 44 0,8-5 56 15,0-4 69-15</inkml:trace>
  <inkml:trace contextRef="#ctx0" brushRef="#br0" timeOffset="2513.62">30546 967 90 0,'0'-4'153'0,"0"-1"36"0,0 5 29 0,0 0 23 0,0-5 21 0,5 1 19 0,-5-2 21 0,0 2 19 0,-5-1 19 0,5 5 14 0,0-4 17 0,0-1-74 0,0 5-126 0,0 0-58 0,0 0-28 0,0-6-12 0,0 2-6 0,0 4-2 0,0-6 2 15,-7 6-5-15,7 0-4 0,0-5-3 0,0 5-3 0,0 0-7 0,0-4-5 0,0 4-4 0,-9 0-3 0,9 0-6 16,0 0-7-16,0 0-5 0,-5 0-9 0,5 4-4 0,0-4-8 0,-6 5-5 16,-1 1-5-16,2-2-2 0,-4 2-1 15,2 3-2-15,-4 0 4 0,3 1 0 0,-5 4 5 0,8 2 4 0,-9-1 4 0,2-1 3 0,-1 5 3 0,-1 2 3 16,1-3 1-16,0 3 1 16,0-2 1-16,-1 0-2 0,2 5 1 0,1-3-1 0,-5 3 1 0,4 0 2 15,0 1 0-15,4-1 0 0,-4 0 2 0,6 1 0 0,-7 5 1 0,5-6 2 0,3 4 4 0,-3 2 3 0,2-2 0 0,6 3 7 0,-7-1 3 0,7-2 2 16,-6 2 2-16,6-1-3 0,6 0-3 0,-6 1 0 0,7-6-1 0,-7 4-3 15,6-1-3-15,2 1-4 16,5-4-7-16,-8 0-3 0,9 7 0 0,-2-13-2 0,2 6-5 0,-1 1-1 0,-1-1-1 0,2 1 2 0,4-5 0 0,3 5 1 16,-2-7 2-16,0 7-1 0,2-6 4 15,-2 1 3-15,1 1 5 0,4-2 2 0,-3 5 1 0,6-5 1 0,-2 1 0 0,1-1 2 0,1 0 0 0,5 1 3 16,-6 1 0-16,0-8 4 0,6 8 5 0,-5-6 2 0,4-6 1 0,-4 4 4 0,6-2 3 16,-6-1 2-16,-4 0 2 0,11-5 3 0,-7 1 3 0,-3-6 7 0,4 0 5 0,-1 0 6 15,-3 0 5-15,3-6 4 0,-7 1 0 0,4-5 1 0,3 0 2 0,-6 5-2 31,4-10 0-31,-6 6-1 0,8-7-4 0,-8 2-6 0,8-5-4 0,-8 0-9 0,7 4-7 0,-7-4-9 0,2-7-9 0,3 7-7 0,-3-5-5 0,4 3-4 16,-5-1-6-16,6-4-3 0,-8 3-2 0,9 2-2 0,-7-3 1 0,0 0 1 16,0-1 0-16,-1 1 1 0,-7-6 5 0,2 5 0 0,-8 1 1 0,1 0 0 0,-2-1 1 15,4-3-1-15,-9-2 1 0,-9 0 0 0,9 2-1 0,-5-2-2 0,-2-3-2 16,-4-2-1-16,2 0-2 0,-3 1-3 0,-2 0-3 0,-4-4 0 0,-3 3-3 0,3 2-1 16,-1-3-1-16,-2 2-1 0,-6 6 1 15,2-2 0-15,-1 0-2 0,-1 2-2 16,3 4-1-16,-10-2 0 0,7 3-3 0,-4-3-2 0,-1 3-3 0,-7 2-6 15,7 3-6-15,-7-3-8 0,-1 2-7 0,1 1-9 0,-1 3-12 0,0-6-7 16,-4 6-10-16,5 6-7 0,-7-6-8 0,7 5-7 0,-6 1-8 0,-2 0-7 0,8-1-4 16,-6 5 2-16,5-1-1 0,-5 3 5 0,6 3 6 0,0-7 4 0,0 7 4 15,-1 0-1-15,8 7-5 0,0-4-3 0,-2 3-5 0,2 3-10 0,6-3-15 16,0 7-22-16,7-2-28 0,-7 4-31 0,7-2-35 0,4 2-44 0,5 6-50 0,-4-6-13 16,1 3 2-16,5 1 15 0,2 2 22 0,-1-3 25 0,2 3 26 0,5-2 33 0,-8 0 34 15,8 2 38-15,0-3 41 0,0 3 43 0,8-6 58 0</inkml:trace>
  <inkml:trace contextRef="#ctx0" brushRef="#br0" timeOffset="2862.07">30721 1393 0 0,'0'-9'2'0,"0"3"107"0,0 2 62 0,0-1 40 0,-7-1 32 16,7 3 28-16,0-4 24 0,-7 4 24 0,7-3 17 0,0 1 18 0,0 1 15 0,0 4 14 0,0 0 11 0,0 0-83 0,0 0-138 0,0 0-70 0,0 0-30 0,0 0-17 0,0 0-10 0,0 0-12 0,0 0-13 0,0 0-1 0,0 0 2 0,0 0 7 16,0 0 9-16,0 4 8 0,7 1 5 0,-7 1 6 0,7-3 2 0,0 4 1 0,-2 2 3 0,2 0 1 15,-1 1 3-15,0 4 2 0,9 2 5 0,-10-2-4 0,3 1-7 0,3 5-11 16,2-6-12-16,-6 5-8 0,7-4-9 0,-8 4-3 0,7 1-2 0,0-1-3 15,0-4-3-15,-5 5-3 0,5 0-1 0,-3-5-3 0,4 3 1 0,-7 3-5 0,6-8-5 16,-6 7-14-16,5-4-15 0,-4-1-19 0,5-2-23 0,-7 2-24 0,-1-6-23 0,2 6-45 16,2-5-49-16,-4-1-63 0,2 2-63 0,-1-1-47 0,-1-5-35 0,-5 5-9 15,8-7 11-15,0-3 22 0,-8 6 28 0,0-6 33 0,5 0 36 0,-5-6 35 16,6 6 39-16,2-9 49 0,-8 5 52 0,5-1 58 0,-5-5 67 0</inkml:trace>
  <inkml:trace contextRef="#ctx0" brushRef="#br0" timeOffset="3099.54">31117 1521 0 0,'0'-21'35'0,"0"2"150"15,0-2 78-15,0 8 54 0,-5-7 46 0,5 5 37 0,0-4 36 0,0 4 34 16,0 0 32-16,0 5 27 0,0 1 24 0,0 0 21 0,0-2 20 0,0 7-125 16,0-1-204-16,0 1-97 0,0 4-37 0,0-6-23 0,0 6-9 0,5 0-10 15,-5 0-14-15,0 0-11 0,0 0-10 0,0 0-12 0,0 0-7 0,0 0-9 16,0 0-6-16,0 0-2 0,0 0 0 0,-5 6 1 16,5-2 4-16,0 1-1 0,-8 4-1 0,1 1-2 0,7 4-1 0,-5 2-2 0,-7 3 3 0,5 1 1 0,-6-1 4 15,5 5 4-15,-3 1 4 0,-5-1 1 0,-2 1-1 0,4-5-10 0,-4 5-6 16,5-1-13-16,-7-6-6 0,8 7-11 0,-8-5-9 0,6-1-12 0,-4 0-13 15,4 1-18-15,1-1-18 0,0-3-20 0,0 2-23 0,6-3-24 0,-7 0-22 0,9 0-27 16,-8 0-23-16,7 0-27 0,-2-5-23 0,3 3-40 16,-2-2-49-16,-1 4-61 0,2-6-64 0,0 1-14 0,-6-1 11 0,5 6 25 15,0-6 33-15,0-3 35 0,1 4 38 0,-7-5 36 0,5-1 42 0,-2 1 42 16,2-1 43-16,2-4 53 0,-9 6 62 0</inkml:trace>
  <inkml:trace contextRef="#ctx0" brushRef="#br0" timeOffset="7083.36">27953 1950 0 0,'0'0'1'15,"0"0"22"-15,0 0 18 0,0 0 13 0,0-6 13 0,0 6 13 0,0 0 14 0,0 0 14 0,0-3 15 0,0-3 6 0,0 6 1 0,0-6 5 0,0 6 7 0,0-4 8 0,0-1 12 0,0 5 3 0,0 0 1 0,0 0 0 0,0-4-1 16,0-1-1-16,0 5-1 0,0-4-2 0,0-2-4 0,0 0-3 0,0 3-4 0,0-3-4 0,0 1-3 0,0 1-8 0,0-2-11 0,0 1-5 0,0 1-4 0,0-2-3 16,0 3-2-16,0-3-4 0,-7 2-3 0,7-1-2 0,0-1-2 0,0 2-4 15,0-2-1-15,-7 6-5 0,7-5-5 0,0 5-5 0,0-4-1 0,0-1-3 16,0 5 1-16,0-4 0 0,0 4-1 0,0 0-1 0,0 0 2 0,0 0-3 16,0 0-2-16,0-6-2 0,0 6-4 0,0 0-4 0,0 0-5 0,0 0-3 0,0 0-8 15,0 0-6-15,0 0-8 0,0 0-9 0,0 0-9 0,0 0-6 0,0 0-3 16,0 0-3-16,0 0-1 0,0 0 1 0,0 6 2 0,0-2 1 15,0 1 0-15,0 4 5 0,0 1 2 0,0 1 5 0,0-1 4 0,0-1 5 0,0 6 4 0,0 0 1 16,0 0 1-16,0-2-2 0,0 2-5 0,0 0-2 0,0 0-3 0,0-2-2 16,0 2-5-16,0 6-2 0,0-8-3 0,0 2-2 0,0 0-3 0,0 4-2 0,0-4-3 15,0-1-1-15,0 2 2 0,0 2-2 0,0-3 2 0,7 1-2 0,-7-2 0 16,0 1 2-16,0 4-2 0,7-4 2 0,-7 0-1 0,0 0 3 0,5-5-1 0,-5 4 0 16,0-4 1-16,0 5 0 0,8-5 1 0,-8-1 0 0,0-4 2 15,7 5-1-15,-7-7 3 0,0 8 0 0,0-7 1 0,5 2 0 0,-5 0 1 0,0-2-1 16,0-4-1-16,0 5-10 0,0 1-17 0,0-6-20 0,7 3-22 0,-7-3-26 15,0 4-30-15,0-4-32 0,0 6-34 0,0-6-64 0,0 0-77 0,0 0-79 16,-7 5-81-16,7-5-27 0,0 0-4 0,0 0 18 0,0 0 28 0,0 0 35 0,0 0 38 16,-5-5 41-16,5-1 45 0,-7 2 45 0,7 1 51 0,-8-8 64 0,8 7 70 0</inkml:trace>
  <inkml:trace contextRef="#ctx0" brushRef="#br0" timeOffset="7463.12">28395 1993 83 0,'7'-9'146'0,"-1"3"41"0,-6-3 32 0,6 0 30 0,-6 5 32 0,0-8 29 0,7 3 32 0,-7-1 30 0,0 1 28 0,0 4 26 0,0-5 26 0,0 4-63 0,0-3-112 0,0 4-54 0,0 1-23 0,0-2-11 16,0 1-6-16,0 1-8 0,0 4-12 0,0-6-13 0,0 6-17 0,0-3-17 15,0 3-14-15,0 0-17 0,0 0-11 0,0 0-13 0,0 0-11 0,0 0-11 0,0 0-8 16,0 0-5-16,0 0-3 0,0 0-2 0,0 3-3 0,0-3 1 0,0 10 1 16,0-5 3-16,0 5 4 0,8-5 2 0,-8 4 6 0,0 7 2 0,0-7 3 15,0 0 2-15,0 6-1 0,0-3-6 0,0 1-4 0,0 2-5 0,0 0-5 16,0-6-2-16,0 6-6 0,0 0-3 0,5 0-2 0,-5 0-5 0,0-2 0 0,0 2-2 16,0 1-1-1,0-2 1-15,0-1 2 0,6 2-1 0,-6 1-2 0,0-2 3 0,0 1-2 0,8 1 0 0,-8 2-1 0,0-3-10 0,0 0-16 0,5-5-18 16,-5 4-20-16,0 0-26 15,0-3-25-15,0 4-30 0,7-6-29 0,-7 1-36 0,0-1-37 0,0-4-69 0,0 5-88 0,0-4-61 16,0 3-50-16,0-9-6 0,0 6 17 0,0-6 27 0,0 0 35 0,0 0 38 16,0 0 40-16,0 0 42 0,0 0 44 0,0 0 49 0,0-11 50 0,0 7 65 0,8-8 84 0</inkml:trace>
  <inkml:trace contextRef="#ctx0" brushRef="#br0" timeOffset="7826.46">28663 1984 0 0,'6'-6'3'0,"7"2"110"15,-5-1 62-15,-3-4 42 0,3 5 30 0,-3-2 28 0,0 0 28 0,4 3 29 16,-9-9 32-16,5 8 32 16,-5-1 28-16,0 5 30 0,7-4 27 0,-7 4-75 0,0 0-134 0,0 0-68 0,0 0-32 0,0 0-14 0,0 0-9 0,0 0-12 0,0 0-14 15,0 0-19-15,-7 0-22 0,7 0-17 0,-5 0-19 0,-4 4-16 0,9 1-14 16,-5-1-10 0,0 2-11-16,-3 0-5 0,3-3-2 0,-3 9-1 0,0-8 0 0,3 5 1 15,-9-4 1-15,9 5 3 0,-3-1 3 0,3 3 2 0,-9-9-2 0,9 7 1 16,-2-1 2-16,-1 2 0 0,-5-7-1 0,7 7 2 0,1-1 0 15,-11-5-2-15,11 3 1 0,-1 3 0 0,-1-7-2 0,2 1-1 0,-4 4 2 0,2-2-2 16,2-2 0-16,5-1 0 0,-6 1 1 0,-1-1-1 0,1 2-1 0,6-3 2 16,-8 3 0-16,8-6-1 0,-5 5 0 0,5-5 0 0,0 0 3 0,0 4-2 15,0-4 2-15,0 0-2 0,0 0 0 0,0 0-1 0,0 0-6 0,0 0-2 0,0 0-5 16,0 0-6-16,0 0-5 0,0 0-3 0,0 0 0 0,0 0 2 0,0 6 1 16,0-6 1-16,5 6 2 0,-5-6 2 0,8 4 1 0,-8-4 7 0,6 5 3 15,1-1 7-15,-1 1 10 0,-1-1 6 0,2 2 9 0,2-1 4 0,-4-1 2 16,8 1-1-16,-8 2 0 0,11-4-3 0,-11 8 3 0,1-7-4 0,7 0 0 0,-5 2-4 15,-1-1-7-15,-2 4-21 0,2-3-24 0,0-2-30 0,-2 7-33 0,3-7-60 16,-3 5-71-16,-5-3-87 0,8-2-90 0,-2 7-38 0,-1-8-11 0,-5 9 3 16,8-8 12-16,-8 1 17 0,0-1 23 0,0 2 36 0,0-6 38 0,8 3 46 0,-8-3 48 15,0 0 62-15,0 0 69 0</inkml:trace>
  <inkml:trace contextRef="#ctx0" brushRef="#br0" timeOffset="8379.26">28837 2008 0 0,'8'-3'1'0,"-8"-9"99"0,6 3 68 0,1-1 45 0,-7 1 32 16,6 0 33-16,-6-3 32 0,0 3 31 0,7-1 33 0,-1 1 33 0,-6 4 30 15,7-5 29-15,-7 1 26 0,0 3-68 0,0 1-124 0,0-5-62 0,0 5-32 16,-7 1-14-16,7-2-4 0,0 6-11 0,0-3-14 0,0 3-17 0,0-6-22 16,0 6-21-16,0 0-19 0,0 0-20 0,0 0-16 0,0 0-16 0,0 0-16 0,0 0-13 15,0 0-8-15,0 0-9 0,0 0-7 0,0 9-3 0,0-3 0 0,0-2 0 16,0 7 3-16,0-2 3 0,0 0 2 0,0 7 4 0,0-7 5 0,0 6 5 15,0 6 7-15,0-8 1 0,0 2 0 0,0 0-1 0,0 4-2 0,0-5-3 16,7 7-3-16,-7-6-10 0,0 4-13 0,0-1-11 0,6-2-12 0,-6 2-13 16,0 3-15-16,7-2-19 0,-7-4-18 0,7 6-23 0,-7-3-20 0,7-3-31 0,-7 0-31 15,0 0-44-15,5-2-47 0,-5-3-33 0,0 4-24 0,0-2-29 16,0-8-26-16,0 5 2 0,0-3 18 0,0-6 25 0,0 0 30 0,0 0 33 16,0 0 34-16,0 0 41 0,0 0 42 0,0 0 55 0,0 0 56 0,0 0 43 0,0-6 32 0,0 2 31 15,-5-1 39-15,5 1 36 0,0-1 41 0,0-5 36 0,-7 4 34 0,7-3 31 16,0-1 26-16,0-4 28 0,-7 4 26 0,7-1 6 0,0 2-6 0,0-1-12 15,0-5-17-15,0 5-19 0,0 1-21 0,0 4-23 0,0-5-26 0,0 1-20 0,0 0-19 0,0 3-11 16,0-4-8-16,0 5-5 0,0-1-2 0,0 3-4 0,0-7-8 0,7 5-5 16,-7 1-6-16,0-1-7 0,7-2-6 0,-7 4-6 0,5-3-3 0,3 1-6 15,-8 1-3-15,5-2-6 0,1 1-7 0,2 1-9 0,-3 0-10 0,2-1-7 0,1-1-4 16,-2 6-4-16,7-4-4 0,-8 4-3 0,3 0-2 0,-2 0-4 0,7 0-4 16,-8 0-6-16,3 0-3 0,5 0-2 0,-6 4-5 0,-1-4-1 0,7 6-2 0,-5-1 1 15,-3-1-1-15,1 5 0 0,2-3 1 16,-3-2 0-16,3 7 0 0,-1-1-1 0,-2-1 2 0,-5 0 0 0,7 0 2 0,-7 2 3 0,0-1 0 0,5 0 1 15,-5-1 2-15,-5 0 0 0,5 2 0 0,0-2 1 0,-7 7-2 0,7-7-1 16,-5 1-6-16,-2-1-9 0,-1 2-12 0,3-1-10 0,-3-1-13 0,2 0-11 16,1 1-15-16,-10 1-14 0,9-1-16 0,0-5-17 0,-6 4-22 0,4-5-15 15,-5 5-21-15,7-3-15 0,-1-1-15 0,-7-1-20 0,9 2-29 0,-2-6-37 16,1 6-41-16,6-2-43 0,-6-4-39 0,-2 0-6 16,1 0 11-16,7 0 25 0,-5 0 27 0,5 0 30 0,-8 0 32 0,8-4 30 0,-6 4 36 0,6-6 39 0,-5 0 47 0,5 2 48 15,0 4 66-15</inkml:trace>
  <inkml:trace contextRef="#ctx0" brushRef="#br0" timeOffset="8918.29">29300 2091 86 0,'8'-4'158'0,"-8"-2"45"0,6 1 41 0,-1 1 38 0,-5 0 38 0,0-1 35 0,8-1 37 0,-8 2 33 0,0-2 30 0,0 6 28 0,0-5 25 0,0 5-66 0,0 0-122 0,0 0-67 0,0 0-40 0,0 0-33 0,0 0-25 0,0 0-27 0,0 0-22 0,0 0-22 15,0 0-20-15,0 0-16 0,0 0-15 0,0 5-10 0,0 1-13 0,0-2-5 16,8 7-4-16,-8-7-2 0,0 5 0 0,0 1 2 0,0 1 5 0,0-1 2 0,0-1 0 16,0 6-2-16,5-1 1 0,-5-4 1 0,0 5-2 0,0 4 0 0,0-5 1 15,0 2-2-15,0 3 1 0,0-5-2 0,0 7-3 0,0-8-10 0,0 2-11 16,6 1-18-16,-6-2-16 0,0-1-14 16,0-2-15-16,0 5-11 0,7-7-12 0,-7 0-15 0,0 1-14 0,0-1-10 0,0 3-10 0,5-9-5 0,-5 8-4 0,0-7 9 15,0 2 10-15,9-2 18 0,-9-4 20 16,0 0 16-16,0 0 12 0,0 0 12 0,0 0 10 0,0 0 13 15,0 0 16-15,0-4 11 0,0-6 11 0,0 5 9 0,0-1 5 0,0-4 8 0,-9 1 6 0,9-2 3 0,0 4 1 0,0-8 5 16,0-1 6-16,0 2 8 0,-5-1 8 0,5-4 7 0,0-2 4 0,0 3 5 0,0-7 6 16,-7 6 6-1,7-7 3-15,0 7 2 0,-6-5-1 0,6 0-1 0,0 5-2 0,-5-7 0 0,5 3 0 0,0 2 1 0,-8 1-2 0,8 1-1 0,0 0-4 0,0 4-1 16,-8 1-1-16,8 4-2 0,0-5 0 0,0 5 2 16,0 1 0-16,0 0 1 0,0 3-4 0,0 0-4 0,0-3-6 0,0 9-8 0,0-5-8 0,0 1-6 15,8-2-7-15,-8 1-7 0,0 1-5 0,8 4-6 0,-8-6-6 0,5 6-6 16,-5-3-7-16,6-3-5 0,1 6-3 0,-2-4-2 0,4 4-2 0,-4-5 3 0,2 5-2 15,4 0 1-15,-2 0-1 0,-2 0 1 0,6 0 1 0,-8 0 0 0,1 5 2 0,2-5-2 16,-1 4 2-16,-2 2 1 0,1-3 2 0,2 3-1 0,-3-2 0 0,3 1 2 16,-8 5 4-16,0-5 2 0,5 4 0 0,-5 3-2 0,0-8-10 0,-5 5-9 15,5 6-14 1,0-6-15-16,-8 3-14 0,3-3-17 0,-3 0-18 0,2 1-19 0,1 5-21 0,-2-6-24 0,7 1-30 0,-14-1-37 0,9 2-43 0,5-2-38 0,-8 1-34 16,3 1-35-16,-2-7-33 0,-2 5-3 0,4-3 14 0,5 3 25 0,-6-3 27 15,6-3 31 1,-7 4 33-16,7-2 35 0,0-5 38 0,0 4 43 0,0-4 46 0,0 0 45 15,0 0 62-15</inkml:trace>
  <inkml:trace contextRef="#ctx0" brushRef="#br0" timeOffset="9304.62">29548 1984 101 0,'6'-6'172'16,"1"-3"48"-16,1 0 36 0,-3 5 28 0,1-8 27 0,2 3 28 0,-3-1 30 0,2 1 30 0,7 0 30 0,-8-3 29 0,1 3 27 0,-2 0-62 0,-5-2-118 0,8 1-62 0,-2 1-39 0,1 5-15 0,-1-7-5 0,-1 1-4 0,2 5-4 0,-7 1-9 0,9-1-11 0,-9 1-12 0,5-2-12 0,-5 2-11 15,0-1-12-15,0 5-15 0,0 0-12 0,0 0-14 0,0 0-9 0,0 0-9 16,0 0-9-16,0 0-6 0,0 0-4 0,0 0-7 0,0-6-4 0,0 6-9 0,-5 0-4 16,5 6-9-16,-9-6-4 0,9 0-5 0,-7 5-5 0,2-1-2 0,-1 2-3 15,-1-2-2-15,-7 1-2 0,9-1 0 0,-2 1-1 0,1 5-2 0,-2 1 2 16,2-1 2-16,-1-7-1 0,2 7 3 0,-3 1 1 0,2-2 0 0,6-3 1 0,-5 3-1 16,5 1 1-16,-8-5-2 0,8 4 1 0,0-5-2 15,0 2 2-15,0 3 0 0,0-3-1 0,0 0 1 0,0-2 1 0,0 5 2 0,8-4 2 16,-8-1 1-16,5 2 4 0,-5 3 0 0,6-3 4 0,2 3 2 0,-3-3 2 0,2-2 3 15,-1 5 1-15,8-4 3 0,-7 1 3 0,6 3 5 0,0-3-1 0,-2-2 6 16,-4 7 4-16,7-7 2 0,-1 0 4 0,1 7 3 0,-7-7 2 0,4 1 0 0,2 1-1 16,-5 4-1-16,-3-5 0 0,2-5 0 0,0 4-5 0,-7 1-4 0,5-1 0 0,-5 2-4 15,0-6 0-15,7 3 0 0,-7-3-1 0,0 6 3 0,-7-1 0 16,7-1 3-16,-5 2 1 0,-2-6 1 0,7 6 2 0,-12-2 0 0,4 5-1 0,1-4 3 16,-5-1-4-16,7 2-9 0,-11-1-19 0,11-1-25 0,-8 1-28 0,-1 2-35 15,2-4-33-15,-1 3-46 0,-1-1-53 0,2-5-124 0,-2 4-156 0,1 0-67 16,0-4-23-16,-6 6-1 0,6-6 14 0,0 0 26 0,-6 0 34 0,6 0 43 0,0-6 45 15,-8 2 50-15,2-5 53 0,7 3 64 0,-7-4 69 0</inkml:trace>
  <inkml:trace contextRef="#ctx0" brushRef="#br0" timeOffset="10186.02">23901 939 18 0,'0'-5'86'0,"7"1"38"0,-7-1 34 0,0-1 32 0,0 6 33 0,0-4 28 0,0 4 27 0,0-6 24 0,0 1 21 0,0 1 25 0,0-2 25 0,0 6-31 0,0-3-62 0,0-3-35 0,0 2-18 0,0-1-15 0,0 5-14 0,-7-6-11 0,7 3-12 15,0-4-5-15,0 2-4 0,0 5 1 0,0-4-2 0,0-1-2 0,0 5-7 0,0-6-7 0,0 6-8 0,0-4-8 16,0 4-10-16,0 0-11 0,0 0-12 0,0 0-13 0,0 0-15 0,0 0-18 15,0 0-16-15,0 0-16 0,0 0-16 0,0 0-16 0,0 0-13 0,0 0-7 0,0 0-4 16,0 0-2-16,0 4 1 0,0 2 1 0,0-1 4 0,0 4 2 0,0-2 4 16,0 2 6-16,0 6 6 0,0-6 7 0,0 6 9 0,0 0 8 0,0-2 6 0,-6 7 4 15,6-4-1-15,0 3 0 0,0-1-3 0,0 3-1 0,0-2-2 0,0 1-1 16,0-1-2-16,0 0 0 0,0 1 2 0,6-1-4 0,-6 2-1 0,0-3-1 16,7-2-1-16,-7 2-4 0,0-3-6 0,5 0-14 0,-5 0-17 0,9 0-20 15,-9 0-22-15,7-1-27 0,-7-5-23 0,5 2-32 0,-5 4-29 0,6-5-60 0,-6-1-74 16,0-4-80-16,0 5-88 0,8-6-28 0,-8 1-2 0,0 1 20 15,0-6 28-15,5 3 37 0,-5-3 36 0,0 0 41 0,0 0 41 0,0 0 45 0,0-3 47 0,-5-8 62 16,5 1 70-16</inkml:trace>
  <inkml:trace contextRef="#ctx0" brushRef="#br0" timeOffset="10486.59">24195 836 13 0,'13'-4'120'0,"-7"-1"69"0,1-4 46 0,6 3 38 0,-13-4 33 15,6 5 33-15,-1-4 32 0,-5-1 31 0,9 5 33 0,-9 1 31 0,0-2 34 16,7 0-20-16,-7 2-45 0,0-1-78 0,0 5-91 0,0 0-48 16,0-5-19-16,0 5-16 0,0 0-12 0,0 0-17 0,0 0-19 0,0 0-21 0,0 0-20 0,0 0-24 15,0 0-26-15,0 0-17 0,0 0-17 0,0 5-13 0,0-5-8 0,-7 5-4 16,7-1-1-16,0 8-3 0,0-8 3 0,0 5 2 0,0 0 2 0,0 6 6 16,0 1 7-16,0-2 8 0,0 1 4 0,0 4 5 0,0 2 1 15,0-3 0-15,0-2-3 0,0 2-2 0,0 2-3 0,0 0 1 0,0-2-1 0,0 3-1 16,-9 0 0-16,9-3-1 0,0-3-4 0,9 4-10 0,-9-4-15 15,0 0-20-15,0 0-20 0,0-2-26 0,0 2-27 0,0-6-30 0,7 6-32 0,-7-3-41 16,0 1-45-16,5-4-73 0,-5 2-85 0,0-1-58 0,8-4-43 0,-8 3-4 16,5 0 18-16,-5-5 28 0,6 2 36 0,-6-6 40 0,0 0 41 0,0 0 46 0,8 0 45 0,-3-6 50 15,-5 2 53-15,0-1 68 0,0-5 81 0</inkml:trace>
  <inkml:trace contextRef="#ctx0" brushRef="#br0" timeOffset="10866.8">24546 822 0 0,'12'-4'12'0,"-3"-2"124"0,-4-4 69 0,8 5 44 0,-8-1 30 0,3-3 30 0,0 0 26 0,-8-1 28 0,5 0 34 16,2 0 28-16,-7 6 32 0,7-6 29 0,-7 1 33 0,0 4-85 0,5-2-146 15,-5 4-71-15,0-3-30 0,0 1-11 0,0 5-1 0,0 0-8 0,0 0-4 0,0 0-15 16,0-4-19-16,0 4-18 0,0 0-20 0,0 0-18 0,0 0-20 16,-5 0-20-16,-2 4-15 0,7-4-14 0,-7 5-12 15,2 1-6-15,-11 4-2 0,11-5-3 0,-8 4 0 0,8 1-2 0,-9-1 1 0,1 0-1 16,-1 7 3-16,2-7-5 0,-1 6-3 0,-1 0-4 0,2 0-5 0,6-2-5 0,-7 2-6 15,0 0-5-15,-1 0-4 0,1 0-6 0,0 4-1 0,0-4-2 0,0 0-3 0,0-1-1 16,7 2-2-16,-6-1 4 0,3-2 5 0,-3-4 3 0,6 3 4 0,-2-3 4 16,2 0 5-16,6 1 3 0,-7-5 4 0,7-1 0 0,-5 1 3 0,5 1 0 0,0-2 2 0,0-4 0 15,0 0 0-15,0 0 2 0,0 0-1 16,0 0 4-16,0 0 3 0,0 0 4 0,0 6 5 0,5-6 9 0,-5 5 9 0,0-5 7 0,7 0 10 16,-1 0 8-16,-6 0 6 0,8 0 9 0,-2 0 9 0,6 0 4 0,-3 0 7 0,-4 0 4 0,2 0 0 15,6 0 3-15,-7 4 0 0,7-4-3 0,-8 0-5 16,9 0-7-16,-7 0-5 0,6 6-6 0,-7-6-6 0,7 0-7 15,0 4-6-15,-5-4-2 0,3 5-7 0,-4-1 0 0,7 1-4 0,-8-5-4 0,1 6-3 0,5-2-3 16,-3 7-2-16,-4-11-14 0,1 10-19 0,1-7-20 0,-2 3-21 16,-5-2-24-16,9 7-26 0,-9-8-27 0,5 3-30 0,-5 3-58 15,0-3-70-15,7 0-73 0,-7 3-71 0,0-5-27 0,0 1-2 0,0-5 19 0,0 10 29 0,0-5 34 0,0-5 36 0,0 0 40 0,0 4 38 16,0-4 44-16,0 0 45 0,6 0 60 0,-6-4 69 0</inkml:trace>
  <inkml:trace contextRef="#ctx0" brushRef="#br0" timeOffset="11312.07">24859 690 35 0,'0'-6'96'0,"7"6"27"15,-7-5 21-15,0 5 20 0,0-4 23 0,0 4 22 0,0 0 17 0,0 0 12 0,0 0 12 0,0-4 8 0,0 4 8 0,0-5-53 0,0 5-89 0,0-6-44 0,0 6-24 0,-7 0-18 0,7 0-15 0,0 0-33 16,0 0-34-16,-8-3-31 0,8 3-22 0,0 0-12 0,0 0-7 0,-5 3-1 16,5-3 2-16,0 0 1 0,-6 0 2 0,6 0 5 0,0 0 6 0,0 0 7 15,-8 6 13-15,8-6 18 0,0 0 17 0,0 0 20 0,0 0 16 0,0 0 11 0,0 0 11 0,0 0 18 0,0 0 22 0,0 0 21 0,0 0 22 0,0 0 16 16,0 0 13 0,0 0 13-16,0 0 12 0,0 0 9 0,0 0 12 0,0 0 9 0,0-6 10 0,0 6 5 0,0-3 4 0,0-4-7 0,0 7-14 0,0-5-15 0,0 1-14 15,0 4-8-15,0-5-6 0,0-1-5 0,0 6-4 0,0-4-6 0,0 4-3 16,0-5-2-16,0 5-5 0,8 0-3 0,-8 0-6 0,0 0-9 0,0 0-8 31,0 0-12-31,0 0-14 0,0 0-11 0,0 0-12 0,0 0-10 0,0 0-15 0,0 0-4 16,0 0-5-16,0 0-2 0,0 0-3 0,0 5 1 0,0-1 2 0,0 7 0 15,0-7 2-15,0 8 2 0,0-3 3 0,0 4 5 0,0-2 4 0,0 4 7 0,0 0 5 16,0-2 3-16,0 2-4 0,0 0-2 0,0 0-3 0,0-2-4 0,0 8-4 16,0-6-3-16,0-2 0 0,0 7-3 0,0-4 1 0,0-1 0 0,0 3 0 15,0-2 1-15,0-2-2 0,6 0-7 0,-6 0-8 0,0-2-18 0,0 3-20 16,0-2-27-16,0-4-27 0,0 6-31 0,5-3-33 0,-5-3-56 0,0 4-64 0,0-2-74 15,8-1-75-15,-8-1-27 0,0 1-6 0,7-1 12 0,-7-4 20 0,0 5 33 16,0-5 36-16,6 1 40 0,-6-2 40 0,0-4 44 0,0 6 47 0,0-6 56 0,0 0 67 16</inkml:trace>
  <inkml:trace contextRef="#ctx0" brushRef="#br0" timeOffset="11658.69">24851 1070 0 0,'0'-5'2'0,"0"-4"109"15,8 5 64-15,-8-2 47 0,7 3 39 0,-7-3 36 0,0-3 37 0,0 3 36 0,6 0 34 0,-6-3 35 16,0 3 32-16,0 3 30 0,0-7 31 0,0 5-72 0,0 1-134 0,0-2-63 16,0 6-30-16,0-6-25 0,0 2-15 0,8-1-21 0,-8 5-19 0,0-5-20 15,0 1-22-15,0-2-18 0,0 6-16 0,5-4-13 0,-5 4-13 0,0-5-9 16,5 1-10-16,3 4-6 0,-8-5-7 0,6 5-1 0,1-6-5 0,-1 6 3 0,1-4 1 16,0 4-1-16,0-6 3 0,5 6-3 0,-6 0 1 0,8 0-2 0,-2 0-2 15,-4 0-4-15,3 0-3 0,2 0-2 0,3 6-1 0,-5-6 0 16,-4 4-1-16,7 2 0 0,-2-1-5 0,-6-1 1 0,7 1-2 0,-5 5-1 0,-3-6-1 0,0 6 2 15,4-6 1-15,-4 8 2 0,-5-8 4 0,7 7 0 0,-7-4 2 0,0-1 3 16,-7 3 2-16,7 3 2 0,-5-3 5 0,-4-3-2 0,4 3 3 0,0 0 0 16,-3 0 2-16,-5-3-2 0,0 4-1 0,8-1-3 15,-9-3 0-15,1 3-3 0,8-5-1 0,-11 1-1 0,3 5-2 0,8-5-4 0,-9 1-1 0,9-2-4 0,-2 2 0 16,-7-3-4-16,8-3-5 0,-1 6-10 0,2-2-14 0,-2 1-19 0,0 1-20 16,0-6-26-16,1 3-30 0,6 3-32 0,-7 0-34 15,7-6-52-15,-6 3-59 0,-2 3-98 0,8 0-111 0,-5-2-47 0,5 1-6 16,-5-1 15-16,5 1 24 0,-8-1 37 0,8 2 36 0,-6-1 45 0,6-1 46 0,-7 2 49 0,7-6 51 0,-8 6 63 15,8-3 67-15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33:38.432"/>
    </inkml:context>
    <inkml:brush xml:id="br0">
      <inkml:brushProperty name="width" value="0.05292" units="cm"/>
      <inkml:brushProperty name="height" value="0.05292" units="cm"/>
      <inkml:brushProperty name="color" value="#FF0000"/>
    </inkml:brush>
  </inkml:definitions>
  <inkml:trace contextRef="#ctx0" brushRef="#br0">20196 1305 0 0,'0'-4'29'0,"0"-7"42"0,0 2 25 0,0-1 22 0,0 5 25 0,0-5 22 0,-6 1 25 0,6-1 24 0,-8 5 26 0,8-5 23 0,-5 1 25 0,5 4-14 0,-8 1-34 0,8-2-23 0,-7-3-16 0,7 3-15 16,-6 0-10-16,0 3-15 0,1-3-13 0,-2 6-15 0,7-5-17 0,-8 1-14 15,2-2-18-15,-1 6-14 0,-4 0-13 0,4-3-10 0,-2 3-9 0,4-6-6 16,-8 6-3-16,8 0 0 0,-11 0-3 0,11 0-1 0,-9 6-1 0,1-6-2 15,1 3-1-15,0 3 1 0,-8-2-2 16,6 1-1-16,-7 1 2 0,10 3-3 0,-10 0 1 0,9 3-4 0,-8-3 0 0,1 4-4 16,-1-2-4-16,-1 5-1 0,3 2-1 0,5-3-2 15,-6 4-2-15,-2 0 1 0,3 1-4 0,-3-1 1 0,2 6-2 0,7-1 1 0,-8 0-1 0,0 0 6 0,1 1 1 0,7-1 4 0,-8 6 5 16,7-6 2-16,-7 1 6 0,6 6 4 0,1-7 2 0,-6 3 1 0,7-2 3 16,-1 5 1-16,-1 0 0 0,1-2 1 0,0-3-1 0,0 5-2 0,-1-2-4 0,2 1-3 31,1 1-2-31,3 1-6 0,0-9-3 0,-4 8-4 0,5-6-2 0,2 7-4 15,5-7-2-15,-8 6-1 0,1-8-2 0,7 9 0 0,0-2-2 0,0 1 1 16,0-7 0-16,0 7 1 0,7 0-1 0,1-2 1 0,-8 2 2 0,5-2-2 16,9 2 1-16,-9 0 1 0,3-5 2 0,5 3-1 0,0-2 1 0,1 2 0 0,-9-4 1 15,8 1-2-15,8-1 1 0,-9 6-1 0,0-6 1 0,8 1-1 0,-6-1 1 16,-1 1 0-16,6-1 0 0,1 1-1 0,-7-7 2 0,7 9-2 0,-2-5 1 0,3 4 1 16,-3-3 0-16,3 3 2 0,3-7 0 0,-3 5 1 0,-3 1-2 0,9-1 1 15,-1 0-1-15,1-5 0 0,-1 7 0 0,-1-2 1 0,2-5-1 0,5 2-1 16,-6-2 1-16,8-1-1 0,-2 3 0 0,-8-8-1 0,10 2 2 0,-2 0 0 0,7-5 4 15,-5 1 0-15,-2-2 5 0,7 0 2 0,-7-3 3 0,7-2 3 0,-7-4 1 16,8 6 1-16,-1-6 2 0,-7 0-1 0,7-6 1 0,9 2 0 0,-9 4-3 16,-2-11 0-16,2 7-2 0,7-5-3 0,-7-2-2 0,0 1 1 0,1-5-5 15,-1 0-2-15,-2 2 2 0,-3-8-1 0,6 3 3 0,-8-1 2 0,2-7 7 0,-3-2 5 16,-4 3 5-16,5-5 4 0,-7 0 5 0,10-4 3 0,-12 6 2 0,9-7 3 16,-4 1 4-16,-1 0 1 0,-3-5 3 0,3 5 0 0,-1-5 2 0,0-1-2 15,-6 1-2-15,7 1-3 0,-8-6-8 0,-6 4-1 0,6-3-3 0,-6-2-3 16,0-4-2-16,0 6-1 0,-8-2-5 0,3-4-3 0,0 6-1 0,-8-6-3 15,0 0-1-15,0 4-4 0,0 3-4 0,-8-3-3 0,0 5-2 0,-3-3-2 0,4 3-1 16,-14 1-4-16,9 5-2 0,-8 1 0 0,-4-6-4 0,3 4-2 0,-5 6 0 0,-6-5-4 16,0 1-2-16,-2 2 1 0,2 3-1 0,-1-2-1 0,-6 0 2 0,-1 2-1 15,2 3 1-15,-1 1 0 0,0 0-1 0,0-1 3 0,-7 4-1 0,7 3 1 16,-6 3 1-16,6 0 3 0,-8 0-1 0,2 0 1 0,0 6 2 0,0-1 2 16,6 1-1-16,-9-1 2 0,9 5-2 0,-5-5-2 0,3 5-3 0,4 5-4 15,-2-4-5-15,-6 4-8 0,5 0-4 0,1 0-7 0,0 0-5 0,-1 4-4 0,-4 1-4 16,5-1-3-16,-2 2-1 0,2-1-7 0,7-1-6 0,-7 8-9 0,8-9-8 15,-1 7-12-15,4-1-9 0,1 2-10 0,3-2-8 0,3 1-10 0,2 5-8 0,-2 0-9 16,11 0-8-16,-4-2-25 0,-1 2-26 0,3 6-27 0,5-8-23 0,2 7-28 16,-2-1-24-16,7 2-20 0,0-8-15 0,0 7 7 0,0 0 16 15,0 0 21-15,0-2 22 0,7-2 25 0,-2 3 25 0,-5-5 33 0,7 7 38 0,0-8 36 0,-7 2 36 0</inkml:trace>
  <inkml:trace contextRef="#ctx0" brushRef="#br0" timeOffset="504.3">19876 1944 61 0,'0'-9'123'15,"0"-1"34"-15,9 1 23 0,-9 0 22 0,-9-3 21 0,9 3 24 0,0 0 23 0,0 3 25 0,0-3 21 0,0 0 25 0,0 3 26 0,0-3-49 0,0 3-93 0,0 2-36 0,0-2-12 0,0 1 1 0,0 1 6 0,0-1-2 0,0 5-2 0,0-4-8 0,0-2-9 16,0 6-11-16,-7-4-10 0,7 4-16 0,0 0-17 0,0 0-16 0,0 0-16 16,0 0-18-16,0 0-16 0,0 0-16 0,0 0-10 0,0 0-8 15,0 0-5-15,7 4 0 0,-7-4-1 0,9 6 2 0,-9-2 1 0,5 1 1 0,1-1 6 0,1 7 3 16,-2-7 3-16,9 7 5 0,-7-1 3 0,4-1 4 0,5 0 4 0,-5 6 4 15,2-6 4-15,2 7 0 0,4-2 0 0,-1-4 0 0,1 5 1 0,2 0 1 16,-3-2 0-16,3 2 0 0,6 0 1 0,-9 0 0 0,8 0 2 0,-7 4-2 16,8-4-5-16,-7 0-3 0,6 3-4 0,-7-2-6 0,8 2-3 0,-7 3-4 15,4-2-4-15,-3 1-2 0,5 5-3 0,-7-6-3 0,2 5-3 0,-2 0-1 16,1 0-1-16,4 1-3 0,-3-5 0 0,-10 5-5 0,10-6-6 0,-3 5-8 0,-2-3-15 16,-5-8-6-16,2 8 0 0,0-6-1 0,1-2-3 0,-9 1 2 0,2-2-1 15,1 1 2-15,-3-3 1 0,3 0 0 0,-8 0 1 0,0 5 5 0,6-5 7 0,-6-1 13 16,0 0 18-16,5 3 5 0,-5 2-4 0,0-4 0 0,0-6 1 0,7 5-5 15,-7 2-5-15,0-7-12 0,9 1-12 0,-9 1-10 0,0-2-10 0,0-4-9 16,0 0-10-16,0 0-15 0,0 0-15 0,0 0-11 0,0 0-8 0,0 0-16 0,0 0-17 16,0 0-38-16,0 0-45 0,0 0-68 15,0-4-77-15,0-2-40 0,0-3-20 0,0 3 0 0,-9-3 12 0,9-6 22 0,-7 0 23 0,7 0 28 0,-5-3 28 0,-1-1 36 16,6-2 36-16,-8-3 54 0,3-1 56 0</inkml:trace>
  <inkml:trace contextRef="#ctx0" brushRef="#br0" timeOffset="915.01">20788 1774 92 0,'0'-10'157'0,"0"5"39"0,0 1 31 0,0-1 27 0,-5-5 24 0,5 4 26 0,-8 3 24 0,8-9 27 0,-8 8 28 0,8-1 24 0,0 1 23 0,-5-1-69 0,5-1-120 0,0 2-60 0,-6-1-31 0,6 5-14 0,-5-4-4 0,5 4-8 15,-7-6-7-15,7 6-9 0,-9-6-12 0,9 6-14 0,-5 0-18 0,5 0-12 0,-7-3-13 16,7 3-7-16,-6 0-9 0,1 3-6 0,5-3-6 0,-9 0-4 0,2 6-5 0,2-6-2 0,-1 6-3 16,-2-2-1-16,3 5 1 0,-3-3 0 0,1 3 3 0,2 0 3 0,-9 6 3 15,9 1 1-15,-8-2 1 0,5 2 3 0,-3 2 0 0,-5 1 2 0,4 2 2 0,1-3-1 16,-5 3-2-16,5 3-2 0,-2-5 1 0,0 5 0 0,6 1-3 0,-5-1-2 16,-3 1 0-16,1-1-3 0,4 2 1 0,-3-3-2 15,-1 7 0-15,1-6-1 0,0 6 0 0,0-6 1 0,-1 6 2 0,2-2 1 0,-1-3-2 0,-1 5 1 16,2-2 0-16,-2-4 1 0,1 3 0 0,1-9 0 0,5 7 2 0,-6-6-1 0,0 1 0 15,5-5-1-15,-4-2-1 0,6 2-1 0,0 0 0 0,-1-5 0 0,-1-1-1 16,3 1 0-16,-1 0 0 0,-2-6-2 0,8 8-2 0,-5-9-2 0,5 3-5 0,0 0-4 16,-8-2-9-16,8 1-8 0,0-5-12 0,0 0-13 0,0 4-21 0,0-4-20 15,0 0-21-15,0 0-34 0,-7 5-36 0,7-5-59 0,0 0-66 0,0 0-59 16,0 0-53-16,0 0-13 0,0 0 3 0,0 0 19 0,0 0 23 0,0 0 27 0,0-5 32 16,-6 1 37-16,0 4 35 0,1-5 46 0,-2 1 48 0,-1-2 57 0,-5 0 74 15</inkml:trace>
  <inkml:trace contextRef="#ctx0" brushRef="#br0" timeOffset="1766.21">16053 2315 18 0,'9'0'51'0,"-9"0"20"16,0 0 20-16,0 0 22 0,0 0 19 0,0 0 17 0,0 0 11 0,-9 0 11 0,9 0 11 0,0 7-5 0,-7-7-15 0,7 0-7 0,-5 0-3 0,5-7-4 0,-7 7-4 0,0 0-6 0,7 0-6 0,-5 0-11 0,-3 0-7 15,1 0-2-15,2 0 3 0,5 0 2 0,-7-3 0 0,0 3 0 0,7 0-5 0,-5 0-6 16,5 0-6-16,0 0-7 0,-8 0-7 0,8 0-4 0,0 0-7 0,0 0-4 16,0 0-6-16,0 0-3 0,0 0-5 0,0 0-3 0,0 0-6 0,0 0-2 15,0 0-5-15,0 0-5 0,0 0-6 0,0 0-5 0,0 0-5 0,0 0-7 16,0 0-4-16,0 0-5 0,0 0-5 0,0 0-2 0,0 0-5 15,0 0-2-15,0 0-4 0,0 0-5 0,0 0-5 0,0 0-10 0,0 0-10 0,-5 0-9 0,5 0-9 16,0 0-13-16,0 0-11 0,-8 0-12 0,8 3-17 0,-6 4-18 0,6-7-20 16,-7 5-20-16,7-5-23 0,-6 4-32 0,6 1-34 0,-8-5-23 0,8 4-14 0,-5-4 3 15,-3 6 13-15,8-6 16 0,-5 3 23 0,0-3 23 0,-4 0 27 0,4 0 27 16,-2 0 28-16,-1 0 31 0,3-3 32 0</inkml:trace>
  <inkml:trace contextRef="#ctx0" brushRef="#br0" timeOffset="2764.3">16939 1134 6 0,'0'-5'62'0,"-6"1"32"0,1-2 26 0,5 1 27 0,-8 1 31 0,0-5 27 0,3 3 28 0,-2 2 24 0,7-7 24 0,-6 7 19 0,0-7 20 0,-1 7-29 0,7-1-57 0,-8-5-25 15,3 7-6-15,5-3-10 0,-6-3-12 0,-2 3-15 0,8-4-18 0,-5 5-15 0,5-1-10 0,-8 3-11 16,8-1-7-16,-7-2-2 0,7 1-2 0,-6 1-5 0,6-2-2 0,0 0-5 0,-6 2-3 16,6 4-3-1,0-5-2-15,-5 5-1 0,5-5-4 0,0 5-4 0,0 0-4 0,0 0-10 16,0 0-8-16,-7-4-11 0,7 4-13 0,0 0-11 0,0 0-15 0,0 0-10 15,0 0-13-15,0 0-9 0,0 0-10 0,0 0-3 0,7 4-4 0,-7 1-3 16,5 0 1-16,-5-1 0 0,6 2 5 0,0 4 6 0,1-5 6 0,6 5 7 16,1-1 11-16,-1 6 6 0,0 0 6 0,5 0 8 0,-2-2 3 0,2 2 2 0,1 0 0 15,8 0 6-15,-8 4 5 0,8-4 8 0,-3 4 8 0,3-5 4 0,-1 7 5 16,1-2 5-16,5-4-1 0,1 6 2 0,-1-3 1 0,7 1 0 0,0-4 1 16,1 4-1-16,-2 1 2 0,8-1-3 0,-1 2-4 0,2-6-4 0,4 4-7 15,-7-1-5-15,9-3-1 0,0 6-4 0,0-8-5 0,-1 7 1 0,6-4-3 0,-5 2 0 16,-3-3-1-16,2 1 0 0,8-2-1 0,-9 0-1 0,1 0-1 0,1 2-2 15,0-1-1-15,0-1-2 0,-9-1-5 0,2-1-1 0,-2 1 3 0,4 2-3 16,-9-6 2-16,0 6-2 0,-2-3 0 0,3 1-2 0,-6-4-1 0,-2 6 2 0,-1-4 2 16,-4-1 2-16,5 3 2 0,-12-2 3 0,6-1 2 0,-7-1 3 15,-1-3 3-15,3 3 1 0,-8-5-1 0,1 7 2 0,-2-7-1 0,-6 1 1 0,2-5 1 16,-3 6 2-16,3-3 1 0,-8-3 4 0,0 0 5 0,5 0 2 0,-5 0 2 16,0 0 4-16,0 0 1 0,0 0 1 0,0 0 3 0,0 0-1 0,0 0 2 15,0 0 0-15,0 0 1 0,0 0-5 0,0 0-5 0,0 0-9 0,0 0-9 0,0-3-6 0,0 3-5 16,8-6-6-16,-8 6-3 0,0-5-5 0,0 5-3 0,0 0-8 0,0-4-11 15,0 4-14-15,6-6-15 0,-6 6-14 0,0 0-17 0,0 0-16 0,0-5-18 16,0 5-20-16,0 0-25 0,0 0-25 0,0 0-26 0,0 0-38 0,0 0-43 16,0 0-83-16,0 0-102 0,0 0-34 0,0-10-2 0,0 10 18 0,0-3 27 15,0-7 30-15,0-1 36 0,-6 1 37 0,6 1 39 0,0-6 42 0,0 0 45 0,-8 0 52 16,8 2 59-16</inkml:trace>
  <inkml:trace contextRef="#ctx0" brushRef="#br0" timeOffset="3080.14">18984 1399 0 0,'-5'3'24'0,"5"-3"141"0,0 0 74 0,0 0 51 0,0-3 37 0,0-3 26 0,0 1 21 0,0-5 16 0,0 1 16 0,0 0 15 0,0-1 13 0,0 4 18 0,5-3 18 0,-5 3-102 0,0 1-171 0,6 1-81 0,-6-1-34 0,8 1-15 16,-8-2-5-16,0 6-1 0,0 0 4 0,0 0-3 0,0 0 0 16,0 0-2-16,0 0-5 0,0 0-4 0,0 0-8 0,7 0-12 0,-7 0-14 0,5 6-12 0,-5-2-10 15,6 1-7-15,-6-1-4 0,8 7-1 0,-3-2 0 0,3 0 5 16,-3 7 6-16,3-1 4 0,-2 0 5 0,1-2 2 0,-1 7 1 0,1-5 1 15,7 5 0-15,-9-2 2 0,0 2-1 0,3-4 2 0,-2 2 0 0,1 3 2 0,1-8 0 0,-3 8 0 16,1-7 2-16,2 0-4 0,-8 1 5 0,5 0 0 0,-5 0 7 0,0 0 1 16,0-6 3-16,-5 6 2 0,-3-6 3 0,8 1 2 0,-11 5 1 0,3-5 0 0,-5-1 1 15,0 6 0-15,0-6-2 0,-6 6 0 0,6-5-3 0,-8 4-1 0,2-4-6 16,-7 1-1-16,8-1-4 0,-3-1-2 0,-6 0-4 0,9 1-4 0,-8 1-3 16,7-2-12-16,-8-3-13 0,-1 3-20 0,5 0-21 15,-4 1-29-15,1-1-35 0,-1 3-39 0,-4-8-45 0,4 5-86 0,-7 0-103 0,3 2-64 16,4-1-45-16,-5-4-10 0,1 3 5 0,-9-5 22 0,7 1 30 15,-4-1 34-15,-4 1 39 0,2-5 47 0,0-5 47 0,-6 5 54 0,6-4 57 0,0-1 75 0,-9 1 91 0</inkml:trace>
  <inkml:trace contextRef="#ctx0" brushRef="#br0" timeOffset="3616.52">15983 2927 35 0,'5'0'129'0,"2"-4"52"0,-7-1 39 0,7 5 27 0,-7-6 25 0,0 2 20 0,0-2 25 0,0 1 19 0,0-5 19 0,0 5 18 0,0 5 18 0,0 0-44 0,0-4-76 0,5-1-68 0,-5 5-63 0,0 0-28 0,0-4-14 16,0 4-7-16,0 0-6 0,0 0-10 0,0 0-14 0,0 0-11 0,0 0-13 16,0 0-13-16,0 0-10 0,0 0-12 15,0 0-8-15,0 0-6 0,0 0-6 0,7 0 2 0,-7 0 5 0,8 4 8 0,-3-4 8 0,2 5 11 0,5-5 12 0,4 4 13 16,-5-4 14-16,10 0 12 16,-3 0 13-16,3 0 8 0,3 0 3 0,10-4 5 0,-2 4 0 0,7-9-6 0,0 3-2 15,6 3-8-15,2-9-9 0,4 3-6 0,2-1-6 0,-2-4-8 0,15-2-5 0,-8 1-5 0,9 1-6 0,-4 0-1 16,8-1-2-16,-5 0-3 0,6 0-4 0,0 2-3 15,-1-2 0-15,9 0-2 0,-10 0-1 0,1 0 1 0,0 0 1 0,9 2 0 0,-17-2 1 16,11 0 1-16,-3 5-2 0,-6-4 0 0,-1 4-5 0,2-5 0 16,-1 6-3-16,-7-2 2 0,2 1-3 0,-9 1-1 0,9 0 2 0,-15-1-2 0,0-1-3 0,2 2-1 15,-10-1-4-15,-3 1 1 0,-1 3 1 0,-13-4 5 0,4 5 6 0,-9 1 11 0,-3-1 12 0,0-1 12 16,-12 2 12-16,9 4-1 0,-4-3-1 0,-5 3-6 0,-5 0-4 0,5-6-4 16,-9 6-5-16,4 0-3 0,-2-5-5 15,-5 5-9-15,-3 0-12 0,10 0-20 0,-14 0-20 0,6 5-29 0,-1-5-27 0,-6 0-22 16,1 6-18-16,-2-6-21 0,8 3-22 0,-6-3-24 0,7 0-24 0,-8 0-29 0,8 4-31 0,-2-4-46 15,-4 0-51-15,11 0-62 0,-7 0-60 0,7 0-11 0,-4 0 12 0,11 0 27 0,-8-4 32 0,0 4 37 16,8 0 39-16,0-3 41 16,0 3 40-16,0-11 45 0,8 7 46 0,-8-8 55 0,0 8 62 0</inkml:trace>
  <inkml:trace contextRef="#ctx0" brushRef="#br0" timeOffset="3933.24">18223 2154 0 0,'-8'0'23'0,"3"0"136"0,-3 0 75 16,1-4 47-16,2 4 36 0,-2-5 27 15,-5-4 22-15,12 3 22 0,-8 2 20 0,8-1 19 0,0 1 20 0,-5-1 20 16,5 5 20-16,0 0-102 0,0 0-173 0,0 0-81 0,0 0-37 0,0 0-13 0,0 0-6 0,0 0-3 0,0 0-4 0,0 0-8 0,0 0-7 16,0 0-12-16,0 0-12 0,0 0-9 0,0 0-3 0,5 0-7 0,3 0-4 0,-8 0-6 15,7 0-3-15,-2 5-3 16,7-5 1-16,-5 4 5 0,6 1 6 0,1-1 7 0,-1 2 12 0,6-3 10 0,-7 8 11 16,9-7 3-16,-2 2 4 0,1 0-1 0,0 3-3 0,1-5 0 0,2 5-3 0,-2-3-1 0,5-1 1 15,-6 4-2-15,5 1-1 0,-6-4-5 0,8 3-5 0,-6 1-5 0,2-1-3 0,-2 2-6 0,-2-7-4 31,1 7-5-31,-6-2-3 0,-1 1 2 0,-1-1 2 0,-5 0 1 0,-2 3 3 16,-5-8 4-16,0 5 1 0,0 0 3 0,-5 2 3 0,-2-1 1 0,0 0 3 16,-6 1 1-16,0-4 2 0,-6 8 0 0,-2-3 2 0,3 2-3 0,-1-4-3 15,-7 3-3-15,7-2-7 0,-9 4-8 0,4-5-10 0,-3 3-23 0,1 1-31 0,0-2-39 16,-1 1-39-16,1-3-49 0,0 4-52 0,-5 1-90 0,4 1-112 0,1-2-70 16,-8 2-48-16,2-2-13 0,1 0 4 0,-1-5 18 0,-2 6 26 0,2 0 40 15,-2-6 49-15,2 1 51 0,0 1 58 0,-7-2 59 0,5 0 63 0,2-3 80 0,0 4 94 16</inkml:trace>
  <inkml:trace contextRef="#ctx0" brushRef="#br0" timeOffset="4532.2">16165 4324 19 0,'0'0'97'0,"0"0"36"0,7 0 25 0,-7 0 8 0,0 0-1 15,0 0 5-15,0 0 10 0,5 4 15 0,-5-4 22 0,0 0 20 0,6 0 21 0,-6 5-34 0,0-5-65 0,8 6-46 0,-8-6-42 0,5 3-12 0,-5-3-2 0,8 6 14 0,-8 0 23 0,7-6 9 0,-7 3 0 0,6 3-7 0,-6 0-13 0,6-2-9 0,-1 1-7 0,-5-5-5 0,7 4-2 16,1 1 2-16,-2-1 6 0,7 2 4 0,-8-6 6 0,11 5 6 0,-5-5 6 0,1 0 6 16,4 0 8-16,3-5 4 0,-1 5 3 0,1-6 1 0,1 2 2 0,7-5 1 15,-1 0 0-15,6-3-5 0,-6-3-7 0,13 1-7 0,2 1-3 0,-2-8-9 0,0 2-6 16,12 0-8-16,-7-7-6 0,11 4-7 0,1-5-4 0,4 5-4 0,-1-14-3 15,-1 8-6-15,7-2-4 0,1-3-2 0,5-2-3 0,-6 0-1 0,7-5-1 0,-1 7 0 16,-5-1 0-16,4 1 0 0,2-3-1 0,-1 2-1 0,2 0-4 0,-6 4-1 16,-4-4-6-16,8 6-1 0,-11-2 1 0,6 1 1 0,-10 0-1 0,4-1 1 15,-2 6 0-15,-11 0-3 0,4-1-2 0,-5 1-1 0,-8 5-1 16,2-7 2-16,-1 7 1 0,-8 4 2 0,3-4 2 0,-2 4-1 0,-6 0 2 16,1 0-2-16,-6 0-1 0,2 6-3 0,-2 0-1 0,-2-1-3 0,-6 0 0 0,1 0 0 15,6 6-3-15,-15-2-2 0,9 2-3 0,-9-1-1 0,3 1 0 0,0-1 1 16,-3 5 1-16,-5 0 3 0,0 0 0 0,0 0 3 0,0 0 0 0,0 0 1 0,0 0-2 15,0 0-1-15,0 0 0 0,0 0 0 0,-5 5 2 0,-3-5 0 0,8 0 2 16,-8 4 0-16,3-4-2 0,-2 5 2 0,-5-1-2 0,5-4-1 0,-1 6 1 0,-4-2-5 16,5-4-1-16,-6 5-12 0,5-5-14 0,-3 5-19 0,6-5-27 0,-2 4-29 15,-7-4-33-15,7 0-39 0,-4 6-39 0,2-6-63 0,2 0-70 0,-4 0-77 16,4 0-78-16,-7 0-27 0,7 0-1 0,-5 0 19 0,5 0 29 0,-6 0 36 0,8-6 39 16,-3 6 47-16,2-4 45 0,1-1 49 0,-3 5 52 0,1-5 62 0,1-5 66 0</inkml:trace>
  <inkml:trace contextRef="#ctx0" brushRef="#br0" timeOffset="4880.33">18523 3058 0 0,'-8'0'16'0,"8"5"129"0,-7-5 72 0,7 0 47 0,-5-5 34 0,5 5 30 16,-8-4 25-16,8-1 25 0,0 5 29 0,-6-6 27 0,6 2 23 0,0-1 26 16,0 5 24-16,0 0-98 0,0 0-163 0,0 0-77 0,0-4-38 0,0 4-13 15,0 0 2-15,0-5-3 0,0 5-1 0,0 0-9 0,0 0-12 0,0-4-15 16,0 4-13-16,0 0-14 0,0 0-14 0,0 0-13 0,0 0-12 0,0 0-13 15,0 0-12-15,0 0-11 0,0 0-3 0,0 0-3 0,6 0 1 0,-6 0 5 0,8 0 4 16,-3 4 7-16,2-4 2 0,1 5 7 0,4-5 4 0,-5 4 7 0,7-4 5 16,4 5 10-16,-5-1 3 0,5-4 1 0,3 6-1 0,-2-1-4 0,2-1-6 15,3 1-2-15,4-5-5 0,-10 7-3 0,9-4-3 0,-1 3-1 0,1-1 0 0,-3-1-3 16,3 6-3-16,1-5 0 0,-10-1-7 0,1 7-2 0,-1-7-4 0,-2 7 1 16,-3-7-1-16,-2 5 2 0,4-3-1 0,-10 3 3 0,1 0 8 0,2-2 6 15,-8 2 9-15,0 0 8 0,0 1 7 0,0 0 7 0,-8 0 7 0,2 0 4 0,1 4 5 16,-10 1 1-16,4 1 3 0,-2-3 0 0,-3 2 0 0,-2-1-3 0,-1 5-4 15,-7-4-7-15,6 6-10 0,1-6-6 0,-8-2-8 0,6 7-24 0,-2-4-26 16,2-3-40-16,1 7-49 16,2-5-75-16,-3-2-86 0,2 8-106 0,-1-6-112 0,7 4-46 0,-6-4-14 0,6 0 4 0,-5-2 14 0,-3 2 21 0,3-4 24 0,4 2 42 15,-5-3 46-15,4-5 59 0,-4 4 63 0,6-2 78 0,1-2 80 0</inkml:trace>
  <inkml:trace contextRef="#ctx0" brushRef="#br0" timeOffset="12483.74">18282 666 0 0,'0'0'45'0,"0"0"35"0,0-6 29 0,0 6 26 0,0-3 29 0,-9-4 27 0,9 2 25 0,0 1 24 0,0-1 21 16,0-1 18-16,0 2 14 0,0-1-18 0,0 1-32 0,0-5-22 0,0 3-12 0,0 0-11 0,0 2-14 0,0-7-8 0,0 7-12 0,0-5-9 0,0 4-8 0,0 1-7 0,0-2-4 16,0 0-4-1,0 3-3-15,0-3-3 0,0 0-5 0,0 6-3 0,0-3-7 0,0 3-8 0,0-6-6 0,0 6-9 0,0-4-9 0,0 4-8 0,0 0-8 16,0-5-7-16,0 5-7 0,0 0-6 0,0 0-4 0,0 0-8 15,0 0-4-15,0 0-4 0,0 0-5 0,0 0-5 0,0 0-2 0,0 0-5 0,0 0 0 16,0 0-2-16,0 0-2 0,0 0 2 0,0 5-1 0,0-1 1 0,0 5 1 0,0-3-1 31,0 3 2-31,0 3 3 0,-5-3 2 0,5 4 3 0,0 2 1 0,0 1 0 16,0-2-1-16,-7 1 1 0,7 4 0 0,0-4 0 0,-6 4 5 0,6 2-2 0,-5-7 3 16,5 5-2-16,0 2 0 0,-8-2-2 0,8-1 0 0,-8-2-3 0,8 2 0 15,0 2 0-15,-5 1-2 0,5-8 0 0,0 8-1 0,-6-6-4 0,6 4-2 16,0-5-1-16,0 6-3 0,0-5 0 0,-8-1-1 0,8 5 0 0,0-4-1 0,0 0 0 15,0-6 0-15,0 7 1 0,0-1-3 0,0-6 2 0,0 6-1 0,0-6-1 16,0 1 2-16,0-4-2 0,8 3 1 0,-8 0 0 0,0-3 2 0,0-3 0 16,0 3 0-16,0 0 1 0,0-3 0 0,0 3 0 0,0-6 2 0,6 0-1 15,-6 6 4-15,0-6 2 0,0 0 2 0,0 4 3 0,5-4-1 0,-5 5 3 0,8-5-1 16,-8 0 2-16,8 0 1 0,-8 0 0 0,5 0 2 0,1 0-1 0,1-5 2 16,7 5-2-16,-7 0 1 0,-2-4-3 0,8 4 0 0,-7-6-3 0,7 6 1 15,0-6-2-15,1 3-2 0,-2 3 0 0,2-6 1 0,4 0-1 0,-4 3-1 16,-1-3 1-16,7 1 0 0,-7 1-1 0,6-2-2 0,0 3-1 0,-6-7 1 0,8 10-1 15,-8-11-2-15,6 7-2 0,-6-2-1 0,0 6-2 0,0-5 0 0,0 1-2 16,0-1 0-16,0 5-1 0,-7 0 0 0,7-4-1 0,-5 4 1 0,-3 0 2 16,-5 0-3-16,7 0 3 0,-7 0 3 0,0 0 1 0,0 0 2 0,0 0 1 0,0 0 1 15,0 0 2-15,0 0-1 0,0 0 0 0,0 0 1 0,0 0 0 16,0 0 1-16,0 0 1 0,0 0-1 0,0 0-1 0,0 0 1 0,0 0-1 0,-7 4-1 0,7-4-1 16,0 0 0-16,0 0-1 0,-5 5 0 0,5-5 0 0,0 0-1 0,0 0 0 15,-8 0-1-15,8 0-6 0,0 0-8 0,0 0-12 0,0 4-15 0,0-4-14 16,0 0-14-16,-5 0-16 0,5 0-18 0,0 5-17 0,0-5-23 0,0 0-22 15,0 0-24-15,-8 0-29 0,8 0-25 0,0 6-40 0,0-6-47 0,0 0-63 16,-6 0-66-16,6 0-18 0,0 0 6 0,0 4 20 0,0-4 25 0,-5 0 33 0,5 0 36 0,-8-4 35 16,8 4 39-16,-7-6 41 0,1 6 41 0,6-5 54 0,-8 1 58 0</inkml:trace>
  <inkml:trace contextRef="#ctx0" brushRef="#br0" timeOffset="22568.47">18229 782 0 0,'0'0'19'0,"5"-4"37"0,-5-1 19 16,0 1 17-16,0-2 18 0,0 0 17 0,0 2 19 0,0-6 21 0,0 6 23 0,0-2 25 0,0 2 27 0,0-1-8 0,0-4-32 0,0 2-8 0,0 4-1 0,0-8-2 0,8 7-4 0,-8-2-3 0,0 1-5 0,0 1-6 0,0-5-8 0,0 3-10 0,0 3-12 16,0-4-15-16,0 2-14 0,0 1-10 0,0-1-7 0,0-1-6 0,0 6-3 0,0-4-4 0,0 4-1 15,0-5-4-15,0 5-4 0,0 0-3 0,0-4-5 0,0 4-6 16,0 0-6-16,0 0-6 0,0 0-9 0,0 0-8 0,0 0-8 0,0 0-5 0,0 0-5 15,0 0 0-15,0 0-2 0,0 0-1 0,0 4 2 0,0 5 1 0,0-3 1 0,0-1 4 16,-8 4 2-16,8 1 6 0,0 1 3 0,0-3 7 0,0 7 5 0,0-4 1 16,0 4 2-16,-5-2-4 0,5 7 0 0,0-4-6 0,0 3-1 0,0-1-3 15,0 8-2-15,-6-7-4 0,6 6-1 0,0-7-4 0,0 7-2 0,0-1-5 16,-8 0-2-16,8 3-3 0,0 1-2 16,0-4-1-16,-5 0-3 0,5 1-1 0,0-1 2 0,0 1-2 0,0-1 1 0,0 0 0 15,0 1-1-15,0-5-2 0,0 5-1 0,0-6 1 0,0 5 0 0,0-5 0 0,0 7 0 0,0-7 1 0,0 0 1 16,0 1 0-16,0-1 0 0,0-4 0 0,0 3-1 0,5-2 2 0,-5-1-1 15,0-1-1-15,0-4 0 0,0 0-1 0,0-1-2 0,8-4 2 0,-8 5-1 0,0-5 0 16,0 1 1-16,0-3 0 0,0-3 0 0,0 0 0 0,0 7 2 0,0-7 0 16,0 0 1-16,0 0 3 0,6 0 4 0,-6 0 1 0,0 0 3 0,0 0 1 15,0 0 0-15,0 0-4 0,0 0-6 0,0-7-8 0,0 4-12 0,5-3-19 16,-5 1-21-16,0 1-23 0,0-2-30 0,0-3-34 0,0 4-41 0,0-5-74 0,0 0-91 16,8 1-62-16,-8-6-48 0,0 1-13 0,0-2 6 0,8 1 17 0,-8-3 27 0,0 2 31 15,5-2 36-15,-5-3 40 0,6-3 41 0,-6 5 47 0,0-6 52 0,7 5 67 16,-7 1 84-16</inkml:trace>
  <inkml:trace contextRef="#ctx0" brushRef="#br0" timeOffset="22979.48">18307 885 32 0,'0'-9'98'0,"6"0"37"0,-6-3 31 0,0 3 31 0,0-1 26 0,0 6 29 0,0-6 23 15,0 0 25-15,0 4 23 0,0 2 22 0,0-1 20 0,0-1-40 16,0 3-75-16,0-3-35 0,0 2-16 0,0-1-12 0,0 1-14 0,0 4-11 0,0-6-11 15,0 0-8-15,0 6-7 0,0-4-9 16,0-1-5-16,0 5-9 0,0-5-5 0,0 1-6 0,0 4-10 0,0-6-5 0,0 2-8 0,8 4-4 0,-8-5-5 0,0 5-4 16,5-4-3-16,-5 4-3 0,0-5 0 0,7 5-3 0,-7-7 1 0,6 7-2 15,-6 0 1-15,6-3-3 0,2 3 1 0,-8 0-3 0,7 0-2 0,-2 0-1 16,4 0-3-16,-4 0-1 0,-5 3-5 0,5-3-2 0,8 7-2 0,-13-7-4 16,14 5-3-16,-7-1-3 0,-1 1-1 0,1-1-3 0,-1 2-2 0,1-2 0 0,-1 1-4 15,8 4-2-15,-7-3-2 0,-2 4 0 0,3-1 0 0,-3 0-1 16,1 2 1-16,2-1 1 0,-3 0 2 0,2 4-1 0,1-4-2 0,-2 4 3 0,-6 2-1 0,6 2-2 15,1-3 2-15,-2 6 0 0,-5-8-3 0,9 7 0 0,-4 0-1 0,2-2-2 16,-1 3-1-16,-6 0 0 0,5-3-1 0,-5 1-2 0,8 2-1 0,0-3-1 16,-8 3-2-16,5-8 0 0,0 8 0 0,-5-3 0 0,8 3 1 0,-2-2-1 15,-6-4-1-15,7 4 1 0,1-4 0 0,-3 5-2 0,-5-6 0 0,6 6 1 16,2-5-1-16,-3-2 1 0,3 8-1 0,-3-6-1 0,2-2-1 0,-7-2-6 0,7 2-5 16,-2-2-11-1,2 2-6-15,1-1-15 0,-8-3-15 0,6 1-15 0,-6-5-18 16,0 4-19-16,7-5-23 0,-7 2-25 0,0 4-24 0,0-5-30 0,0-1-31 0,0 1-57 15,0-5-65-15,0 0-65 0,0 6-60 0,0-2-13 0,0-4 11 0,0 0 23 16,-7 5 29-16,1-5 33 0,6 0 38 0,-8-5 39 0,1 5 43 0,2-4 43 0,-2-2 49 16,0 1 61-16,2-4 72 0</inkml:trace>
  <inkml:trace contextRef="#ctx0" brushRef="#br0" timeOffset="23374.54">18365 1232 40 0,'-5'-6'124'0,"-2"6"47"0,-1-4 34 0,8-1 29 0,-6 1 29 0,0 4 25 0,-1-5 29 0,7 1 26 0,-5 4 26 0,-3-6 23 0,8 0 22 0,-6 6-47 16,6-3-83-16,-7 3-63 0,7 0-54 0,-6-6-22 0,1 6-12 0,5-6-9 0,0 6-6 0,-7 0-10 0,7 0-10 0,0-3-9 0,0 3-7 15,-9 0-8-15,9 0-2 0,0 0-2 0,0 0-2 0,0 0 2 0,0 0-2 0,0 0 1 16,0 0-1-16,0 0-4 0,0 0-3 0,0 0-3 0,9-6-8 0,-9 6 1 15,0 0-3-15,0-5 1 0,7 5-2 0,-2-4 0 0,-5 4 0 0,6-6-3 16,7 3 0-16,-5 3-4 0,-3-6 2 0,2 2-1 0,5-2 1 0,3 1 2 0,-10 1 4 16,9-2-1-16,-1 1 0 0,0 1-2 0,0-1-4 0,0 1-4 0,0-2-2 15,0 2-4-15,1-1-1 0,-1-1-5 0,-2 2-3 0,2-2-2 0,2 1-5 0,-3 5-1 16,-5-4-4-16,7-1-4 0,-9 5-2 0,2 0-4 0,-1-4-2 0,-1 4-1 16,3 0 1-16,-8 0-1 0,0 0 1 0,0 0 0 0,0 0 1 0,0 0 1 15,0 0 1-15,0 0-2 0,0 0 1 0,0 0 0 0,0 0 1 0,0 4 2 16,0-4 1-16,-8 5 1 0,8-5 0 0,0 4-3 0,-5 1 2 0,5-5-5 15,-6 6-4-15,6-6-10 0,-7 4-10 0,7 2-13 0,0-6-13 0,-5 0-14 16,5 5-13-16,0-5-19 0,0 0-16 0,-9 4-22 0,9-4-23 0,0 0-29 0,-5 6-31 16,5-6-57-16,-7 4-68 0,7-4-73 0,0 0-74 0,-6 0-22 0,6 5 5 0,0-5 20 15,-6 4 25-15,6-4 29 0,-8 0 34 0,8 0 38 0,-7 0 39 0,7 0 45 16,-5 0 51-16,-3 0 63 0,2 0 69 0</inkml:trace>
  <inkml:trace contextRef="#ctx0" brushRef="#br0" timeOffset="27864.35">17708 818 0 0,'-6'-6'11'15,"6"0"14"-15,0 6 5 0,-7-4 7 0,7-1 9 0,0-1 9 0,-7 3 11 0,7-3 12 0,0 6 12 0,0-4-3 0,-7-1-8 0,7 1-1 0,0-2 6 0,0 0 13 0,0 2 17 0,0-1 22 0,0 0 21 0,0 1 14 0,0-2 10 0,0 2 7 0,0-1 3 16,-5-4 3-16,5 2-1 0,0 4 2 0,0-3 0 0,0 1 2 0,0 1 0 0,-8-7-6 0,8 7-6 0,0 0-12 0,0-1-9 0,-5-1-9 0,5-4-8 16,0 5-3-16,0 1-3 0,0-1-1 0,0-1-2 0,-8 2-1 0,8-1-3 0,0 5-6 15,0-4-11-15,0 4-10 0,0 0-12 0,0 0-13 0,0 0-13 0,0 0-12 16,0 0-12-16,0 0-6 0,0 0-6 0,0 0-3 0,0 0-1 0,0 0-1 15,8 4-2-15,-8 1 2 0,0-1 4 0,0 2 3 0,5 3 3 0,-5-4 6 16,0 5 5-16,8-4 2 0,-8 3 1 0,5 0 2 0,-5 6-3 0,0-6-3 0,0 3-5 16,7 1-2-16,-7 2-5 0,0 0-3 0,7 0-5 0,-7-2-2 0,0 8-5 15,0-6-2-15,0 4-3 0,7 2 0 0,-7-3-2 0,0 1-3 0,0 7 0 16,0-7-1-16,0 5 0 0,0-3-3 0,0 1 0 0,0 5-1 0,0-5 0 0,6 4 0 16,-6-7-1-16,0 5 0 0,0 1 0 0,0-7-1 0,0 9 0 0,0-9-2 15,0 1 1-15,0 2-2 0,0-2-1 0,0-5 1 0,0 6 0 16,0-6 1-16,0 1-1 0,0 1 0 0,0-2 2 0,7-4-2 0,-7-1 0 0,0 6 1 15,0-11 1-15,0 7-2 0,0-2 3 0,0 1 1 0,0-5 0 0,0-1 2 0,5 1 0 16,-5-1 0-16,0 3 1 0,0-2-1 0,0-1 2 0,0-4 0 0,0 5-1 16,0-5 2-16,0 0 0 0,0 0 2 0,0 0-4 0,8 4 4 0,-8-4 0 15,0 0 6-15,0 6 5 0,6-6 7 0,-6 0 6 0,5 0 3 0,3 0 5 0,-8-6 1 16,13 6 3-16,-5-4-1 0,-3 4 1 0,9-5 1 0,-9 1 1 0,8-8-3 16,1 8-1-16,-2-1-7 0,1 1-6 0,1-7-6 0,-2 2-8 0,2 5-3 15,4-7-4-15,-2 7-4 0,-5-5 0 0,10 3-2 0,-9-3-1 0,0 3 0 16,3 2-2-16,-4-1 0 0,2-1-2 0,2 3-1 0,-3-4-1 0,0 4-1 15,-4 3 1-15,-2 0 2 0,1-6-1 0,-1 6 2 0,-1 0-1 0,2-5 0 0,-7 5 2 16,9 0-1-16,-9 0 2 0,0 0 1 0,0 0 0 0,0 0 3 0,0 0 0 16,0 0 1-16,0 0 1 0,0 0 2 0,0 0-1 0,0 0 1 0,0 0 1 0,0 0 1 15,0 0-1-15,0 0 1 16,0 0-1-16,0 0-2 0,0 0 1 0,-9 5-2 0,9-5-2 0,-7 0-2 0,7 6-1 0,-5-6-2 0,5 0-2 0,-6 0-3 16,-1 3-3-16,7-3-7 0,-6 0-9 0,-2 0-6 0,8 7-9 0,-5-7-9 15,5 0-9-15,-7 0-8 0,7 0-10 0,0 0-13 0,-6 3-16 0,6-3-15 16,0 0-18-16,-6 0-19 0,6 0-20 0,0 6-19 0,0-6-20 0,0 0-24 15,-8 5-23-15,8-5-52 0,0 0-65 0,0 0-69 0,-7 4-70 0,7 2-19 0,-5-2 11 16,5 1 22-16,-8-5 30 0,8 6 37 0,-6-6 35 0,1 0 42 0,-3 0 44 16,8 0 45-16,-7 0 49 0,1-6 63 0,0 6 70 0</inkml:trace>
  <inkml:trace contextRef="#ctx0" brushRef="#br0" timeOffset="32055.42">21642 2322 4 0,'0'0'78'0,"-6"0"45"0,-2-7 32 0,2 7 28 0,-1-3 27 0,2-3 26 16,-4 1 26-16,4 1 25 0,-2 4 22 0,1-6 24 0,1 2 20 0,-3-1-22 0,8 5-53 0,-8-4-45 0,3 4-43 0,5-5-22 0,-6 5-12 0,6 0-11 0,0 0-11 0,-7-6-11 0,7 6-14 0,0 0-15 0,0 0-13 16,0 0-14-16,0 0-12 0,0 0-9 0,0 0-9 0,0 0-7 15,0 0-9-15,0 0 0 0,0 0-3 0,7 0-1 0,-7 6 0 0,6-6 3 0,-1 5 1 0,3-5 6 16,0 4 5-16,-3-4 4 0,8 5 4 0,-8-1 5 0,9-4 1 0,-1 6 4 15,8-6 0-15,-8 4 1 0,6-4-4 0,2 0-6 16,-3 5-2-16,1-5-2 0,7 0-4 0,1 0 0 0,-2 0-4 0,1 0-2 0,6 0-3 0,0 0 1 16,8-5-2-16,-1 5-2 0,0-4-2 0,1-2 0 0,7 2-1 0,-3-1 0 15,2 1-3-15,7-1-2 0,-1-1-2 0,-1-4-4 0,1 5-1 0,0-4-1 0,6 3 0 16,1-2 1-16,1 3 1 0,3-4 1 0,-3-3 4 0,6 8-1 0,-2-7-2 16,1 7-1-16,7-5 0 0,-7 0 2 0,6 3 0 0,0 0 2 0,1-3 1 0,-1 3-1 15,8-3 0-15,-8 5-1 0,9-5-1 0,-2 4-3 0,-1-5 3 0,1 4 3 16,9 1 4-16,-11 1 2 0,9-7-2 0,-1 7 3 0,3 0-2 0,-2-1 2 15,-2-1-1-15,2 2 2 0,7-2-1 0,-8 6 1 0,0-5-4 0,-7 1-2 16,10 4-2-16,-4-6-4 0,-3 6-1 0,-1 0 3 0,-3-5 2 0,-5 5 5 16,3-4 3-16,-3 4 3 0,-8 0 3 0,-2-5 4 15,-3 5 4-15,0-4 4 0,-5 4 4 0,-1-6 3 0,-7 6 2 0,-6-3 0 0,0 3 1 0,1-6-2 0,-8 6-2 16,-6-6-4-16,-2 6-3 0,-3-4-3 0,-2 4-5 0,-4-5 0 16,-10 5 2-16,9 0 3 0,-9 0 7 0,-5 0 1 0,0 0 1 0,0 0-4 0,0 0-3 0,0-6-3 15,-5 6-4-15,-1 0-2 0,-2-4-2 0,3 4-2 0,-10 0-3 0,3 0-3 16,0 0-6-16,-9 0-10 0,8 0-7 0,-6 0-8 0,0 0-3 0,4 0 2 0,-4 4 0 15,-1-4 4-15,8 0 0 0,-8 0 3 16,7 6-2-16,2-6 2 0,-5 0-1 0,4 0-1 0,1 0 2 0,-5 5-3 0,11-5-2 0,-1 0 0 0,-7 4-6 16,5-4-2-16,3 0-6 0,-2 0-3 0,7 0-6 0,-7 0-5 0,2 0-8 15,5 0-11-15,0 0-14 0,0 0-13 0,0 0-19 0,0 0-15 0,-8 0-20 0,8 0-20 16,0 0-19-16,0 0-24 0,0 0-19 0,0 0-42 0,0 0-49 0,0 0-72 16,0 0-86-16,0 0-30 0,0 0-4 0,0 0 17 0,-7 0 26 0,7-4 31 0,-5-1 35 15,-3-1 37-15,-3 2 39 0,3-1 42 0,-5-4 43 0,0-1 55 0,-1 1 60 16</inkml:trace>
  <inkml:trace contextRef="#ctx0" brushRef="#br0" timeOffset="34331.58">23024 2574 33 0,'0'0'112'0,"0"-4"45"0,0-1 34 0,0 5 31 0,0-5 29 0,0 1 29 0,0-2 30 0,0 2 30 0,0-1 31 0,-9 1 30 0,9-2 28 0,0 0-36 0,0 6-72 0,0-3-51 0,0-3-40 0,0 6-25 0,0-5-17 0,0 5-19 15,0 0-16-15,0 0-22 0,0-4-19 0,0 4-22 0,0 0-22 0,0 0-16 0,0 0-12 0,0 0-4 0,0 0-9 16,0 0-2-16,0 4-1 0,0 1 3 0,0 4 4 0,0 3 6 15,0-3 6-15,0 1 4 0,9 4 7 0,-9 2 3 0,0 3 3 0,0-5-2 0,0 5-4 0,0 2-7 16,0 3-8-16,0-5-6 0,0 5-7 0,0 0-5 0,0-4-10 0,0 6-4 16,0-2-5-16,0 0 0 0,0-5-4 0,0 5 1 0,0-3-3 0,0 2 1 15,0-3-1-15,0 1-1 0,5-2 2 0,-5-1-2 0,0-2 0 0,0 2-5 16,0-3-6-16,5 0-8 0,-5 0-14 0,0 0-13 0,0-6-13 0,0 7-16 0,8-7-16 16,-8-4-20-16,0 5-23 0,0-6-26 0,0 7-27 0,0-8-38 15,5 4-46-15,-5-7-36 0,0 0-28 0,0 0-44 0,0 0-46 0,0 0-10 0,0 0 13 0,0-7 21 16,0-2 26-16,8 4 33 0,-8-5 35 0,0 1 37 0,0-6 41 0,0 0 45 15,0 0 47-15,0 2 44 0,0-8 56 0</inkml:trace>
  <inkml:trace contextRef="#ctx0" brushRef="#br0" timeOffset="34742.01">23024 2614 92 0,'-9'-13'156'16,"4"1"39"-16,-2 3 32 0,1 3 31 0,6-3 31 0,-8 0 29 0,2-1 28 0,-1 1 27 16,7 3 22-16,-5 0 22 0,5-3 22 0,0 4-68 0,0 1-120 0,-7-2-58 15,7 3-23-15,0-3-11 0,0 6-4 0,0-4-10 0,0-1-12 0,0 5-11 16,0-6-9-16,0 2-9 0,0 4-8 0,0-6-9 0,0 1-4 0,7 5-9 15,-7-4-7-15,0-1-5 0,5 1-8 0,-5-2-6 0,7 2-4 0,-1-1-7 16,2-1-4-16,-2 3-4 0,1-4-3 0,-2 2-2 0,9 1-1 0,-9-1-1 16,8-1 2-16,3 2-2 0,-5 4-2 0,2-3-3 15,0 3 1-15,8 0-6 0,-8 0-1 0,-2 0-3 0,9 0 0 0,-6 3-3 0,-1-3-3 0,6 4-1 0,-6 2-1 0,-1-1-1 16,9 4-1-16,-15-2 1 0,7 2 3 0,0 0 0 0,-7 1 7 0,2-1 1 16,-8 2 1-16,5 4 1 0,-5-5 3 0,0 3 2 0,0 1 2 15,-5 2 2-15,-3-1-1 0,2-1 3 0,-7 2 1 0,6-1-1 0,-5 3-1 0,-9-2-4 16,9-2 0-16,-7 5-3 0,-1-4 0 0,0 0-2 0,0-2-2 0,1 2-1 0,0 0 0 15,-1 0-2 1,-4-5-3-16,3-1 1 0,8 0-1 0,-6 3-1 0,-2-3-3 0,8-3 0 0,1-2-2 0,5 1 0 0,-6-1-2 0,6 1 1 0,2-5-2 16,-4 4 0-16,9-4-1 0,0 0 3 0,0 0-2 0,0 0-1 0,-5 0 0 15,5 0-1-15,0 0 0 0,0 0-2 0,0 0-2 0,0 0-5 0,0 0-5 16,0 0 2-16,0 0 3 0,5 6 8 16,-5-6 4-16,9 0 7 0,-9 5 5 0,5-5 7 0,8 4 5 0,-6 2 8 0,0-6 5 0,5 6 7 0,1-3 6 0,1 3 11 15,-2 3 9-15,2-5 1 0,4 1-1 0,-2 1-6 0,2 3-7 0,1-3-5 16,2 4-7-16,3-1-7 0,-4 0-4 0,7 1-7 0,-8 1-5 0,6-1-7 15,2 4-3-15,-1-1-16 0,1 2-25 0,-1 1-43 0,6 2-50 0,-6 2-86 0,1 5-102 16,-1 5-117-16,-1-6-119 0,2 1-51 16,-3-6-14-16,-3 0 5 0,-3 1 15 0,3-5 21 0,-8-2 26 0,1-7 39 0,-1-6 47 0,-8-10 63 0,1 1 71 0,-6 9 89 15,8-30 91-15</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35:52.061"/>
    </inkml:context>
    <inkml:brush xml:id="br0">
      <inkml:brushProperty name="width" value="0.05292" units="cm"/>
      <inkml:brushProperty name="height" value="0.05292" units="cm"/>
      <inkml:brushProperty name="color" value="#FF0000"/>
    </inkml:brush>
  </inkml:definitions>
  <inkml:trace contextRef="#ctx0" brushRef="#br0">23830 660 8 0,'7'-3'73'0,"-7"-9"39"0,5 8 31 0,-5-7 30 0,0 7 29 0,8-5 28 0,-8 0 27 0,0-3 27 0,0 3 26 0,0 3 26 0,0-3 27 0,6 0-24 0,-6-1-53 16,0 1-32-16,0-3-18 0,0 9-17 0,0-7-13 0,0 1-10 0,7-3-13 0,-7 9-6 0,0-8-7 0,0 1-7 0,0 5-6 0,0 1-6 0,0-5-4 15,0 3-3-15,0 2-1 0,0-2-7 0,0 6-3 0,0-5-8 16,0 5-7-16,0 0-9 0,0 0-11 0,0 0-11 0,0 0-14 0,0 0-14 0,0 0-16 15,0 0-14-15,0 0-18 0,0 0-13 0,0 0-13 0,0 0-8 0,0 5-5 0,0-5-2 16,-7 6 1-16,7 4-1 0,0-1 0 0,0 0 6 0,0 1 2 0,0 4 3 16,0 7 4-16,0-2 8 0,0 2 5 0,-6 1 2 0,6-1 1 0,0 7 0 15,0-1 2-15,0-5-1 0,0 4-1 0,0 2 0 0,0-4-1 0,0 1 2 16,0 5-1-16,0-6 1 0,0 7 1 0,0-7 1 0,0 0-2 0,0 0 0 16,0 4 3-16,0-1-1 0,0-9-1 0,0 7-1 0,0-1 0 0,6-5 0 0,-6 2-1 15,0-3 0-15,7 3-2 0,-7-8 0 0,0 2-2 0,0 0 2 0,6 0-1 16,-6-5-2-16,5-1 0 0,-5 0-1 0,0 2 2 0,7-1-2 0,-7-1 0 15,0-3 1-15,9 3-1 0,-9-5 3 0,5 7-1 0,-5-7 3 0,6 1 0 0,1 1 3 16,-7-2 2-16,5 2 1 0,-5-2 4 0,9 1 3 0,-9-5 2 0,7 4 3 16,-2 1 4-16,-5 1 7 0,6-6 2 0,2 4 3 0,-3-4 6 0,3 5 3 15,-3-5 3-15,2 0 1 0,5 6 3 0,-5-6 1 16,1 0-1-16,5 0 2 0,-7-6-2 0,7 6-1 0,-5 0-4 0,3-5-1 0,1 5-5 0,-3-4-5 0,3 4-3 16,-1-6-7-16,-3 6-3 0,5-5-4 0,-6 1-4 0,5 4-4 0,-4-5-2 15,-1 5-4-15,5 0 0 0,-5-4-3 0,-2 4-3 0,3-6 1 16,-3 6-2-16,-5 0 0 0,8 0 2 0,-2 0-2 0,-6 0 0 0,0 0 0 0,7 0 1 0,-7 0-4 15,0 0-2-15,0 0-5 0,6 0-10 0,-6 0-13 0,0 0-17 0,0 0-20 16,0 0-23-16,0 0-23 0,0 0-21 0,0 0-28 0,0 0-27 16,0 0-39-16,0 0-40 0,0 0-105 0,0 0-130 0,0 0-47 0,0 0-10 0,0 0 16 0,0 0 25 15,-6-4 36-15,6-2 38 0,0-3 38 0,0 4 42 0,0-10 43 0,0 2 48 0,0 1 56 16,0-7 61-16</inkml:trace>
  <inkml:trace contextRef="#ctx0" brushRef="#br0" timeOffset="252.7">24657 773 96 0,'7'-4'175'16,"-2"-2"55"-16,3 0 42 0,0 2 40 0,-8-1 35 0,0 0 36 0,5-5 33 0,-5 6 33 0,0 4 31 0,0-5 26 0,0 5 26 0,0-4-66 0,0 4-122 0,0-5-75 0,0 5-57 0,0 0-32 0,0 0-20 0,0 0-20 0,0 0-20 0,0-7-20 0,0 7-20 0,0 0-17 0,0 0-19 0,0 0-15 0,0 0-13 0,0 0-12 0,0 0-13 0,0 0-6 15,0 0-8-15,0 0-6 16,-5 0-5-16,5 7-13 0,0-7-16 0,0 5-21 0,0-5-21 0,0 4-30 0,0 1-35 16,0 5-56-16,0-6-69 0,0 1-82 0,0 4-87 0,0-3-32 0,0 0-9 0,0 3 9 0,0 1 18 0,0-7 29 0,0 8 34 0,0-1 39 15,0 0 42-15,0-5 48 0,0 4 53 0,0 1 64 0,0-1 68 0</inkml:trace>
  <inkml:trace contextRef="#ctx0" brushRef="#br0" timeOffset="426.55">24717 1091 0 0,'5'10'17'0,"-5"-6"135"0,0 1 83 0,0-1 62 15,0-4 49-15,0 5 44 0,0-5 41 0,0 0 36 0,0 0 37 0,0 0 31 0,7 0 33 16,-7 0 28-16,0-5 28 0,0 5-97 0,6 0-171 0,-6 0-94 0,0 0-58 0,0 0-36 0,0 0-26 16,0 0-19-16,0 0-21 0,0 0-16 0,0 0-16 0,0 0-14 0,0 0-16 0,0 0-13 31,0 0-13-31,0 0-17 0,0 0-17 0,0 0-23 0,0 0-28 0,0 0-32 0,0 0-36 0,0 0-36 0,0 0-41 0,0 0-55 0,0 0-65 0,0 0-95 16,0 0-107-16,0 5-40 0,0 1-7 0,0-2 12 0,5 1 24 0,4 1 37 15,-9-6 42-15,7 0 49 0,-2 0 51 0,2-6 52 0,-1 1 57 0,8-5 64 0,-7 5 68 16</inkml:trace>
  <inkml:trace contextRef="#ctx0" brushRef="#br0" timeOffset="1012.33">25765 596 48 0,'5'-4'125'16,"-5"-7"44"-16,7 2 41 0,-7 5 35 0,8-5 33 0,-8-3 30 0,5 9 31 0,-5-9 30 16,7 9 29-16,-7-7 28 0,0 5 28 0,7-4-43 0,-7 2-87 0,0 4-47 15,0-8-30-15,0 7-19 0,0-2-15 0,0 1-13 0,0 1-11 0,0 4-12 16,0-5-10-16,0 1-13 0,0 4-15 0,-7-6-12 0,7 6-16 0,0-4-14 0,-7 4-16 15,7 0-17-15,-5 0-13 0,-3 0-15 0,1 0-14 0,2 0-10 0,-3 0-9 16,-3 0-6-16,3 4-7 0,-5-4-3 0,0 6-3 0,-1 3-1 0,2-5-2 0,-1 7 2 16,-1-2 1-16,2 0 1 0,0 3 3 0,-8 1-1 0,6-4 3 0,1 6 1 15,0 6-4-15,0-8 2 0,7 2-1 0,-7 1-1 0,5-2 0 0,-4 1-1 16,6 1 0-16,0-2-4 0,-1-1 2 0,-1-3-2 0,3 4 1 0,5-2-3 16,-7-3 1-16,7 1-2 0,-7-1 2 0,7 0-1 0,0 3-1 0,0-3-2 15,0-5 1-15,7 5 0 0,-7 2-1 0,7-1 2 0,-2-4 2 0,-5 3 1 0,15-4 3 16,-9 3 4-16,0 3 0 0,6-7 1 0,2 8 3 0,-1-9 1 0,0 8 2 15,0-7 4-15,5 2 0 0,3 3 3 0,-1-5 0 0,-8 7 2 0,9-7 0 16,-3 2 0-16,3 3 1 0,-2-4 1 0,0 5-2 0,1-6 2 0,-7 6 1 0,6-6 0 16,-6 8 1-16,1-8 0 0,-2 7 2 0,-3-7 3 0,2 5 0 0,-11-4 3 15,7 5-1-15,-2-4 4 0,-5 3-1 0,9-3 3 0,-9-3 0 16,0 7 4-16,0-5-1 0,0 4 2 0,-9-3 3 0,9 4 1 0,-5-5-1 0,-2-1 2 16,7 6-1-16,-6-5-1 0,-8 4-1 0,7-3-1 0,2-2-3 0,-9 1-1 0,1 1-4 15,8-2-2-15,-9 2-3 0,1-3-1 0,1-3-2 0,-2 6-3 0,9-6-1 16,-11 0-2-16,5 4-1 0,-1-4-3 0,3 0-1 0,-3 0-3 0,6 0-3 0,-1 0-4 15,0 0-3-15,-5-4-4 0,5 4-7 0,1 0-6 0,0 0-7 0,-2-6-9 16,8 6-5-16,-7 0-11 0,2-3-6 0,-4 3-11 0,9-6-10 0,0 6-15 16,-5-4-17-16,5 4-25 0,0 0-27 0,0 0-42 0,-5-6-47 0,5 6-89 0,0 0-99 15,0-5-40-15,5 1-6 0,-5-2 10 0,0 1 18 0,0-4 24 0,5 5 28 16,-5-6 36-16,9 5 35 0,-9-5 47 0,5-1 47 0,2 2 58 0,1-4 63 0</inkml:trace>
  <inkml:trace contextRef="#ctx0" brushRef="#br0" timeOffset="1218.2">26038 881 0 0,'13'0'81'0,"-2"0"120"0,-4 0 68 0,2 0 46 0,-4 0 31 0,2-5 30 0,-1 5 29 0,-6-6 32 0,6 6 31 0,2-3 27 0,-8-4 30 0,7 7-1 0,-7 0-10 0,5 0-114 0,3 0-171 0,-8 0-84 0,6 0-41 16,-6 0-11-16,0 7 4 0,0-7-3 0,5 3-4 0,-5 3-9 0,0-1-12 0,0 5-11 16,0-7-8-16,0 12-7 0,0-5-5 0,8 1-1 0,-8 2-1 0,0 2-3 15,0-6 0-15,0 7-14 0,0-1-17 0,0-1-25 0,0 2-26 16,0-1-28-16,5-6-30 0,-5 0-34 0,0 6-36 0,0-5-54 0,0-1-63 0,0 1-93 0,7-1-112 15,-7-4-39-15,0 5-12 0,0-5 12 0,0-5 27 0,0 0 33 16,0 0 36-16,0 0 43 0,7-5 43 0,-7 1 50 0,7-7 51 0,-7 2 61 0,0-5 68 0</inkml:trace>
  <inkml:trace contextRef="#ctx0" brushRef="#br0" timeOffset="1376.56">26141 645 79 0,'0'-15'160'0,"0"6"50"0,0-4 38 15,8 1 28-15,-8-3 24 0,0 6 25 0,0 0 22 0,0-7 22 16,0 7 17-16,5 3 22 0,-5-3 19 0,0 5-65 0,0-1-112 0,7 1-76 15,-7-1-58-15,0 5-36 0,0 0-19 0,0 0-16 0,0-7-8 0,0 7-11 0,0 0-15 0,0 0-21 16,7 0-31-16,0 7-58 0,-7-7-69 0,0 5-92 0,6-1-96 0,1 1-42 16,-7-1-10-16,6 2 5 0,-6-3 15 0,7 9 15 0,-7-9 18 0,6 3 22 0,-6 0 24 15,5-2 36-15,-5-4 42 16,8 5 59-16,-8-5 66 0</inkml:trace>
  <inkml:trace contextRef="#ctx0" brushRef="#br0" timeOffset="1868.33">26312 743 0 0,'0'0'11'0,"0"5"115"0,0-5 61 16,0 0 42-16,0 0 35 0,0 0 26 16,0 0 24-16,0 0 22 0,0-5 25 0,6 1 24 0,-6-2 27 0,0 6 24 0,0-4 21 0,0-1-77 0,0 1-135 15,7 4-66-15,-7-5-32 0,0-2-16 0,0 4-13 0,6-3-4 16,-6 1-4-16,5 1-5 0,2-2-8 0,-7 1-11 0,9 1-11 0,1 0-11 0,-2-1-15 0,-3 5-8 16,11-6-7-16,-11 3-3 0,9-4-4 0,-1 2 2 0,-8 1 0 0,9 4 0 15,-2-5 0-15,1-1-2 0,1 6-3 0,-2 0-2 0,2 0-4 0,-1 0-2 16,1 0-4-16,-2 0-1 0,-1 6-4 0,-3-1-3 0,5-1-2 0,-6 1-3 0,-1 5 0 15,0-4-2-15,2 3 1 0,-1-5 1 0,-7 7 3 0,0-2 2 0,5 0 3 16,-10 7 1-16,5-7 3 0,0 1 2 0,-7 4 0 0,-1-2-1 0,2 1 0 16,0 2 0-1,-1-6-2-15,2 7 0 0,-3-2-2 0,0 1-3 0,-3-6-1 0,4 7-4 0,2-1-4 0,-4-2-3 0,4 2-8 0,-2-4-3 0,7 2-5 0,-6 2-1 16,1 0-2-16,5 0-2 0,-9-5 0 0,9 4 0 0,-7 2-2 0,7-7 0 16,0 0-4-16,0 6 0 0,0-6 1 0,7 1 1 0,-7 1 5 0,0-1 3 15,9-1 6-15,-4-5 0 0,-5 7 3 16,6-2 2-16,1-3 3 0,-2 4 4 0,4-1 4 0,-4-5 8 0,8 7 9 0,-8-8 7 0,3 3 7 0,5 3 8 0,0-3 9 15,1 0 5-15,-7 3 7 0,4-5 3 16,2 5 5-16,2-3 2 0,-3 3 4 0,0 3-1 0,2-9 2 0,-1 7-4 0,0-1-8 0,-5-3-3 0,-3 3-7 0,3 2-6 16,-3-1-6-16,0-6-5 0,4 5-3 0,-9 2-5 0,7-2-2 0,-7 0 1 15,0-2-3-15,0 2-1 0,-7 0-1 0,7 1-1 0,-9 1 2 0,9-8-1 32,-5 7 3-32,0 1-3 0,-3-2-1 0,-5-5-2 0,5 7 1 0,-3-2-2 0,-2-5-2 15,0 8 0-15,0-8-4 0,-8 1-4 0,8-1-1 0,-5 2-6 0,4-1-7 16,-4-1-8-16,2-4-10 0,-2 5-12 0,4-5-11 0,-4 0-13 0,4 0-12 15,-5 0-16-15,7 0-19 0,-8 0-20 0,6-5-19 0,1 5-28 0,0-4-26 16,2-1-24-16,-5 5-22 0,11-6-37 0,-8 2-38 0,8-1-46 0,-4 5-51 0,2-4-32 16,2-8-21-16,5 8 9 0,-6-1 19 0,6-4 31 0,0-1 32 0,0 1 39 15,0-2 40-15,0-2 42 0,0-8 39 0,6 6 49 0,-1-4 51 0,2-5 57 0,2-1 64 16</inkml:trace>
  <inkml:trace contextRef="#ctx0" brushRef="#br0" timeOffset="2364.32">26773 836 0 0,'8'-4'4'0,"-3"-1"113"0,3-4 68 0,-3 3 44 0,2 0 32 0,-7-3 28 0,7 0 21 0,-2 3 26 0,-5-3 22 0,8 5 27 0,-8-8 29 0,0 8 28 0,0-1 29 0,0 5-74 0,0-5-131 0,0 5-68 16,0 0-32-16,0 0-18 0,0-4-7 0,0 4-7 0,0 0-10 0,0 0-11 0,0 0-10 15,0 0-16-15,0 4-14 0,0-4-15 0,-8 5-16 0,8 0-14 0,0-1-14 16,-5 2-9-16,5 0-7 0,0 3-6 0,0-5 1 0,-7 5 1 0,7-3 3 0,0 3 0 16,0-3 3-16,0 4 0 0,7-5 0 0,-7 4 0 0,0-5-1 0,0 7-1 15,5-7 0-15,-5 1 0 0,0 5 1 0,8-4-1 0,-8-1 4 0,7-1 1 16,-7 2 2-16,5-6 1 0,4 3 3 0,-9 3 1 0,5-2 6 0,0-4 3 15,3 5 7-15,-3-5 2 0,3 0 4 0,5 0 2 0,-7 0 2 0,7 0 2 16,0-5 0-16,1 5 0 0,-2-4-1 0,1-2 0 0,6 3 0 0,-3-3-2 0,2 2-2 16,-4-7-3-16,4 8-4 0,-5-9-2 0,5 8 2 0,-4-7 1 15,1 3 4-15,-10-2 2 0,9 0 6 0,-9 4 0 0,10-9 2 0,-9 6 3 0,-6 0 1 0,6-1 2 16,-6 0 0-16,0 0 3 0,0 0 0 0,0 1-2 0,-6 0-4 0,6-1-5 16,-6-1-5-16,-9 1-8 0,10 5-5 0,-9-3-5 0,9 3-3 0,-10-1-5 15,1 3-5-15,4-4-4 0,-11 2-4 0,8 5-5 0,-1 0-4 0,2 0-3 16,-8 0-2-16,8 0-1 0,-2 5-1 0,1 2 1 0,1 2-1 0,5-4 4 15,-6 3-1-15,1 7 3 0,4-4 0 0,-5-1 1 0,-1 4 2 0,9 0-2 0,-8-4 0 16,8 6 4-16,-4-3 0 0,4-4 0 0,-2 6 2 0,-1 1 0 0,3-2-1 16,5-4-1-16,-7 4-1 0,7-4 1 0,-7 5-4 0,7-6 1 0,0 6-1 15,0-5-1-15,0 5 0 0,0-6 3 0,7 6-2 0,0-6 1 0,-7 7 3 0,5-5 0 16,3 2 3-16,-1-4 1 0,7 3 3 0,-9-3 2 0,8 0 4 0,0 1 0 16,0-1 5-16,6 2-1 0,-6-1 3 0,1-5-1 0,6 5 3 0,-1-6 1 15,-7 1-2-15,8-1 0 0,1 1 0 0,-9 1-4 0,7-2-7 0,-1 1-13 0,-4 1-12 16,6-6-20-16,-6 0-22 0,-1 4-22 0,0-4-29 0,5 0-36 0,-4 0-36 15,-1 0-65-15,0 0-78 0,-5-4-91 0,3 4-89 0,2 0-33 0,2-6-1 0,-4 1 14 16,2 1 28-16,0-2 33 0,1 1 38 0,-1-4 42 0,0-1 46 0,0 1 49 16,0-1 53-16,0-1 68 0,0-2 72 0</inkml:trace>
  <inkml:trace contextRef="#ctx0" brushRef="#br0" timeOffset="2941.19">27808 894 65 0,'7'-3'139'0,"1"3"44"0,4-10 34 0,-5 5 29 0,-2-1 28 0,11-4 23 0,-16 5 20 0,5 1 23 0,1-7 22 0,1 7 21 0,-2 0 19 0,4-6-55 0,-4 6-100 15,2-2-56-15,-1 0-32 0,-6 6-15 16,0-4-7-16,6-1-6 0,-6 5-2 0,0 0-3 0,0 0-1 0,0-6-6 0,0 6-7 0,0 0-5 0,0 0-5 0,0 0-8 16,0 0-5-16,0-3-9 0,0 3-8 0,-6 0-11 0,6 0-7 0,-6 0-9 15,6-6-7-15,-7 6-6 0,2 0-7 0,5 0-7 0,-9 0-2 0,4 0-5 16,-2 0-4-16,1 0-3 0,1 0-3 16,-3 0-4-16,0 0-1 0,3 0-1 0,-8 6-5 0,7-6-1 0,-2 3-1 0,-4 3 1 15,6-1-1-15,-2-1 1 0,-5 2 4 0,8 0-1 0,-9-2-1 0,9 6 1 16,-10-6 0-16,9 6 1 0,-7-1 0 0,8-4 0 0,-3 5 1 0,0 1 0 0,-3-1 0 15,4-1 0-15,2 0 0 0,-4 1-2 0,4 1 1 0,-2 2-1 0,7-3 0 0,-6 0 1 16,6 6 0-16,-8-7-1 0,8 4 0 0,0-2 1 0,-6 5-2 0,6-7-2 16,0 0 0-16,6 6 0 0,-6-6-1 0,0 7-1 0,8-7 1 0,-8 1-1 0,6-1 1 0,1 2 1 15,-2-2-1-15,4-3 3 0,-4 4 0 0,2-7 2 16,4 7 2-16,-3-5 4 0,5 1 5 0,0-3 5 0,1-3 13 0,-2 6 8 0,7-6 10 0,-6 0 10 16,1 0 5-16,6-6 11 0,-8 3 10 0,8-3 7 15,-7 1 4-15,5-5 4 0,-4 7-1 0,5-7 2 0,-4-1-2 0,-3 1-3 0,0 1-7 0,3 0-6 0,-10-6-11 16,2 5-4-16,5-5-7 0,-12 6-10 0,8-6-9 0,-2 0-7 15,-6 0-5-15,0 2-2 0,0-2-3 16,0-6-5-16,0 6-2 0,-6 2-2 0,6-8-5 0,-8 6-7 0,3 2-6 0,-2-1-8 16,-5-2-10-16,5 5-6 0,-6-2-9 0,6 4-7 0,-5-3-12 0,-3 3-12 0,9 3-16 0,-7 3-16 0,8-3-14 0,-9 2-18 15,1-1-16-15,8 5-18 16,-11 0-18-16,11 0-16 0,-8 5-17 0,7-1-41 0,-9 2-49 0,10-3-69 0,-1 3-74 0,-7 3-23 0,5 3 5 0,3-3 17 16,-3 0 29-16,-3 1 27 0,4-1 34 0,-1 3 36 15,2-3 37-15,-1 0 40 0,1 0 42 0,1-3 54 0,5 3 60 16</inkml:trace>
  <inkml:trace contextRef="#ctx0" brushRef="#br0" timeOffset="3321.19">28179 867 0 0,'15'-7'7'0,"-9"2"118"0,2 1 68 0,-3-1 45 0,0-1 34 0,4 2 28 0,-4 0 26 0,2-1 28 0,-7 0 23 0,6 1 23 0,-6-2 22 0,0 0 18 0,7 6 13 0,-7 0-91 0,0-4-150 0,0 4-72 0,7 4-34 0,-7-4-14 0,0 6-8 16,0 0-7-16,0 3-5 0,0-4-7 0,7 3-13 0,-7 7-7 0,0-3-7 15,0 2-1 1,0-1-3-16,0 2 0 0,0 1-2 0,0-2-5 0,0 5-7 0,0-4-6 0,0 6-3 0,0-8-3 16,0 8-1-16,0-6-3 0,0-2-2 0,0 7-1 0,0-5 2 0,0-1-2 0,0-5-2 0,0 6 0 15,0-4-3-15,5 2 2 16,-5-3-2-16,0-5-1 0,0 4 2 0,0 3-2 0,8-9 1 0,-8 3 1 0,0 0 2 16,0-2 1-16,0-4 3 0,0 0 3 0,0 0 5 0,0 0 2 0,0 0 6 15,0 0 2-15,0 0 5 0,0 0 2 0,0 0 0 0,0 0 1 0,0 0 0 16,0 0 0-16,0-4 1 0,0-2 1 0,0 0 1 0,-8-3 0 0,8 3 5 0,0-3 2 15,-5-6 2-15,-2 6 0 0,7-6-2 0,-7 0-2 0,7 2 1 0,-7-8-1 16,1-3 2-16,6 5 2 0,-7-6-1 0,2 1-1 0,-4-6-1 0,4 6-6 16,5-6-8-16,-5 2-4 0,-3-8-7 0,8 8-1 0,-6-6-4 0,6 4 1 0,0 2-2 15,0-8-2-15,0 12 0 0,0-6-1 0,0 8-3 0,0-5 0 0,0 9-2 16,0-1 1-16,0-2-1 0,0 8-3 0,0 1-2 0,6-2-2 0,-6 4-3 16,8 5-2-16,-3-4-1 0,-5 5-3 0,5-2 1 0,4 2-2 0,-4-2-2 15,8 1-10-15,-6 5-12 0,0 0-23 0,5-4-25 0,-4 4-33 0,5 0-35 0,-7 4-53 16,6-4-64-16,-3 5-84 0,-4 5-93 0,1-4-42 0,1 3-14 0,-2-5 3 15,3 11 13-15,-8-4 26 0,0-1 31 0,0 4 40 0,0-1 44 0,-8-1 50 0,-4 3 52 16,6-2 62-16,-8 2 66 0</inkml:trace>
  <inkml:trace contextRef="#ctx0" brushRef="#br0" timeOffset="3511.99">28068 836 0 0,'-5'10'4'0,"-1"-5"114"16,6-1 70-16,-7 1 44 0,7 2 32 0,-5-4 24 0,5-3 20 0,0 0 22 15,0 0 25-15,0 0 25 0,0 0 28 0,0 0 27 0,5 0 25 0,2-3-78 0,-7 3-139 16,6 0-74-16,-6-7-41 0,5 7-21 0,4-5-6 0,-2 5-7 0,-2-4 1 15,3 4-9-15,-3-5-10 0,1 5-14 0,7 0-15 0,-6-6-16 0,7 6-14 0,-8 0-23 16,6 0-29-16,2 0-35 0,-1 0-40 0,0 0-77 0,0 0-93 16,1 0-76-16,-2 0-67 0,1 0-25 0,1 0-4 0,-1 0 7 15,0 0 14-15,5 0 17 0,-4 0 21 0,-1 0 36 0,8-4 38 0,-10 0 50 0,10-1 54 16,-3 5 75-16,3-5 82 0</inkml:trace>
  <inkml:trace contextRef="#ctx0" brushRef="#br0" timeOffset="4097.14">29367 930 0 0,'5'4'3'0,"-5"-4"110"0,7 0 62 0,-7 0 42 15,6-4 27-15,-1 4 21 0,-5-5 17 16,9-5 25-16,3 4 26 0,-4 1 29 0,-3-5 26 0,1 7 26 0,-6-3 23 0,0-3-74 0,0 3-131 0,0 3-60 0,0-4-26 16,-6-2-4-16,6 4 5 0,-5-1 7 0,5 2 9 0,-8 0 0 0,8-1-10 15,-5 0-9-15,5 5-8 0,-7-4-11 0,7 4-7 16,0 0-12-16,-9-6-10 0,9 6-16 0,0 0-16 0,0 0-12 0,0 0-9 15,0 6-6-15,0-6-6 0,0 4-7 0,-5 1-4 0,5 0-7 0,0-1-3 0,0 6-2 0,0-1-3 16,-6 3 0-16,6-3 1 0,0 6 5 0,-7 3 4 0,7-2 1 16,-5-2 1-16,5 5-5 0,-9 2-1 0,9 1-4 0,0-1-4 15,-5 0-3-15,5-3-1 0,0 7-3 0,0-6-1 0,0 1-3 0,0-5-3 0,0 4-9 16,0-1-7-16,0 3-5 0,5-6-6 0,-5-2-4 0,0 8-4 0,0-12 0 16,9 6-1-16,-9-5 0 0,0-1-3 0,0 2 0 0,0-1 3 0,5-6 0 15,-5 1 8-15,0-1 7 0,0-4 12 0,0 0 11 0,0 0 10 0,0 0 9 0,0 0 12 0,0 0 6 0,0 0 7 0,0 0 3 16,0 0 2-16,0 0 3 15,0-4-2-15,0-1 1 0,0 1-2 0,0-6-1 0,0 4-3 0,-5-8-4 0,5 4-8 0,0-5-4 0,-9 0-9 0,9-4-5 16,-5 5-4-16,5-11-2 0,-7 5-1 0,7-3 0 0,-6-3 0 0,1 3 0 0,-3-7-2 16,8 6-2-16,-8-6-1 0,8 2-1 15,-5-2 1-15,5 0-2 0,-6 2 2 0,6 4-1 0,0-7 1 16,0 7-4-16,0 0-1 0,0 5-2 0,0-7 2 0,0 7-1 0,0 0-1 16,0-2 2-16,0 8-3 0,6-1 0 0,-6-7-1 0,5 11-1 0,3-4 1 0,-8 4 1 15,8-5 2-15,-3 5 4 0,8 1 5 0,-8 4 1 0,4-5 4 0,3 4 1 16,-1-3 5-16,5 3 5 0,-3 3 4 0,-2-3 3 0,9 6 4 0,-6-4 4 0,4 4 0 15,-4 0 0-15,6 4-1 0,-6-4-1 0,4 6-2 0,-5-3-2 0,6 9-3 16,-11-9 1-16,4 9-4 0,2-3 0 0,-8 4-2 0,1-2 1 0,-7 5-1 0,0-3 0 0,0 2 1 16,0-1 0-16,-7 2 2 0,1-3 1 0,-2 7 0 15,-5-4 3-15,8-2-2 0,-9 0 2 0,1 6-4 0,0-5 2 0,-5-5-6 0,4 4 0 0,1 2-4 0,-8-7-7 16,8 0-8-16,0 1-10 0,-5-1-11 0,4 3-10 0,1-3-10 16,1-4-10-16,3 5-12 0,-2-7-9 0,4 3-6 0,2-2-12 15,-4 1-8-15,4 1-10 0,-2-2-15 0,7-4-15 0,-6 6-16 0,6-6-29 0,-5 5-31 0,5-5-62 0,0 0-73 16,0 0-56-16,0 0-44 0,0 0-12 0,0 0 7 0,0 0 18 0,0 0 22 0,5 0 28 15,1 0 31-15,1-5 38 0,-2-1 40 16,4 2 48-16,-4-2 53 0,8-3 66 0,-8 0 82 0</inkml:trace>
  <inkml:trace contextRef="#ctx0" brushRef="#br0" timeOffset="4809.49">29985 778 0 0,'6'4'5'0,"1"-4"124"0,-1 0 95 0,1 0 66 0,-7-4 47 0,6 4 36 0,-6-5 30 0,0 1 25 0,7-2 23 0,-7-4 24 0,0 5 22 0,0 0 21 0,0 1 22 0,-7-2-89 15,7 6-147-15,-6-4-104 0,6-1-86 0,-7 1-38 0,1-1-22 0,-1 5-9 0,1-7-7 0,-2 4-4 0,3 3-6 0,-8-6-6 0,6 6-9 0,0 0-6 32,2 0-7-32,-2 0-4 0,-6 0-6 0,6 6-1 0,-5-3-5 0,4 4 2 0,-5-2-1 0,7 4 1 0,-6-5 0 15,3 6 2-15,-3-5 1 0,1 4 2 0,3 3 0 0,-5-3 2 16,-1 4 0-16,1-2 0 0,1-1 1 0,5 5 2 0,-5-2-1 16,-3-2-1-16,3 5 1 0,7-7-1 0,-11 6 1 0,11-6-1 0,-2 6-1 0,1-5-1 0,1-1-1 15,-4 0 0-15,2 1-1 0,7 0-2 0,0 0-3 16,-5 0-2-16,5-5-5 0,5 5-1 0,-5-7-2 0,0 3 0 0,7-1 1 0,-7-1 3 15,9 2 2-15,-4-6 3 0,1 6 7 0,1-6 3 0,-2 3 5 0,4-3 5 16,3 0 8-16,-6 0 7 0,7 0 11 0,0 0 8 0,1-3 8 0,-2 3 4 16,8-6 5-16,-8 0 6 0,9 2 3 0,-3-7 1 0,-4 8 3 0,4-7 2 15,3 1 1-15,-7-3 0 0,6 3-3 0,-8 0-3 0,8-1-4 0,-7-4-3 16,0 4-5-16,0-5-5 0,0 6-3 0,-7-6-3 0,8 6-2 0,-7-3-3 0,-2 3-1 16,3-1-1-16,-3 6-1 0,-5-6 0 0,6 6-5 0,-6 4-3 0,0 0-3 15,0 0-5-15,0 0-3 0,0 0-7 0,0 0-4 0,0 0-9 0,0 0-8 0,0 0-7 16,0 0-8-16,0 0-2 0,-6 0-1 0,6 4-3 0,-5 1 4 0,5 0 2 15,-8-1 1-15,8 6 4 0,-5-1 3 0,5 3 2 0,-7-3 6 0,7 6 2 16,-9-6 4-16,9 0 2 0,0 7 0 0,-5-7-2 0,5 0-1 0,0 6-5 0,0-6 0 16,0-3-2-16,0 4-3 0,0 1-3 0,5-4-1 0,-5-1-2 0,9 3-7 15,-9-3-2-15,7 3-6 0,-2-3-4 0,3 0-5 0,-3 3-8 0,1-5-8 0,2 1-8 16,4-5-7-16,-6 4-8 0,8 1-5 0,-2-5-4 0,-3 0-5 0,1 0-1 16,5 0 1-16,4 0 3 0,-6-5 5 0,0 1 6 0,0-1 9 0,6 1 7 15,-6-5 10-15,6 3 11 0,-4-3 10 0,4-3 7 0,2 3 12 0,-10-4 7 16,1 2 9-16,9-5 5 0,-10 2 8 0,5 0 6 0,-5 0 8 0,2-2 9 0,2-2 11 15,-3 3 14-15,0-6 13 0,-4 6 12 0,5-3 17 0,-7 2 11 16,-1 1 13-16,2 2 9 0,2-2 7 0,-4 5 7 0,-5-4 4 0,7 4 0 0,-7 1-3 16,0-3-5-16,0 3-9 0,0 4-12 0,0-5-13 0,0 5-12 0,-7-3-15 0,7 3-10 15,0 5-9-15,-5-6-9 0,5 3-11 0,-9-4-10 0,2 7-11 0,7 0-7 16,-5 0-7-16,-1 0-6 0,-2 0-6 0,3 7-3 0,-8-4-2 0,6 3-3 16,-5 3-6-16,5-5-4 0,-6 7-6 0,5-2-2 0,-3 0-1 0,3 3 4 15,-5 1 4-15,7-3 3 0,-1 0 6 0,-7 6 1 0,14-7 1 0,-5 4 0 16,-8-2 2-16,13 5-1 0,-5-7-1 0,-4 4 2 0,9-2-2 0,-7-2-2 15,7 7 2-15,0-7-2 0,0 6 0 0,0-6 0 0,0 7 0 0,0-7 1 0,7 6 2 16,-7-6-1-16,9 6 5 0,-4-5 0 0,1 5 2 0,1-6 3 0,-2 6 3 16,9 0 3-16,-7-6 1 0,4 1-1 0,5 4-1 0,-5-4-7 0,2 1-10 0,2-1-13 15,-3-1-12-15,8 0-15 0,-7-3-13 0,5 3-14 0,-4-3-15 0,-1-2-16 16,8 2-20-16,-10-3-18 0,10-3-22 0,-9 0-25 0,7 0-22 0,-6 0-32 16,1 0-33-16,6-3-43 0,-6 3-43 0,-4-6-45 15,4 2-42-15,-1-7-3 0,1 7 12 0,-2-7 23 0,-5 2 29 0,5-1 32 0,-4-5 36 0,-1 0 39 0,-2 2 39 16,3-2 46-16,-2-6 51 0,-6 6 53 0,0-3 68 0</inkml:trace>
  <inkml:trace contextRef="#ctx0" brushRef="#br0" timeOffset="7089.15">30786 544 7 0,'0'-6'74'0,"0"0"40"0,0 3 35 0,0-3 34 0,0 2 33 0,0-1 33 0,0 1 32 0,0-1 34 0,0-2 34 0,0 4 32 0,0-3 30 0,0 1-19 0,0 5-49 0,0-4-28 0,0-2-20 0,0 6-17 0,0-5-16 0,0 5-18 0,0-4-19 0,0 4-17 0,0 0-19 0,0 0-24 16,0 0-24-16,0 0-21 0,0-5-22 0,0 5-21 0,0 0-23 0,0 0-17 15,0 0-19-15,0 0-7 0,0 0-5 0,5 5-1 0,-5-1-3 0,0-4 0 16,8 11-4-16,-8-7 2 0,5 7 4 0,-5-1 2 0,7 4 4 0,0-1 7 0,-7 2 6 16,7 6 5-16,-1 3 4 0,-6-4-2 0,7 4-6 0,-7 0-3 15,6 0-6-15,-6 0-4 0,7 1-2 0,-7-1-16 0,6-3-20 0,-6 3-23 0,7-4-27 16,-7-2-35-16,6 9-38 0,2-13-48 0,-8 5-49 0,0 0-85 0,5 1-94 15,-5-6-57-15,8 0-36 0,-8 2-5 0,5-1 10 0,-5-6 27 0,5 0 35 0,-5 3 39 16,0-3 41-16,9-3 49 0,-9-6 52 0,0 0 56 0,5 0 57 0,2 0 74 0,1 0 81 16</inkml:trace>
  <inkml:trace contextRef="#ctx0" brushRef="#br0" timeOffset="7946.83">31046 900 0 0,'0'-9'19'0,"6"-6"110"0,-6 6 64 0,8-3 49 0,-8 3 42 0,5-5 33 15,-5 4 32-15,8-6 30 0,-8 1 30 0,7 2 31 0,-2 4 27 0,2-7 19 16,-7 2 11-16,5 4-71 0,2-4-122 0,1-2-63 0,-3 7-35 0,3-2-22 15,-2 3-15-15,-6-3-10 0,5 8-6 0,-5-9-15 16,7 8-12-16,-7-1-14 0,0-1-15 0,0 6-15 0,9 0-17 0,-9 0-14 0,0 0-14 0,0 0-13 16,0 0-9-16,-9 0-8 0,9 6-5 0,-7-6-6 0,7 5-2 0,-5 4-2 0,-1-2 0 15,-7 2 1-15,5-4 2 0,1 3 4 0,-5 7 1 0,0-4 4 0,-1-1 3 16,-1-1 1-16,1 0-1 0,0 1-3 0,0 0-2 0,-1 0-3 0,2 0 0 16,-7-1-4-16,6 0-1 0,-1-3-2 0,1 3-3 0,6-3-1 15,-7 4-4-15,4-5-3 0,-3 0 0 0,5-1-1 0,2 0 3 0,-1 2 0 0,1-1 3 0,-1-1-1 16,1-4 3-16,6 5 1 0,0-5-3 0,0 0-1 0,0 0 0 0,0 0-2 15,0 0 2-15,0 0-3 0,0 0-2 0,0 0-3 0,0 0 1 0,0 0-2 16,6 0 0-16,1 0 2 0,-7 0 0 0,6 0 2 0,1 0 0 0,-1 0 6 0,7 0-1 16,0 0 4-16,-8 0 5 0,9 0 1 0,1 7 6 0,4-7 2 0,-6 3 0 15,0 3 1-15,-2-6 0 0,5 5-2 0,-4 5 1 0,-1-7-1 0,5 3-1 0,-5 3 2 16,2 1-2-16,2 1 1 0,-3-2 2 0,-7 1-2 0,10 4 2 0,-10-4 1 16,9 5-1-16,-9-2-1 0,2 2-1 0,7-3-9 0,-8 3-5 0,1-2-11 15,-2 1-9-15,4-4-10 0,-2 1-10 0,-2 3-7 0,1-5-9 0,1-4-6 16,-1 5-5-16,2 1-5 0,-3-7-1 0,2 2-3 0,-1-3 3 0,0 3 6 0,2-2 5 15,-1-4 10-15,-2 5 11 0,2-5 8 0,5 0 10 0,-4 0 8 0,-1 0 7 16,-1-5 10-16,7 5 3 0,-8-4 6 0,3-2 3 0,5 3 4 0,-7-3 0 0,-1 2 4 16,11-7 4-16,-11 1 4 15,3 5 9-15,-3-4 5 0,0-1 7 0,4 1 5 0,-4-1 4 0,2-1 7 0,-7-2 7 0,6 4 4 0,2-6 5 0,-8-1 3 16,6 2 2-16,-6-1 1 0,7-1 3 0,-7-2-1 0,5 3-2 0,-5 0 0 0,0-4-3 16,0 4-1-16,0 0-3 0,0 0-5 0,0 0-4 0,0 2-6 15,0-2-1-15,0 0-3 0,-5 6 1 0,5-1-2 16,0 1-3-16,0-3-4 0,-7 3-5 0,7 0-5 0,0 3-4 0,-6 2-4 0,6-5-2 0,-8 4-3 0,8 5-2 0,0-7-8 15,-6 7-7-15,6-3-6 0,-7 3-6 0,7 0-5 16,-5 3-3-16,-4-3-2 0,4 7-2 0,0-2-3 0,-3 4-1 0,3-5-4 0,-3 6-1 0,0 0 0 16,3 0-1-16,-1 0 4 0,-7 5 1 0,13-6 5 0,-8 6 2 0,3-5 4 0,-2 4-1 15,1-4 2-15,6 4 2 0,-6 2 0 0,-1-7 1 0,7 6 2 0,0-6 0 16,0 7 1-16,-8-2-1 0,8 0 0 0,0-4 3 0,0 6-1 16,8-1 1-16,-8-2 1 0,0-4 1 0,7 6 1 0,-1-3 3 0,0 1 2 0,-6 1 1 0,12-4 2 15,-4 5 1-15,-2-5 3 0,7-1 2 0,0 6 3 0,0-4 1 0,0-1-2 0,1-1 1 16,4-5 2-16,-4 7-1 0,5-8 3 0,1 3 0 0,1 0 0 0,-3-3-1 0,3-3 0 15,-2 0-1-15,-1 0 0 0,8 0 0 0,-5-3-1 0,-3 3 0 16,2-6 2-16,1-3 1 0,-3 3 1 0,-5-3 5 0,7 3 0 0,-8-7 2 0,3 2 4 16,-3-4 1-1,0 2 1-15,3-2 0 0,-9-6 1 0,7 2 3 0,-8 1-2 0,3-9 2 0,-2 5-3 0,-6-8-3 0,7 0-3 0,-7 2-5 0,0-3-1 16,0-2-2-16,0-3 0 0,0 8 1 0,0-6 0 0,-7-1 1 0,7 7-3 16,-6-2-1-16,-2 2 0 0,3 1 1 15,5 9 2-15,-7-1 3 0,1-2 4 0,6 8 4 0,-6 1-2 0,-1 3-1 0,7 0-6 0,-8 3-9 0,3 1-7 0,5 5-6 0,-7 0-5 16,7 0-1-16,-7 5-2 0,2 1-2 0,-3 3-3 0,1 0-4 0,1 3-1 15,-7 7-3-15,8-4-1 0,-3 9-1 0,0-5 2 0,3 11 7 0,-1-6 4 16,1 1 8-16,-2 3 3 0,7 7 3 0,-9-7 1 0,9 3-1 0,-5-1 1 16,5-2 2-16,0 2 0 0,0-2-2 0,0-2 1 15,5 2 1-15,-5-3-2 0,9 4 1 0,-9-4 1 0,7-1-1 0,-2 1-3 16,1-6-7-16,-1 1-10 0,3-1-13 0,0 0-20 0,-3-5-21 0,2 7-22 0,5-6-20 16,-12-6-28-16,7 6-23 0,1-5-35 0,-3-1-35 0,2-3-46 0,0 3-48 0,-7-5-82 0,5 2-93 0,3-1-43 15,-8-5-23-15,0 0 12 0,7 0 26 0,-1 0 32 0,-6-5 39 16,0-1 40-16,0 2 42 15,0-5 48-15,0-6 51 0,0 0 55 0,0 0 59 0,-6 2 75 0,6-2 83 0</inkml:trace>
  <inkml:trace contextRef="#ctx0" brushRef="#br0" timeOffset="8111.19">31679 998 0 0,'-14'-10'7'0,"1"1"125"0,-1 3 79 0,2-9 63 0,-2 6 52 0,1-1 51 0,1 1 48 0,5-2 47 0,0 1 45 0,1 1 40 0,-1 0 38 0,2 3 36 0,5-3 35 0,0 9-79 0,0 0-147 16,0 0-84-16,0 0-50 0,0-6-36 0,0 6-27 0,0 0-26 0,0-3-30 15,0 3-29-15,0 0-28 0,5 0-25 0,-5 0-103 0,0-7-2 0,7 7 0 16,-7 0 0-16,6 0 0 0,1 0 0 0,7 0 0 0,-9 7 0 0,8-7 0 15,1 3 0-15,-2 3 0 0,2-6-1 0,-1 9-112 0,1-3-32 0,4 3-33 0,-5 0-50 16,0-3-56-16,0 9-132 0,-7-6-169 0,9 1-67 0,-3 4-24 0,0-4 6 16,-4 0 19-16,5 1 32 0,-7-4 43 0,1-1 45 0,-2-1 51 0,9-1 59 0,-7-4 59 15,-1 0 72-15,-1-4 75 0</inkml:trace>
  <inkml:trace contextRef="#ctx0" brushRef="#br0" timeOffset="10624.45">24084 2322 63 0,'0'-7'145'0,"0"-2"47"0,6 4 36 0,-6-5 34 0,0 1 33 0,0 5 32 0,-6-7 35 0,6 1 28 0,0 5 32 0,0-4 31 0,0 3 29 0,0 2-52 0,-5 0-100 0,5-1-66 0,0 5-49 0,0-6-27 16,0 6-17-16,0 0-19 0,0 0-20 0,0 0-21 0,0 0-23 0,0 0-21 15,0 0-23-15,0 0-20 0,0 0-15 0,0 0-8 0,0 6-2 0,-7-1 4 16,7-1 4-16,0 6 4 0,-9-1 2 0,9 6 0 0,-5 0 4 0,5 0 1 0,-7 3 6 16,1-2 4-16,1 2 2 0,5 3 4 0,-8 3 3 0,0-9-5 0,3 10-4 15,-1-6-8-15,-2 1-9 0,8-1-5 0,-5 5-2 0,-3-3-3 0,1-2 0 16,2 5 0-16,-2-3-1 0,7-3 1 0,-7 1 2 0,2 2-2 0,5-8-1 0,-8 7 0 15,8-4-1-15,0-7 1 0,-5 6-1 0,5-6-1 0,0 0 4 0,0-3-1 16,0 4-1-16,-8-6 1 0,8 1 0 0,0 0 2 0,0-1 2 0,0-4 2 16,0 0 4-16,0 6 2 0,0-6 7 0,0 0 2 0,0 0 6 0,0 0 5 15,0 0 6-15,0 0 4 0,0 0 2 0,0 0 1 0,0-6 2 0,0 2 3 0,0-1-3 16,0-4 2-16,0-1 0 0,0 1-3 0,0-6-1 0,0 0-2 16,0 0-4-16,0-4-6 0,8 4-7 0,-8-9-4 0,0 3-3 0,5-1 0 0,-5-5 0 0,0 3 0 15,8-1-4-15,-8 1 0 0,5-4-6 0,2-2-4 0,0 5-4 0,-7-2 0 16,5-4-2-16,2 7 1 0,1 0 1 0,-3-1 3 0,3 1 4 0,-2 4 0 15,-1 1-3-15,-5 3 2 0,8 2-2 0,0 4 2 0,-3-4 1 0,1 10 0 16,1-8-1-16,-7 8 1 0,5-7 1 0,4 8-2 0,-2-3-2 0,-2 6-1 0,1-4-3 16,-1 4-1-16,3 0-2 0,5 0-1 0,-6 0 2 0,5 0-1 0,-4 4 0 15,4 2 0-15,2 3-1 0,-9-4 0 0,8 11-1 0,-5-7 1 0,5 4 0 16,-7 7 1-16,7 1 0 0,-6 2 1 0,4 3-1 0,-2-3 1 0,3 7-2 0,1-6 4 16,-7 6-1-16,2-2 1 0,4 2 2 0,-6 0 0 0,2-2 0 0,5-4 0 15,-8 7-2-15,4-7 2 0,3 1-2 16,-6-1-4-16,1-4-9 0,7-1-13 0,-9 0-12 0,0 2-16 0,3-3-16 0,-2-3-18 0,1 0-22 0,1-1-18 15,-3-4-20-15,-5 0-18 0,6 5-22 0,2-9-24 0,-8 3-22 0,0-5-28 0,5 1-32 16,-5-1-44-16,0-4-50 16,0 0-47-16,0 0-45 0,0 0-3 0,0 6 15 0,0-6 28 0,-5 0 28 0,-3-6 33 0,2 6 35 0,1-4 38 0,-3-1 37 0,1 1 48 15,1-1 47-15,-7-5 57 0,8 4 68 0</inkml:trace>
  <inkml:trace contextRef="#ctx0" brushRef="#br0" timeOffset="10798.11">24084 2677 8 0,'-12'0'112'0,"-2"0"70"0,1 0 51 0,8 0 46 0,-11 0 41 0,11-5 35 0,-9 5 36 0,9-4 31 0,-3 4 27 0,8-5 28 0,-7 1 27 0,7 4-20 0,0 0-47 0,0 0-76 0,0 0-92 16,0 0-56-16,0-6-33 0,0 6-29 0,7-4-27 0,-7-1-20 0,8 5-14 16,-8-6-14-16,5 3-14 0,3 3-10 0,3-6-11 0,-3 0-14 0,0 2-12 0,3-1-15 15,1 1-14-15,-3 4-19 0,3-5-20 0,-1 5-22 0,5 0-28 0,-4 0-34 16,-6 0-35-16,8 0-71 0,-2 0-86 0,2 0-82 0,-1 0-78 0,0-4-28 16,6 4-4-16,-6 0 13 0,0-6 20 0,1 0 33 0,-2 3 37 0,1-3 43 0,6-4 46 15,-6 0 49-15,1 0 53 0,7-3 70 0,-3 1 75 0</inkml:trace>
  <inkml:trace contextRef="#ctx0" brushRef="#br0" timeOffset="10988.61">24890 2301 0 0,'-5'11'17'0,"5"-8"129"0,-5 4 71 0,-3-7 45 0,8 0 36 16,-6 0 34-16,-1 0 37 0,-1-7 35 16,8 4 34-16,-5-3 37 0,5 1 35 0,0 1 32 0,0 4 28 0,0 0-93 0,-6-6-161 0,6 6-75 0,0-4-32 0,0 4-13 15,0-5-9-15,0 5-13 0,0 0-19 0,0 0-19 0,0-4-24 0,0 4-23 16,0 0-25-16,0 0-18 0,0 0-18 0,0 0-21 0,0 0-24 0,0 0-24 15,0 0-26-15,0 0-25 0,0 0-30 0,0 4-30 0,0-4-34 0,6 5-48 0,-6 5-59 16,0-6-96-16,5 1-105 0,-5 4-47 0,0 3-16 0,8-8 11 0,-8 5 22 16,0 0 30-16,7 2 35 0,-7-1 40 0,0 0 43 0,0 1 49 0,0-4 51 15,0 4 62-15,0-2 67 0</inkml:trace>
  <inkml:trace contextRef="#ctx0" brushRef="#br0" timeOffset="11177.44">24938 2635 20 0,'5'3'139'0,"2"3"78"0,-7-6 60 16,6 5 48-16,-6-5 45 15,0 0 45-15,0 0 51 0,0 0 46 0,0 0 44 0,0-5 41 0,0 5 40 0,0 0-25 0,0 0-61 0,0 0-95 0,0-6-118 16,0 6-65 0,0-3-34-16,0 3-25 0,8-6-22 0,-8 6-27 0,0-6-35 0,0 6-26 0,0 0-27 0,0 0-21 0,0-4-22 0,0 4-10 0,0 0-7 15,0 0-12-15,0 0-12 0,0 0-19 0,0 0-20 0,0 0-33 0,0 0-35 0,0 0-33 16,0 0-37-16,0 0-42 0,0 0-46 0,-8 4-94 0,8 2-115 0,0 0-81 16,-6-3-58-16,6 8-14 0,0-7 8 0,-7 2 29 0,2-2 37 0,5 1 48 15,-7-1 50-15,7 1 52 0,-7-5 54 0,7 6 61 0,0-6 61 0,-7 4 85 0,7-4 96 16</inkml:trace>
  <inkml:trace contextRef="#ctx0" brushRef="#br0" timeOffset="11840.19">26018 2546 0 0,'0'-5'21'0,"7"1"52"16,-7-8 28-16,5 9 23 0,3-3 22 0,-2-3 28 0,-6 3 31 0,7-3 31 15,-1 5 25-15,-1-7 27 0,2 7 24 0,2-7-2 0,-9 7-21 0,5-5-21 0,2 3-25 16,-7-3-7-16,6 3-1 0,-6-4-2 0,6 5-5 0,-6-4-14 15,0 3-20-15,0-1-14 0,0 1-11 0,0 1-11 0,0-5-12 0,0 4-10 0,0 2-14 16,0-7-14-16,-6 8-12 0,6-3-13 0,-6 2-14 0,6-1-10 0,-7 1-7 16,2-1-7-16,-4-2-10 0,2 4-8 0,2-3-6 0,-1 1-7 0,-1 5-3 0,1-4-5 15,-7 4-1-15,6-6-3 0,1 6 0 0,-7-4-2 0,5 4-3 0,-3 0 0 16,3 0-2-16,-5 0 0 0,6 0-2 0,1 0-1 0,-7 4 1 0,8-4-1 16,-9 6 1-16,7-6-2 0,1 4-2 0,-6 1-2 0,3 4 0 0,-3-2-3 15,6-2-1-15,1 4-2 0,-4 1 2 0,-3-1-1 0,6 0 2 0,-2 3-3 16,3 3 1-16,-8-8-2 0,6 8 1 0,0 0 0 0,2 0 1 0,-3 0-1 0,8 0 1 15,-7 4 1-15,7-4 1 0,-5 0 0 0,5 0-1 0,-8 4 0 0,8-5-2 0,0 2 3 16,0-1-1-16,8-2 2 0,-8 2-1 0,0 0 3 0,5-6-1 0,2 6 1 16,-7-6 3-16,8 1 0 0,-3 5 3 0,2-6 1 0,0 1 3 0,-2-5 0 15,3 5 5-15,-3-5 5 0,9 4 4 0,-9-3 11 0,11 0 8 0,-11-2 9 16,8-4 10-16,-8 4 7 0,11-4 10 0,-5 0 8 0,2-4 7 0,0 4 9 16,0-4 7-16,0-2 8 0,0-3 0 0,1-2 1 0,-1 7-3 0,0-11-2 0,0 6-7 15,0-7-2-15,-7 1-7 0,7 1-4 0,-1-5-7 0,2 4-7 0,-1-4-5 16,-7-2-6-16,9 2-7 0,-10-1-6 0,9 1-4 0,-9-1-3 0,3 1-5 15,4 0-4-15,-5-1-5 0,0 1-3 0,-1-2 0 0,1 6-3 0,-7-3-2 0,6 2-1 16,-6 7-3-16,7 0-1 0,-7-1 0 0,0 1-3 0,0 4 0 0,6-2-2 16,-6 7-1-16,0-3-6 0,0 3-3 0,0 0-7 0,0 0-5 0,0 0-1 15,0 0-4-15,0 3 1 0,0 4-1 0,0-2-3 0,0-1 2 0,0 5 0 16,5 0 3-16,-5 2 1 0,0 5 3 0,0-1 5 0,8-2 4 0,-8 1 6 0,0 2 2 16,8 3 2-16,-8-5 2 0,5 2-2 0,-5-1 0 0,8-2-10 0,-3 1-8 15,0 2-15-15,4-1-15 0,-9-6-19 0,5 6-18 0,2-6-23 0,-1 3-21 16,8-3-27-16,-7 4-27 0,-2-1-28 0,3-3-31 0,5 0-48 0,-7-3-57 0,-1 3-67 15,2 0-70-15,7-3-31 0,-9 3-5 0,3-3 15 0,-3-2 28 0,3 2 32 16,0-6 38-16,-3 3 39 0,1-3 41 0,2 0 44 0,-8 0 46 0,5-3 55 0,-5 3 60 16</inkml:trace>
  <inkml:trace contextRef="#ctx0" brushRef="#br0" timeOffset="12250.33">26343 2605 95 0,'-7'-10'167'0,"2"1"48"0,-1-3 42 0,-1 3 38 16,7-6 40-16,-6 6 34 0,-2-7 35 0,8 7 28 0,-5-6 28 0,5 6 25 0,-7-6 25 0,7 0-68 0,0 6-120 0,0-1-67 0,0-5-36 0,0 5-24 0,0-4-15 0,0 4-18 0,0 1-16 0,0 0-15 15,7-7-12-15,-7 5-8 0,5 2-7 0,-5 0-8 0,8 0-7 0,-2-1-8 0,-6-1-8 16,7 7-6-16,-1-6-6 0,-1 5-4 0,2-4-6 0,2 3-6 16,-4 2-4-16,8 4-3 0,-8-6-5 0,11 6-4 0,-11-5-4 0,9 5-1 0,-1 5-4 15,-1-5 1-15,0 6-5 0,3-2-1 0,-3 2-2 0,0-1-6 0,9 4 1 16,-8 1-2-16,1-6-3 0,4 10-1 0,-5-2-2 0,0-3 0 0,6 4-1 16,-4 2 0-16,-4 1 0 0,2-2-1 0,2 1 0 0,-3 4-1 0,0-4 1 0,-4 4-1 15,5-4-1-15,-7 6 2 0,-1-8-1 0,3 1 2 0,-8 2-1 0,8-1-1 16,-3-1 2-16,-5 2-1 0,0-1 1 0,0-6 0 0,0 0 2 0,0 1 0 15,0-1 1-15,0 2 2 0,-5-1-2 0,5-6 3 0,-8 1 1 0,0-1 2 16,8 1 2-16,-5 1 0 0,-1-2 0 0,-1 1 3 16,1-5 0-16,6 6-2 0,-8-6 3 0,3 0 0 0,-2 0-1 0,1 0 2 0,0 0 0 0,-1 0-2 0,-1-6 1 15,3 1-1-15,5 5-2 0,-14-4 3 0,9-7 0 0,-2 7 3 0,7-1 3 16,-8-5 1-16,2 1 3 0,0 0 0 0,-1-7 0 0,2 7-1 0,-3-6-2 16,8 0 0-16,-8 0-3 0,8 0-1 0,0-4-5 0,0 4 0 0,0-3-4 0,0-3-4 15,0 2-7-15,0-5-5 0,8 3-3 0,-8 2-2 0,8-5-4 0,-3 3 2 16,2 3-5-16,-1-1 3 0,8-2-1 0,-7 3-2 0,-2 2 2 0,9 2-5 15,-9 4-1-15,10 1-13 0,-9 0-15 0,7 2-19 0,0-2-25 0,0 9-25 16,-7-5-30-16,7 5-32 0,0 5-35 0,-5-5-41 0,2 9-43 0,6-2-80 0,-5 2-94 16,-3 0-59-16,5 6-40 0,-1-6 0 0,-5 7 21 0,6-2 34 0,-6-4 39 0,-2 5 43 15,4 0 46-15,-4-6 49 0,0 1 51 0,3-1 54 0,-8 0 57 0,5 3 73 16,-5-3 87-16</inkml:trace>
  <inkml:trace contextRef="#ctx0" brushRef="#br0" timeOffset="12662">26865 2473 0 0,'0'0'3'0,"0"0"113"0,0-6 69 15,0 1 52-15,0 5 45 0,0-9 41 0,-8 5 39 0,8-6 35 0,0 5 36 0,0-4 33 0,0-3 31 0,0 3 31 16,0-1 31-16,0 1-76 0,0 0-135 0,0-3-71 0,8 3-36 0,-8 0-28 16,0-6-20-16,0 6-18 0,5-1-15 0,-5-1-14 0,8 1-15 0,-8 1-12 0,6 0-16 15,1 3-10-15,-1-4-14 0,2 1-10 0,-3 4-14 0,2-1-5 0,-1 2-9 16,1 0-6-16,0-1-7 0,0-1-6 0,6 6-5 0,-8-3-3 16,1 3-5-16,7 3-3 0,-6-3-1 0,7 6-2 0,-8-1-1 0,6-1 1 15,2 6-2-15,-7-1-1 0,6 2-1 0,1 4 1 0,-4-6-1 0,-1 5-1 16,3 7 1-16,1-7 0 0,1-1 0 0,-9 8-2 0,3 0 1 0,5-3-2 15,-13 1 0-15,6 2-1 0,-1-3 1 0,2 3 0 0,-7-2-1 16,0-1-3-16,8-2-2 0,-8 3-5 0,0-5-2 0,0 7-3 0,0-6-1 16,-8-2-2-16,8-1 0 0,0-3 1 0,0 0 2 0,-7 1 0 0,7-5 3 0,-5-1 4 15,5 1 4-15,-6 1 5 0,6-2 6 0,0-4 7 0,-6 5 4 0,-1-5 2 0,7 0 5 0,-8 0 2 16,3-5 2-16,5 5 0 0,-7 0 0 0,0-4-1 0,2-2-3 0,-3 1-1 0,8 1-2 16,-7-5-2-16,2 3 4 0,-4-3 2 15,4 0 5-15,0-3 3 0,5-1 1 0,-8 4 1 0,8-6-2 0,-6-1-3 16,6 2-2-16,0-1 1 0,-7-4-4 0,7 4 0 0,0-4-3 0,0-7-3 0,7 7-6 0,-7 1-6 0,0-3-8 0,6-3-5 0,2 4-6 0,-3 0-1 15,0 2-2-15,4-3 0 0,-4 2-2 0,2 4 2 0,1 0-1 0,-3 0-1 16,9 7-2-16,-9-6-6 16,3 7-11-16,5-2-15 0,-7 4-15 0,-1-1-22 0,10 2-27 15,-9 4-28-15,7 0-27 0,-8 0-35 0,11 4-34 0,-11-4-60 0,8 6-60 16,-7 3-90-16,9-4-96 0,-10 5-32 0,9 1 4 0,-1-3 21 0,-8 3 30 0,9-2 40 16,-9 1 43-16,10 5 44 0,-9-6 48 0,1 1 52 0,-1 1 51 0,-1-8 64 0,3 9 68 0</inkml:trace>
  <inkml:trace contextRef="#ctx0" brushRef="#br0" timeOffset="12868.08">27463 2425 0 0,'0'3'18'0,"8"-3"134"0,-8 0 76 0,0-3 59 0,7-4 49 0,-7 2 48 16,0-4 47-16,5-1 44 0,-5-4 42 0,7-2 41 0,-7 1 35 0,7 6 34 0,-7 0 30 15,5 0-95-15,-5-1-169 0,0 4-90 0,8-3-48 0,-8 3-34 0,0 2-27 16,0 4-28-16,0 0-28 0,5-5-25 0,-5 5-25 0,0 0-19 0,0 5-14 16,8-1-11-16,-8 2-8 0,0-2-10 0,6 7-8 0,-6-1-5 0,7 4-3 15,-7-1-1-15,0 2 0 0,6 6 4 0,-6-2 0 0,0 2 0 0,0-3 1 16,0 1-3-16,0 7-7 0,0-7-11 0,0 5-15 0,0-5-15 0,0 1-15 0,0-1-18 15,0-3-14-15,0 2-27 0,0-3-23 0,0 0-31 0,8-5-31 0,-8-1-37 16,0 2-38-16,0-2-62 0,0 1-70 0,0-4-82 0,0-6-85 0,0 3-26 16,0-3 7-16,0 6 22 0,0-6 32 0,-8 0 39 0,8-6 41 0,-6 3 47 15,-1-3 48-15,1-4 53 0,6 1 55 0,-8-2 68 0,3-2 71 0</inkml:trace>
  <inkml:trace contextRef="#ctx0" brushRef="#br0" timeOffset="13042.27">27423 2257 0 0,'-5'-24'14'0,"5"6"127"0,-6-3 74 0,-1 2 52 0,7-2 42 0,-5 3 38 0,5-1 34 0,0 4 33 15,-9-6 31-15,9 8 29 0,0 2 27 0,0-4 25 0,0 5 26 0,0 1-94 16,0 4-160-16,9-5-84 0,-9 7-43 0,0-3-31 0,0 0-23 0,0 6-25 16,0 0-29-16,0 0-17 0,0 0-15 0,0 0-15 0,5 0-18 0,-5 0-21 0,0 6-27 15,7 0-36-15,-7 3-44 0,6 0-40 0,-6 0-46 0,5 1-77 16,4 5-95-16,-2 0-58 0,-7 4-39 0,5-5-11 0,3 2 4 0,-8 2 14 0,6-3 21 0,-6 1 32 16,5-2 36-16,-5 1 46 0,0-6 48 0,8 1 52 0,-8 1 55 0,7-3 75 0,-2 3 89 15</inkml:trace>
  <inkml:trace contextRef="#ctx0" brushRef="#br0" timeOffset="13375.93">27724 2398 2 0,'7'0'123'0,"-1"-4"93"0,2 1 63 0,-1-3 49 0,-2-3 43 0,1-3 41 0,-6 3 40 15,8 0 40-15,-3-6 38 0,-5 6 34 0,8-1 31 0,-8-5-9 0,5 9-31 0,-5-3-104 16,8 5-144-16,-8-7-75 0,0 7-38 0,6 4-28 0,-6 0-21 0,0 0-26 16,0 0-28-16,0 0-27 0,0 0-21 0,0 0-16 15,0 0-13-15,0 0-13 0,0 10-11 0,0-1-6 0,0-4-8 0,0 5-2 0,5 5 2 0,-5 0 0 0,0-2 5 16,0 2 5-16,7 0 7 0,-7 6 3 0,0-8 5 0,0 8 1 15,8-7-1-15,-8 5-1 0,0-4-1 0,6 0-16 0,-6-2-23 0,0 2-3 16,6 0 5-16,-6-5 4 0,7 5 3 0,-2-6 1 0,-5 0 3 0,8 3 0 0,0-9 2 0,-3 9 3 16,8-8 1-16,-8 1 1 0,9-1 3 0,-7-4 20 0,5 5 24 0,-5-5 8 15,6 0 0-15,-6-5 0 0,5 1 4 16,-4-1 1-16,4 1 5 0,-5-2 3 0,5-3 1 0,-4 3 7 0,5-4-1 0,-7 0 5 16,-1 0 1-16,3-3 0 0,0 1-1 0,-3-2-3 0,2 4-5 0,-1-3-6 0,-1-2-3 0,4 0-7 0,-9-4-3 15,7 5-9-15,-7-7-3 0,0 8-7 16,0-8-5-16,5 0-8 0,-5 8-6 0,0-8-9 0,-5 7-10 0,5 0-15 0,0 0-15 0,0-2-15 0,0 7-18 0,-7-2-20 15,7 7-22-15,0 0-28 0,0-1-26 0,0-1-40 0,0 6-40 0,0 0-61 16,0 0-62-16,0 0-83 0,-9 6-84 0,9-1-24 0,-5-1 3 0,5 0 22 0,0 7 28 16,0-7 38-16,0 7 42 0,0-1 43 15,5-1 48-15,-5-4 53 0,0 5 57 0,9-1 65 0,-9 0 67 0</inkml:trace>
  <inkml:trace contextRef="#ctx0" brushRef="#br0" timeOffset="14028.67">28298 2434 0 0,'0'0'19'0,"5"-6"138"15,2 6 80-15,-7-3 58 0,9-4 42 0,-4-2 35 0,-5-2 32 0,13 4 36 0,0-4 40 16,-5 1 35-16,3 0 35 0,-11-4 30 0,7 4 30 0,-1 1-104 16,-6-3-173-16,0 3-93 0,8 0-55 0,-8-1-27 0,0 1-10 0,0-2-12 0,0 7-7 0,0-7-16 0,0 7-21 15,0-1-18-15,0-1-22 0,-8 2-13 0,8 4-12 0,0-4-13 0,-6 4-8 0,-1 0-9 16,7 0-5-16,-6 0-4 0,1 0-4 0,-3 4-4 0,0-4-1 0,-4 4 0 0,6 2-3 16,1-1 0-16,-11-1-2 0,11 7 3 0,-1-7 2 15,-7 7 2-15,5-2 3 0,-4 1 3 0,5-1 2 0,0 0 0 16,1 3 2-16,-6-3-4 0,3 1-2 0,4 4-2 0,0-4-4 0,-3 0-4 0,2 1-5 0,-1-4-4 0,-1 4-3 0,8 5-2 0,-5-13-2 0,5 8-3 31,-6-1-3-31,6-1-4 0,0 0-2 0,-8-3-2 0,8 4-1 0,0-1 1 0,0-3 4 0,0-3 4 16,0 3 7-16,8-2 5 0,-8 7 4 0,0-8 3 0,6-3 5 15,-6 6 4-15,5 0 6 0,3-6 4 0,-8 4 6 0,7-4 5 0,7 0 8 0,-9 0 4 0,0 0 11 0,9 0 2 0,-7 0 6 0,6-4 5 0,-6-2 3 16,5 0 3 0,1 3 3-16,1-3 1 0,-2 1 3 0,2 1 1 0,4-5-1 0,-2 3 2 0,-5-3-1 0,2-1-5 15,0-1-3-15,0 7-4 0,0-5-7 0,-5 3-3 0,3-3-3 16,-3 3-4-16,-3-4-2 0,2 5-3 0,1 1-3 0,-8-1-4 0,6-1-4 0,-6 6-3 15,0 0-6-15,0-4-6 0,0 4-8 0,0 0-7 0,0 0-7 0,0 0-2 0,0 0 1 0,0 0-2 0,0 4 2 0,0 2 0 32,0 3-1-32,0-4 2 0,0 5 2 0,0 1 1 0,0 3 5 0,0-5 4 15,0 6 8-15,0 0 5 0,0-6 8 0,0 6 2 0,6 0 0 0,-6 0-3 0,0-5-1 16,0-1 1-16,7 6-2 0,-7-6 2 0,5-3 2 0,-5 4 5 0,8-5 5 16,-2-1 9-16,1 1 7 0,-1-1 8 0,-1-4 4 0,-5 6 4 0,16-6 4 0,-11-6 3 15,2 6 6-15,4-4 2 0,5 4 7 0,-11-9 3 0,9 4 4 0,-1 1-1 16,-1-8-3-16,2 3-1 0,-1-1-4 0,0 0 0 0,-2-4 0 0,5 5 4 15,-3-6 0-15,-3 0-1 0,4-4-2 0,-7 4-1 0,6-5-8 0,-7-5-2 16,2 1-6-16,-3 0-6 0,2-1-2 0,-1-3-36 0,-6-2-6 0,0-4 0 16,6 4 0-16,-6-4 0 0,0 5 0 0,-6-2 0 0,6 4 0 0,0-4 0 0,-6 7 0 15,6-1 0-15,-7 1 0 0,7 5 0 0,-5 4 0 0,5 1 0 16,-8-2 0-16,8 7 0 0,-6-1 0 0,6 5 0 0,0 1 0 0,0-1 0 0,0 5 0 16,-7-4 0-16,7 4 0 0,0 4 0 0,-6 1 0 0,6-1 0 15,-7 1 0-15,7 5 0 0,-5-1 0 0,5 7-1 0,-9-2-33 0,4 5 3 0,5 2 4 0,-5-3 6 16,5 7 10-16,0-1 4 0,-8 0 3 0,8 7 2 0,0-1-1 15,0 3 2-15,0-3 2 0,0 4 0 0,0 0 3 0,8 5 1 0,-8-5 1 0,0 0-5 16,5 5-8-16,-5-5-8 0,5-4-15 0,4 4-14 0,-4-1-16 0,2-2-23 16,-1-1-22-16,1 3-31 0,7-9-27 0,-9 5-33 0,8-3-31 0,-7 2-34 15,9-4-35-15,-1-3-60 0,-4 3-67 0,3-5-72 0,1 0-74 0,-1-4-16 0,0 0 9 16,0 0 28-16,1-6 37 0,-2 1 43 0,7-5 44 0,-6 1 47 0,2-6 44 0,4 0 51 16,-6-6 52-16,6 1 64 0,-6-5 72 0</inkml:trace>
  <inkml:trace contextRef="#ctx0" brushRef="#br0" timeOffset="14552.92">29719 2488 23 0,'-7'-5'92'0,"-2"5"38"0,4-6 32 0,-2 2 34 0,1 4 34 0,1-6 28 0,-4 1 29 0,2 1 28 0,-4-1 30 0,4 1 27 0,1-2 30 0,-7-3-32 0,6 3-65 15,1 3-35-15,-8-9-14 0,7 8-13 0,2-7-9 0,-3 7-10 0,2-5-13 0,1 0-8 16,-3 3-6-16,8-4-9 0,-7-1-9 0,1 2-9 0,6 5-7 0,0-5-10 16,0 4-9-16,0-5-11 0,0 4-13 0,0-3-9 0,0 3-12 0,0 2-10 0,0-5-13 0,0 4-10 0,0-1-11 0,0 2-7 15,6-2-9-15,-6 1-10 0,7 1-10 16,-7-1-6-16,8 5-7 0,-8-6-3 0,5 6-3 0,1-4-4 0,2 4-2 15,-8 0-2-15,12 0-1 0,-6 4 0 0,2 2 2 0,5-1-1 0,0-1 2 0,-7 7 0 0,7-1-1 0,-1-1 2 16,2 0 1-16,-1 6 2 16,1 1-1-16,-2-2 1 0,-6 5 1 0,7-4-1 0,0 6 2 0,-6-3-1 0,0 1-1 0,-2 2-1 15,2-3 2-15,1 7-2 0,-3-6 1 0,2 1-1 0,-7-1-1 0,7 1-2 16,-7-1 0-16,0-3-4 0,0-2-1 0,0 2-1 0,0-2 2 0,-7 0-1 16,7-5 1-16,0 2 2 0,-7-7 3 0,7 7 3 0,0-7 3 0,-5 2 4 0,5-3 5 0,-8-3 5 0,8 6 4 0,-7-6 5 15,7 0 1-15,-5 0 1 0,5 0 6 16,-7 0 0-16,7 0 0 0,-7 0 4 0,7-6 2 0,-5 3 2 0,-3-3 5 0,8 6 1 0,-7-10-1 0,7 5 3 15,-6-5 1-15,0 5 2 0,6-4 1 0,0-1-1 16,-5 1-1-16,5-6-2 0,0 0-3 0,0 6-7 0,0-7-4 16,0-3-8-16,5 5-5 0,-5-5-9 0,6-7-2 0,-6 7-7 0,6-6-5 0,1 1-6 15,1-1-4-15,-3 1-6 0,2 0-5 0,0 0-8 0,5 0-9 0,-4 3-14 0,-3 2-17 0,9 0-25 16,-9 4-25-16,3 0-28 0,0 6-31 0,3 3-33 0,1 3-33 0,-3-4-43 0,3 7-45 16,-1 0-94-16,5 0-115 0,3 7-46 0,-6-7-11 0,6 9 16 0,-7-4 28 0,9-1 40 15,-8 6 42-15,6-5 46 0,-6 4 48 0,8-3 50 0,-8 4 51 0,-2-5 58 16,9 4 62-1</inkml:trace>
  <inkml:trace contextRef="#ctx0" brushRef="#br0" timeOffset="15201.42">30388 2413 0 0,'0'0'26'0,"0"0"142"15,0-4 77-15,0-1 56 0,0-1 42 0,0-1 38 0,0-4 35 0,0 1 34 16,-8 0 32-16,8-1 28 0,0-2 25 0,-5 4 23 0,5-3 19 0,0 3-114 16,-6 0-188-16,-1-1-97 0,7 1-48 0,-5-2-27 0,-4 7-17 0,-3-7-18 15,6 7-15-15,1-7-14 0,-11 7-12 0,11 0-15 0,-8 4-7 0,7-5-8 0,-9 5-5 16,10 0-3-16,-9 0-7 0,9 5-3 0,-3-5-2 0,-5 4-2 15,7 0 2-15,-1 7 0 0,1-7 2 0,-1 7-1 0,1-1 1 0,-2-1 0 0,3 0 4 16,0 1 0-16,-3 4 3 0,2 2-2 0,-1-7 2 0,7 0 5 0,-8 6-1 16,3-3-1-16,5 3 1 0,-5-8-2 0,5 4-1 0,0-2 0 0,0 1-3 0,-9 5-1 31,9-5 1-31,0-5 0 0,9 4 3 0,-9 1 1 0,0 1 2 0,0-7 2 16,5 5 2-16,0 1 2 0,-5-5 4 0,8 4 3 0,-1-3 3 0,-1 0 2 15,2 3 7-15,2-5 0 0,-2 2 7 0,5-6 1 0,-7 4 4 0,7 1 2 16,0-5 4-16,0 0 2 0,1 0 3 0,-9 0 2 0,10 0 3 0,-3-5 3 0,0 5 2 15,4-4 2-15,-5-2 2 0,1 2-1 0,-3-1 4 0,3 1-2 0,-6-8 3 16,-1 9-2-16,3-8-3 0,0 7-1 0,-3-5-3 0,1-1-2 0,2-1-5 16,-8 1-3-16,0 1-6 0,5 0-2 0,-5-1-4 0,0-1-1 0,8 1-7 0,-8 1-1 15,0 4-6-15,0-5-4 0,0 10-4 0,0 0-4 0,0-3-6 0,0 3-4 16,0 0-6-16,0 0-8 0,0 0-7 0,0 0-5 0,0 0-3 0,0 0-3 16,0 0 2-16,0 0 1 0,0 3-1 0,0 1 3 0,0 7 0 0,0-2 3 0,0 1 5 15,0 1 4-15,0 3 5 0,7-5 8 0,-7 6 7 0,5 0 4 0,-5-6 2 16,7 6 1-16,-7 0-1 0,7-5-1 0,-2 5 1 0,3-6 0 0,-3 0 1 15,3 3 1-15,3-3 0 0,-4-3 3 0,7-2 2 0,-7 1 5 0,4-1 5 16,5 1 8-16,-5-5 5 0,2 0 6 0,2 0 9 0,-4-5 7 0,10 5 6 0,-8-4 6 16,-2-5 7-16,4 3 3 0,4-3 6 0,-6-3 3 0,0 3 1 0,7-6 2 15,-8 6 0-15,1-7-2 0,1-2-2 0,-2 3-3 0,2-4-5 16,-1-1-5-16,-1-5-5 0,-5 6-6 0,6-5-5 0,-6-6-7 0,-1 6-3 0,1-6-6 16,-7 2-6-16,0-8-24 0,6 7-6 0,-6 0 0 0,0-5 0 0,-6 6 0 15,6-2 0-15,0 6 0 0,-7-1 0 0,1 1 0 0,-1 3 0 0,7 2 0 16,-6 5 0-16,-1-2 0 0,0 7 0 0,7-6 0 0,-7 11 0 0,2-1 0 0,5 1 0 15,-8 4 0-15,8 0-3 0,-5 0-23 0,-1 4-2 0,6 1-3 0,-8 4-2 16,3 1-2-16,-2-1-2 0,-1 7 2 0,2 2 2 0,6 3 2 0,-6 3 3 16,-1 0 4-16,2 5 6 0,5 0 7 0,-7 5 1 0,7 2 2 0,-7-3 3 0,7 2 0 15,0 0 3-15,0-1 1 0,0 3 1 0,0-1 1 0,0-8 1 0,0 2-1 16,7 4 0-16,-7-10-2 0,0 6-4 0,7-5-9 0,-2-7-15 0,-5 9-13 16,7-5-18-16,-1-7-23 0,-6 6-22 0,6-3-29 0,-6-3-31 15,8 1-29-15,-1-3-36 0,-7-2-32 0,5-2-35 0,-5 0-57 0,0-3-61 0,8 4-70 0,-8-10-66 16,0 0-13-16,0 0 12 0,0 0 26 0,0 0 38 0,6-4 41 0,-6-2 43 0,0-3 47 15,0 3 46-15,0-3 49 0,0-6 48 0,0 6 62 0,-6-7 67 0</inkml:trace>
  <inkml:trace contextRef="#ctx0" brushRef="#br0" timeOffset="15357.5">30707 2458 1 0,'-6'-15'100'0,"-7"0"78"0,5 5 58 0,3-4 47 0,-8 1 41 0,7 2 36 0,-1-5 35 0,-1 7 32 0,3-6 30 0,-1 6 28 0,6 0 29 0,-8-1-11 0,8-1-38 0,-5 1-76 0,5 6-103 0,0-1-59 0,0 1-36 0,0-1-25 0,0-1-20 15,0 2-19-15,0 4-21 0,5 0-19 0,-5-6-16 0,0 1-18 16,8 5-14-16,-2-4-13 0,-6 4-16 0,5 0-20 0,10 0-27 0,-9 0-35 0,2 0-33 15,2 0-39-15,4 4-38 0,-7 1-47 0,6 1-53 0,-6-2-88 0,5 2-111 0,1-1-43 16,1-1-11-16,-2 1 6 0,2-1 14 0,-1 2 30 0,-1-6 35 0,2 0 42 16,5 0 48-16,-6 0 50 0,8-6 52 0,-3-3 60 0,-4 5 64 0</inkml:trace>
  <inkml:trace contextRef="#ctx0" brushRef="#br0" timeOffset="15752.84">31131 2273 63 0,'-6'0'181'0,"-2"0"72"0,3 0 53 0,-3 0 40 0,1-6 31 16,2 2 29-16,5 4 32 0,-7-11 27 0,2 7 24 0,-2-1 27 0,7 5 21 0,0-6-51 15,0 6-99-15,0 0-103 0,-8 0-108 0,8 0-55 0,0 0-27 0,0 0-17 16,-5 0-7-16,5 6-10 0,-8-1-12 0,8-5-9 0,-6 4-6 0,6 7-8 16,0-7-4-16,-5 7-8 0,5-7-7 0,0 5-3 0,-8 1-5 0,8 1-1 15,0-1-1-15,-8-1 2 0,8 0 0 16,0 0 1-16,0 2 0 0,0-1-2 0,0 0-3 0,8 1-2 0,-8-8-1 0,0 7 2 0,8-1 0 0,-8 3 4 16,5-9 2-16,1 3 3 0,2 3 3 0,-3-3 4 0,3-2 1 0,-1 1 2 0,5-5-1 15,-7 4 5-15,10-4 3 0,-2 0 3 0,-7 0-1 0,6 0 3 0,2 0-1 16,-1-4-1-16,1-1 3 0,-2 1 1 0,1-2 2 0,1 2 6 0,-2-7 7 0,-6 8 5 15,8-9 5-15,-7 8 1 0,-2-7-1 0,2 4 2 0,0-8-1 0,-2 3 1 16,-5-3 2-16,8 2-3 16,-8 4 3-16,0-6-4 0,0 0-4 0,0 0-7 0,0 0-3 0,-8 0-7 0,8 0 0 0,0 7-4 0,-5-3 2 0,-2 1-1 0,0 1 0 15,2-2-1-15,-2 7-4 0,-1-5-3 0,2 4-6 0,-7 1-4 0,8 4-5 16,-3 0-3-16,-5 0-4 0,2 0-2 0,4 4-4 16,-7 5-1-16,1-4-5 0,-1 5-2 0,2 4-2 0,-2-4-1 0,1 5 1 0,1 4 1 0,0-4 4 15,5 5 0-15,-6-1 1 0,-1 6 2 16,9-7-2-16,-3 3 0 0,0 0 1 0,3-3-6 0,5 1-3 0,-6 2-11 0,6-8-9 0,0 8-12 0,0-6-15 0,0-2-15 15,6 7-20-15,-6-5-21 0,5-1-23 0,3-4-26 0,0 6-30 0,-3-1-32 16,1-6-30-16,7 4-56 0,-5-1-64 0,4-3-66 0,0 0-62 0,3 1-12 0,-2-1 8 16,5-4 26-16,-4 5 30 0,4-5 38 0,-2 1 38 0,2-2 45 0,1-4 42 15,0 0 47-15,8 0 48 0,-7-4 63 0,6-2 68 0</inkml:trace>
  <inkml:trace contextRef="#ctx0" brushRef="#br0" timeOffset="16147.3">31991 2360 0 0,'6'-11'49'0,"-1"2"162"0,3-4 86 0,0-2 63 0,-8 0 49 0,5 0 43 0,3-4 37 0,-8-1 31 0,0 6 28 0,5-7 28 0,-5 7 26 0,5-1 27 0,-5 6 25 0,9-1-132 0,-9 0-219 0,5 5-104 16,-5-4-44-16,0 3-26 0,7 2-14 0,-7 4-15 0,0 0-13 0,0 0-8 15,0 0-8-15,0 0-8 0,0-5-16 0,0 5-11 0,-7 0-9 0,2 0-15 16,5 5-12-16,-9-5-9 0,4 4-12 0,0 2-3 0,-3 3-6 0,-5-4-2 16,5 5 2-16,-3 0-1 0,4-1 3 0,1 6 4 0,-7-6 6 0,6 6 4 15,-7 0 3-15,9 0 3 0,-8 4 2 0,5-4 0 0,-3 0 1 0,4 3 0 0,-1-2 1 16,-4 2-1-16,5-3-1 0,2 1 0 0,-4 2-7 0,2-3-2 0,2 0-4 0,-1 0-5 15,6 0 0-15,-7-6-4 0,7 7-4 0,-6-1-3 0,6-6-2 0,0 0 0 16,0 0 2 0,0 3 0-16,0-8 2 0,6 5 4 0,-6-3 2 0,0-2 4 0,7 1 6 0,-1 0 3 0,-1-5 4 0,2 4 5 0,2-4 5 0,-4 0 4 0,8 0 2 15,-7 0 3 1,9 0-2-16,-4-4 2 0,2-1 1 0,0 0 3 0,1 1 0 0,-1-6 6 0,0 5 1 0,0-5 5 0,0 1 2 0,0-2 3 0,-5 1 3 0,-3 1 2 16,9-6-2-16,-9 0 2 0,-5 6 3 0,7-10 0 0,-7 3-1 0,6 2-3 15,-6-5-3-15,0-2-2 0,0-3-6 0,0 6-4 0,-6-7-8 0,6 6-6 31,-7-2-6-31,2 1-9 0,-4 1-7 0,4 0-12 0,0 4-15 0,-3 1-15 0,-5-2-12 16,5 7-11-16,-3 0-12 0,4 3-14 0,-6 2-17 0,7-1-16 0,-8 1-22 16,2 4-20-16,4-5-25 0,-5 10-21 0,7-5-22 0,1 4-45 0,-2 5-57 0,-1-3-68 15,2 3-67-15,0 0-21 0,-1 7 4 0,2-7 23 0,-4 6 26 0,2-1 32 0,2 2 36 16,5-7 42-16,0 6 40 0,-6 0 44 0,6-5 44 0,0-1 62 0,6 0 67 0</inkml:trace>
  <inkml:trace contextRef="#ctx0" brushRef="#br0" timeOffset="16510.8">32213 2315 0 0,'12'7'40'16,"0"-7"155"-16,3 0 87 0,-3-7 58 0,-5 4 44 0,-2-8 35 0,11 7 33 0,-16-11 32 16,5-10 32-16,1 5 26 0,1 7 28 0,-2 4 19 0,4 2 22 0,3 2-130 15,-6 5-211-15,-1 0-108 0,3 0-54 0,0 0-24 0,-8 5-10 0,5 2-7 16,1-4-9-16,1 3-8 0,-7 3-14 0,6 1-8 0,-6 4-3 0,8-4-5 0,-8 10-1 16,7-6-4-16,-7 12 1 0,0-7-2 0,0-1-3 0,0 9-1 0,0-5-1 0,0 4-3 15,0-3-1-15,0 3 0 0,-7-3 2 0,7 3-2 0,-8-7-4 0,8 5-2 16,0-3-4-16,-6-3-4 0,6 1-1 0,0 2-4 0,0-8-1 0,0-2 0 15,0 4-2-15,0-5 3 0,0-7 0 0,0 7 5 0,0-10 6 0,0 0 8 0,0 0 8 16,0 0 11-16,0 0 12 0,0 0 9 0,0 0 3 0,0 0 4 0,0 0-2 0,-7 0 4 16,7-4 3-16,0-5 5 0,0 3 4 0,-6-9 4 0,6 5 1 0,0-4-2 15,-5 0-5-15,-3 0-6 0,8-2-11 0,-8-2-2 0,8-3-2 0,-5 1 3 16,-1-3 2-16,-1 2 1 0,2-3 0 0,5-6-5 0,-9 2-7 0,4-2-7 0,-2-4-8 16,7 0-19-16,-6-1-3 0,6 1 0 0,-5-4 0 0,5 3 0 0,0 1 0 15,5 0 0-15,-5-1 0 0,0 1 0 0,0 4 0 0,6 8-5 0,-6-5-14 16,7 5-5-16,-7 1-3 0,0 6-3 0,5-4-3 0,4 10-6 0,-9-2-6 0,5 1-10 15,2 1-6-15,-1 3-15 0,-1 6-14 0,3-3-20 0,5 3-24 0,-7 0-24 16,1 0-25-16,7 0-30 0,-7 3-30 0,-2 3-36 0,9-2-32 0,-14 1-69 0,13 5-82 16,-13 1-59-16,7-2-42 0,-1 1 0 0,0 4 19 0,-6-4 31 0,5 5 39 0,-5 0 42 15,0-6 44-15,0 1 46 0,0-1 50 0,-5 3 50 0,5-3 53 16,-6 0 71-16,0 0 85 0</inkml:trace>
  <inkml:trace contextRef="#ctx0" brushRef="#br0" timeOffset="16652.57">32336 2301 0 0,'0'11'47'0,"0"-1"163"0,0-5 90 0,0-5 64 0,0 0 53 0,0 0 38 15,0 0 37-15,0-5 27 0,0-11 31 0,0 1 24 0,0 6 29 0,6 0 22 16,-1 3 24-16,3 2-138 0,-8-2-226 0,13 1-118 0,-7 1-60 0,1-1-35 0,-1-1-19 16,2 2-13-16,-1 4-6 0,4-4-6 0,-3 4-12 0,-3 0-15 0,3 0-21 15,-1 0-33-15,-1 0-34 0,0 0-43 0,-1 4-48 0,2 0-52 0,1 2-54 0,-8-1-109 16,6 4-123-16,-6 1-52 0,7-4-15 0,-7 3 5 0,0 0 16 0,-7 1 29 16,7 1 35-16,-6-1 46 0,-2-1 51 0,8-4 56 0,-12 5 59 0,6-7 65 0,-7 8 68 0</inkml:trace>
  <inkml:trace contextRef="#ctx0" brushRef="#br0" timeOffset="17331.12">30857 3347 6 0,'7'-6'121'0,"-1"3"78"16,2-7 55-16,-8 4 40 0,5 1 33 0,-5-4 28 0,8 5 24 0,-3-2 25 16,-5 1 22-16,0 1 23 0,5-2 20 0,-5 3-24 0,9 3-52 0,-4 0-95 15,-5 0-120-15,7 0-62 0,-7 0-33 0,8 0-16 0,-8 0-10 0,5 3-6 0,2 3-7 16,-7-2-8-16,7 1-6 0,-7 5-6 0,0-1-7 0,5 2-2 0,-5 2-3 15,0 2-4-15,0 0 1 0,0 0-1 0,0 4 0 0,-5 1-1 0,5 5 0 0,-7-6 3 16,7 5-2-16,-7 1 0 0,7-1 0 0,-5 1-3 0,5-1 1 0,0 0-1 16,-8 0-1-16,8 0-2 0,0-3-1 0,0 4 1 0,0-1-4 0,0-5 0 15,0 2-2-15,0-8 0 0,8 7-5 0,-8-4 1 16,0-7-3-16,5 6 0 0,-5-6 1 0,0 0 0 0,7 0 1 0,-7-2 3 0,0-2 3 0,0-5 8 16,0 0 5-16,0 0 6 0,0 0 12 0,0 0 4 0,0 0 9 0,0 0 4 0,0 0 8 15,0 0 6-15,0 0 9 0,0-5 7 0,0-5 6 0,0 4 6 0,0-3-1 16,0 0 2-16,-7-6-2 0,7 6-1 0,0-7-4 0,-5 1-3 0,-3 1-3 0,8-2 0 15,-7-3-3-15,7 1-5 0,-5-3-6 0,-4 2-10 0,9-5-5 0,-5-1-9 16,5-5-4-16,-5 6-7 0,-3-6-9 0,3 2-2 0,5-2-5 0,-8-3-3 16,2 2-5-16,6-2-4 0,-7 3-5 0,7-4 0 0,-6 6-3 0,6-3 0 15,0-2-4-15,0 3 0 0,-7 6 3 0,7-6-2 0,0 7 2 0,0 2-1 0,0 1 3 16,0 1-3-16,7 4-5 0,-7 0 0 0,0 6-6 0,0 5-1 0,6-5-3 16,1 3-3-16,-7 0 0 0,6 2-2 15,2-1 0-15,-3 5-2 0,3-6-1 0,-3 6 1 0,9-3 0 0,-2 3 1 0,1 3 6 0,1-3 3 0,-1 6 1 16,0-1 4-16,-2-1 2 0,10 2 5 0,-8 4 0 0,0-1 4 0,0 0-1 15,1 2 3-15,-1 5 0 0,-1-2 0 0,-5 0-2 0,-2 0 1 0,10 2-1 0,-15 2 3 16,5-3 4-16,-5 6 2 0,0-8 4 0,0 7 2 16,0 0 1-16,0-6 1 0,-5 5-1 0,-3-4 5 0,1 6 0 0,2-8 2 0,-2 2 3 0,-5 0-1 15,4 0 0-15,-5 0-2 0,7-6-7 0,-7 6-12 0,5-5-16 16,3-1-18-16,-8 0-18 0,8 3-18 0,-11-3-16 0,11-5-20 0,-1 7-23 0,-7-2-27 0,5-5-31 16,-4 2-53-16,5-1-60 0,2-1-87 0,-10 2-95 0,10-3-29 0,-4 3 1 15,4-6 20-15,0 6 28 0,-3-6 28 0,3 0 32 16,5 0 36-16,0 0 38 0,0 0 43 0,0 0 47 0,0-6 60 0,0 0 66 0</inkml:trace>
  <inkml:trace contextRef="#ctx0" brushRef="#br0" timeOffset="17819.09">31431 3356 0 0,'13'10'22'0,"-1"-10"137"0,-5 5 72 0,6-5 48 0,-6 0 34 0,-2 0 29 0,4-5 24 0,-4 1 29 0,0-5 32 0,3-3 34 0,-3 3 31 0,-5 5 35 0,8-2 38 0,-8 1-99 0,0 1-165 0,0 4-82 0,0 0-36 0,8-5-14 0,-8 5-3 0,0-4 2 0,-8-2 0 0,8 1-8 0,0 1-16 15,0 4-18-15,0-6-20 0,-8 3-22 0,8 3-21 0,-5-7-21 0,5 2-15 0,-8 1-12 16,8 4-10-16,-5-5-5 16,0-1-5-16,-4 2-8 0,4 4-7 0,-2-5-1 0,1 5-4 0,-8-4-3 0,7 4 3 0,2 0 0 0,-8 0-2 0,-1 0 5 15,7 0 1-15,-7 4 3 16,4 1 2-16,-3-1 1 0,5 2-3 0,-5-1 2 0,0 4 0 0,7-2 0 0,-7 2-1 0,0 0 1 0,7 1 2 0,-9-5-2 0,10 10 0 16,-2-5 0-16,-5-1-1 0,5 0-1 0,-1 1 0 0,2 1-1 0,0-2-1 15,-1 1 0-15,2 5-1 0,5-6 1 0,-8 0-2 0,2 3 1 16,6-3-2-16,0 1-1 0,-7-1 0 0,7-4-1 0,0 5 3 0,7-1 1 0,-7 0-1 0,0-3 4 15,6 0-1-15,-6 3 4 0,8-5 4 0,-8 1 2 0,5 1 4 0,2-2 3 16,-1 1 6-16,8-5 3 0,-7 4 3 0,5-4 5 16,-5 0 6-16,6 0 7 0,0 0 9 0,0 0 7 0,0-4 7 0,0-1 2 0,-2 1 7 0,5-2 4 0,-3-3 3 15,-3 4 3-15,4-5 2 0,-1 4 1 0,1-3 3 0,-2 0 0 0,2-1-3 0,-7-4-5 16,6 4-5-16,1-5-7 0,-9 5-4 0,8-4-6 0,-8-1-5 0,3 5-7 16,0-5-4-16,-3 0-5 0,1 0-3 0,2 6-7 0,-3-6-3 0,2 6-3 15,-7-1-3-15,6 5-1 0,-6-5-2 0,7 7 0 0,-7-4-2 0,0 2 1 16,0 5 1-16,0 0-2 0,0-4-3 0,0 4-5 0,0 0-2 0,0 0-6 15,0 0-4 1,0 0-7-16,0 0-2 0,0 0-1 0,0 4-2 0,0 1 2 0,0 2 1 0,-7-4 0 16,7 7-2-16,0 1 4 0,-6-2 2 0,6 0 3 0,-7 7 6 0,7-1 5 0,-5 3 7 0,5-3 5 0,-8 0 1 0,8 4 1 0,-6-4 0 0,6 4-5 31,0-4-3-31,0 5-9 0,0-7-7 0,0 3-10 0,0-2-16 0,0 1-16 16,6 1-18-16,-6-3-22 0,8-2-24 0,-3-2-24 0,2 0-24 0,-1 1-24 15,-6 1-27-15,7-2-27 0,7-5-33 0,-9 6-51 0,3-10-56 0,-3 5-57 0,3 1-56 16,3-6-5-16,-4 0 12 0,7 0 28 0,-8 0 34 0,6-6 36 0,4 1 38 0,-11 1 41 15,6-2 39-15,5-3 47 0,-4 5 46 0,0-7 59 0,3-4 69 0</inkml:trace>
  <inkml:trace contextRef="#ctx0" brushRef="#br0" timeOffset="18308.49">31841 3493 0 0,'6'-9'1'0,"-1"-6"99"0,-5 0 69 0,7 2 51 0,2-3 42 0,-9 2 40 0,5-5 42 0,-5 4 38 0,7-6 38 0,-1 6 36 0,-6-4 37 16,6 1 33-16,-6 3 31 0,0-6-67 0,0 6-121 0,8 2-68 0,-8-2-34 0,0 0-26 0,0 6-17 0,0-1-16 0,0 1-20 0,0-3-17 0,0 9-18 0,-8-8-17 0,8 7-19 15,0-2-18-15,0 6-17 0,0 0-16 0,0 0-19 0,0-4-11 0,0 4-8 16,-6 4-9-16,0 2-8 0,-1-2-8 0,2 1-8 0,-4 4-8 0,2 3-4 0,-4 1-4 15,4 2 0-15,-7 0 0 0,2 0 4 0,6-2 3 0,-7 7 5 0,0-4 4 16,6 3 3-16,-5-5-2 0,4 5 1 0,-5-4 1 0,7 6-1 0,-6-6 1 16,4-2-1-16,0 7 0 0,3-4-3 0,-1-3 1 0,1 2-1 0,5 0 0 15,-7-6-2-15,7 6 1 0,0 0-1 0,0-6-1 0,0 1 0 0,0 5-1 0,7-5 0 16,-7-1 1-16,5 2 2 0,1-2-1 0,-6 0 2 0,5 1-1 0,11 1 2 16,-11-2-1-16,2-5 2 0,5 6-1 0,3-5 1 0,-3 1 2 0,-5 4 1 0,13-10-1 15,-8 5-3-15,0-1-2 0,9-4-6 0,-10 5-11 0,10-5-8 0,-2 0-16 16,-4 0-12-16,4 0-15 0,-1 0-15 0,-4-5-12 0,6 5-14 0,-7-4-12 15,6-1-13-15,2-5-11 0,-11 4-8 0,4-3-5 0,7-1-2 0,-8 1 4 0,6-2 7 16,-6-4 11-16,-1 2 12 0,7-2 14 0,-6 0 15 0,1-4 15 0,-1-1 12 16,0 1 13-16,0-2 15 0,1-3 15 0,-9 5 15 0,10-5 16 0,-10-1 17 0,2 1 20 15,0 0 15-15,-2-6 17 0,2 5 18 0,-7 1 10 0,0-4 11 0,0 2 14 16,0-2 13-16,0 3 13 0,0 1 11 0,-7-1 8 0,7 6 8 0,-5-2-1 0,5 1-1 16,-7 7-3-16,7-2-7 0,-7 0-11 0,7 6-9 0,0-1-14 0,-5 5-11 0,5 1-18 15,0-1-19-15,0 5-20 0,0 0-21 0,0 0-14 0,0 0-13 0,-8 0-7 16,8 5-8-16,0-1-8 0,-7 1-4 0,7 5-5 0,-5 4-2 0,5-4 1 15,-7 9 3-15,0 1 3 0,2-1 6 0,5 6 6 0,-8-1 9 16,3 0 3-16,-3 7 1 0,2-7 3 0,6 6-1 0,-7-2 2 0,7-4-2 0,-6 1-1 0,-2-1-3 0,8 0-1 16,-5 0-1-16,5-3 0 0,0-2-2 0,0 5 2 0,0-8-2 0,0 2 1 15,0 3-2-15,0-6-1 0,5-2 1 0,-5 2-6 0,0 0-5 0,8 0-14 16,-8-6-16-16,6 1-21 0,-6-1-23 0,0 2-28 0,7-1-28 0,-7-5-25 0,6 4-31 16,-6-5-26-16,8 2-28 0,-8-2-50 0,5 1-59 0,-5-5-80 0,8 6-83 0,-3-6-25 15,2 3 8-15,0-3 25 0,-2 0 35 0,2-3 37 0,6 3 41 0,-6-6 43 16,5 1 44-16,4 1 42 0,-5-2 44 0,-4 2 57 0,12-5 65 0</inkml:trace>
  <inkml:trace contextRef="#ctx0" brushRef="#br0" timeOffset="18623.58">32571 3405 0 0,'5'-13'75'0,"3"1"127"0,-3 3 76 0,-5-6 60 0,7 6 54 0,-7-6 47 0,0 5 44 0,0-4 43 0,0 4 38 0,0-5 36 16,0 5 34-16,0 1 10 0,0-2-6 0,0 7-116 0,0-5-176 0,0 4-96 0,-7 1-49 0,7-8-35 0,0 8-23 0,-5-1-26 0,5 0-23 0,-8 1-18 0,8-2-20 0,-5 6-14 0,-3-4-19 0,8 4-12 15,-6-5-7-15,1 5-6 0,-2 5-4 0,-2-5-5 0,-3 4-3 0,6 2-6 16,1-2-4-16,-11 1 1 0,11 0 2 0,-8 5 1 0,7 0-2 0,-9-1 1 0,10 0 6 15,-7 2 4-15,-3-2 0 0,10 1 2 0,-9 0 2 0,9 5 2 0,-10-6 1 0,9 2-1 16,-1-1-4-16,-4-1-3 0,3 0 2 0,0 1-1 16,3 1-2-16,-1-8 1 0,-1 9 2 0,2-3-3 0,5-5 2 0,-9 2-1 0,4 3 2 0,5-4-1 15,-7-1-1-15,7 2 5 0,-6 0-1 0,6-3 2 0,0 3-3 0,-5-6-3 16,5 4 1-16,0-4-3 0,0 6 0 0,0-6 0 0,0 5 0 0,0-1 1 0,0 1 2 0,0-5-2 16,5 4 1-16,-5 2 3 0,0-1 0 0,6-1 1 0,-6 2 3 0,7 3 1 15,-7-3 2-15,5-2 2 0,4 5 1 0,-9 2 2 0,5-7 0 0,2 5 1 16,-1 3-1-16,-1-3-2 0,3 0 2 0,0-3-1 0,-3 7 1 0,1-2-11 0,1-1-11 15,-1-1-18-15,2 0-19 0,-1 1-31 0,-2-5-31 0,1 4-38 0,2 3-41 16,-3-3-45-16,3-5-51 0,-1 6-85 0,-7-5-98 0,6 4-60 0,0-3-38 0,-1 0-1 16,2-2 21-16,1-4 29 0,-8 0 39 0,6 0 44 0,1 0 48 0,-1-4 53 15,-1-2 52-15,3-3 58 0,0-2 58 0,3 7 76 0,-4-6 86 0</inkml:trace>
  <inkml:trace contextRef="#ctx0" brushRef="#br0" timeOffset="19224.07">32695 3478 0 0,'0'-4'5'0,"5"-5"119"16,-5 4 81-16,7-1 55 0,-1-4 44 0,-6 7 33 15,5-3 27-15,4 0 28 0,3 2 26 0,1-1 29 0,-7 0 29 0,2 1 31 16,-3-2 31-16,-5 6-71 0,0 0-135 0,0 0-81 0,0 0-53 0,0 0-32 0,0 0-17 0,0 0-13 0,0 0-15 0,0 0-9 16,0 0-14-16,0 0-13 0,-5 6-11 0,5-6-18 0,-8 4-17 0,8 1-18 15,0 0-19-15,-6-1-9 0,1 2-8 0,5 3 0 0,-8-3 2 0,8-2 1 0,-5 7 6 16,5-2 4-16,-7-5-1 0,7 7 1 0,-9-7-4 0,9 5-1 0,0-3 4 0,-5 0-1 16,5 3-1-16,0-5-1 0,0 7-3 0,0-7-2 0,5 1 0 0,-5-1 0 15,0 8 0-15,9-8 0 0,-9 1-2 0,7-1 6 0,-2 1 5 0,3 1-2 16,-3-6-1-16,9 4 1 0,-9-4 4 0,9 0 3 0,-7 5 2 0,6-5 1 0,1-5-3 0,-2 5 5 15,1 0 4-15,1-4 3 0,-9 4 4 0,9-6 0 0,-2 1-3 0,1 1 5 0,-6-5 5 16,5 3 4-16,-4-4 4 0,5 1 2 0,-13 3 0 0,6-3 1 0,-1 0 0 0,2-6 0 16,-7 5-1-16,0-5-2 0,8 6-3 0,-8-6-1 0,0 0-1 0,-8 5-3 15,8-4-6-15,0-1-5 0,-7-1-7 0,7 7-6 0,-5-6 0 0,-1 6-4 0,6 0 0 16,-8-1-4-16,3 4-3 0,-3-3-1 0,3 4-2 0,-2 1 0 0,0-2-1 0,2 1 0 16,-3 1-6-16,-4 4-3 0,3 0-1 0,4 0-1 0,-8 4-1 0,7-4 4 15,-7 5-1-15,6 5 5 0,-7-5 1 0,9 4 1 0,-8 1-3 0,6-1 2 0,-7 6-1 16,9-5 0-16,-3 4 4 0,-3 2 3 0,3-1 5 0,3-1 1 0,-2 2 2 0,-2 3-2 15,9-5 3-15,-5 1-3 0,-1 4 3 0,6-4-1 0,0 0 1 0,0-2 0 16,0 8-2-16,0-6 2 0,6-2 2 0,-6-2 1 0,5 4-4 0,4-2 1 0,-2-3 1 16,-2 4 1-16,8-2 3 0,-7-3 1 0,7 1-1 0,1-6 2 0,-1 7 4 0,-1-8 1 15,9 3 2-15,-8 0 0 0,6-2 0 16,0 1 0-16,1-5 5 0,-1 0 1 0,2 0-3 0,-3 0 1 0,-4 0-2 0,4-5 2 0,-2 1-2 0,2-2 0 0,-4 0 1 16,-2-3-1-16,0 4 4 0,3-5-1 0,-3 1 5 0,0-7-3 0,3 2 0 15,-3 0 0-15,-5 0 4 0,6-7 0 0,-5 8 3 0,-3-11 2 0,8 3 3 0,-8-3-1 16,4 5-6-16,-9-6 2 0,5-5-2 0,2 6-1 0,-1 0-2 0,-6-6-2 0,5 5 4 15,-5-3 1-15,0 4 3 0,0-6 2 0,0 6-4 0,0-1 0 0,0 6-1 0,0-2 0 16,-5 3-1-16,5-1 3 0,-6 4-2 0,6 0 2 0,-7 0 3 0,2 6-3 16,5 0-4-16,-9 2-6 0,9-2-8 0,-5 4-9 0,-2 5-9 0,1 0-5 0,1 0-3 15,-3 0-1-15,0 5 2 0,3 4-2 0,-2 1-2 0,1 1-1 0,0 3 2 0,-1 0-2 16,-1 2-1-16,3 2 3 0,-2 3 5 0,0 3 7 0,2-5 8 0,-3 6 2 0,8-1-3 16,-7 0 1-1,1 1-2-15,6-5 4 0,0 5 0 0,-6-1-1 0,6 0-7 0,0-5-9 0,0 5-15 16,0-3-16-16,0 3-24 0,0-5-26 0,0 0-29 0,0 1-31 0,0 0-30 0,0-6-34 0,6 1-30 0,-6 0-54 0,0 0-63 0,0-6-89 0,6 5-96 15,-6-9-28 1,0 4 4-16,7-2 26 0,-7-2 30 0,0-5 41 0,0 0 42 0,0 0 47 0,0 0 48 0,8 0 50 0,-8-5 46 0,0-2 61 0,0-2 67 0</inkml:trace>
  <inkml:trace contextRef="#ctx0" brushRef="#br0" timeOffset="19366.68">33013 3484 0 0,'0'-6'20'0,"-5"6"138"0,5-4 77 0,0-1 54 0,0 1 37 0,0-1 34 0,0-1 33 0,0 2 30 0,0-2 30 0,0 3 29 0,5-3 27 0,-5 0 22 0,6 2 23 0,1 4-107 0,-7-5-182 0,6 5-94 16,2-5-56-16,-1 5-26 0,-7 0-11 0,5-4-13 0,1 4-16 0,0 0-20 0,1 0-23 0,1 0-35 0,-3 4-37 0,2-4-40 0,0 5-39 0,-2-5-64 16,-5 5-74-16,8-1-86 0,-8 2-90 0,0 0-34 0,0-6-8 0,0 3 7 0,0 7 16 0,-8-4 24 15,3-1 32-15,5-1 39 0,-7 1 45 0,0-1 47 0,-6 2 52 0,6-1 66 0,-5-5 70 16</inkml:trace>
  <inkml:trace contextRef="#ctx0" brushRef="#br0" timeOffset="20284.88">24150 4166 0 0,'0'0'1'0,"0"0"98"0,5 0 68 0,-5 0 49 0,0-3 38 16,7 3 36-16,-7-4 34 0,0-2 36 0,0-3 37 0,0 3 36 0,0 0 34 0,0-3 33 0,0 4 33 0,0 1-66 0,0-6-120 0,0 5-68 0,0 1-36 0,0 4-26 0,0 0-20 0,0 0-24 0,0 0-22 0,0 0-28 15,0 0-33-15,0 0-27 16,0 0-29-16,0 0-15 0,0 0-15 0,0 0-8 0,0 4-8 0,0 1-4 0,0 5 1 0,0-1-1 0,0 6 3 0,0 6 3 15,0-8 7-15,0 8 8 16,0 3 8-16,-7-6 9 0,7 7 9 0,0 5 0 0,-5-5 0 0,5 2-8 0,0 4-6 0,0-2-4 0,-7 0-8 0,7-5-13 0,0 6-13 16,0-6-17-16,0 1-16 0,0-1-20 15,0 1-21-15,0-7-24 0,0 3-23 0,0-1-24 0,7-6-23 0,-7 0-27 0,5 2-29 0,-5-7-45 16,7 6-50-16,0-6-37 0,-7-3-31 0,5 4-21 0,-5-5-15 0,8-1 10 0,-8-4 23 0,0 0 32 16,5-4 31-16,-5 4 37 0,0-5 32 0,0-5 40 0,0 4 41 0,0-3 49 15,0 0 50-15</inkml:trace>
  <inkml:trace contextRef="#ctx0" brushRef="#br0" timeOffset="20680.16">24103 4357 94 0,'0'-24'162'0,"-8"0"43"0,8-1 36 0,0 1 26 0,0-1 25 0,0 1 25 0,0 6 27 16,0-9 23-1,0 9 27-15,8-7 26 0,0 6 28 0,-3-1-68 0,-5 5-118 0,7-4-64 0,5 4-32 0,-4 0-14 0,-1 0-9 0,-2 2-4 0,9-2-2 16,-9 5-3-16,3-1-10 0,5-2-4 0,-7 4-8 0,7-3-9 0,-6 3-10 16,6 4-4-16,-2-5-6 0,5 6-7 0,-11-1-8 0,8 1-7 0,1 4-6 0,-9 0-6 15,8 0-6-15,1 0-7 0,-7 4-6 0,7 1-4 0,-9-1-3 0,2 6-5 16,-1 0-6-16,-6 1-2 0,7 3-5 0,-1-1 0 0,-6 8 1 0,0-6 1 15,0 4 2-15,0 2-1 0,-6-3 5 0,-1 1 0 0,7 7 1 0,-13-7 0 16,8-1-3-16,-9 9-3 0,1-9-5 0,-1 1-2 0,2 2-3 0,-2-3-2 0,1 3-4 16,1-7 1-16,-8 0-3 0,7 1 0 0,0 1-1 0,6-3-2 0,-7-2-1 15,1-2 2-15,8 0-2 16,-9-3 3-16,9 4 6 0,5-5 3 0,-7-1 3 0,-1 1 1 16,8-5 2-16,-6 4 3 0,6-4 3 0,0 0 0 0,0 0 0 0,0 0 0 15,0 0 0-15,0 0 0 0,0 0-3 0,0 0-3 0,0 0-1 0,0 0-1 16,0 0-2-16,0 0-4 0,0 0 0 0,6 0 2 0,-6 0 3 0,0 0 5 0,8 0 7 15,-1 0 4-15,-2 0 3 0,2 0 4 0,0 0 7 0,-2 6 4 0,8-6 4 16,1 5 2-16,-1-5 2 0,7 4 1 0,-9 2 4 0,10 0-5 0,-8-2-5 16,6 1-7-16,2-1-7 0,-3 1-5 0,-4 5-4 0,6-5-9 0,-1 4-12 15,-6 1-23-15,8 1-30 0,-2-3-33 0,-1 3-37 0,-4-2-46 0,6 0-47 16,-8 7-86-16,7-7-102 0,1 1-80 0,-8 4-64 0,9-8-22 0,-10 4 1 0,5-1 17 16,-4-4 26-16,0-1 40 0,3-4 44 0,-3-4 52 0,0 4 52 0,-4-9 59 0,5 4 62 15,-7-11 78-15,6 2 88 0</inkml:trace>
  <inkml:trace contextRef="#ctx0" brushRef="#br0" timeOffset="20853.93">25030 4187 0 0,'5'0'58'0,"1"-6"170"0,-6 6 91 0,0-4 66 15,0-1 52-15,0-4 41 0,7 5 39 0,-7-7 35 0,0 1 34 0,0 1 32 0,0-2 33 16,0 1 37-16,0 6 31 0,0-5-134 0,0 4-235 0,0-1-116 0,5 2-54 16,-5-7-29-16,0 7-19 0,0 4-15 0,0-5-10 0,0 5-17 0,-5-4-81 15,5 4-9-15,0 0 0 0,0 0 0 0,0 0 0 0,0 0 0 0,0 0 0 16,0 0-93-16,0 0-56 0,0 0-22 0,0 0-24 0,5 4-25 0,-5 1-29 0,0 4-29 15,0 1-31-15,0 1-60 0,9-2-68 0,-9 1-73 0,0-1-70 0,0 6-11 16,0 0 15-16,5-2 33 0,-5 2 35 0,0 0 40 0,0 0 39 0,0 4 45 0,0-4 47 16,0 0 50-16,0 4 52 0,0-4 67 0,0 6 71 0</inkml:trace>
  <inkml:trace contextRef="#ctx0" brushRef="#br0" timeOffset="21027.84">25106 4515 0 0,'0'3'31'0,"5"-3"151"0,-5 0 89 0,0 0 72 0,0 0 59 15,9-3 55-15,-9 3 52 0,0-6 48 0,5 1 47 0,-5 5 44 0,0-4 38 0,0-2 36 16,0 1 31-16,7 1-117 0,-7 0-199 0,0-1-111 0,0-5-67 0,0 4-44 0,0 1-62 15,0 1-153-15,0-1 0 0,8-1 0 0,-8 2 0 0,0 4 0 16,0-5 0-16,0 5 0 0,0 0 0 0,0 0 0 0,0-4 0 0,0 4 0 0,0 0 0 0,0 0 0 16,0 0 0-16,0 0 0 0,0 0-171 0,0 0-68 0,0 0-40 0,0 0-38 15,0 0-39-15,0 4-81 0,0 1-96 0,0-1-61 0,0 2-44 0,0-1 1 16,0-1 24-16,0 7 38 0,5-7 42 0,-5 2 51 0,0-1 53 0,7-5 54 0,0 4 53 16,-2-4 55-16,3 0 55 0,0 4 77 0,-3-4 88 0</inkml:trace>
  <inkml:trace contextRef="#ctx0" brushRef="#br0" timeOffset="21365.39">26175 4153 38 0,'-7'-5'122'0,"0"1"48"15,0 4 39-15,2-6 35 0,5 0 36 0,-8 3 33 0,3-3 36 16,-1 1 33-16,6 1 34 0,-8-2 31 0,8-3 37 0,-5 5-33 0,5-1-66 0,0-5-52 0,0 4-39 16,0 1-22-16,0-4-11 0,0 5-13 0,0-2-19 0,0 2-19 15,0-1-23-15,0-1-18 0,0 6-21 0,5-3-21 0,-5 3-21 0,0 0-24 0,0 0-22 16,0 0-16-16,0 0-16 0,8 0-11 0,-8 3-10 0,0 3-5 0,0 3-4 0,0-3 0 16,0 3 1-16,6 0 0 0,-6 7 2 0,0-2 0 0,-6 0 2 0,6 6 1 15,0-5-1-15,0 4 3 0,0 2-1 0,-8 3 0 0,8-6-2 0,0 7 2 0,0-1-1 16,-5 1-3-16,5-1 2 0,0 0-12 0,0 6-17 0,0 1-20 0,0-9-23 15,0 8-24-15,5-6-30 0,-5 7-28 0,0-7-31 0,8-6-28 0,-8 7-29 16,6-1-54-16,-6-8-69 0,5 2-83 0,-5-3-84 0,8 0-23 0,-8 0 10 0,5 0 25 16,-5-6 35-16,0 0 38 0,7-2 42 0,-7-2 44 0,0-5 44 0,0 0 45 15,0 0 43-15,0 0 62 16,0 0 68-16</inkml:trace>
  <inkml:trace contextRef="#ctx0" brushRef="#br0" timeOffset="21645.26">25986 4159 0 0,'-6'-11'20'0,"6"-5"133"16,-8 7 72-16,8-6 48 16,0 2 41-16,-5 2 34 0,5-4 32 0,0 6 32 0,0-5 31 0,0 3 32 0,0 1 33 0,0 5 29 0,0-4 29 0,0 3-94 0,0 6-167 15,0-4-79-15,0 4-32 0,0 0-18 0,0 0-10 16,0 0-12-16,0 0-9 0,0 0-16 0,0 0-13 0,0 0-16 0,0 0-18 0,0 0-15 0,0 0-17 0,0 0-15 16,0 0-14-16,0 0-13 0,0 0-11 0,0 0-4 0,0 0 0 0,5 0 2 15,-5 0 6-15,8 0 4 0,-2 0 4 0,7 0 1 0,0 0 1 0,0 0 3 16,0-4 1-16,6 4 3 0,2 0 3 0,-3 0 1 0,3-5 2 0,3 5-3 15,3-6-4-15,-7 3-16 0,4 3-15 0,-3-6-19 0,6 6-19 0,-9 0-21 0,3-6-21 16,-2 6-23-16,-6 0-24 0,8 0-33 0,-11 0-35 0,3 6-47 0,3-6-53 0,-11 6-80 16,1-3-89-16,7 3-46 0,-13-1-25 0,8-1 7 0,-3 0 22 0,-5 2 31 15,0-6 35-15,0 5 41 0,-5-1 40 0,5 1 49 0,-8 2 49 0,3-7 58 16,-3 3 59-16,2 3 73 0,1-6 80 0</inkml:trace>
  <inkml:trace contextRef="#ctx0" brushRef="#br0" timeOffset="22135.86">26435 4342 6 0,'0'-3'105'0,"-7"-3"67"0,7-3 50 16,0 5 46-16,-5-7 40 0,5 7 39 0,-8-7 35 0,8 7 34 0,-5-7 34 16,5 2 29-16,0 5 28 0,0-6-17 0,-8 5-50 0,8-1-69 0,0 2-90 0,0-2-46 15,0 1-28-15,0 5-23 0,0-9-18 0,0 9-19 0,0 0-19 0,0-4-14 16,0-2-15-16,0 6-15 0,0-3-13 0,0 3-12 0,8-6-12 0,-8 6-11 16,0 0-10-16,0-6-8 0,5 6-8 0,-5 0-8 0,8-3-5 0,-8 3-4 15,5 0-4-15,2 0-1 0,0 3-2 0,5-3 0 0,-4 6 0 0,-3-6 5 0,9 6-1 16,-2-3 2-16,-3 7 1 0,2-5 2 0,1 4 2 0,2 1 1 0,-7 1-1 15,4-1 2-15,5 3 2 0,-4 2-1 0,-6 0-1 0,0 0-8 0,9 3-7 16,-10-3-11-16,1 6-13 0,-6-2-12 0,8 2-11 0,-8-8-10 0,5 7-7 16,-5-5-4-16,0 4-2 0,0-4-3 0,0 0-1 0,-5 0 2 0,5-6 3 0,0 5 6 15,-8-4 11-15,8-6 13 0,-6 8 15 0,6-8 16 0,-5 1 13 0,5-1 13 16,-7 1 14-16,7-5 9 0,-8 4 9 0,8-4 13 0,-6 0 11 0,6 0 11 16,0 0 11-16,-6 0 9 0,-1-4 11 0,7 4 9 0,-5-5 7 0,5 1 4 15,-8-1 5-15,8 1 7 0,-8-2 1 0,3 0-2 0,5 2-5 0,-6-6-12 16,6 0-11-16,0 1-9 0,-7 0-13 0,7-1-11 0,0-5-12 0,0 0-12 0,0 0-10 15,0 0-11-15,0 0-9 0,0 2-11 0,7-8-13 0,-7 2-5 0,6 1-3 16,-1-3-4-16,3 1-6 0,0-3-9 0,-3 2-12 0,8 3-12 0,-7-7-15 0,9 5-21 16,-4 1-22-16,-3 4-28 0,5 0-31 0,0 2-35 0,0 2-39 0,0 1-53 15,0 4-65-15,-2 3-81 0,5-3-90 0,-3 6-32 0,-3 0-1 0,6 0 16 16,3 6 29-16,-6-6 35 0,-8 3 42 0,9 3 47 0,-1-6 48 0,-1 6 53 0,-3-2 55 16,1 1 63-16,-2-5 65 0</inkml:trace>
  <inkml:trace contextRef="#ctx0" brushRef="#br0" timeOffset="22613.68">27078 4333 0 0,'9'0'15'0,"-4"0"133"0,2-5 80 16,1 5 56-16,-3-4 42 0,-5-5 38 0,7 3 33 0,0-4 36 0,-2 1 38 0,-5-2 35 0,8 2 36 15,-8-1 28-15,0 1 32 0,7-1-96 0,-7-1-165 0,0 2-90 0,0-4-55 16,0 1-27-16,-7 3-17 0,7-1-12 0,-8-1-13 0,8 4-19 0,-5-4-25 16,-2 7-20-16,0-8-17 0,2 9-16 0,-10-3-15 0,10 1-9 0,-9 1-7 0,9-2-7 15,-3 6-2-15,-5 0-6 0,0 0-3 0,8 0-3 0,-9 0-2 0,7 6-3 16,-4-2 1-16,2 1 0 0,-3 1 2 0,4 3-1 0,-3-3 3 0,3 9-2 15,-4-8 1-15,5 4 1 0,0 5 0 0,1-7 2 0,-1 6 1 0,-6-2 3 16,7 2 3-16,-1 0 4 0,1 4 1 0,-2-4 3 0,3 6 1 0,-3-8 1 16,3 7-2-16,0 1-4 0,5-3-3 0,-9 1-7 0,4 2-9 0,-2-2-11 0,7-5-5 15,-8 7-10-15,8-2-8 0,0-4-7 0,-5 0-4 0,5-6-5 0,0 5-1 16,0-4-4-16,5 0 2 0,-5 0 3 0,0-5 6 0,0-1 9 0,8 1 12 16,-8-1 13-16,7-4 10 0,-2 0 11 0,4 0 9 0,-4 0 10 15,0 0 11-15,3-4 8 0,5-1 10 0,0 1 10 0,-7-1 7 0,7 1 9 0,0-8 7 0,1 3 7 16,-2 0 4-16,1-1 5 0,1 1 4 0,-2-3 4 0,2 3 6 0,-1-6 1 15,1 2 2-15,-2-2-3 0,1 0-2 0,1 0-4 0,-4 1-5 0,4-6-6 16,1 5-7-16,-3-3-6 0,0 3-3 0,-4-6-7 0,5 3-2 0,-7 2-5 0,-1-4-8 16,2 7-2-16,1-2-1 0,-2-1-3 0,1 7 1 0,-1 0-2 15,-6 0-1-15,5-3-7 0,-5 9-2 0,0 3-10 0,0 0-5 0,0 0-11 16,0 0-8-16,0 0-3 0,0 0-3 0,0 0-2 0,0 0-2 16,0 3-1-16,8 3-2 0,-8 3-2 0,0 1 3 0,0-1 0 0,0 6 5 0,0 0 5 0,0 0 6 0,0 4 7 15,0 2 7-15,0-3-2 0,0 3-7 0,0-2-12 16,0-1-17-16,0 9-21 0,0-9-21 0,0 1-21 0,0-4-16 0,8 4-17 0,-8-4-17 0,0-1-20 15,0 2-21-15,5-7-23 0,-5 1-27 0,6 0-24 0,-6 0-24 0,7-4-42 0,-7-2-49 16,6 1-51-16,2-1-50 0,-1-4-7 16,-7 5 10-16,5-5 23 0,1 0 26 0,2 0 33 0,-3-5 35 0,-5 5 39 0,13-4 39 0,-6-1 43 15,-7-5 45-15,12 0 57 0,-4 0 67 0</inkml:trace>
  <inkml:trace contextRef="#ctx0" brushRef="#br0" timeOffset="23099.9">27373 4397 0 0,'-5'-10'3'0,"5"1"114"0,-8-6 73 0,0 6 57 0,3-6 46 0,5 4 45 0,-6-2 39 0,-1 3 38 0,1-5 37 0,-1 4 33 0,-1 2 28 0,8-1 31 0,-5-5 28 0,5 5-82 0,-7-4-141 0,7 4-78 15,0 1-46-15,0 0-33 0,0-7-24 0,0 5-21 0,0 4-18 16,7-4-16-16,-7 1-19 0,0 1-11 0,5-2-10 16,-5 7-11-16,8-6-10 0,-1 1-8 0,-7 4-4 0,6-1-4 0,1 2-2 0,-1-2-5 15,-1 1-1-15,3 5-3 0,0-4 0 0,3 4-3 0,-4 0-2 0,7 0-1 0,-2 0 0 16,-6 4-2-16,8 1 0 0,-2 1 0 0,2-2-1 0,-9 7 0 0,10-2-5 0,-3-5 1 16,0 11-4-16,-4-6 0 0,5 3-2 0,0 3-2 0,-7-8-1 0,7 8-1 15,0-3 1-15,-8 3-2 0,4-2 2 0,3 1-1 0,-4 7 0 0,-3-7-1 16,2 0 0-16,0 7 0 0,-7-6-1 0,5 4 0 0,-5-4-1 0,0 4-4 0,0-5-4 0,0 1-5 0,0 5-8 15,0-6-2-15,0 1-5 16,-5 0-5-16,5-5-2 0,-7 3-3 0,7-2 0 0,-7-2-1 0,7-3-2 0,-5 4 0 16,5-5 0-16,-8-1 0 0,8-4 5 0,-7 5 2 0,7-1 1 0,-5-4 5 0,-4 0 3 0,9 0 0 0,-5 0 1 0,0 0-1 15,5 0-2-15,-8 0-4 0,3 0 0 0,-3-4-1 0,8 4 1 16,-6-5 2-16,-1 5 1 0,1-4 2 0,6 4 2 16,-8-5-1-16,3-2 4 0,-3 4 3 0,3-8 1 0,-2 7 4 0,0-2 5 15,7-3 0-15,-5 0 5 0,-2-1-1 0,7-1-1 0,-8 2-1 0,8-6 0 0,-5 6-3 0,5-7 0 0,0 1 0 0,0-3 0 16,0 2 0-1,5-2 2-15,3 3 2 0,-8-4 5 0,7-2 4 0,-2 3 3 0,2-3 7 0,5 2 4 0,-4 1 7 16,5 3 6-16,-7-1 5 0,7 2 7 0,0 4 8 0,-5-5 1 16,2 6 8-16,4 3 0 0,1-3 2 0,-3 3-3 0,0 2 1 0,1-1-3 0,1 1 2 15,7 4-4-15,-9 0-3 0,7 0-2 0,-6 0-4 0,6 0-6 0,-4 4-5 16,4 1-4-16,-6-1-3 0,0 6-4 0,-2-5-6 0,4 4 0 0,-3 3-5 0,0-3 0 0,-4 1-3 0,0 4-3 0,-3 2 2 0,1-1-3 16,-6-2 2-1,7 1 1-15,-7 7 1 0,0-2 0 0,0 5-3 0,-7 1 2 0,7-7-9 16,-6 13-13-16,1-7-21 0,-3 1-19 0,0 4-22 0,3-4-23 0,-8-1-21 0,7 1-17 0,-2-1-23 0,1-6-19 15,2 3-23-15,-9-2-23 0,9 2-28 0,-3-7-34 0,3 5-49 16,-3-10-59-16,8 7-53 0,-6-1-51 0,1-6-8 0,-2 0 17 16,-1 0 24-16,8 3 30 0,-6-8 33 0,-1 1 33 0,7-1 39 0,-6 2 38 15,6-6 45-15,0 0 48 0,0 0 60 0,-5-6 69 0</inkml:trace>
  <inkml:trace contextRef="#ctx0" brushRef="#br0" timeOffset="23544.85">28045 4402 0 0,'5'0'16'0,"2"0"128"0,-1-5 69 0,-1-1 44 0,11-3 32 0,-11 5 28 0,-5-5 25 0,8-6 28 0,-3-6 31 0,1 3 28 0,2-3 30 0,-3 11 26 0,2-4 28 0,0 4-91 0,0 6-156 0,-7-7-74 15,6 1-28-15,1 1-9 0,-7 4 2 0,5-5-1 0,-5 7 1 0,0-9-7 0,8 9-13 16,-8-3-8-16,0 0-14 0,0-3-13 0,0 9-9 0,0-6-13 0,-8 3-11 16,8-1-11-16,0-2-11 0,0 6-9 0,-5-5-8 0,5 1-7 0,-7 4-8 15,7-6-8-15,-6 0-5 0,-1 6-7 0,0-3-5 0,0 3-4 0,2 0-1 0,-3 0-5 16,-3 0-1-16,3 0-2 0,-4 3 2 0,-2-3-3 0,8 6 0 0,-6 0-2 15,4-2 0-15,-5 7 0 0,7-7 2 0,-7-1 0 0,5 8 1 0,-4-1 1 16,5-4 1-16,2 3 0 0,-10 0 1 0,10 1 0 0,-2-1-3 0,0 2 1 0,7-1-4 16,-5-1 0-16,-3 1-1 0,8-1-2 0,-7-4 2 0,7 5 0 15,0-5 2-15,0 5-2 0,0-4 1 0,0-1 2 0,0-1-1 0,0 0 4 16,7 7 4-16,-7-8 8 0,8 3 6 0,-3 0 11 0,2 3 9 0,0-3 7 0,-2 3 8 0,3-5 4 16,4 5 7-16,-5-3 6 0,5 3 7 0,2-3 2 0,-1 4 3 15,-8-1 5-15,11-4 1 0,-4-1-3 0,-1 7 1 0,5-2-7 0,-11-3-6 0,8-2-6 16,1 7-4-16,-9-7-7 0,9 5-6 0,-7-3-5 0,-1-2-7 0,1 1-3 0,-7 1-6 15,5-3-3-15,3 4-4 0,-8-2 0 0,0-1-1 0,0 1 0 16,0-1 2-16,0 2 0 0,-8 3 3 0,8-4-4 0,-5-1-6 0,5 8-6 0,-7-8-7 0,-6 5-12 16,6-4-13-16,0 5-12 0,-6-5-15 15,7 5-14-15,-7-4-12 0,8-2-18 0,-11 1-13 0,11 0-19 0,-8-1-20 0,8-4-13 16,-11 4-17-16,11-4-11 0,-1 6-13 0,-7-6-31 0,5 0-37 0,3 0-54 0,-2 5-57 0,0-5-37 16,2 0-22-16,-2 0 5 0,7-5 20 0,-8 5 24 0,8-6 30 0,-5 6 34 15,5-4 34-15,0 0 37 0,0-6 37 0,0 6 50 0,5-8 54 16,-5 3 63-16,8-1 69 0</inkml:trace>
  <inkml:trace contextRef="#ctx0" brushRef="#br0" timeOffset="24225.97">28266 4324 0 0,'5'4'26'0,"-5"-4"142"16,0 0 75-16,0-4 54 0,8 0 44 0,-8-1 39 0,0-1 37 0,0-4 32 0,0-10 36 0,0 1 30 16,5 10 27-16,-5-1 26 0,0-1 26 0,0 7-110 0,8-1-184 0,-8 1-89 0,0-2-41 0,0 3-22 15,0 3-19-15,0 0-16 0,6-6-15 16,-6 6-18-16,0 0-21 0,0 0-15 0,0 0-15 0,0 0-15 0,0 0-16 15,0 0-9-15,0 0-8 0,0 0-7 0,0 0-4 0,5 6-2 0,-5-3-2 0,0 3 1 0,7-2 0 0,2 5 2 16,-9 2 7-16,5-1 4 0,1-1 7 0,-6 6 6 16,7-6 7-16,-2 6 3 0,-5 1-1 0,8-3 0 0,-8 7 0 0,0-5-5 0,0 0-7 15,0 4-6-15,0-4-8 0,0 0-7 0,0-2-6 0,0 7-4 0,0-4-1 0,0-3-2 0,0-2-1 16,0 4 0-16,0 0-5 0,0-6 0 16,0 1 1-16,-8-6 3 0,8 6 6 0,0-6 10 0,0 2 9 0,0 0 13 15,0-6 11-15,0 4 11 0,0-4 7 0,0 0 11 0,0 0 7 0,0 0 3 0,0 0 3 16,0 0-1-16,0 0 0 0,0 0-1 0,0 0-1 0,-5-4-1 15,5-2-4-15,0 0-3 0,-7 6-4 0,7-4-4 0,0-1-3 0,0-4-3 16,0 3-3-16,0 2 2 0,0-1 4 0,0-4 3 0,0 2 4 0,0-2 1 0,7 0 1 0,-7-2 0 16,0 3 0-16,5-7-5 0,3 4-2 0,-8-4-4 0,8 2-5 0,-3-2-7 0,1 0-5 0,7 0-4 0,-5-4-5 0,4 4-3 15,-6-5-4-15,7 7-4 16,-5-3-2-16,-3 7-3 0,9-6 0 0,-9 6-2 0,10-1 2 0,-9-1 0 0,0 7 5 0,6-2-1 0,-4 1 3 0,-2 5-2 16,1 0 1-16,4 0 3 15,-4 0-1-15,2 5 3 0,-4-5 4 0,2 6 2 0,-1 4 2 0,-1-5 2 0,4 5 1 16,-9-1-1-16,7 0-1 0,-2 1 1 0,1 5-1 0,-6 0 2 0,8 0 0 0,-8 0 0 0,5 0 2 0,3-2-2 0,-8 2-5 15,0 0-4-15,7 0-7 0,-7-2-2 16,5 2-7-16,-5 0 2 0,0-4-3 0,7-3-1 16,-7 3 2-16,0-2-1 0,0 0-1 0,0-2 4 0,0-2 3 0,0-5 6 0,7 4 9 0,-7-4 11 15,0 0 11-15,0 0 12 0,0 0 8 0,0 0 5 0,0 0 0 0,0 0 1 0,0 0-2 0,0 0 1 0,-7-4-3 16,7 4-1-16,-7-5-4 0,7 5-4 16,0-7-6-16,-5 4-4 0,5-3-6 0,0 1-4 0,-7 1-7 0,7-7-3 15,0 7-2-15,0-5 1 0,-8-1 1 0,8 4 3 0,0-8 3 0,0 4 0 0,0 1 3 16,0-6 0-16,0 0 1 0,0 0-2 0,8 2-1 0,-8-2 0 0,7 0-2 0,-2-4 0 15,-5 4 2-15,7-6-1 0,0 7 3 0,-2 0 2 0,3-1 0 0,-3 0 3 16,9 6 3-16,-9 0 3 0,3-3 5 0,0 9 7 16,-3-9 1-16,3 8 5 0,2-1 3 0,-1 5 2 0,-4-6 5 0,2 6 2 0,-1 6 1 15,7-6-2-15,-5 5-3 0,4-1-2 0,-6 8-3 0,8-9-5 0,-7 9-5 16,-2 1-4-16,9-4-6 0,-9 6-4 0,3 0-2 0,-3 4-1 0,3-4-5 16,-2 6-2-16,-6-3-3 0,7 3-3 0,-7-2-2 0,0 5-2 0,6-3-3 15,-6-3-10-15,-6 6-13 0,6-3-15 0,0 2-20 0,0-2-22 0,-7-3-22 0,7 2-22 16,0 0-20-16,0-2-23 0,0-3-21 0,0 6-24 0,-6-8-24 0,6 2-24 15,0-3-21-15,0 2-44 0,0-4-54 0,0-1-63 0,0 0-64 0,0 0-11 16,0-2 15-16,0 2 26 0,6-4 30 0,-6-5 35 0,0 0 37 0,0 0 38 0,0 4 41 16,0-4 42-16,7-4 41 0,-1-1 60 0,1 1 67 0</inkml:trace>
  <inkml:trace contextRef="#ctx0" brushRef="#br0" timeOffset="24558.71">29093 4431 0 0,'5'0'14'0,"-5"-4"55"0,0 4 37 0,8-5 40 0,-8 1 43 0,7 4 39 0,-7-6 38 0,0-4 38 0,5 5 37 0,-5-1 36 0,0 2 37 0,0-5 7 0,7 4-15 0,-7-5-8 0,5 1-6 0,-5-3-16 0,0 3-16 15,0 0-24-15,7 0-25 0,-7-1-23 0,0 4-17 0,0-3-19 0,8-2-21 16,-8 7-18-16,0-5-20 0,0 3-19 0,0 2-17 0,6-1-19 0,-6 5-20 15,0-6-20-15,0 6-19 0,0 0-18 0,0 0-20 0,0 0-17 0,0 0-14 16,0 0-10-16,0 0-5 0,0 0-5 0,0 0-3 0,0 6-4 16,0-1-2-16,0 5-1 0,0-1 2 0,7 0 1 0,-7 1 3 0,0 1 6 0,0 4 3 0,0-2 6 15,0 2 6-15,0 0 2 0,0 0-2 0,0 4-5 0,0-4-10 16,0 0-10-16,0-2-16 0,0 7-20 0,-7-4-29 0,7-3-25 0,0-2-26 16,0 4-30-16,0 0-29 0,0-6-32 0,-6 1-33 0,6-1-53 0,0 0-60 0,0 3-77 0,0-8-81 15,0 1-31-15,0-5-7 0,0 0 19 0,6 4 36 0,-6-4 37 16,0 0 41-16,0 0 44 0,0-4 44 0,0-5 47 0,7-3 48 0,-7 3 60 0,0-6 64 0</inkml:trace>
  <inkml:trace contextRef="#ctx0" brushRef="#br0" timeOffset="24724.21">29106 4123 83 0,'-8'-19'177'0,"3"-1"64"16,-3-4 52-16,8 5 43 0,-6-2 41 0,6 2 32 0,-5 1 30 0,5-3 27 0,0 6 26 0,0-3 22 0,0 7 23 16,0-3-67-16,0 4-116 0,0 5-93 0,0 1-76 0,0-1-51 0,0 5-39 0,0 0-31 15,5-7-28-15,-5 7-23 0,0 0-20 0,0 0-13 0,0 0-13 0,0 7-15 16,0-7-21-16,6 5-26 0,-6 4-30 0,8 1-30 15,-3-1-29-15,3 7-48 0,-1-2-58 0,-2-1-71 0,2 2-73 0,-2 6-24 0,10-8 3 0,-9 7 8 16,7-4 17-16,-8-1 23 0,11 3 30 0,-11-2 39 0,8-2 40 0,1 0 42 0,-7-3 46 16,4 4 57-16,-3 0 64 0</inkml:trace>
  <inkml:trace contextRef="#ctx0" brushRef="#br0" timeOffset="25080.14">29469 4357 89 0,'13'6'176'0,"-5"0"58"0,5-2 48 0,-7-4 41 0,1 0 37 15,-1-4 38-15,-6 4 39 0,8-6 40 0,-3 0 40 0,-5 3 37 0,5-9 34 0,-5 9-61 0,8-8-113 0,-8 7-76 16,0-5-55-16,0-1-37 0,6-1-23 0,-6 7-17 0,0-7-14 0,0 2-17 15,-6-1-17-15,6 6-19 0,0-7-20 0,-8 7-23 0,8-2-14 0,-5-3-17 16,0 4-17-16,-3 5-12 0,2-4-12 0,-1 4-10 16,1-6-7-16,-1 6-6 0,1 0-6 0,-2 0-5 0,3 6-8 15,-3-2-5-15,3-4-7 0,-3 5 2 0,8-1 0 0,-6 7 2 0,1-7 3 0,-2 2 4 0,7 3 0 0,-8 1 2 16,8-5 3-16,-6 4 1 0,6 1 2 0,-5 1 2 0,5-1 0 0,0-1 2 0,0-5 1 16,-8 7 1-16,8 4 1 0,0-6 2 0,0 1-2 15,0-1 0-15,0 6 0 0,0-6 2 0,0 3-1 0,0 1 1 16,0-4-1-16,8 6 0 0,-8 0 1 0,0-4 1 0,5 2-2 0,-5 2 2 0,6-6 0 0,2 7 1 0,-8-1-2 0,7-1 4 15,-2 2-2-15,-5-7 0 0,6 4 0 0,-6 2 1 0,8-3-1 0,-3 2 1 16,-5-6-1-16,8 3 0 0,-8-2-1 0,0 1 1 16,5 1-1-16,-5-1-1 0,0-7 1 0,0 3 0 0,0-2 1 0,0-4 2 0,0 5 5 0,0 1 3 0,0-6 5 15,0 3 2-15,-5-3 2 0,5 0 0 0,0 0 1 0,-8 7-4 0,8-7-5 16,-5-7-8-16,-3 7-8 0,8 0-12 0,-6 0-10 0,6-3-17 0,-5 3-18 16,-2-6-21-16,7 6-20 0,-8-5-22 15,8 1-19-15,-6-2-20 0,1 3-23 0,5-3-24 0,-8 2-24 0,8-1-39 0,-5-1-52 0,5 3-83 0,-7-9-102 0,7 8-33 16,0-1 2-16,0-5 18 0,7 1 28 0,-7 4 32 0,5-5 33 0,-5 0 39 15,8-5 41-15,3 6 44 0,-3-6 48 0,-1 0 59 0,4 0 67 0</inkml:trace>
  <inkml:trace contextRef="#ctx0" brushRef="#br0" timeOffset="25570.88">29782 4320 0 0,'20'-5'17'0,"0"-5"135"0,-7 4 80 0,0 1 60 0,1 1 52 0,-9-7 47 0,8 7 43 16,-8-5 46-16,3-1 41 0,0 5 41 0,-8-5 42 0,5 4 37 0,-5-3 35 0,7 4-91 16,-7 1-166-16,0-2-90 0,0 6-53 0,0-3-37 0,0-3-28 15,-7 0-29-15,7 6-26 0,0-3-27 0,-5 3-29 0,5 0-26 0,-8 0-23 0,8 0-21 16,-8 0-20-16,3 0-15 0,-1 3-13 0,-1 3-8 0,2 0-7 15,-9-3-2-15,7 7-1 0,1-5 3 0,1 4 0 0,-11 1 5 16,11 1 3-16,5 3 4 0,-7-5 1 0,0 6 5 0,2-4-2 0,-3 4 3 0,8-2 0 0,-7 2 1 16,2 0 3-16,5 0 1 15,0-6 0-15,-7 6 0 0,7 1-1 0,0-3-1 0,0 2 0 0,0-6-1 0,0 6 2 0,0-4 0 16,7 2-2-16,-7-3 1 0,5 1 3 0,-5 4-2 16,7-6 0-16,1 1-1 0,-3-1 5 0,2 0 1 0,0 3 1 0,6-8 3 0,-5 5 0 0,-3 0 1 0,8 2 0 0,-8-7 1 0,4 8 0 0,3-8-1 15,-6 6 0-15,-1-6-1 0,3 0-3 0,-8 7-1 0,8-7-2 0,-8-4-3 16,5 5-1-16,-5 2-3 15,0-7-3-15,0 0 1 0,0 0-3 0,0 0 2 0,0 3 0 0,0-3 5 0,0 0 2 0,-5 6 1 0,5-6 4 0,-8 0 3 16,8 0 4-16,0 0 1 0,-8 0 4 0,8 0 2 0,-5 0 1 0,-1 0 4 16,6-6 1-16,-7 6-1 0,7-3 0 0,-5 3-1 15,5-7-6-15,-9 2 1 0,9 5-4 0,-5-4-2 0,5-1 0 0,0-1-4 16,-7 2 0-16,7-5-3 0,0 4-2 0,-6 1-1 0,6-8-4 0,0 3-2 0,0-1-1 0,0 1-3 0,6 0 0 16,-6-3 0-16,7-2 2 15,-7 4-1-15,5-3 1 0,4 1 1 0,-4-6 1 0,2 7 0 0,4-2 4 0,-3-3 2 0,5 2 4 0,-6-1 7 16,5 6 4-16,3-1 6 15,-3 0 6-15,-5-1 4 0,6 7 5 0,0-1 2 0,6 1 5 0,-6-1 3 16,0 5 4-16,8 0 3 0,-8 5 4 0,-2-5 1 0,9 9 0 0,-6-5-2 16,-1 7-5-16,1-1-4 0,4 0-6 0,-11-1-3 0,7 6-3 0,-4-1-2 15,-2 2-6-15,-2 2-3 0,1-3-5 0,-1 1-13 0,1 2-18 0,-7-3-15 16,6 0-15-16,-6 0-17 0,0-2-22 0,-6 2-21 0,6 1-25 0,0-2-26 0,-7 1-27 16,7-6-17-16,-6 7-21 0,-1-7-20 0,7 0-15 0,-6 1-14 0,6-5-7 15,-8 4-38-15,8-2-45 0,-5-7-64 0,5 5-68 0,0-5-11 0,0 0 15 0,0 0 27 16,-5 0 32-16,5-5 33 0,0-2 34 0,0-2 34 0,0 0 36 0,0 0 38 0,0-1 41 15,5-4 56-15,-5 2 63 0</inkml:trace>
  <inkml:trace contextRef="#ctx0" brushRef="#br0" timeOffset="25712.76">30233 4418 0 0,'5'-21'6'0,"-5"-3"121"0,8 5 75 0,-8-7 61 0,0 3 52 0,5 2 48 0,-5 3 44 0,0-3 43 0,8 2 38 0,-8 4 34 0,0-3 29 0,6 6 27 0,-6-3 24 0,0 8-88 0,0-4-153 0,5 1-85 0,-5 4-52 16,0 3-42-16,0-3-35 0,0 6-32 0,0 0-30 0,0 0-27 0,0 0-24 15,0 0-19-15,0 0-16 0,0 0-21 0,0 0-24 0,0 6-30 0,0-6-30 16,-5 9-39-16,5-3-42 0,0 3-44 0,0-3-51 0,0 1-97 0,0 4-118 0,0 5-45 15,5-7-11-15,-5 0 7 0,7 1 18 0,1-1 30 0,-2 2 36 0,7-7 44 16,-8 7 45-16,11-7 50 0,-11 2 54 0,8-2 58 0,1 1 65 0</inkml:trace>
  <inkml:trace contextRef="#ctx0" brushRef="#br0" timeOffset="26045.67">30636 4455 0 0,'5'5'83'0,"3"-5"130"0,-1-5 76 0,-7 1 58 15,6-1 46-15,-6-1 44 0,0 2 41 0,0-5 36 0,0 4 33 0,0-5 28 16,0 4 22-16,0-3 1 0,-6 3-13 0,6 2-129 0,0-1-190 0,-7 1-99 15,-1-1-52-15,3 1-33 0,-1 4-22 0,-7-6-20 0,5 6-18 0,-5 0-17 16,2 0-15-16,-4 0-9 0,9 6-2 0,-7-2-3 0,1 1-2 0,3 4 2 0,-2-5 2 16,-1 7-2-16,3-1 2 0,-3 0 1 0,6 4 2 0,-2-4 1 0,-5 4 4 15,8-4-1-15,-2 5 2 0,0 0 0 0,2 0 1 0,-2 0-2 0,-1-2-2 0,3-3-3 16,5 4-4-16,-8 2-2 0,2-2-2 0,6-4-2 0,0 5-1 0,0-5-2 16,0 0-3-16,0-2 2 0,0 3 0 0,6-7 4 0,-6 8 2 0,8-9 5 15,-8 3 8-15,5-1 5 0,10-5 9 0,-10 4 10 0,2-4 10 0,5 0 9 16,-4-4 11-16,5 4 11 0,-2-5 12 0,5-1 10 0,-4 3 10 0,-1-9 6 0,5 8 5 15,-5-7 7-15,2 7 2 0,-5-5 5 0,4 0 0 0,-6-3-4 16,2-3-6-16,-3 6-6 0,3 0-9 0,-3-7-9 0,-5 7-10 0,8-6-14 0,-8 2-12 0,0-2-15 16,6 0-20-16,-6 0-23 0,0 0-21 0,-6-4-23 0,6 4-26 0,0 1-25 15,-8-2-24-15,3 1-25 0,5 2-24 0,-8 4-29 0,3-6-29 0,5 9-33 16,-8-3-35-16,2 3-52 0,1 1-64 0,-2 5-54 16,-1 0-51-16,2 0-3 0,6 5 18 0,-7 1 31 0,-4-3 34 0,11 3 36 0,-7 0 41 15,-2-3 44-15,4 9 43 0,-1-8 49 0,-1 5 50 0,7-4 62 0,-5 5 74 0</inkml:trace>
  <inkml:trace contextRef="#ctx0" brushRef="#br0" timeOffset="26489.83">30630 4534 0 0,'6'0'21'0,"-1"-4"142"0,10-1 83 0,-9-2 62 0,2-2 52 0,2 0 45 16,-2 3 43-16,-2-3 41 0,7-6 40 0,-6 0 37 0,0 6 32 0,5-1 29 0,-5 1 28 0,-1 0-104 16,0-3-179-16,9 3-100 0,-10-1-52 0,3 5-38 0,-2-4-21 0,-1 5-23 15,3-2-20-15,-3 0-20 0,2 3-20 0,-7-3-15 0,7 0-13 0,0 6-12 16,-1 0-7-16,1 0-8 0,-1 0-9 0,-6 0-5 0,7 6-7 0,-1 0-4 15,1-3 0-15,-1 3-1 0,2 4-2 0,-8-1 1 0,5 0-4 0,3 2 2 16,-3 5-2-16,-5-3 2 0,0-4 1 0,5 11 0 0,-5-4-1 0,9-3 0 0,-9 7 1 16,0-4-3-16,0 2 0 0,0-3-3 0,0 6-8 0,0-3-7 0,0-3-7 15,0 5-6-15,0-6-4 0,0 5-3 0,0-4-2 0,0 0-2 0,0 0 0 0,0-6 2 16,0 0 3-16,0 3 4 0,0-8 7 0,0 1 11 0,0-5 16 0,0 0 12 16,0 4 15-16,0-4 8 15,0 0 6-15,0 0 3 0,0 0 3 0,-9 0 2 0,9-4 1 0,0-1 2 0,-5 1-1 0,5-1 2 0,0-5 0 0,0 4-1 0,-5-3-4 16,5 0-1-1,0 3-3-15,0-3 3 0,0 0 2 0,-8-3 3 0,8-3 2 0,8 7 2 0,-8-6 1 0,0 2 0 0,0-3-2 0,0 2-7 0,5-2-40 16,-5-5-1-16,5 6 0 0,4-7 0 0,-9 7 0 0,5-5 0 0,2 0 0 16,6-1 0-16,-6 5 0 0,0-4 0 0,-2 4 0 0,3-4 0 0,5 4 0 15,-7 6 0-15,-1-3 0 0,2 3 0 0,2 0-9 0,-4 5-20 0,2-1-3 16,-1-1 0-16,-1 2-2 0,3 4 1 0,0 0 0 0,-3 4 1 0,1 2 1 0,2-1 1 16,-3-1 1-16,3 5 4 15,-1 0 3-15,-2 6 6 0,2 1 2 0,-7-2 1 0,5 5-3 0,2-3-4 0,1 2-7 0,-8 8-14 0,0-7-14 0,5 0-24 16,-5 7-25-16,0-7-25 0,0 5-28 0,0-5-37 0,8 5-36 0,-8 2-35 15,0-7-35-15,0 6-39 0,6-7-42 0,-6 6-58 0,5-3-60 0,-5-2-31 16,7 2-11-16,2-8 16 0,2-4 33 0,-4 6 38 0,-2-9 40 0,11 0 48 0,-11-3 48 0,8-3 46 16,-7-3 45-16,7 3 51 0,-6-12 50 0</inkml:trace>
  <inkml:trace contextRef="#ctx0" brushRef="#br0" timeOffset="26903.67">31528 4525 0 0,'0'0'23'0,"0"-7"141"15,8 4 83-15,-8-3 56 0,5-3 37 0,1 3 30 0,2-3 21 0,-3 5 26 0,8-7 23 0,-6 7 29 0,7-7 29 0,-9 2 27 0,8 3 26 0,-5 2-100 0,3-5-171 0,5 4-91 0,-11 1-48 0,1-2-17 0,6-4-3 0,-3 5 4 0,-2-1 6 0,-2 2-6 16,1-1-4-16,-1 1-12 0,3 4-11 0,0-5-11 0,-3 5-7 0,8-4-10 16,-7 4-12-16,1 0-9 0,1 0-10 0,4 0-7 0,-5 0-1 0,-2 0-2 15,3 4 2-15,5 1 0 0,-7-1 2 0,1 1-2 0,6-1 1 0,-7 7-2 16,7-7-2-16,-8 8-2 0,2 1-1 0,7-4-3 0,-7 2 1 0,-1 4-7 0,8-5-1 15,-7 3-7-15,-2 2-2 0,1-1-3 0,2 7-1 0,-3-7-1 0,3 0-1 0,-3 7-1 16,2-8-3-16,0 8 0 0,0-6-2 0,-7 4-3 0,6 2-3 0,-6-3-1 16,7 1-7-16,-7-5-4 0,0 7-8 0,6-2-2 0,-6 2-6 0,0-8-2 15,0 2-1-15,0 0 3 0,0 0-1 0,0-9 4 0,0 3 8 0,0-5 8 16,0-4 10-16,0 5 11 0,0-5 13 0,0 0 14 0,0 0 19 0,0 0 8 0,0 0 11 16,0 0 1-16,0 0 4 0,0-5 3 0,0 1 4 0,0-2 0 0,0 3 0 15,-6-3-3-15,6-3 0 0,0 3-3 0,0-4-3 0,0-1-5 0,0 2-11 0,-7 0-36 16,7-1-16-16,0 0 0 0,0 0 0 0,0-4 0 0,0 5 0 0,0-6 0 15,0 0 0-15,0 0 0 0,7 0 0 0,-7 0 0 0,0 0 0 0,6-3 0 16,-6 2 0-16,0-3 0 0,7 5 0 0,-7-6 0 0,6 0 0 0,-1 7 0 0,-5-8 0 16,8 6-12-16,0 2-65 0,-8-2-9 0,5 0-13 0,3 4-13 0,-8 2-18 0,5 0-17 15,0 5-19-15,4-2-23 0,-4 0-23 0,-5 2-22 0,7 4-25 0,-1 0-26 16,2 0-32-16,-2 0-54 0,6 4-62 0,-4 2-55 0,3 0-49 0,2-2-4 0,3 1 18 16,-6-1 28-16,3 5 36 0,1-3 37 0,7-1 43 0,-8 4 45 0,-1-3 46 0,7 4 51 15,-6-5 50-15,1-1 63 0,7 5 76 0</inkml:trace>
  <inkml:trace contextRef="#ctx0" brushRef="#br0" timeOffset="27564.7">32486 4597 101 0,'6'0'198'0,"-6"0"69"0,5 0 55 0,-5-5 48 16,0 1 42-16,0-1 40 0,0-5 43 0,0 4 39 0,0-3 37 0,8 4 35 0,-8-5 30 0,0 1-69 15,0 5-126-15,0-8-100 0,-8 3-81 0,8 0-52 0,0 3-34 0,0-3-27 0,-5 0-23 16,5-1-21-16,-6 4-24 0,6-3-22 0,-7 4-19 0,1-5-18 0,-2 5-13 16,8 1-10-16,-7-1-7 0,-4 1-4 0,5 4-3 0,-1-6-3 0,-1 6-2 0,3-6 1 15,-3 6-2-15,-3 0 1 0,4 6-2 0,-1-6 3 0,2 6-2 0,-1-6 3 16,-4 4 1-16,3 1 2 0,0-1-2 0,3 1 4 0,-1 5-1 15,-6-5 2-15,3 4 4 0,4-3 1 0,-2 4 1 0,-4-1 1 0,2-5 0 0,-3 7 1 0,5-2-4 16,-5 0-4-16,4 3-3 0,-4-3-6 0,5 5-3 0,-5-4-6 0,4 0-5 0,3 0-6 16,-9-1-8-16,7 0-4 0,1 2-6 0,-2-1-3 0,3 0-4 15,5 0-4-15,-8-2 1 0,3 3 2 0,5-7 4 0,0 8 4 16,0-9 6-16,0 3 2 0,0 3 7 0,0-9 5 0,0 6 8 0,5-3 6 0,-5 3 10 0,8-6 6 0,-3 4 8 16,3-4 6-16,-2 0 8 0,1 0 6 0,-1 0 7 0,7 0 7 0,-5 0 5 0,4 0 7 15,-5-4 4-15,5-2 6 0,1 3 4 0,-6 3 1 0,5-6 2 0,4 2 4 16,-5-1 3-16,1-1 0 0,-3-4 0 0,3 5-1 0,-1 1-4 0,5-7-3 15,-5 3-4-15,-4 3-4 0,7-4-3 0,-2 3-5 0,-6-4-8 0,7-1-5 0,-5 7-6 16,-1-5-1-16,-1 4-7 0,0-5-1 0,-1 4-3 0,2 2-6 16,-7-1-1-16,8 0-5 0,-8 5-4 0,6-4-1 0,-6 4-4 0,0 0-4 0,0 0-5 0,0 0-4 15,0 0 3-15,0 0-2 0,0 0 0 0,0 4-2 0,0 1 3 0,0 4-2 16,0-3 2-16,0 0 2 0,0 3 1 0,0 0 2 0,0 6 3 0,0 1 4 0,0-7 7 16,0 4 2-16,0 2 0 0,0 0 1 0,0 0-1 0,0 4-1 0,7-5 1 0,-7 2-1 15,0-1 1-15,6-1 1 0,-6 2-2 0,5-3 2 0,3-4 2 0,-8 6 0 16,8-3 1-16,-3-3 0 0,8-3 2 0,-8 3 1 15,4-9 1-15,3 4 2 0,-6 1 1 0,7-5 2 0,-5 0 4 0,4-5 3 16,0 5 7-16,-4-4 2 0,4 4 4 0,2-6 3 0,-1-3 3 0,-8 3 5 0,9-3 5 0,-1 3 5 0,-5-3 5 0,4-6 1 16,-6 6 3-16,8-7-2 0,-7 2 0 0,6 0 1 0,-8 0-3 0,1-7 0 15,2 2-5-15,-3 4-4 0,2-4-1 0,7-5-3 0,-14 3-6 0,6-3-19 0,1-1-22 16,-2 1 0-16,4-1 0 0,-4 1 0 0,2-4 0 0,-1 2 0 0,1-2 0 16,-1 3 0-16,-6-5 0 0,8 12 0 0,-3-6 0 0,-5-1 0 0,5 10 0 15,-5-4 0-15,9 4 0 0,-9 4 0 0,0 2 0 0,0-1 0 0,0 7 0 0,0-3 0 16,0 0 0-16,0 6 0 0,-9-3-10 0,9 3-22 0,0 3 2 0,-5 3 1 0,0 0-1 15,5 3 5-15,-8 0 0 0,2 0-1 0,-1 7-2 0,1 3 1 0,-1 1-2 0,2-1 9 16,-4 5 12-16,-3 0 4 0,6 6 4 0,-1 1 0 16,-7-3 1-16,9-4-1 0,-3 6-1 0,2 0-5 0,1-2-9 0,5 2-9 0,-8-2-9 0,3-2-12 0,5 2-13 0,0-3-19 15,0-1-25-15,-7 1-21 0,7-1-22 0,7-3-22 0,-7-2-22 0,0-1-27 16,0-3-26-16,0 6-18 0,0-12-14 0,5 0-27 0,-5 1-30 0,0 1-43 0,0-7-44 16,0-4-40-16,0 6-32 15,0-6 2-15,0 0 22 0,0 0 30 0,0 0 33 0,0 0 39 0,0 0 38 0,0 0 38 0,0 0 37 0,0 0 45 0,0-6 49 0,0 6 55 0,0-9 69 0</inkml:trace>
  <inkml:trace contextRef="#ctx0" brushRef="#br0" timeOffset="28040.9">32727 4838 0 0,'0'-6'45'0,"0"-4"58"0,-9-1 49 0,9-2 41 0,-5 4 37 0,-1-3 34 0,-1-2 35 0,2 4 35 0,-3-3 35 0,2 1 34 0,6-2 30 0,-13 4-7 0,13-3-32 0,-8 2-34 0,3 1-31 0,-3 1-40 0,3-2-34 0,5 7-25 0,-5-5-19 0,5 4-15 0,0 1-17 0,0 4-20 0,0 0-14 0,0-6-19 16,0 6-14-16,0-6-11 0,0 6-18 0,0-4-10 0,5 4-12 0,-5-5-7 0,0 5-10 0,5 0-7 0,3 0-3 16,-3 0-8-16,-5 0-7 0,8 0-4 0,5 0-3 0,-7 0-5 15,7 0 0-15,0 0-1 0,1 5 5 0,-2-5 2 0,1 4 0 0,1-4 4 0,5 6-1 0,-6 0 0 16,8-6-1-16,-3 4 0 0,-5 1 1 0,5-5-2 0,3 5 0 0,-1-1 0 15,0-4-1-15,-1 4 1 0,1-4-5 0,-1 6-1 0,2-6-3 0,-10 5-2 16,10-5 1-16,-3 0 2 0,-5 0 2 0,7 0 2 0,0 0 0 0,-7 0 3 0,5 0 3 0,-2 0 4 0,2-5 8 16,-4 5 5-16,-2-6 6 0,-1 2 1 0,5 0 8 0,-4-1 4 0,0 0 5 0,3-5 4 15,-3 4-1-15,-5-3 5 0,6-1 4 0,-8 1 3 0,3 0 3 0,-2-3-2 0,-1-2-3 32,3 0-2-32,-8 5 0 0,8-6-2 0,-8 4-47 0,0-4-19 0,0 7 0 15,0-3 0-15,0 1 0 0,-8 1 0 0,8-2 0 0,-8 2 0 0,3 0 0 0,-1 5 0 16,6-8 0-16,-13 8 0 0,5-1 0 0,3 5 0 0,-9-6 0 0,9 6 0 0,-10 0 0 15,3 0 0-15,0 6 0 0,-4-1 0 0,5-1 0 0,-1 8 0 0,-2-8 0 16,1 10 0-16,0-4 0 0,0-1 0 0,6 6 0 0,-5 0-3 0,-3 0-4 0,3 0 1 16,5 0 0-16,-6-2 4 0,6 2 1 0,1 0-1 0,0 0-2 0,1-2-1 15,-2 2-1-15,-1 1 2 0,8-2 1 0,0 5 2 0,-6-4 0 0,6 0-2 0,0 4 0 16,0-5 3-16,0 2 3 0,0 3 1 0,6-5 8 0,-6 2 3 0,0-1 6 16,8-1-19-16,-1 2-2 0,-7-1 0 0,5-6 0 0,1 4 0 0,0-1 0 0,1-3 0 15,6 0 0-15,-6 1 0 0,0-5 0 0,6 4 0 0,-6-3 0 0,5-2 0 0,-5 2 0 16,6-1 0-16,-5-1 0 0,-3-4 0 0,8 5 0 0,-8-5 0 0,4 0 0 15,3 0 0-15,-12 0 0 0,11-5 0 0,-11 5 0 0,9-4 0 0,-2 4 0 16,-2-5 0-16,-5 5 0 0,7-6 0 0,-7 2 0 0,7 4 0 0,-7-6 0 0,0 1 0 16,0 1 0-16,0-1 0 0,0 1-61 0,0-2-56 0,0 2-10 0,0-1-14 0,-7-1-17 15,7 3-13-15,0-4-16 0,0 2-15 0,-7 5-16 0,7-4-14 0,-5-1-16 16,5 5-29-16,0-4-34 0,-7 4-57 0,-2 0-60 0,4 0-55 0,-1-6-47 0,6 6-1 16,-7 0 18-16,2 6 30 0,-4-6 33 0,4 0 39 0,-2 0 40 0,1 0 43 0,1 0 45 0,-3 0 52 15,0 0 53-15,3 0 64 0,-2 0 75 0</inkml:trace>
  <inkml:trace contextRef="#ctx0" brushRef="#br0" timeOffset="103692.45">1359 17698 73 0,'7'-15'119'0,"2"0"17"0,-9 0 8 0,5 6 4 0,-5-6 4 0,0 6-2 0,0-1-2 0,0 1-2 0,0 3-4 0,0-4-6 0,0 5-8 0,0 1-92 0,7 4-135 0,-7 0-59 0,0-5-24 0,0 5 2 0,0 0 9 0,6 0 12 0,-6 5 13 0,5-5 13 0,4 4 16 0,-9 1 13 0,7 1 16 0,-7-2 18 0,5 5 22 0</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40:12.670"/>
    </inkml:context>
    <inkml:brush xml:id="br0">
      <inkml:brushProperty name="width" value="0.05292" units="cm"/>
      <inkml:brushProperty name="height" value="0.05292" units="cm"/>
      <inkml:brushProperty name="color" value="#FF0000"/>
    </inkml:brush>
  </inkml:definitions>
  <inkml:trace contextRef="#ctx0" brushRef="#br0">21198 8876 5 0,'0'0'71'0,"0"0"40"0,0-3 32 0,0 3 33 0,0-6 33 0,9 0 30 0,-9 3 27 0,0-3 27 0,0 0 25 0,0 6 25 0,0-4 23 0,0-1-21 0,0 5-51 16,0-6-31-16,0 6-24 0,0-3-18 0,0 3-18 0,-9 0-17 0,9 0-21 15,0-4-15-15,0 4-15 0,0 0-13 0,0 0-13 0,0 0-11 0,0 0-14 0,0 0-13 0,0 0-14 16,0 0-6-16,0 0 0 0,0 0 0 0,0 4 0 15,0-1 0-15,0 3 0 0,0 3-1 0,0-3 0 0,9 3 0 0,-9 3-1 0,0 1 5 0,0 1 4 16,5 2 6-16,-5 3 4 0,0 1-3 0,0-1-6 0,6 5-4 0,-6 0-8 16,0 6 0-16,0 1 2 0,0-3 1 0,7 6-1 0,-7 1-2 0,0-1 0 15,0 5-4-15,0 1-3 0,0-3-4 0,0 8-7 0,0-2-1 0,0 2-6 16,-7-1-2-16,7 4-1 0,0-3-5 0,0 3-7 0,0 5-4 0,0-4-3 0,0 5 0 0,0-5-1 16,0 0 1-16,0 0-1 0,0 0 1 15,0-4 1-15,0-3 2 0,0 2-1 0,0-5-1 0,0 1 1 0,0-7-1 16,0 3-1-16,0-2 0 0,0-6 1 0,0 2-3 0,7-1-6 0,-7-4-12 0,0-1-20 0,0-5-23 0,0 2-30 0,0-8-34 15,0 2-36-15,0 0-38 0,5-6-39 0,-5 1-51 0,0 1-60 0,0-7-77 16,0-4-81-16,0 0-26 0,0 0-1 0,0 0 21 0,0 0 31 0,0 0 38 0,-5-10 45 16,5 1 47-16,-7-6 48 0,7 0 50 0,-6-4 50 0,1 0 56 0,5-7 64 0</inkml:trace>
  <inkml:trace contextRef="#ctx0" brushRef="#br0" timeOffset="884.4">20956 8964 73 0,'-5'-5'143'0,"0"1"45"0,-3-2 37 0,3-3 32 0,-3 4 30 16,8 1 29-16,-8-2 32 0,8 2 27 0,-5-1 27 0,5-1 21 16,0 2 20-16,0 4-67 0,-6 0-114 0,6 0-70 0,0 0-48 0,0 0-33 0,0 0-27 0,0 0-21 15,0 0-17-15,6-6-12 16,-6 6-14-16,5 0-7 0,3 0-7 0,0 0 0 0,-3 0 2 0,8 6 6 0,1-6 5 0,-2 0 8 0,2 0 14 0,4 0 11 15,9 0 11-15,-1-6 7 0,0 6 4 0,6-5 3 0,2 1-4 0,3-1-5 0,2-5-8 16,9 7-4-16,3-9-7 0,0 3-7 0,2-1-3 0,5-1-6 0,8-2-4 16,-8 4-6-16,15-7-3 0,-9 6-4 0,8-4-3 0,0 0-3 0,5-2-3 15,2 1 1-15,-2 2-2 0,1-1 0 0,9-2-2 0,-11 1-3 0,11 1-2 0,-4-2 2 16,1 1 1-16,2 2 1 0,-7-2-4 0,5 0-1 0,-7 0-1 0,7 2-2 16,-4-2-1-16,-9 4 1 0,7-4 0 0,1 2 1 0,-8 4-1 0,-6-3 0 15,7-3-1-15,-1 6-1 0,-5 0-2 0,-1-1 5 0,1 0 5 0,-10-1 7 16,4 2 8-16,-2 0 4 0,-5 5 5 0,5-8 7 15,-11 3 0-15,4 0 6 0,-7 3 4 0,4 1 4 0,-4-3 5 0,-4 3 4 16,-1-2 1-16,1 4 0 0,-9-3-2 0,1 1-4 0,2 1-3 0,-2-2-7 16,-6 1-3-16,1 1-2 0,-1-1-5 0,-5 5-2 0,-3 0-4 0,-4-4-5 0,4 4-3 0,-4-6-4 0,-7 6-3 15,5 0-1-15,-6 0-4 0,0 0 0 0,2 0 0 0,-1 0-2 0,-7 0 3 0,0 0 0 16,0 0 2-16,0 0 2 0,0 0 5 0,0 0 7 0,0 0 5 0,0 6 7 16,0-2 4-16,0-4 4 0,0 5 3 0,-7-1 1 0,7 1-2 0,0 5-1 15,0-5-3-15,-8 4-1 0,8 3-1 0,0-4-7 0,0 3-4 0,-6-2-5 16,6 0-7-16,0 7-8 0,0-7-4 0,0 6-3 0,0-6-1 0,0 7-5 15,0-7 1-15,0 6-2 0,0-1 2 0,0 2 1 0,6-7-1 0,-6 6 2 0,0 0 0 16,8 0-1 0,-8 4 1-16,7-5 0 0,-2 2 2 0,1-3-2 0,2 2 3 0,-3 0 0 0,3 5 2 0,-3-6 1 0,3 7 2 0,-2-7 1 0,7-1 0 0,-6 8 3 15,7-6-3-15,-9 4 3 0,0-1-1 0,9 3-1 0,-7-2 2 0,6 2-2 16,-6 3 2-16,5-6-1 0,-5 7 1 0,-1-1-3 0,2 7 0 0,5-7-1 16,-8 6-1-16,3-2-1 0,-2 2-1 0,-1-2 2 0,3-3 1 0,-3 4 1 0,2 5 0 15,2-4 0 1,-4-2 0-16,1 8-1 0,1-8 1 0,-2 6-3 0,4 2 2 0,3-3-1 0,-6 1-1 0,2-1-1 0,-3 3 2 0,8-2-2 0,-8 0 2 0,4 0-2 15,-4 1 2-15,2-1-2 0,1 0 0 0,-3-4 2 0,-5 3-1 0,7-2 2 16,-7-4 2-16,0 4 2 0,0-3 5 0,0-2 1 0,0-4 1 0,-7 5 3 16,7-5-2-16,-5-2 5 0,5 1-2 0,-8-2 4 0,1 0 1 0,2-4 1 15,-4 4 2-15,-1-5-1 0,2 2 2 0,-5-1-2 0,7-1-2 0,-6-4 0 0,-2 5-1 32,1-6 1-32,-1 1-1 0,-6-1-3 0,1 3 2 0,1-3-3 15,-8-4-2-15,-1 5-3 0,1-6-1 0,-8 1-1 0,2-5-2 0,-7 4-1 0,-6-4-4 16,-5 5-1-16,-5-5-1 0,4 0-2 0,-9 0 0 0,-3 0-3 0,-3 0-5 15,-5 7 2-15,-8-7 0 0,1 0 1 0,0 3 0 0,-6 3 0 0,-3-6-3 16,4 5-1-16,-7-1 0 0,-2 5 4 0,0-3-1 0,7 3 0 0,-7 0 0 16,2 3 1-16,-2 1 0 0,9 2 2 0,-7 0-1 0,3 0 0 0,2 0 1 0,1-2 1 15,0 8 3-15,0-6 1 0,-3 3-2 0,11 3-2 0,-9-2 1 0,6 0 0 16,1 1 0-16,0-1 2 0,0 2 1 0,6 3-1 0,1-5 0 0,-1 2-4 16,8-3 1-16,-3-3 0 0,10 4 1 0,4-4 1 0,1 0 2 0,-1 0-1 15,15-5 2-15,-8-1-1 0,14 0-1 0,-1-3 2 0,6 3-1 0,8-4-5 0,-2-5-3 16,10 4-11-16,4-4-15 0,-7 0-16 0,14 0-14 0,0 0-16 0,0 0-13 15,0 0-12-15,0 0-13 0,9-4-15 0,-4 4-18 0,2-5-23 0,4-1-25 16,5 3-25-16,-4-3-28 0,7-3-34 0,1 5-40 0,0-8-82 0,6 3-100 0,0-6-34 16,1 6-1-16,5-6 14 0,-1 0 23 0,1-4 31 0,-4-5 33 0,4-1 40 15,0 1 42-15,2-6 49 0,-2 2 48 0,-6-8 59 0,6 2 64 0</inkml:trace>
  <inkml:trace contextRef="#ctx0" brushRef="#br0" timeOffset="1514.66">24123 8608 9 0,'0'-5'82'0,"-7"1"45"0,7 4 39 0,0-6 34 0,0 0 31 0,-5 2 29 0,5 4 27 0,0-5 28 0,0 0 31 0,0 1 28 0,0 4 31 0,0-6-21 0,0 6-52 0,0-4-37 0,0 4-31 0,0-5-24 0,0 5-21 0,0 0-20 0,0 0-15 0,0 0-16 15,0 0-15-15,0 0-18 0,0 0-21 0,0 0-14 0,0 0-18 0,0 0-8 0,0 0-5 0,5 0-5 0,-5 5-7 16,0-1 3-16,7 2-1 0,-7 3 2 0,6 0 7 0,0 3 4 0,-6-3 7 16,8 4 8-16,-1 2 12 0,-7 1 2 0,5 2 3 0,-5 2-3 0,7 1-8 15,-7 2-6-15,7 7-8 0,-7-6-6 0,0 12-5 0,0-2-6 0,0 3-1 16,0 3-4-16,-7-1-5 0,7 9-7 0,0-2-4 0,-7 2-4 0,7 5-7 0,0-5-1 16,-5 1-5-16,5 6 0 0,0-7-2 0,0 1 0 0,-7 6-3 0,7-7-4 15,0 7-3-15,0-7-4 0,7 5-1 0,-7 1-1 0,0-5-4 0,0 6 1 16,0-3-2-16,5-4 2 0,-5 1 0 0,0 0 3 0,7-4-3 0,-7-2-3 15,7 2-5-15,-7-5-11 0,5-7-15 0,3 1-24 0,-3-3-27 0,-5-4-38 0,8-3-42 16,-2 1-54-16,1-5-63 0,-1-1-125 0,-6-3-154 0,7-2-63 0,-1-4-20 16,-6-1 4-16,7-3 19 0,-7-6 29 0,0 0 37 0,0-6 46 0,0-3 49 0,0-6 57 15,-7 2 64-15,7-14 69 0,-6 3 77 0</inkml:trace>
  <inkml:trace contextRef="#ctx0" brushRef="#br0" timeOffset="3455.69">24645 9272 0 0,'0'0'2'0,"0"-6"37"0,0 6 18 0,0-4 14 0,0 4 13 0,0-5 15 0,0 5 12 0,0-4 15 0,0 4 11 0,0 0 14 0,0-5 11 0,0 5-13 0,0-4-27 0,0 4-18 0,0 0-10 0,0-6-7 0,0 6-2 0,0 0-4 0,0-6-8 16,0 6-8-16,0 0-12 0,0 0-12 0,0 0-11 0,0 0-16 0,0 0-19 0,0 0-15 16,0-3-19-16,0 3-19 0,0 0-19 0,0 0-24 0,-7 0-22 0,7 0-23 15,0 0-21-15,0 3-8 0,0-3-1 0,0 0 5 0,-8 0 10 0,8 0 15 0,0 0 16 16,0 0 19-16,0 0 18 0,0 0 20 0,-5 0 22 0</inkml:trace>
  <inkml:trace contextRef="#ctx0" brushRef="#br0" timeOffset="5206.92">24606 9195 0 0,'0'0'13'0,"0"0"22"0,0 0 16 0,0 0 14 0,0 0 17 15,0 0 16-15,0 0 17 0,0 0 16 0,0 0 17 0,0 0 9 0,0 0 2 0,0 0 5 0,0 0 4 0,0 0 6 0,0 0 3 0,0 0 2 0,0 0 0 0,0 0-3 0,0 0-4 0,0 0-5 0,0 0-6 0,0 0-10 0,0 0-13 0,0 0-13 16,0 0-12-16,0 0-9 0,-8-5-10 0,8 5-6 0,0 0-7 0,0 0-4 0,0 0-4 0,0-7-4 0,0 7-1 15,0-3-1-15,0 3 0 0,0-6 4 0,0 6 4 0,0-5 5 0,0 1 7 0,0 4 1 16,-8-6 5-16,8 6 0 0,0-5 3 0,0 5 1 0,0 0 0 0,0 0-1 16,0-4 1-16,0 4 0 0,0-5-1 0,0 5-2 15,0-4-1-15,0 4-1 0,-5-6-1 0,5 6-1 0,0 0-2 0,0 0-4 0,0 0-3 0,0 0-5 0,0 0-4 16,0 0-6-16,0 0-5 0,0 0-9 0,0 0-4 0,0 0-6 0,0 0-7 16,0 0-7-16,0 0-6 0,0 0-8 0,0 0-4 0,0 0-5 0,0 0-3 15,0 0-4-15,0 0-4 0,0 0-3 0,0 0-2 0,0 0-3 0,0 0-1 0,0 0 1 16,0 0-2-16,0 0 1 0,0 0 0 0,0 0 1 0,0 0 3 0,0 0 0 15,0 0 1-15,0 0 2 0,0 0 0 16,0 0 5-16,0 6 0 0,0-6 2 0,0 0 1 0,0 0 1 0,0 0 2 0,5 4-2 0,-5-4 1 0,0 0 0 16,0 5-1-16,0-5 1 0,0 0 1 0,0 0 1 0,0 0 0 0,0 0 1 0,0 0 3 15,0 0 0-15,0 0 1 0,0 0 3 0,8 0 3 0,-8 0 2 0,0 0 7 16,0 0 2-16,0 0 7 0,8 0 7 0,-8-5 3 0,0 5 4 0,0 0 3 16,0-4 1-16,5 4 1 0,-5-6 0 15,0 6 0-15,0-4-1 0,0 4 0 0,0 0-3 0,0-6-2 0,0 1-5 0,0 5-5 0,0-4-4 16,0-1-4-16,0 5-4 0,0-6-3 0,0 2 1 0,0 4-3 0,0 0 2 0,0 0-2 0,-5-5 2 15,5 5-2-15,0-4-1 16,0 4-2-16,0 0 0 0,0 0-5 0,0 0-3 0,0 0-2 0,0 0-2 0,0 0-5 0,0 0-3 0,0 0-3 0,-8 0-5 16,8 0-5-16,0 0-1 0,0 0-3 0,0 4-1 0,-8-4-2 0,8 5 0 0,0-1 2 15,0-4-1-15,-5 6 2 0,5-1 0 16,0-1 2-16,0 1 0 0,0 1 2 0,-6-2-7 0,6 2-8 0,0-6-13 16,0 9-14-16,0-5-27 0,0 1-26 0,6 1-38 0,-6-2-42 0,0 1-61 0,0 4-69 0,0-2-97 0,0-2-109 0,5-1-44 15,-5 1-10-15,0-5 13 0,0 0 22 0,0 0 33 0,0 0 37 0,0 0 45 0,0-9 49 16,0-3 54-16,-5-2 58 0,-1-10 69 0,-1-1 71 0</inkml:trace>
  <inkml:trace contextRef="#ctx0" brushRef="#br0" timeOffset="6505.98">23466 8755 10 0,'0'-10'83'0,"0"-1"41"0,0 7 33 0,5-5 28 0,-5-1 23 0,0-1 23 0,0 1 23 0,0 1 21 0,0-2 23 0,0 3 22 0,0-2 23 0,0 0-24 0,0 0-49 0,0-1-35 0,0 2-29 0,0 0-12 0,0 5-6 16,0-8 3-16,-5 3 1 0,5 0 6 0,0 3 5 0,0 2 1 0,0-5 1 0,0 4-1 0,0-2-3 0,0 7-10 15,0-3-13-15,0 3-13 0,0 0-9 0,0 0-18 16,0 0-16-16,0 0-18 0,0 0-17 0,0 0-19 0,0 0-17 0,0 0-16 0,0 0-14 0,0 0-8 16,0 0-3-16,0 0 0 0,0 3 4 0,5 4 4 0,-5 2 4 0,0 0 4 0,7-3 4 15,-7 8 7-15,7 2 2 0,-7-3 3 16,5 2 9-16,-5 6 1 0,8-3 4 0,-8 1 0 0,7 7-3 0,-7-7-6 0,0 11-5 0,5-7-5 0,-5 12-4 0,0-7-4 15,0 8-2-15,0-2 0 0,0 5-1 0,0-1-1 0,0 3-1 0,-5-4-1 16,5 3 1-16,0-1-1 0,0 1-2 0,-7-1 0 0,7-2-3 0,0 3 0 16,-8 5-4-16,8-6-1 0,0 4-3 0,-5-3-1 0,5 3-3 0,0 2-2 15,-7-2 1-15,7-4-1 0,0 10-3 0,0-4 1 0,-7-8-1 0,7 8-1 16,0-7-1-16,7 7-1 0,-7-5 5 0,0-7 0 0,7 1-1 0,-7 2 2 0,5-8-1 16,-5 2-5-16,8-6-2 0,-8 1-6 0,7-1-8 0,-2-6-13 0,-5 3-12 15,8-8-15-15,-8 2-17 0,6 0-23 0,-6-4-24 0,5-1-30 0,-5-1-31 0,0 0-34 16,0-2-37-16,0-4-30 0,0-3-33 0,0 6-66 0,0-6-81 0,0 0-57 15,0 0-38-15,0 0-3 16,0-6 20-16,0 3 30 0,-5-9 41 0,5 3 43 0,-6-1 46 0,6-8 48 0,-8-3 48 0,3 2 49 0,-2-6 50 0,-1 1 68 0,8-6 85 16</inkml:trace>
  <inkml:trace contextRef="#ctx0" brushRef="#br0" timeOffset="6822.24">23687 9272 0 0,'0'5'1'0,"5"-1"106"0,-5 2 79 0,0 0 54 0,8-2 46 0,-8 1 37 0,0-5 38 16,0 0 37-16,0 0 34 0,0 0 37 0,0 0 39 0,0 0 37 0,0 0 41 0,0 0-61 0,0 0-120 0,0 0-65 0,0 0-42 0,0 0-18 0,0 0-8 0,0 0-10 0,0 0-11 0,0 0-11 0,0 0-13 0,0 0-14 0,0 0-19 0,0 0-19 15,0 0-108-15,0 0-67 0,0 0 0 0,0 0 0 0,0 0 0 0,0 0 0 16,0 0 0-16,0 0 0 0,0 0 0 0,0 0 0 0,0 0 0 0,0 0 0 16,0 0 0-16,-8 0 0 0,8 0 0 0,0 0 0 0,0 0 0 0,-5 0 0 0,5 0 0 15,0-5 0-15,0 5 0 0,0 0 0 0,-8 0 0 0,8 0-32 0,0 0-187 16,-5 0-51-16,0 0-52 0,5 0-90 0,-9 5-108 0,2-5-79 0,7 4-59 0,-5-4-12 16,-9 5 18-16,9-5 31 0,-8 4 37 0,-1 2 46 0,1-6 47 0,1 0 55 15,-9 0 59-15,2 0 65 0,0 0 67 0,-9 0 85 0,4 0 87 0</inkml:trace>
  <inkml:trace contextRef="#ctx0" brushRef="#br0" timeOffset="7386.84">22884 8813 14 0,'0'-10'87'0,"0"0"39"0,0 0 30 0,-5 0 33 0,5 1 33 0,-6 0 29 0,6-1 31 0,-8-1 30 0,8 7 28 0,-5-2 27 0,5-3 27 0,-8 5-26 0,8-7-55 0,0 8-37 0,0-4-24 0,-5 2-13 0,5 1-5 0,0-1-7 15,0-5-11-15,0 10-9 0,0-4-8 0,0-1-7 0,0 0-5 0,0 1-8 0,0-2-2 16,0 6-9-16,0-6-8 0,0 6-9 16,0-4-11-16,0 4-11 0,0 0-12 0,0 0-12 0,0 0-12 0,0 0-14 0,0 0-12 15,0 0-14-15,0 0-11 0,0 0-7 0,0 0-9 0,0 4-1 16,0 2 2-16,0 4 1 0,0 0 2 0,0-2 3 0,0 7 3 0,0 0 1 0,0 6 1 0,0-3 3 0,0 7 3 0,0-1 2 15,0 6 0-15,0 4 1 0,0 0-5 16,0 1-4-16,0 8-10 0,0-3-5 0,0 3-3 0,0 2-5 0,0-2-5 0,0 5 0 16,0-2-1-16,5 2-3 0,-5 1-1 0,0-6 0 0,0 6 2 0,0 0-1 15,0 0 1-15,8 5 1 0,-8-5-1 0,0 5 0 0,0-5 1 0,0 3-2 0,0-3 1 16,0 5-2-16,5-5-1 0,-5-6 1 0,0 6-1 0,0-4-3 0,0 0 0 16,8-8-2-16,-8 3 1 0,6-1-1 0,-6-5 0 15,0 0-6-15,5-4-3 0,-5 3-10 0,8-8-6 0,-8-1-13 0,0 3-11 16,8-5-11-16,-8-1-12 0,5-6-17 0,-5-2-18 0,0 2-25 0,0-4-27 0,0-1-27 15,8-7-32-15,-8 7-21 0,0-5-22 0,0-5-18 0,0 0-9 0,0 0-38 0,0 0-43 0,0 0-72 0,0 0-77 0,0-5-20 16,0-5 12-16,0 1 27 0,0-6 38 0,-8 0 41 16,8-4 41-16,0-5 41 0,-5 0 40 0,5-7 38 0,-8-2 41 0,0-1 55 15,8-6 63-15</inkml:trace>
  <inkml:trace contextRef="#ctx0" brushRef="#br0" timeOffset="7615.98">22983 9507 0 0,'6'5'37'0,"-6"-1"155"0,8-4 86 0,-8 5 62 16,0-5 46-16,0 0 41 0,0 0 39 0,0-5 36 0,6 5 37 0,-6-4 35 0,0-1 31 16,7 5 28-16,-7-7 27 0,0 7-122 0,0-3-207 0,5 3-107 0,-5 0-54 0,0-6-26 0,0 6-12 0,0 0-10 15,0 0-13-15,0 0-13 0,0 0-13 0,0 0-11 0,0 0-11 0,0 0-8 16,0 0-7 0,0 0-8-16,0 0-7 0,0 0-8 0,0 0-3 0,0 0-8 0,0 6-5 15,0-6-15-15,0 0-18 0,0 0-18 0,-5 0-16 0,5 0-25 0,0 3-24 0,0 4-26 0,-7-7-26 0,7 5-31 0,0-5-34 16,-6 4-33-16,6 1-34 15,0-1-58-15,-8-4-67 0,8 6-73 0,-6-1-69 0,6-1-16 0,-7 1 9 0,7 2 28 0,-5-4 35 0,-2-3 40 16,0 6 42-16,0-6 49 0,1 0 48 0,-6 3 49 0,3-3 51 0,-1 0 63 16,2-3 69-16</inkml:trace>
  <inkml:trace contextRef="#ctx0" brushRef="#br0" timeOffset="8205.44">22176 8779 70 0,'7'-10'141'0,"-7"5"43"0,5-4 35 0,-5-1 32 0,0 4 28 0,0-3 33 0,0 3 31 0,0-3 30 0,0 5 31 0,0-1 29 0,0-1 27 0,0 3-55 0,0 3-102 0,0-7-53 0,0 7-30 0,0-5-19 0,0 5-12 0,0 0-12 16,0 0-15-16,0 0-18 0,0 0-18 0,0 0-21 0,0 0-18 0,0 0-17 0,0 0-14 16,0 0-5-16,0 0-4 0,0 5 1 0,0 2-1 0,7-4 4 0,-7 8 2 15,7-1 2-15,-7-1 7 0,0 6 5 0,5 0 5 0,-5 4 7 0,0-1 7 0,8 9 2 16,-8-5 3-16,6 8-2 0,-6 0-9 0,0 4-10 16,0 0-9-16,7 5-7 0,-7-5-8 0,0 11-7 0,0-6-8 0,0-1-4 0,0 7-5 15,6-6-5-15,-6 5-3 0,0 1-2 0,0-3-6 0,7 2-1 0,-7 1-2 16,0 3-1-16,6-5 0 0,-6 6-1 0,0 0 0 0,8 0 2 0,-8-1-2 0,0 1 0 0,5-4 0 15,-5 4-2-15,0-4 1 0,7-2 0 0,-7 0 1 16,6 2 2-16,-6-6 0 0,0 1-1 0,5 3-1 0,-5-9-1 0,9 5 0 0,-2-5-1 0,-7 5 1 0,0-9 0 16,5 4 0-16,-5-4 0 0,8-5 0 0,-8 3-5 0,5-8-6 0,-5-1-9 15,6 0-11-15,-6 1-9 0,8-5-9 0,-8-1-14 0,0-4-13 0,5 0-15 16,-5-1-18-16,0-3-14 0,0 4-18 0,0-5-17 0,0-5-15 0,0 0-17 16,0 0-19-16,0 0-28 0,0 0-38 0,0 0-82 15,0-5-102-15,-5 1-43 0,5-2-11 0,-8-3 11 0,8-3 21 0,-6-2 29 16,1-6 31-16,-3 2 33 0,3-3 35 0,5-7 39 0,-16 4 43 0,11-6 54 0,-1-4 59 15</inkml:trace>
  <inkml:trace contextRef="#ctx0" brushRef="#br0" timeOffset="8489.54">22540 9600 80 0,'12'-6'166'0,"-4"1"55"15,0 1 45-15,-3-2 39 0,1 3 34 0,1-3 40 0,-7 0 36 0,0 3 39 16,6-3 38-16,-6 6 34 0,0-3 35 0,0 3-53 0,0 0-103 0,0 0-72 0,0 0-46 16,-6-7-31-16,6 7-17 0,0 0-15 0,0 0-10 0,0 0-18 0,0 0-18 0,0 0-20 0,0 0-18 15,0 0-17-15,-7 0-12 0,7 0-15 0,0 0-13 0,0 7-11 16,0-7-12-16,0 0-8 0,0 0-9 0,0 0-5 0,0 0-4 0,0 0-6 0,0 0-3 0,0 0-3 0,0 0-5 16,0 0-4-16,0 0-4 0,0 0-8 0,0 0-11 0,0 0-13 0,0 0-20 15,0 0-21-15,0 0-17 0,0 0-26 0,0 0-25 0,0 0-33 16,0 0-36-16,0 0-39 0,0 0-41 0,0 3-57 0,-6-3-64 0,6 0-89 0,-5 6-95 0,5-3-28 15,-8-3 8-15,8 6 24 0,-8-6 33 16,3 6 40-16,-2-6 43 0,1 3 51 0,1-3 50 0,-11 6 56 16,11-6 54-16,-9 4 66 0,1-4 67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8191" units="in"/>
          <inkml:channel name="T" type="integer" max="2.14748E9" units="dev"/>
        </inkml:traceFormat>
        <inkml:channelProperties>
          <inkml:channelProperty channel="X" name="resolution" value="6301.34619" units="1/cm"/>
          <inkml:channelProperty channel="Y" name="resolution" value="6301.34619" units="1/cm"/>
          <inkml:channelProperty channel="F" name="resolution" value="3999.51147" units="1/in"/>
          <inkml:channelProperty channel="T" name="resolution" value="1" units="1/dev"/>
        </inkml:channelProperties>
      </inkml:inkSource>
      <inkml:timestamp xml:id="ts0" timeString="2025-08-13T04:42:42.816"/>
    </inkml:context>
    <inkml:brush xml:id="br0">
      <inkml:brushProperty name="width" value="0.05292" units="cm"/>
      <inkml:brushProperty name="height" value="0.05292" units="cm"/>
      <inkml:brushProperty name="color" value="#FF0000"/>
    </inkml:brush>
  </inkml:definitions>
  <inkml:trace contextRef="#ctx0" brushRef="#br0">22663 9384 53 0,'0'0'124'0,"0"-5"38"0,-5 5 33 0,5-4 30 0,-6 4 29 0,6-6 24 0,0 1 24 0,0 1 23 0,-8-1 22 0,8 1 23 0,0-2 21 0,0 3-54 0,-5-4-91 0,5 2-50 0,0 1-25 0,-8-1-17 0,8-1-8 16,0 2-7-16,0-1-8 0,0 1-5 0,-7-1-3 0,7 1-3 0,0-2-6 0,-6 6-1 0,6-6-3 0,0 6-2 0,-6-4-2 0,6 4-6 0,0-5-4 0,-7 5-9 15,7 0-7-15,-5 0-6 0,5 0-10 0,0 0-7 0,-8 0-9 0,8 0-8 16,-6 0-8-16,-1 0-8 0,7 0-8 0,-6 0-7 0,1 5-7 0,5-5-4 15,-8 4-2-15,0 2-2 0,3 0-3 0,-2 3 0 0,1-5 0 0,1 5 2 16,-4 2-2-16,2 5 1 0,2-7 2 0,-1 4 1 0,-2 7 0 0,3-4 2 16,-3 2 0-16,3 2 0 0,-2 0 1 0,7-2-1 0,-7 6 1 0,2-3 0 0,-3 3-2 15,8-5 0-15,-7 6 1 0,7-4-2 16,0 3-1-16,-5-6 1 0,5 3-2 0,0 3-2 0,0-5 1 0,0 2-1 0,5-3 2 0,-5 7 0 0,0-6-1 16,7 1 1-16,-7-1 0 0,8 0 0 15,-3 1-2-15,2 1 1 0,-7-2-1 0,7-4 2 0,6 0 0 0,-8-2 1 16,3 2 0-16,-2 0 0 0,6-5 0 0,-3-1 1 0,2 0-1 0,-4-3 3 0,6 3 7 0,0-4 8 0,0-5 12 0,1 7 11 15,-2-7 10-15,0 0 11 0,3-7 12 0,4 2 10 16,-6 1 10-16,6-7 8 0,1 2 11 0,-7-4 5 16,5-3 7-16,3-4 2 0,-10 2 1 0,10-3-3 0,-2 2-4 0,-4-6-6 0,-3 1-5 0,0 6-9 0,1-9-9 0,-5 5-8 15,3-5-7-15,-3 5-10 0,0-4-7 0,-3 1-7 0,-5 1-5 0,8 0-5 16,-8-1-5-16,0-3-7 0,0 4-5 16,0-6-7-16,-8 6-5 0,8-7-1 0,-5 7-4 0,-3 0 0 15,0-1-4-15,-3 1-4 0,-2 0-6 0,0 4-6 0,-1 0-9 0,2 7-11 0,-8-8-11 0,1 12-10 0,-1-1-14 0,-1 1-8 16,3 4-6-16,-3 1-13 0,-3 4-11 0,4 0-15 0,-7 0-12 0,8 4-11 0,-1 1-10 0,1-1-14 15,-2 5-14-15,9-3-12 16,1 3-11-16,-5 3-14 0,5-3-12 0,-2 4-16 0,5 2-14 16,3 6-30-16,-2-8-38 0,7 7-57 0,0 5-66 0,-7-6-16 0,7 1 9 15,0 5 23-15,0-1 33 0,7-5 34 0,-7 5 34 0,0-9 37 0,0 6 39 0,7-3 36 16,-2-2 37-16,-5-2 50 0,8-4 57 0</inkml:trace>
  <inkml:trace contextRef="#ctx0" brushRef="#br0" timeOffset="426.31">23173 9604 0 0,'-8'6'12'0,"-4"-6"40"0,4 3 20 0,2 3 20 0,1-6 21 0,-3 5 24 0,3-5 25 0,5 0 24 0,-7 4 25 0,7-4 22 0,0 0 20 0,-7 0-10 0,7 0-27 0,0 0-15 16,0 0-8-16,0 0-2 0,0 0 0 0,0 0-8 0,0 0-10 0,0 0-10 0,0 0-9 15,0 0-2-15,0 0-1 0,7 0 3 0,-7 0 3 0,7 0 5 0,-7 0 5 16,5 0 7-16,3-4 8 0,-8 4 7 0,5 0 7 0,1-5 5 0,2 5 5 15,-3-6-3-15,10 6-8 0,-9-3-14 0,7-3-14 0,0 2-12 0,-7-2-15 16,12 1-12-16,-2 1-13 0,-4-2-12 0,7 3-18 0,-6-9-15 0,6 9-16 0,1-3-12 16,-1 3-12-16,-5-4-5 0,4 2-6 0,3 1-1 0,-3-1-4 0,3 5-6 15,-7-6 0-15,4 6-8 0,-4-4-9 0,-1 4-16 0,-1 0-23 0,-4 0-28 16,3 0-28-16,-3 4-32 0,-1-4-31 0,-1 0-33 0,-6 6-28 0,0-6-42 0,6 5-47 16,-6-5-78-16,0 4-87 0,-6 1-50 0,6 2-25 0,0-4 11 0,-6 3 25 15,-1-6 40-15,7 3 43 0,-8-3 44 0,3 6 45 0,-1-6 45 0,-2 0 44 0,3 0 54 16,-2-6 54-16,-1 6 70 0,3 0 79 0</inkml:trace>
  <inkml:trace contextRef="#ctx0" brushRef="#br0" timeOffset="679.56">23355 9448 0 0,'0'-6'1'0,"-8"-3"109"0,3 4 72 0,-2-5 53 16,7 6 48-16,-7-7 40 0,2 8 37 0,5-7 36 0,-7-1 34 0,-1 1 33 16,8 5 31-16,0-4 30 0,0-1 29 0,0 7-72 0,0-4-127 0,0 2-70 15,0 1-40-15,0 4-27 0,0-5-22 0,0-1-18 0,0 6-15 0,0 0-14 0,0 0-15 16,0 0-16-16,0 0-16 0,0 0-12 0,0 0-14 0,0 0-10 0,0 0-8 0,0 0-5 0,0 0-8 15,0 6-3-15,0-1-4 0,8-1-3 0,-8 8-5 0,0-3-2 0,0 0-2 16,0 6 4-16,7 0-3 0,-7-2 1 0,0 8 1 16,0-3-3-16,0 3-4 0,0-2-5 0,0 6-5 0,-7-1-3 0,7 0-4 0,0 0-4 0,-8 7-4 15,8-7-5-15,0 4-5 0,-5 2-7 0,5-6-8 0,0 6-9 0,-8-2-8 16,8 2-17-16,0-5-17 0,0-1-23 0,0 0-25 0,0 1-28 0,0-6-29 0,0 2-34 16,0-7-35-16,8-1-57 0,-8 2-65 0,0-3-83 15,0 1-86-15,5-4-26 0,-5-3 0 0,8 3 22 0,-8-4 31 0,0 2 37 0,7-4 42 0,-7-3 47 0,0 6 46 16,0-6 52-16,0 0 54 0,0 0 63 0,5-6 72 0</inkml:trace>
  <inkml:trace contextRef="#ctx0" brushRef="#br0" timeOffset="1297.82">24013 9277 52 0,'0'-5'129'0,"0"-1"44"0,6 2 35 0,-6-1 29 0,0 1 28 0,0 4 28 0,0-5 26 0,0 1 26 0,-6-2 26 0,6 0 24 0,0 3 27 0,0-3-46 0,0 0-88 0,0 3-54 0,0-7-35 0,-8 10-18 16,8-9-10-16,0 4-2 0,0-2-6 0,0 4-4 15,0-3-8-15,-5 1-2 0,5 5-4 0,0-4-6 0,0-2-5 0,0 6-8 0,0-5-7 16,0 5-9-16,0 0-8 0,0 0-7 16,0-4-10-16,0 4-9 0,0 0-9 0,0 0-10 0,0 0-12 0,0 0-10 0,0 0-12 0,-8 4-5 0,8-4-9 0,0 5-4 15,0 1 2-15,0-2 4 0,0 7 6 0,0-8 0 16,0 9 4-16,0-3-1 0,0 4 3 0,0 2 2 0,0 1 2 0,0-2 4 0,0 5 2 0,0 2 0 0,0-2-1 15,0 2-3-15,0 1-5 0,0-2-6 16,0 5-6-16,0-1-5 0,0 1-2 0,0 4 1 0,0-4-1 0,0 3 0 16,-7 2-2-16,7-6 1 0,0 6-1 0,0-2-1 0,-5-3 2 15,5 5-3-15,0-6-4 0,0 4-10 0,0-1-11 0,-7-5-14 0,7-1-17 0,0-2-18 16,0 1-21-16,0-5-28 0,0 0-26 0,0-2-31 0,7 2-31 0,-7-6-34 0,0 3-37 0,0-8-56 0,0 1-71 0,0-1-60 0,5 2-54 16,-5-6-8-1,0 3 12-15,0-3 25 0,0 0 35 0,7 0 37 0,-7-3 44 0,8 3 45 0,-8-6 43 16,5 2 47-16,-5-5 48 0,0 4 62 0,8-5 73 0</inkml:trace>
  <inkml:trace contextRef="#ctx0" brushRef="#br0" timeOffset="1815.74">24448 9589 0 0,'0'0'14'0,"0"0"98"0,0 0 55 0,0 0 41 0,0-4 35 0,0 4 33 0,0-6 32 0,0 6 30 0,0 0 27 0,0 0 24 0,0 0 21 0,0 0 9 0,0 0 0 0,0 0-68 0,0 0-111 0,0 0-57 0,0 0-29 15,0 0-16-15,0 0-11 0,0 0-12 0,0 0-11 0,0-3-10 0,0 3-6 0,0 0-5 0,0 0 2 16,0 0-1-16,8 0 1 0,-3 0-2 0,-5 3 1 0,8-3-3 0,-2 0-1 15,-6 0-1-15,5 6-2 0,2-6-3 0,1 0-2 0,4 4-1 0,-5-4-4 16,-2 0-4-16,11 0-3 0,-5 0-7 0,1 0-3 0,-3 0-6 0,9-4-3 0,-5 4-5 16,0-6-4-16,6 6-4 0,-4-3-3 0,4-3-7 0,2 0-1 0,-10 3-7 15,10-3-4-15,-3 3-15 0,-4-4-18 0,5 7-26 0,-7-5-25 0,3 1-31 0,-4-1-31 16,2-1-34-16,-5 6-36 0,5-4-44 0,-7 4-50 0,-6-5-81 0,5 5-92 16,-5 0-45-16,0 0-20 0,0 0 11 0,0 0 26 0,0 0 37 0,0-4 39 0,-5-1 45 15,-1-5 46-15,6 4 46 0,-8 2 48 0,-5-7 54 16,8 8 57-16</inkml:trace>
  <inkml:trace contextRef="#ctx0" brushRef="#br0" timeOffset="2026.9">24590 9281 0 0,'-5'-4'5'0,"5"-1"118"0,0-1 72 0,-6-3 53 0,6 5 45 16,0-5 39-16,0 3 39 0,0-3 39 0,0-3 37 0,0 9 37 16,0-7 37-16,0 1 36 0,0 4 30 0,0-5-80 0,0 4-142 0,0 1-74 0,0 1-44 0,0 4-26 15,0-6-21-15,0 6-20 0,0 0-21 0,0 0-20 0,0 0-17 0,0 0-16 0,0 0-16 16,0 0-13-16,6 6-10 0,-6-2-9 0,0 7-2 0,0-1-7 15,0 4-3-15,5-1-3 0,-5 8-1 0,0-6 0 16,0 9 5-16,0-4-4 0,0 4 0 0,0 6-5 0,0-2-4 0,0 2-6 0,0-1-2 0,0 6-13 0,-5-8-13 16,5 4-14-16,0 2-17 0,0-3-16 15,0 0-14-15,0-2-22 0,0-3-18 0,0-1-25 0,0 1-28 0,5-1-33 0,-5 0-36 0,8-3-32 0,-8-2-35 0,8 2-57 16,-3-3-71-16,2 1-71 0,-7-4-69 0,7 0-18 0,-2-6 10 0,3 1 25 16,-1 1 32-16,-7-1 38 0,5-5 43 0,2-1 48 0,0-4 50 0,-7 0 50 0,5 0 50 15,-5 0 68-15,8-4 72 0</inkml:trace>
  <inkml:trace contextRef="#ctx0" brushRef="#br0" timeOffset="2737.81">25419 9293 53 0,'0'-6'127'0,"0"0"45"0,0 2 37 0,0-1 31 0,0-1 31 0,0-3 31 0,0 5 28 16,0-1 32-16,-7 1 29 0,7-2 28 15,0 0 28-15,0-3-44 0,0 3-88 0,0 6-48 0,-6-3-28 0,6-3-17 0,0 6-11 16,0-4-8-16,0 4-10 0,0 0-13 0,0 0-16 0,0 0-16 0,0 0-18 0,0 0-17 0,0 0-17 0,0 0-15 16,0 0-16-16,0 0-16 0,0 0-16 0,0 0-13 0,0 0-11 0,0 0-9 15,0 0-7-15,0 0-2 0,-5 0 0 0,5 4 0 0,0-4 4 0,-7 6 3 16,7-3 3-16,-9 3 3 0,9 3 2 0,-5-3 2 0,-1 0 3 0,-1 3 2 15,7 0 3-15,-13-5 0 0,5 2 0 0,3 3-3 16,-9-3-2-16,9 4-4 0,-8-5-7 0,-1-1-7 0,9 1-4 0,-10-1-7 0,2 2-7 0,2-1-4 0,-5-1-5 16,5 1-2-16,-1-5-2 0,-4 0-2 0,11 7 1 0,-6-7 1 0,-5 0 2 15,4 0 3-15,5 0 4 0,2 0 6 0,-10 0 4 0,10 0 6 0,-4-7 6 16,4 7 2-16,5-5 2 0,-5 1 2 0,-3-1-1 0,8-1-1 0,-5 2 0 0,5-1-2 16,0 1 0-16,-8-1-1 0,8-5 0 0,0 4-1 0,0-3-2 0,0-1 4 15,8 1 3-15,-8 4 4 0,0-5 4 0,5 1 7 0,-5-3 5 0,8 9 6 16,-3-7 4-16,0 1 6 0,4-3 8 0,-4 9 8 0,2-8 7 0,6 1 3 15,1 5 5-15,-1-4 0 0,-5 5 0 16,3-6 2-16,10 4 0 0,-9 1-1 0,-1 1-3 0,10-1-3 0,-7-1-4 0,-1 6-6 0,6 0-5 0,-7 0-7 0,1 0-7 0,1 0-4 16,7 6-5-16,-16-1-3 0,13 4-2 0,-9-3-4 0,3 4-1 0,1-1-3 15,-7 6-1-15,2-6 0 0,4 7 2 0,-6 2-1 0,-6-3 2 0,6 6 2 16,-6-3 0-16,8 7 2 0,-8-1-1 0,-8 0-7 0,8 1-7 0,-6-1-6 16,6 6-9-16,-6-2-5 0,-1-3-7 0,-6 5-2 0,7-2-6 0,-7-1-4 15,1 0-7-15,-2-2-3 16,1-1-1-16,0 0-1 0,0 1 0 0,-1-1 4 0,1-3 9 0,1 3 4 0,0-5 7 0,5-4 2 0,-6 4 0 0,-1-4 4 0,9 6 1 15,-11-8 3-15,11-4 3 0,-8 6 2 0,8-4 2 0,-4-1-1 0,2-5 1 16,2 4 1-16,-1-5 1 0,1 2 0 0,-3-2 5 0,0 1 0 0,8 1 6 16,-5-6 1-16,-2 0 4 0,7 0-1 15,0 0 2-15,0 0 0 0,0 0-1 0,0 0 2 16,0 0 1-16,0 0 4 0,0-6 2 0,7 1 3 0,-7 1 0 0,5-2 1 16,3 2 0-16,-8 4 2 0,8-5-2 0,-3 1 2 0,1-1 2 0,6-1 0 15,-3 2 4-15,3 4-3 0,-1-6-2 0,-3 6-1 0,5-5-6 0,1 5 1 0,-1 0-5 16,-1 0 1-16,2 0-3 0,-1 0 0 0,0 5-3 0,-2-5-10 0,5 6-16 15,-4-2-27-15,-1-4-29 0,-2 6-35 0,3-1-41 0,1-1-46 0,1 1-50 16,-2-1-89-16,0 2-108 0,3-2-69 0,-3 1-47 0,0-5-13 0,-4 6 5 0,5-6 23 16,0 0 34-16,0 0 44 0,0 0 44 0,0-6 54 0,1-3 55 0,-1 3 57 0,-3-3 61 15,4-6 80-15,7 0 91 0</inkml:trace>
  <inkml:trace contextRef="#ctx0" brushRef="#br0" timeOffset="3018.48">25999 9594 0 0,'0'-5'36'0,"-8"5"38"0,3-4 32 0,5 4 33 0,-6-6 38 0,6 6 36 0,0-3 33 0,-8-3 33 0,8 6 28 0,-5-6 30 0,5 6 30 0,0-3-13 0,-8 3-35 0,8-6-16 0,0 6 1 0,0 0-13 0,0 0-20 16,0 0-28-16,0 0-30 0,0 0-28 0,0 0-21 0,0 0-19 0,0 0-16 15,0 0-18-15,0 0-16 0,0 0-15 0,0 0-11 0,0 0-5 0,0-3-5 0,0 3-1 16,0 0-1-16,8 0 0 0,-3-7 2 0,-5 7 0 0,8 0 0 0,3 0-1 15,-3 0 0-15,-1 0-1 0,5-5 1 0,0 5-5 0,2-4-1 0,-1 4-5 16,-1-5-8-16,9-1-7 0,-9 2-7 0,8-1-17 0,-1 1-20 0,1-1-29 16,-6-2-30-16,5 4-36 0,-1-3-38 0,-2 2-49 0,-3-1-52 0,-3-1-102 15,4 3-123-15,-1-3-51 0,-5 6-17 0,-2-4 2 0,1-1 12 0,-2-1 27 0,-5 2 35 16,0-2 42-16,-5 2 46 0,5-1 51 0,-7-4 51 0,-7-1 61 0,8-1 65 0</inkml:trace>
  <inkml:trace contextRef="#ctx0" brushRef="#br0" timeOffset="3260.16">25972 9238 93 0,'0'0'170'0,"0"0"45"0,-5 0 33 0,5 0 28 16,0-6 25-16,0 6 31 0,5-3 32 0,-5-3 35 0,0 0 34 0,0 3 32 0,8-3 33 15,-8 2-59-15,6-1-111 0,-6 1-64 0,5-1-40 0,-5 5-11 0,8-7 4 0,-8 7-1 16,0 0-1-16,0 0-10 0,0 0-15 0,0 0-17 0,0 0-21 0,0 0-19 16,0 0-19-16,0 0-12 0,0 0-12 0,7 0-10 15,-7 0-6-15,0 7-10 0,0-2-8 0,0-1-8 0,6 5-6 0,-6 0-4 0,0 3-4 0,0-3 0 16,0 6-1-16,6 4 0 0,-6-4 2 0,0 4-3 0,0 1-3 0,0 5-6 15,0-7-6-15,0 6-7 0,0 1-1 0,0-1-6 0,0 1-9 0,0 5-5 16,0-6-7-16,0 7-9 0,0-7-9 0,0 4-9 0,0-4-11 0,0 0-15 0,0 1-17 16,7-1-21-16,-7 1-26 0,5-5-27 0,-5-1-28 0,8 2-29 0,-2-3-28 0,1-3-44 15,-1 1-54-15,-1-3-84 0,2 1-99 0,7-4-35 0,-7 1-2 0,-1-1 19 16,0-1 29-16,-6-4 36 0,8-1 42 0,-1 2 44 0,-2-6 46 0,-5 0 49 0,0 0 49 16,0-6 60-16,8 2 66 0</inkml:trace>
  <inkml:trace contextRef="#ctx0" brushRef="#br0" timeOffset="4345.89">26670 9214 34 0,'0'-6'101'0,"0"2"35"0,0-1 29 0,0 1 25 0,0-1 24 0,0 5 22 0,0 0 23 16,0 0 21-16,-7 0 20 0,7-7 21 0,0 4 19 0,0-3-43 0,0 1-78 0,0 5-41 0,0-4-19 0,-6-2-11 0,6 1-11 0,0 1-8 0,0-1-6 0,-6 1-7 0,6-2-8 0,-7 2-7 0,7-2-9 16,-8 1-4-16,8 5-6 0,-5-4-5 0,5-1-5 0,0-1-5 0,-8 2-1 0,8 4-1 15,0-5-3-15,-6 1-1 0,6 4-2 0,0 0-1 0,0 0-1 0,0 0 1 16,0-6 0-16,0 6 0 0,0 0-1 0,0 0-3 0,0 0 0 0,0 0-3 15,0 0-4-15,0-3-1 0,0 3-5 0,0 0-1 0,6-6 0 0,-6 6 0 16,8-6 3-16,-8 6-2 0,5-3 0 0,3 3 0 0,-1-6 0 0,5 0 0 0,-5 2 0 16,6-1 2-16,0 1 1 0,-2-1 1 0,5 1 2 0,-3 4 2 0,6-6 1 15,-7 6-1-15,2 0 0 0,4 0-1 0,-4 6-1 0,6-2-2 0,-6 1-5 0,-4-1 1 16,3 5-3-16,1 3-2 0,-7 3-2 0,7-6-4 0,-9 4-4 0,2 2-2 16,-7 0-5-16,6 0-2 0,-6 0-3 0,0 3 0 0,0-2-1 0,0-1 0 15,-6 3 2-15,6-2-2 0,-7 2-2 0,2-3-4 0,-3 1-3 0,2-2-3 0,-1 1-3 16,1 1-7-16,-2-3-3 0,-5 1-10 0,8 1-5 0,0-6-5 0,-9 1-4 15,7 1-3-15,-1 3-4 0,3-9-3 0,-2 4-4 0,0 1 1 0,2 1 2 16,-3-7 1-16,3 5 3 0,-3-3 2 0,2-1 7 0,1-1 6 0,5 2 3 16,-7-3 7-16,7 4 0 0,-9-2 5 0,9-5 2 0,0 4 4 0,0-4 3 0,-5 0 3 15,5 0 2-15,0 0 0 0,0 0-1 0,0 0-2 0,0 0-2 0,0 0-1 16,0 0 0-16,0 0 0 0,0 0 0 0,0 0 5 0,5 0 5 0,-5 0 5 16,9 0 10-16,-2 0 4 0,-7 0 7 0,5 0 5 0,1 0 7 0,2 0 7 15,5 0 7-15,-8 5 3 0,9-5 4 0,-1 4 3 0,-1 2-2 0,2-1-4 16,-1-1-2-16,0 1-7 0,0 2-7 0,1 2-6 0,-2-6-4 0,1 9-5 0,1-3-6 15,-1 0-2-15,-8 1-6 0,9-1-1 0,-9 2-3 0,2-1-1 0,2 4 0 16,-4-4 0-16,-5 5-3 0,6-5 3 0,-6-1-1 0,0 6 2 0,0 0 0 16,0-6 2-16,-6 6 0 0,6-6 1 0,-5 7 1 0,-4-7 1 0,9 6 1 0,-7-2-2 15,2-2 2-15,-9-1-3 0,9 5-1 0,-8-6-3 0,6 0-6 0,-7 1-7 16,1 1-7-16,0-1-7 0,0-1-4 0,-6-4-8 0,6 5-8 0,-1-6-6 16,-6 1-7-16,8 4-7 0,0-2-6 0,-9-2-10 0,10-1-8 0,-5-4-13 15,6 5-7-15,-3-1-14 0,-3-4-12 0,11 6-14 0,-8-6-14 0,7 0-17 0,-7 3-17 16,6-3-15-16,1 0-15 0,0 0-22 0,6 0-21 0,-7-3-31 0,7 3-37 15,-8-6-26-15,8 2-25 0,0-1-23 0,0 1-20 0,0-8 4 0,8 3 21 0,-8 0 29 16,7-1 31-16,-7 1 32 0,6-6 33 0,7 0 38 0,-8-5 37 0,9 1 46 16,-1 4 45-16,0-9 41 0,0 5 59 0</inkml:trace>
  <inkml:trace contextRef="#ctx0" brushRef="#br0" timeOffset="4683.96">27602 9491 38 0,'0'6'119'0,"0"-6"41"0,0 0 28 0,0 0 21 0,0 0 16 0,0 0 17 0,0 0 18 0,0 0 16 0,-8 0 19 0,8 0 14 0,-7 0 17 0,7-6-49 0,-5 6-85 0,5 0-57 0,-9-4-43 0,4 4-16 16,0-5-5-16,-3 5 2 0,3-6 2 0,-3 6 4 0,-5 0 1 0,7 0 4 0,-2 0 2 0,-5 0 4 0,8 0 3 0,-2 0 4 16,-5 0 4-16,5 0 3 0,-1 0 0 0,3 0 1 0,-1 0 0 0,-2 0-3 0,3 0 0 15,5 0-8-15,-7 0-8 0,7 0-12 0,0 0-13 0,0 0-12 0,0 0-10 16,0 0-9-16,0 0-11 0,0 0-9 0,0 0-7 15,0 0-8-15,0 0-6 0,0 0 2 0,0 0 7 0,0 0 10 0,0-3 14 0,7 3 16 0,-7 0 17 16,5 0 14-16,3 3 15 0,3-3 11 0,-3 0 12 0,4 0 8 0,2 0 4 0,-1 0 5 16,6 0 4-16,-6 0-5 0,8-3-5 0,3 3-12 0,-4 0-14 0,-1-6-14 15,2 6-17-15,6 0-14 0,-9 0-11 0,3-4-14 0,3 4-16 0,-9 0-21 16,4 0-24-16,-1 0-27 0,-4 0-30 0,-2 0-30 0,2 0-32 0,-8 0-41 0,6 0-40 16,-4 0-65-16,-8 0-75 0,0 0-81 15,0 0-75-15,0 0-24 0,0 0 2 0,0 0 23 0,0 0 34 0,-8 0 41 0,3-5 42 0,-2-1 46 0,-5 2 48 0,-3-2 52 16,4-3 53-16,-2 4 66 0,0-5 70 0</inkml:trace>
  <inkml:trace contextRef="#ctx0" brushRef="#br0" timeOffset="4917.54">27555 9281 0 0,'-5'0'16'0,"5"-4"130"0,0-1 71 0,0-1 52 15,-8-3 41-15,8 5 37 0,0-1 37 0,0-5 37 0,8 4 40 0,-8-3 38 16,0 0 37-16,5-1 33 0,-5 5 31 0,8 1-90 0,-8-1-163 0,0-5-77 0,5 4-34 16,-5 1-19-16,5 5-10 0,-5-4-10 0,9 4-11 0,-9-6-14 0,0 6-16 0,0 0-11 15,5 0-17-15,-5 0-9 0,7 6-9 0,-7-6-8 0,8 4-4 16,-8 1-10-16,5 4-5 0,-5-2-38 0,7 7-45 0,-7-4 0 0,0-1 0 0,7 6 0 15,-7 0 0-15,0 4 0 0,5 2 0 0,-5-8 0 0,0 11 0 0,0-3 0 16,0 3 0-16,-5-6 0 0,5 7 0 0,0-1 0 0,0 1 0 0,0-1 0 16,-7-3 0-16,7 3 0 15,0-5 0-15,0 5 0 0,7-3-137 0,-7-2-27 0,0 0-29 0,5 1-29 0,-5-5-25 0,7 4-27 0,-7-4-27 0,6 0-39 0,-6 0-47 16,8-2-83-16,-8 2-95 0,6 0-28 0,-6-5 5 0,7 4 23 0,-2-4 31 16,-5-5 41-16,0-1 47 15,9 2 45-15,-9-6 47 0,0 0 50 0,0 0 49 0,0-6 60 16,0 2 64-16</inkml:trace>
  <inkml:trace contextRef="#ctx0" brushRef="#br0" timeOffset="5553.92">28369 9077 0 0,'7'0'52'0,"-7"-6"44"0,6 3 32 0,-6-3 30 16,0 6 31-16,0-6 30 0,0 2 28 0,8-1 30 0,-8 1 24 0,0-1 28 0,0 1 27 0,0-2-13 0,0-3-36 0,0 3-23 0,5 0-17 0,-5 3-11 0,0-8-9 0,0 7-9 0,0 0-8 0,0-7-5 0,0 7-5 0,0-2-1 0,0-3-2 0,0 3-3 16,0 1-5-16,0-4-4 0,0 5-6 0,0-2-8 0,0 6-8 0,0 0-9 0,0-4-8 15,0 4-13-15,0-5-14 0,0 5-16 0,0 0-19 0,0 0-16 0,0 0-19 16,0 0-16-16,0 0-15 0,0 0-13 0,0 0-12 0,-5 0-5 0,5 5-4 0,0-1-3 15,-8 2 0-15,8-2 0 0,0 5 3 0,-6 2 4 0,-1 4 4 0,7 0 6 16,-6-2 3-16,1 8 8 0,-3-2 2 0,0-1 1 0,3 3 1 0,-2-2-2 16,1 5-3-16,-8-3-8 0,7 3-3 0,-4 1-5 15,-2-7-3-15,5 6-5 0,-4 1-6 0,-2-1-3 0,8 1 0 0,-6-1-1 0,-2 1-1 0,1-1-2 16,0 0-1-16,5 1-1 0,-3-1 0 0,-2 0-1 0,6 0 0 0,-6-3 1 16,6-2-3-16,0 2 1 0,2-3-2 0,-3-3 0 0,2 1-3 0,6-7-1 15,-5 0-2-15,5 6 0 0,0-6 3 0,0-3-1 0,0 4 0 0,0-5 0 16,0 5-1-16,0-7 2 0,0 3 2 0,5-1 4 15,-5-1 3-15,6 2 5 0,-6-6 6 0,8 4 9 0,-3-4 12 0,2 0 11 0,0 0 8 0,6 0 7 16,-1 0 5-16,2 0 3 0,-1-4 2 0,8 4-1 0,-11-6 2 0,11-3-3 0,6 3-56 16,-1 3-1-16,1-7 0 0,-4 5 0 0,4-5 0 0,-1 4 0 15,0-3 0-15,1 0 0 0,5 3 0 0,-6 2 0 0,-8-7 0 0,10 8 0 0,-8-3 0 16,-2 2 0-16,3-2 0 0,-2 1-67 0,-7 1-39 0,1-2-21 0,-5 6-22 16,3-3-25-16,-3-3-33 0,0 6-35 0,-8-6-38 0,5 6-66 0,-5 0-81 0,0 0-81 15,0 0-78-15,0-9-20 0,0 6 8 0,-5-4 23 0,5 2 31 0,-8 1 36 16,0-1 41-16,-3-5 46 0,3 1 49 0,-5 4 55 0,1-5 57 0,5-5 75 0,-5 6 79 15</inkml:trace>
  <inkml:trace contextRef="#ctx0" brushRef="#br0" timeOffset="5885.37">28460 9223 0 0,'0'-6'12'0,"8"3"126"16,-2-3 73-16,-6-3 53 0,6 5 45 0,1-8 41 0,-7 3 40 0,5 0 38 15,-5-6 40-15,0 6 37 0,8-7 38 0,-8 7 31 0,0-2 29 0,0 2-86 16,0-1-155-16,6 1-75 0,-6 0-35 0,0 3-17 0,0-4-7 0,0 1-10 0,0 0-7 15,0 3-12-15,0-3-14 0,0 3-13 0,0 0-14 0,0 3-10 0,0-3-10 16,0 6-52-16,0 0-86 0,-6 0 0 0,6 0 0 0,0 0 0 0,0 0 0 16,0 0 0-16,0 0 0 0,0 0 0 0,0 6 0 0,-8-3 0 0,8 9 0 15,0-9 0-15,0 13 0 0,0-7 0 0,-5 6 0 0,5 6 0 0,0-3 0 16,0 1 0-16,-7 2 0 0,7 3 0 0,0 1 0 0,0-1 0 0,0 0 0 0,-6 4 0 16,6-1 0-16,0 1 0 0,0 2 0 0,0-6 0 0,0 4 0 15,0 2 0-15,0-5 0 0,6 4 0 0,-6 0 0 0,0-5 0 16,0 6 0-16,0-6 0 0,0 6 0 0,0-2 0 0,7-3 0 0,-7 5 0 0,0 0 0 0,0-2 0 15,0 2 0-15,0-2 0 0,0-3 0 0,5 4 0 0,-5 1 0 0,0-5 0 16,0-1 0-16,0 0 0 0,8 1 0 0,-8-6 0 0,0 5 0 0,0-9 0 16,6 4 0-16,-6 2 0 0,0-7 0 0,0 0 0 15,0 0-96-15,0 2-157 0,0-7-53 0,0 6-88 0,0-6-102 0,-6 3-86 0,6-3-79 0,0-3-21 0,-8-3 9 16,3-3 28-16,-2 4 37 0,7-8 45 0,-6 4 52 0,0-9 56 0,-9 0 60 16,10-3 67-16,-3-6 66 0,-3 3 83 0,3-10 83 0</inkml:trace>
  <inkml:trace contextRef="#ctx0" brushRef="#br0" timeOffset="29231.47">22428 10541 0 0,'-5'0'63'0,"0"0"64"0,-3 0 43 0,-5 0 34 0,7 0 28 0,-1 0 29 0,-7-3 27 0,9 3 23 0,-2 0 25 0,1 0 20 0,-1 0 19 0,0 0-14 0,0-6-40 0,2 6-51 0,-3 0-59 0,8 0-36 0,-6 0-21 0,6 0-10 0,0 0-5 0,-5 0-7 0,5-4-5 0,0 4-6 0,-8 0-5 0,8 0 0 0,0 0-2 0,0 0-4 16,0 0 0-16,0 0-3 16,-5-5-7-16,5 5-7 0,0-6-4 0,0 6-8 15,0 0-8-15,0 0-6 0,0 0-8 0,0 0-9 0,0 0-8 0,0 0-8 0,0 0-8 16,0-4-7-16,0 4-7 0,0-6-6 0,5 6-4 0,-5 0-2 0,8-5-3 15,-3 5-2-15,1 0-1 0,-6 0 1 0,13-4 2 0,-6 4 1 0,0 0 5 0,6 0 2 16,-6 0 3-16,6 0 5 0,0 0 5 0,0 0 3 0,6 0 6 0,-5 0 0 16,6 0 2-16,-1 0 1 0,-1 0 2 0,8 0 1 0,1 0-1 0,-6 0 3 15,11-5 3-15,-8 5 2 0,4 0 1 0,4 0-2 0,-6 0 1 0,5-4-1 16,1 4 0-16,3 0-1 0,4-6 0 0,-7 2-2 0,7 4-1 0,-7-5-2 16,7-1-3-16,1 3 0 0,5-3-5 0,-5 0-2 0,4 2-2 0,3-1-3 0,5 1-1 15,-6-1-4-15,-2 1-2 0,9-2-4 0,0 0-1 0,-8 3-1 0,7-3 1 16,0 0-1-16,-6 2-2 0,6-1 2 0,0 5 0 0,-1-5 1 0,2 1 0 15,-1-2 1-15,1 2 1 0,-1 4 2 0,-2-5 2 0,3 1-1 0,0 4 0 16,-1-6 2-16,1 6 0 0,-2-6-1 0,9 6 4 0,-10-3-1 0,2 3 0 0,1 0 2 16,-3-6-2-16,5 6 0 0,3 0 1 0,-5 0-2 0,-9 0 0 0,7 0 0 15,2-5 0-15,-1 5 1 0,1 0 0 0,0 0 3 0,-9-4 0 0,9 4 0 0,0 0 2 16,-3-6-2-16,2 6 2 0,1-3-5 0,-1 3-1 0,-6-6-2 0,6 6-1 16,-7 0 1-16,8-4-2 0,-9 4-1 0,4-5-1 0,-4 5-1 0,2 0-1 15,-7 0-3-15,5 0-1 0,-4-6-1 0,-1 6 0 0,1 0 2 0,-1 6 1 0,-8-6 2 16,10 0-2-16,-10 5 2 0,-4-5 2 0,6 4 0 0,-6-4 0 15,5 6-1-15,-6-3 4 0,0 3 0 0,-7-2 2 0,7 1 1 0,-8-5 3 0,9 6 0 16,-6-3 2-16,-2 3-1 0,-7 0 3 0,8-2 0 0,-8 1 1 0,4-1 0 16,-11 2 1-16,8-6-1 0,-13 4 4 0,5-4-1 0,4 5 2 0,-4-5-25 15,-5 0-2-15,0 0 0 0,0 0 0 0,0 0 0 0,0 0 0 0,0 0 0 16,0 0 0-16,0 0 0 0,0 0 0 0,0 0 0 0,0 0 0 0,0 0 0 16,0 0 0-16,0 0 0 0,7 0 0 0,-7 0 0 0,0 0 0 0,6 0 0 15,-6 0 0-15,5 0 0 0,-5 0 0 0,0 0 0 0,8 0 0 0,-8 0 0 0,8 0 0 16,-3 0 0-16,-5 0 0 0,7 0 0 0,-7 0 0 0,6 0 0 0,0 0 0 15,-6-5 0-15,8 5 0 0,-8 0 0 0,7 0 0 0,-2 0 0 16,1 0 0-16,2 0 0 0,-8 0 0 0,13 0 0 0,-6-4 0 0,-1 4 0 0,7 0 0 16,-8 0 0-16,9 0 0 0,-1 0 0 0,0-6 0 0,0 6 0 0,0 0 0 15,1 0 0-15,-2 0 0 0,2 0 0 0,-1 0 0 0,-1-4 0 0,0 4 0 16,3 0 0-16,-10 0 0 0,4 0 0 0,1 0 0 0,-2 0 0 0,-3 0 0 0,-5 0 0 16,8 0 0-16,-8 0 0 0,0 0 0 0,0 0 0 0,0 0 0 0,0 0 0 15,0 0 0-15,0 0 0 0,0 0 0 0,0 0 0 0,0 0 0 16,0 0 0-16,0 0 0 0,0 0 0 0,0 0 0 0,0 0 0 15,0 0 0-15,0 0 0 0,0 0 0 0,0 0 0 0,0 0 0 0,0 0 0 0,0 0 0 0,0 0 0 16,0 0 0-16,0 0 0 0,0 0 0 0,0 0 0 0,0 0 0 0,0 0 0 16,0 0 0-16,0 0 0 0,0 0 0 0,0 0 0 0,0 0 0 0,0 0 0 15,0 0 0-15,0 0 0 0,0 0 0 0,0 0 0 0,0 0 0 0,0 0 0 0,0 0 0 16,0 0 0-16,0 0 0 0,0 0 0 0,0 0 0 0,0 0 0 0,0 0 0 16,0 0 0-16,0 0 0 0,0 0 0 0,0 0 0 0,0 0 0 0,0 0 0 15,0 0 0-15,0 0 0 0,0 0 0 0,0 0 0 0,0 0 0 0,0 0 0 16,0 0 0-16,0 0 0 0,0 0 0 0,0 0 0 0,0 0 0 0,0 0 0 15,0 0 0-15,0 0 0 0,0 0 0 0,0 0 0 0,0 0 0 0,0 0 0 16,0 0 0-16,0 0 0 0,0 0 0 0,0 0 0 0,0 0 0 16,0 0 0-16,0 0 0 0,0 0 0 0,0 0 0 0,0 0 0 0,0 0 0 0,0 0 0 0,0 0 0 15,0 0 0-15,0 0 0 0,0 0 0 0,0 0 0 0,0 0 0 0,0 0 0 16,0 0 0-16,0 0 0 0,0 0 0 0,0 0 0 0,0 0 0 0,0 0 0 16,0 0 0-16,0 0 0 0,0 0 0 0,0 0 0 0,0 0 0 0,0 0 0 15,0 0 0-15,0 0 0 0,0 0 0 16,0 0 0-16,0 0 0 0,0 0 0 0,0 0 0 0,0 0 0 0,0 0 0 0,0 0 0 0,0 0 0 0,0 0 0 15,0 0 0-15,0 0 0 0,0 0 0 0,0 0 0 16,0 0 0-16,0 0 0 0,0 0 0 0,0 0 0 0,0 0 0 0,0 0 0 0,0 0 0 0,0 0 0 16,0 0 0-16,0 0 0 0,0 0 0 0,0 0 0 0,0 0 0 0,0 0 0 15,0 0 0-15,0 0 0 0,0 0 0 0,0 0 0 0,0 0 0 0,0 0 0 0,0 0 0 16,0 0 0-16,0 0 0 0,0 0 0 0,0 0 0 0,-8 0 0 16,8 0 0-16,-5 0 0 0,5 0 0 0,-8 0 0 0,8 0 0 0,-5 0 0 0,0 0 0 0,5 0 0 15,-9 0-97-15,4 0-18 0,5 0-11 0,-7 0-17 0,-1 0-13 0,3 0-18 16,5 0-21-16,-7 0-24 0,0 0-25 0,2 0-57 15,-3 0-61-15,-5 0-93 0,7-5-98 0,1 5-33 0,-11-4-2 0,11-2 18 0,-8-3 28 0,0-6 33 16,0 0 40-16,7 0 42 0,-7-9 46 0,0-1 50 0,0 1 54 0,0-4 69 16,0-8 76-16</inkml:trace>
  <inkml:trace contextRef="#ctx0" brushRef="#br0" timeOffset="38337.8">22494 11441 78 0,'0'-6'148'0,"0"3"42"0,8-3 34 16,-8 1 33-16,0 1 29 0,0-2 28 0,0 1 29 0,0 5 28 0,0-4 30 0,0-2 27 0,0 3 28 0,0-3-58 0,0 2-104 0,0-2-54 0,0 6-24 0,0-5-11 0,0 1-4 0,0 4-1 0,0-6-3 0,0 6-4 0,0 0-4 0,0-5-6 0,0 5-11 15,0 0-8-15,0 0-8 0,0 0-9 0,0 0-8 0,0 0-9 0,0 0-9 16,0 0-10-16,0-4-9 0,0 4-12 0,0 0-10 0,0 0-10 0,0 0-9 15,0 0-7-15,0 0-11 0,0 0-6 0,0 0-8 0,0 0-5 0,0 4-5 0,-8 1-2 16,8 1-4-16,0-2-2 0,-5 1-2 0,5 5-3 0,-8 5-4 0,8-6-1 16,-5 6 2-16,5 4 2 0,-7 1 4 0,7-1 1 0,-7 2 2 0,7 3-2 15,-5 1 1-15,5-1-1 0,-8 1-1 0,8-1-4 0,0 4 2 0,-7-4-2 16,7 0 0-16,0 7-1 0,-5-6-2 0,5 4 0 0,0-1-4 0,0-3 0 16,-9 5 2-16,9-6 0 0,0 6-2 0,0-7 0 0,0 3-2 0,0-7-2 15,0-1-3-15,0 3-3 0,9-2-9 0,-9-5-8 0,0-4-14 0,0 5-15 16,5-9-20-16,-5 3-24 0,0 0-29 0,0-3-31 0,7-2-33 0,-7 1-36 0,0 1-36 15,0-6-59-15,0 0-72 0,0 0-85 0,0 0-85 0,0 0-25 0,0 0 6 0,0 0 22 16,0 0 34-16,0 0 39 0,0-6 46 0,0 1 47 0,0-5 50 0,0 1 52 16,0 0 53-16,0-6 68 0,0 5 71 0</inkml:trace>
  <inkml:trace contextRef="#ctx0" brushRef="#br0" timeOffset="38964.21">22852 11710 55 0,'0'5'130'0,"0"-5"44"0,-5 4 35 0,5-4 34 0,-7 0 31 0,7 5 34 0,0-5 31 0,-7 0 34 0,7 0 29 0,0 0 26 15,0 0 22-15,0 0-53 0,0 0-97 0,0 0-57 0,0 0-35 0,0 0-20 0,0 0-12 0,0 0-12 0,0 0-11 0,0 0-14 0,0 0-11 0,0-5-9 0,0 5-6 0,7-4-4 16,-7 4 0-16,7-5-2 0,-7 5-1 0,5 0-1 0,3-7 0 0,-3 7-3 16,3-3-2-16,-2 3-4 0,7-6 0 0,-5 6-5 0,5-5-5 0,-3 5-5 0,-1 0-9 15,3-4-4-15,1 4-8 0,1-6-4 0,-2 6-7 0,2 0-5 0,-1-3-5 16,1 3-8-16,-4 0-4 0,11-6-5 16,-8 6-6-16,0 0-4 0,0 0-7 0,0 0-5 0,1 0-7 0,-1 0-14 0,-2 0-20 0,2 0-22 0,2 0-30 0,-3 0-31 15,-5 0-34-15,6 6-38 0,-7-6-39 0,1 0-52 0,-1 3-64 0,-6-3-69 16,0 0-73-16,0 0-49 0,0 0-32 0,0 0 6 0,0 0 22 0,-6 6 39 0,6-6 40 15,-7 0 48-15,1 0 50 0,-2-6 51 0,-4 6 52 0,6-3 59 0,-8 3 62 16,7-6 63-16,-6 2 74 0</inkml:trace>
  <inkml:trace contextRef="#ctx0" brushRef="#br0" timeOffset="39201.92">23034 11518 5 0,'0'-4'115'0,"0"-1"82"0,0-4 62 0,0 2 51 0,0-2 46 15,0 0 45-15,-5-1 46 0,5 1 46 16,-5-2 47-16,5 7 41 0,-9-5 38 0,9-2-7 0,0 7-36 0,-5-7-86 0,5 7-110 0,0-2-59 0,0 3-36 15,0 3-24-15,0 0-20 0,-7-6-24 0,7 6-24 16,0-4-30-16,0 4-34 0,0 0-129 0,0 0 0 0,0 0 0 0,0 0 0 0,0 0 0 0,0 0 0 16,0 0 0-16,0 4 0 0,0 2 0 0,0-3 0 0,0 7 0 0,0 1 0 15,0 4 0-15,0-2 0 0,7 2 0 0,-7 6 0 0,0 3 0 0,0 0 0 16,0 1 0-16,0-1 0 0,0 5 0 0,0-5 0 0,0 6 0 0,0-2 0 0,0 2 0 16,0-1 0-16,0 0 0 0,5-5 0 0,-5 6 0 0,0 1-98 0,0-7-97 15,0 0-47-15,0 0-75 16,0 0-87-16,0 1-112 0,9-6-117 0,-9 2-40 0,0 3-5 0,0-11 20 0,-9 8 31 0,9-6 40 15,0-2 44-15,-5-2 53 0,5-2 54 0,0-3 64 0,-7-2 63 0,1-4 81 0,-2 0 82 0</inkml:trace>
  <inkml:trace contextRef="#ctx0" brushRef="#br0" timeOffset="41542.37">23758 11456 3 0,'6'-5'88'0,"-6"-5"58"0,7 4 39 0,-7 3 30 0,0-3 19 0,0 1 19 0,0-5 18 0,0 5 17 0,0 1 21 0,0-2 21 0,8-3 21 0,-8 5-23 0,0-2-46 0,0 1-60 0,0 1-66 0,0-2-36 0,0 1-19 15,0 1-3-15,0-1 4 0,0 5 1 0,0-4 1 0,0-2-4 0,0 6-7 0,0-6-7 0,0 6-8 0,0 0-10 16,5 0-8-16,-5 0-7 0,0 0-9 0,0 0-6 0,0 0-8 0,0 0-5 0,0 0-6 15,0 0-4-15,0 0-5 0,0 0-3 0,0 0-1 0,0 0-1 0,0 0-1 0,0 0 1 16,0 0 2-16,6 6 0 0,-6 0 5 0,0-6 3 0,0 4 3 0,0 1 5 16,0-1-1-16,-6 7 1 0,6-7 2 0,-5 7-2 0,-3-1 2 0,8-1 0 15,-13-5 0-15,7 11-3 0,-1-4 2 0,2-2-3 0,-3-5 0 0,-5 7 2 0,7-2-3 16,-1 1-1-16,-7-4-4 0,9 3 1 0,-8-6-2 0,8 4-2 16,-4-2-1-16,2-1 0 0,2 1-3 0,-3-5 1 0,2 4-1 0,1-4-2 0,-3 0-1 15,3 0-3-15,-2 0-2 0,0 0 0 0,7 0-2 0,-7-4 1 0,7 4-2 16,-6-5 4-16,-1 1 7 0,7-1 3 0,-5-2 7 0,5-2 2 0,-9 6 6 0,9-9 7 15,-5 8 6-15,5-5 7 0,-7-2 4 0,7 1 4 0,0 1 6 16,0-6 3-16,-6 6 3 0,6 0 2 0,0-1-3 0,6-1-1 0,-6 1-1 0,0 1-4 16,0 0-1-16,7-3-7 0,-7 3-8 0,5 0-4 0,4 3-6 15,-4-3-3-15,2 5-2 0,-1-7-5 0,1 7-5 0,0-2-3 0,5 3-4 0,-4-3-1 0,3 0-2 16,-3 2-1-16,4 4-1 0,2-5 2 0,-1 5-2 0,0 5 1 16,0-5-2-16,0 4 2 0,1 2-1 0,-2 0 1 0,0 3 2 0,3 1-2 15,-4 4 1-15,-3 2-2 0,4-4 0 0,-4 9 1 0,-2 3-4 0,0 1 0 0,1-1-2 16,-7 6-3-16,0-2-5 0,0 6-9 0,0-4-10 0,-7 4-9 15,1 0-6-15,0-5-5 0,-2 5-3 0,-4-3-1 0,4-2 0 0,-3 0-2 0,-4 0 3 16,-4-4 0-16,6 3 1 0,0-2 5 0,-6-3 5 0,6 3 8 16,-5-3 5-16,-3 3 5 0,2-7 5 0,6-1 3 0,-8 3 2 0,8-6 0 0,-6 3-1 0,6-2-2 15,-8-1-1-15,10-6-1 0,-2 0-1 0,-2 1 3 0,10 1 0 16,-9-7 3-16,9 7 8 0,-3-7 4 0,3-4 3 0,5 4 2 0,-8-4 5 0,8 0 3 16,0 0 8-16,0 0 2 0,0 0 3 0,0 0 6 0,0-4 5 0,0 0 6 15,8-7 5-15,-8 7 3 0,5-7 5 0,3 7 2 0,-3-7 5 0,2-2 2 0,0 3 2 0,-2-1 3 16,10 1 0-16,-2 1 3 0,-2 0 0 0,4 0 1 0,-3-3-4 0,0 3-2 15,9-1-6-15,-8-1-2 0,6 8-6 0,-6-7-5 16,6 5-6-16,-3 1-5 0,2-2-6 0,1 0-6 0,1 6-4 0,-6 0-7 0,4 0-3 0,3 6-4 0,-10 0-7 0,9-2-2 16,0 1-3-16,-8 1-12 0,9 1-13 0,-10-1-15 15,5 3-21-15,2 3-19 0,-4-3-24 0,-7 0-25 16,4 1-24-16,2-1-23 0,0-4-27 0,-6 5-26 0,5 1-23 0,-5-1-36 0,1-6-37 16,5 1-58-16,-7-1-62 0,-1 1-42 0,11 1-31 0,-5-6 7 0,-4 0 25 0,7 0 31 0,-2 0 36 15,-1-6 39-15,5-3 39 0,-4 4 41 0,0-5 40 0,8 1 47 16,-6-7 50-16,4 2 62 0,-4 1 78 0</inkml:trace>
  <inkml:trace contextRef="#ctx0" brushRef="#br0" timeOffset="41847.94">24501 11773 0 0,'-6'4'18'0,"-2"-4"114"0,1 6 63 0,2-6 47 0,-1 0 38 0,-2 0 33 0,3-6 30 0,5 6 25 0,-8 0 25 0,8-4 18 0,0 4 21 0,-5-5 10 0,5 5 5 0,0-4-83 0,-8 4-133 0,8-5-73 0,0 5-33 0,-6 0-23 0,6-7-15 0,-5 7-10 0,5 0-11 15,-8 0-7-15,8 0-7 0,0 0-6 0,-7 0-5 0,1 0-4 0,6 0-3 0,-8 7 2 0,8-7 1 16,-5 5 1-16,0-5 2 0,5 0 1 0,0 4 2 0,-8-4 1 0,8 0 2 16,0 0 0-16,0 0 0 0,0 0 3 0,0 0-1 0,0 0 2 15,0 0 1-15,0 0 0 0,0 0 2 0,0 0 4 0,0 0 4 16,8 0 3-16,-3 0 2 0,0 0 3 0,3-4 3 0,5-1-1 0,0-2 3 0,6 7-1 0,-6-4 1 0,13-1-4 16,-6-4-2-16,-1 3-9 15,8 2-8-15,-1-1-17 0,-7 1-22 0,8-1-25 0,-7-2-26 0,-1 4-29 16,2 3-30-16,-10-6-32 0,10 6-29 0,-9-5-36 0,-6 5-36 0,8 0-55 0,-7 0-60 15,-2 0-67-15,2-4-64 0,-7 4-39 0,0 0-25 0,0 0 6 0,0 0 23 0,0 0 35 0,0 0 37 0,-7 0 44 0,2-6 46 16,5 3 47-16,-7-3 49 0,-2 2 58 0,4-1 62 0,-1-1 59 0,-6-4 70 0</inkml:trace>
  <inkml:trace contextRef="#ctx0" brushRef="#br0" timeOffset="42034.87">24618 11567 0 0,'-7'-4'4'0,"2"-1"111"0,5-5 72 0,-8 4 57 16,0 3 49-16,3-7 46 0,-1-1 39 0,6 7 38 0,-7-5 37 0,7-3 38 0,0 9 35 0,-5-6 36 0,5 3 31 15,0 0-68-15,0 2-129 0,0 4-68 0,0-5-45 0,0 5-29 0,0 0-24 0,0 0-17 0,0 0-17 16,0 0-17-1,0 0-15-15,0 0-19 0,0 0-17 0,0 0-22 0,0 0-17 0,0 0-14 0,0 0-9 16,-9 5-11-16,9-1-6 0,0 2-4 0,0 3-10 0,0 0-6 0,0 7-29 0,0-7 0 0,0 12 0 0,-5-6 0 0,5 9 0 16,0-6 0-16,0 7 0 0,-7-6 0 0,7 11 0 15,0-6 0-15,-6 1 0 0,6-1 0 0,0 1-76 16,0 4-38-16,-5-4-28 0,5-1-33 0,0 1-32 0,0-1-37 0,0-5-42 0,0 5-71 0,0-4-81 0,5 0-86 0,-5-5-85 0,0 3-20 16,0-3 11-16,0 0 28 0,6-5 35 0,-6 4 43 0,0-4 45 0,-6-4 51 15,6-1 50-15,0-1 55 16,0-4 57-16,0 6 72 0,0-6 76 0</inkml:trace>
  <inkml:trace contextRef="#ctx0" brushRef="#br0" timeOffset="42728.75">25120 11567 0 0,'0'-9'17'0,"-9"5"89"0,9-2 52 0,0-3 39 0,-5 3 33 15,5-3 31-15,-5-1 32 0,5 5 28 0,0-4 28 0,-8-1 28 0,8 4 22 0,0-3 7 16,0 3-6-16,-5 2-60 0,5-5-90 0,0 4-48 0,0-5-28 0,0 4-14 15,0-3-9-15,5 0-7 0,-5-2-7 0,0 7-6 0,0-5-5 16,0-1-6-16,8-1-1 0,-8 1 0 0,5 5 3 0,-5-4-2 0,0-1 0 0,5 1-2 0,4 3-5 16,-9-3-5-16,5 3-7 0,-5 2-8 0,7-1-9 0,1 1-8 0,-3-1-9 15,-5 5-5-15,7-6-7 0,5 6-5 0,-4-4-6 0,0 4-5 16,3 0-5-16,1 0-3 0,2 0-4 0,-1 4-1 0,8-4-4 0,-10 6-1 0,2-1-3 16,7-5 1-16,-1 4-4 0,-6 5-1 0,6-3-4 0,-3 0-4 0,-4 3-2 0,8 0-4 15,-8-3 0-15,1 3-1 0,-7 0-2 0,7 1 1 0,0 1-1 16,-7 2 1-16,2-3-2 0,-1 1-1 0,-7 4 1 0,5-2-1 0,-5-2 1 0,0 2-2 15,0 2-3-15,0 1-6 0,-5-2-3 0,-2 1-7 0,-1-2-5 0,2 3-4 16,0-2-7-16,-6 1-1 0,4 1-6 0,-5-3-2 0,7-2-3 16,-6 2-4-16,3-1-2 0,-2-3 0 0,4 0 0 0,-6-3 4 0,5 3 3 0,-3-5 2 0,3 1 7 15,3 1 4-15,-8-3 4 0,6 4 5 0,0-2 4 0,2-1 4 16,-2-4 6-16,-1 5 6 0,8-5 5 0,-5 4 8 0,-3-4 5 0,8 0 5 0,-6 0 4 0,6 0 1 16,0 0 4-16,0 0 1 0,0 0 3 0,0 0 3 15,0 0 1-15,0 0 2 0,0 0 2 0,0 0-2 0,0 0-1 0,0 0-4 0,0 0-1 16,0 0 2-16,6 0 2 0,-6 0 1 0,8 0 2 0,-3 0 1 15,3 0 3-15,-1 0 0 0,5 6-1 0,0-6 2 0,-4 5-2 0,5-5 2 0,6 4 1 0,-6 1 0 16,0 6-2-16,1-6-3 0,4 4-2 0,-5 1-3 0,0-1-5 16,0 0-1-16,1 3-5 0,-2-3-3 0,-5 6-1 0,5-2-4 0,-4-1-1 15,-1 2-2-15,-1 0 0 0,0 0-2 0,-6 2 1 0,7-2-1 0,-7 0 2 0,0 0 0 0,0 2 1 16,0-1 1-16,0-6-2 0,-7 6 3 0,7-6-1 0,-6 6-1 0,0-5 0 0,-1-1-2 16,-1 2 2-16,3-1-2 0,-2-5-3 0,0-1-7 0,2 6-9 0,-10-5-9 15,9-1-9-15,-7 1-14 0,8 1-11 0,-9-2-11 16,7 1-10-16,-4-5-11 0,4 6-10 0,-7-2-13 0,8-4-16 0,-6 6-14 0,4-6-18 0,-5 0-20 15,7 5-22-15,-2-5-29 0,3 0-30 0,-3 0-65 0,3 0-79 0,-2 0-55 16,0 0-40-16,7 0-8 0,0 0 13 0,-5-5 21 0,5-1 29 0,0 2 34 16,0-7 36-16,5 7 41 0,2-7 45 0,0-2 51 0,-2-2 54 0,8-1 69 0,1 2 84 0</inkml:trace>
  <inkml:trace contextRef="#ctx0" brushRef="#br0" timeOffset="42982.43">26194 11734 0 0,'7'9'18'0,"-7"-4"138"0,6-1 81 0,-6 3 60 0,0-2 49 0,0-5 43 0,0 0 40 0,0 4 36 0,5-4 37 0,3 0 33 0,-8 0 32 0,8 0 26 0,-8 0 28 0,0-4-101 0,0 4-174 16,0 0-94-16,0 0-53 0,0-5-31 0,0 5-19 0,0-7-16 15,5 7-14-15,-5 0-13 0,0-4-16 0,0 4-13 16,0-5-13-16,0 1-10 0,8-1-9 0,-8 5-5 0,0-6-9 0,5 6-5 0,-5-4-5 0,5 4-6 16,4-5-3-16,-4 1-7 0,8 4-1 0,-5-5-4 0,5-2-2 0,0 7 0 0,0-3-1 15,-2 3-2-15,10-6-4 0,-8 6-16 0,8-5-20 0,-10 5-26 16,10 0-30-16,-9-4-36 0,7 4-35 0,-6 0-46 0,1 0-44 0,-2 0-88 0,-3 4-106 15,2-4-78-15,-4 0-56 0,-2 0-16 0,4 0 7 0,-9 0 27 0,0 0 39 0,0 0 42 16,0 0 49-16,0-10 52 0,-9 1 54 0,9 5 59 16,-5-7 59-16,-8 1 80 0,8 1 91 0</inkml:trace>
  <inkml:trace contextRef="#ctx0" brushRef="#br0" timeOffset="43181.13">26343 11490 0 0,'-7'-6'15'0,"2"3"135"0,-1-3 85 0,6 0 62 0,-7-3 54 0,1 5 52 0,-2-1 52 0,3-5 48 0,-2 4 48 0,1 3 39 15,-2-8 37-15,8 7 32 0,0-2 31 0,-6 1-99 0,6 5-168 0,0 0-96 0,0 0-58 16,0 0-37-1,0 0-27-15,0 0-31 0,0 0-30 0,0 0-29 0,0 0-27 0,0 0-20 0,0 0-39 0,0 0-29 16,0 0 0-16,0 0 0 0,0 0 0 0,6 5 0 16,-6 1 0-16,0 3 0 0,0 0 0 0,8 1 0 0,-8 5 0 0,6 6 0 15,-6-2 0-15,7-1 0 0,-7 6 0 0,0 1 0 0,5-1 0 0,-5 6 0 0,0-6 0 0,0 7 0 16,0-4-3-16,-5 4-130 0,5 3-30 0,0-5-29 0,0 1-33 16,0-7-35-16,-7 7-38 0,7-6-42 0,0 1-47 0,0-1-86 0,0 1-105 0,0-7-33 0,0-3 3 0,7 6 23 0,-7-6 34 0,5-2 42 15,-5-2 41-15,8-1 48 0,5-5 46 0,-7 5 51 0,-1-10 53 0,11 4 57 0,-11-4 61 0</inkml:trace>
  <inkml:trace contextRef="#ctx0" brushRef="#br0" timeOffset="43730.14">27008 11435 0 0,'12'-14'1'0,"-3"4"121"0,-4 1 126 0,-5 0 90 0,7-1 68 15,-7-1 53-15,0 1 47 0,-7 1 41 0,7 0 34 0,-5-3 29 0,5 3 25 0,0 0 26 16,0 3 22-16,0-3-78 0,0 5-137 0,0 4-131 0,0 0-126 0,0-5-65 0,0 5-28 15,0 0-19-15,0 0-20 0,0 0-8 0,0 0-10 0,0 0-6 16,0 0-4-16,0 0-6 0,-9 0-3 0,9 5-36 0,-5-5-6 0,-2 9 0 0,1-5 0 16,1 8 0-16,-11-3 0 0,3 0 0 0,2 6 0 0,-2 0 0 0,-1 4 0 15,1-4-18-15,1 4-6 0,-2 1-2 0,1 4-3 0,0-5-1 0,0 6 1 16,-1-1 0-16,2-3 1 0,4 3-3 0,3-6 1 0,-9 2 0 0,14 0-1 0,-5-4 1 16,-3-2-1-16,8-1 4 0,-5 2 0 0,5-6 5 0,0 3 3 15,0-3-1-15,0-5 1 0,5 7 3 0,-5-7 0 0,8 5 2 0,-3-2 1 0,-5-2 4 16,7-5 3-16,5 4 4 0,-4-4 3 0,-1 5 3 0,7-5 3 0,-4 0 2 15,3 0 3-15,1-5 1 0,7 5 3 0,-3-4 1 0,-4-8-1 0,11 8 1 0,-6-1-1 16,2-4-2-16,6 3-2 0,-9-3-3 0,8 5-1 0,-7-8-5 0,1 3-6 16,7 0-8-16,-8 0-13 0,-7-1-14 0,9-1-18 0,-2 8-22 0,-6-9-23 0,0 3-22 15,-7 5-21-15,9-7-22 0,-10 7-18 0,1-1-26 0,2-6-28 16,-3 6-28-16,-5 1-30 0,0-5-40 0,0 3-45 0,0 1-35 0,0-4-27 0,-5 5-10 16,-3-8 0-16,2 9 14 0,6-7 19 0,-5-1 29 0,-2 2 34 15,-7 0 50-15,7-1 53 0,1 1 58 0,1-3 55 0,-3 3 67 0,-5 0 69 0,7-1 62 16,-1-5 62-16,1 6 56 0,-2-2 58 0,1-2 49 0,2 3 50 0,-1-1 35 15,0-4 32-15,-1 6 19 0,-1-1 10 0,8 1 1 0,-5 0-5 0,-2-3-17 16,7 8-26-16,-7-5-21 0,7 4-20 0,-5-1-19 0,5 2-24 0,0-2-24 16,0 6-22-16,0 0-23 0,-8-3-20 0,8 3-27 0,0 0-26 0,0 0-26 0,0 0-24 0,0 0-18 15,0 0-37-15,0 0-50 0,0 3 0 0,0 3 0 16,0 4 0-16,0-5 0 0,0 8 0 0,0-1 0 0,0 0 0 0,0 9 0 0,0-2 0 16,0 5 0-16,0 1 0 0,-7 5 0 0,7 0 0 0,0-2 0 15,-5 5 0-15,5-3 0 0,-9 5 0 0,9-2 0 0,0 3 0 0,-5-9 0 0,5 9 0 0,-5-7 0 0,5 0 0 16,0 1-86-16,0-7-120 0,0 3-38 0,0-3-43 0,0 3-47 15,0-3-50-15,0-3-103 0,0-5-125 0,5 4-41 0,-5-4-1 0,5 0 27 16,4-6 35-16,-4 1 40 0,2-5 46 0,1-1 48 0,-3 1 50 0,9-5 56 0,-1-5 57 0,0 5 63 0,-2-9 68 16</inkml:trace>
  <inkml:trace contextRef="#ctx0" brushRef="#br0" timeOffset="44013.77">27803 11739 91 0,'0'0'161'0,"-6"0"46"0,6 0 39 0,-8-5 39 0,8-1 41 0,0 2 34 0,-5-1 36 0,5 1 30 0,0-1 31 0,-8-2 26 0,8 4 29 0,0-3-62 0,-5 6-114 0,5-5-57 0,0 1-28 0,-8-2-16 16,8 6-13-16,0-3-17 0,0-3-16 0,-6 6-16 0,6 0-15 0,0 0-12 0,0-4-11 0,0 4-10 0,0 0-13 15,0 0-13-15,0 0-16 0,0 0-15 0,0 0-16 0,0 0-9 16,0 0-10-16,6-5-8 0,-6 5-3 0,8 0-4 0,-8-6-3 0,5 6-2 0,3 0-2 0,5 0-1 0,-2-3-2 15,4 3 1-15,-3-7-1 0,8 7-3 16,-1-5-4-16,2 5-20 0,-3-4-26 0,3 4-35 0,3-5-41 0,-4 1-49 16,-1 4-52-16,2 0-96 0,-10 0-114 0,10-6-87 0,-8 6-69 0,1 0-22 15,-2-5 0-15,-4 1 16 0,-3-1 23 0,1 1 42 0,-6-8 46 0,0 3 54 0,-6-6 58 0,6 2 63 16,-5-2 64-16,-8-6 85 0,6 8 92 0</inkml:trace>
  <inkml:trace contextRef="#ctx0" brushRef="#br0" timeOffset="44204.97">27829 11274 0 0,'-14'6'44'0,"2"-6"161"15,6 0 96-15,-2 0 73 0,-5 0 56 0,8 0 53 0,-3-6 47 0,2 6 40 16,12-3 36-16,-6-9 29 0,0 8 24 0,0-1 28 0,0 5 24 0,0-5-126 16,8 5-218-16,-3 0-117 0,-5-4-63 0,8 4-37 0,-3 4-24 0,3-4-16 15,-8 0-19-15,6 5-10 0,-1 0-72 0,2-1-9 0,1 8 0 16,-2-3 0-16,-6 1 0 0,6 4 0 0,1 2 0 0,-2 2 0 0,-5 1 0 0,0 7 0 16,8-3 0-16,-8 6 0 0,0-4 0 0,0 8 0 0,0-2 0 0,0 3 0 0,0-1 0 0,0 3 0 15,0-2 0-15,0-1-58 0,0-3-164 0,0 5-32 0,8-6-34 0,-8 5-40 16,0-6-40-16,5-2-98 0,-5-3-117 0,6 3-51 15,1-3-16-15,7-3 22 0,-9-5 34 0,2-2 44 0,5-2 50 0,-5-7 46 16,6 2 48-16,1-6 48 0,-1 0 54 0,-1-10 55 0,2 5 61 0,-1-8 85 0,6 2 97 16</inkml:trace>
  <inkml:trace contextRef="#ctx0" brushRef="#br0" timeOffset="44478.71">28563 11265 0 0,'-11'6'24'0,"4"-3"138"0,2 3 73 0,-4-2 47 0,2-4 39 0,2-4 30 16,5 4 26-16,0-6 30 0,0 3 26 0,5-3 32 0,-5 6 27 0,0 0 28 16,0-6 30-16,0 6-98 0,0-4-171 0,0 4-76 0,0-5-26 0,0 5-10 15,0-5 2-15,0 1 0 0,0 4 2 0,0 0-3 0,7-6-6 0,-7 2-8 16,0-1-10-16,0 1-11 0,0-2-9 0,9 6-11 0,-9-6-15 0,5 3-10 16,-5 3-14-16,7-6-8 0,-1 6-8 0,-1-5-6 0,4 5-8 0,-2-4-6 15,4 4-6-15,-3-6-6 0,5 6-3 0,6 0-7 0,-7 0-3 0,1 0-6 0,6 0-6 16,2 0-19-16,-8 0-16 0,6 0-27 0,-6 6-25 0,8-6-33 0,-9 4-36 15,0-4-41-15,-4 0-43 0,4 5-57 0,-3-5-64 0,-4 6-101 0,-5-6-117 0,0 0-47 16,0 0-17-16,0 0 16 0,0 3 28 0,-5-3 39 0,-4 0 44 16,-3 0 50-16,-2 0 51 0,1-3 59 0,0-3 59 0,0 1 67 0,0-5 70 0</inkml:trace>
  <inkml:trace contextRef="#ctx0" brushRef="#br0" timeOffset="44864.24">28513 11168 0 0,'-13'5'16'0,"0"-1"137"0,6 2 83 0,-5-3 64 0,4-3 54 15,1 6 49-15,2-6 47 0,-3 0 41 0,2 0 41 0,6-6 35 0,0 6 34 0,0 0 31 0,0 0 29 16,0 0-99-16,0 0-169 0,0 0-96 0,0 0-55 0,0 0-42 15,0 0-28-15,0 0-30 0,0 0-27 0,0 0-19 0,0 0-16 0,0 0-15 16,-5 6-8-16,5-2-14 0,0 1-7 0,0 1-10 0,-8 3-8 0,8 1-6 16,0-5-8-16,0 9-2 0,0-4 0 0,-7 0 0 0,7 5 2 0,0-5-3 0,0 4-3 15,0 2-3-15,0-7-3 0,0 6 0 0,0-2 0 0,0 2-2 0,0-4 1 0,0 2-3 16,0-3 2-16,0 5-4 0,0-1-7 0,0-4-2 16,0 1-8-16,0-2-5 0,7 1-4 0,-7 5-6 0,0-12-5 0,0 9-3 15,0-3-4-15,0 1-2 0,0-5-4 0,8 5 2 0,-8-7 0 0,0 3 4 0,0 4 3 16,0-5 5-16,0-1 9 0,0-4 3 0,0 5 4 0,0-5 7 0,5 6 4 0,-5-6 5 15,0 4 5-15,0-4 3 0,0 0 5 0,0 0 6 0,6 5 9 0,-6-5 8 16,0 0 7-16,8 0 7 0,-3 0 7 0,-5 0 6 0,7 0 7 16,1 0 7-16,-2 0 8 0,0 0 8 0,6 0 6 0,-4 0 5 0,5 0 5 0,-2 0 0 0,-4 4-1 15,7-4-6-15,-1 5-1 0,1 2-3 0,4-3-1 16,-5 1-4-16,2-1-48 0,-3 1-27 0,8 5 0 0,-7-1 0 0,-2 3 0 0,5-3 0 0,-3 6 0 16,-3-6 0-16,-1 6 0 0,3-5 0 0,-6 4 0 15,1 1 0-15,-1-2 0 0,2-1 0 0,-8 1 0 0,0 2 0 0,0-6 0 0,0 3 0 0,0-3 0 16,0 0 0-16,-8 1 0 0,8-1 0 0,-6-4 0 15,-1 5 0-15,1-4 0 0,-6-1 0 0,3-5 0 0,-1 4-68 0,-3-4-128 0,-3 6-40 16,5-6-47-16,-2 0-62 0,0 0-70 0,-6 0-99 0,4-6-113 0,2 6-36 0,2 0 7 0,-5-4 23 16,5 4 38-16,4 0 41 0,-7-5 46 0,7 5 49 0,2 0 54 0,-1-6 58 15,-1 6 61-15,1-3 69 0,-2 3 73 0</inkml:trace>
  <inkml:trace contextRef="#ctx0" brushRef="#br0" timeOffset="59411.02">22612 13170 38 0,'6'-4'120'0,"0"-1"45"0,-6-1 37 0,7 2 31 0,-7-2 30 0,8 1 27 0,-3 1 27 0,9-1 25 0,-14-1 26 0,5-3 23 0,-5 5 24 0,8-1-41 0,-8 5-81 0,0-4-52 0,0-2-45 0,7 0-22 0,-7 6-15 0,0 0-10 0,0 0-9 16,0 0-9-16,0-4-8 0,0 4-11 0,0 0-9 0,0 0-10 0,0 0-10 0,0 0-13 16,0 0-12-16,0 0-13 0,0 0-12 0,0 0-9 0,-7 0-6 0,7 4-7 15,0-4-6-15,0 6-3 0,-8 0-3 0,8 3-2 0,0-5-3 0,-5 5-2 16,5 6 4-16,-6-4 1 0,-2 4 4 0,8-7 5 0,-5 7 5 15,-3-1 2-15,1 2 4 0,7-1 1 0,-6-6 3 0,0 0-1 0,-1 3 3 0,7-3-1 16,-5-5 2-16,-3 5 1 0,2-3-1 0,-1-1-1 0,1-1 2 0,1-4-4 16,-3 6 4-16,8-6-4 0,-13 0 0 0,6 0 0 0,1 0-3 0,1 0 0 0,-4 0-2 15,-3 0 1-15,6-6 0 0,-2 6 2 0,3-4 1 0,-3-1 4 0,-4-5 2 0,5 5 4 16,2 1 4-16,-3-5-1 0,1-3 1 0,2 3-4 0,5 4 2 16,-9-9-1-16,4 5 0 0,0-3-1 0,5 3-4 0,-8 0 0 0,2-6 0 0,6 6-1 15,-7-1-2 1,7-1 1-16,0-4-7 0,-6 6 2 0,6 0-2 0,0 5 1 0,0-8-3 15,0 8-4-15,0-1-1 0,0-5-4 0,0 5-2 0,6 5-4 0,-6-4-6 16,0-1-6-16,7 1-3 0,-7-2-3 0,6 0-1 0,2 6-3 0,-3-3 2 16,0 3-1-16,9-6 2 0,-7 6 3 0,6 0 2 0,1 6 2 0,-1-6 3 15,-8 3 3-15,14 3 0 0,-3 0 2 0,-5 3 3 0,1 0-1 0,9 6 4 0,-8 1 0 16,1-3 2-16,-2 7 2 0,0-1-1 0,-5 5 1 0,6 0 3 0,-5 1-2 16,-2 5-3-16,-1-6 4 0,-5 7 0 0,0-3 1 0,0 2 1 0,-5-6 0 15,5 4 1-15,-6-3 0 0,-2 5 0 0,-5-6 1 0,6 0 0 0,-5 1-1 16,0-1 0-16,-2 1 1 0,1-1-1 0,-8-4 0 0,9 5-1 0,-8-7-1 0,8 7-2 15,-2-10-2-15,-4 3-1 0,4 3 0 0,1-8-3 0,-8 8 0 0,11-11-1 16,-4 4 0-16,7 1-1 0,-6-5 0 0,-1-1 0 0,9 1 1 0,-8-1 1 16,6-4 3-16,0 1-1 0,0-2 2 0,2 1 0 0,-3-5 0 0,2 6 0 0,6-6-1 15,-5 0 0-15,-3-6 0 0,8 6-1 0,0-5 1 0,0 1 0 0,-5-2 1 16,5 1 1-16,0 1 0 0,0-5-1 0,0 0 3 0,5-3-1 0,-5 3 1 16,0-1 1-16,8 1 1 0,-3 4 3 0,-5-5 4 0,6 1 0 0,2-3 5 15,-3 8-1-15,2-1 3 0,7-4 1 0,-8 5 0 0,1-2 2 0,6 6 3 16,0-6 2-16,0 6-1 0,1-3 3 0,-4 3-2 0,11 0 1 0,-8 0-2 0,6 0-5 15,2 0 0-15,-3 0-3 0,2 3-4 0,0 3-3 0,-1 0-3 0,2-2-4 16,-3 1-3-16,3-1-2 0,-2 1-5 0,1-1-2 0,-8 8-7 0,8-9-9 0,-7 9-10 16,-2-8-13-16,10 5-14 0,-14-4-16 0,4 5-17 0,5-5-16 0,-4 5-17 15,-5-4-18-15,6-3-28 0,-6 7-30 0,-2-5-23 0,2-1-18 0,5 7-18 16,-4-7-16-16,-3 1-42 0,3 4-50 0,-2-2-60 0,-6-2-60 0,5-1-15 16,3 1 11-16,0-1 23 0,-3 2 29 0,-5-6 39 0,8 0 43 0,-3 0 37 0,0 0 35 15,-5-6 40-15,9 2 41 0,-4-5 56 0,2 4 64 0</inkml:trace>
  <inkml:trace contextRef="#ctx0" brushRef="#br0" timeOffset="59659.65">23107 13584 0 0,'0'16'33'0,"-7"-2"148"0,7-8 85 0,-6-2 58 0,-1 1 46 0,1-5 40 0,-1 0 35 0,1-5 28 0,6-14 24 0,-5 4 21 0,5 6 19 0,-8 3 20 0,8 3 21 0,0 3-116 0,0 0-193 15,0 0-99-15,0 0-46 0,0 0-23 0,0 0-12 0,0 0-9 16,0-7-10-16,0 7-2 0,0 0 2 0,8 0 2 0,-8 0 3 0,0 0-2 0,5 0 0 15,1 0-8-15,1 0-5 0,-1 0-8 0,1 0-7 0,-1 0-7 16,8 0-5-16,-7 0-5 0,6-5-4 0,-2 5-10 0,2 0-14 0,2-4-21 0,-3 4-25 0,8-5-31 16,-7 1-33-16,-2 4-38 0,5 0-39 0,-4-6-43 0,0 6-45 15,3-5-95-15,-10 5-117 0,1-4-62 0,7 4-36 0,-13-6-1 0,8 6 15 0,-8 0 33 0,0 0 39 16,0-9 45-16,-8 3 47 0,8 2 51 0,-13-7 54 16,7 8 56-16,-7-7 59 0,0 5 83 0,7-5 95 0</inkml:trace>
  <inkml:trace contextRef="#ctx0" brushRef="#br0" timeOffset="59838.87">23063 13355 0 0,'-16'0'21'0,"11"-5"138"15,-3 1 83-15,3-1 59 0,0-1 49 0,-4 2 45 16,4-1 44-16,-2 1 41 0,7-1 36 0,0-5 34 0,0 4 28 0,-6 2 29 16,6-1 26-16,0-1-102 0,6 2-178 0,-6 4-92 0,0-5-48 0,7 5-27 0,-2-4-15 0,-5 4-16 0,9 0-20 15,-4 0-12-15,0 0-14 0,3 0-3 16,-3 4-5-16,3-4-3 0,0 5-7 0,3 5-6 0,-4-5-7 0,-1 5-7 0,1 0-18 0,-1 4-53 0,1-4 0 16,0 4 0-16,0 2 0 0,-7 2 0 15,5 3 0-15,-5-2 0 0,0 0 0 0,8 1 0 0,-8 5 0 0,0-7 0 0,0 7 0 16,0-5 0-16,-8 5-94 0,8-6-38 0,0 5-31 0,0-4-30 0,0-1-34 0,0 0-37 0,0-4-34 0,0 5-58 15,0-6-63-15,0 0-81 0,0 2-87 16,0-2-25-16,0-4 8 0,0-1 24 0,8 7 35 0,-8-11 41 0,0 4 46 0,5-5 48 16,1 7 51-16,-6-11 52 0,8 0 53 0,-3 0 67 0,2 0 70 0</inkml:trace>
  <inkml:trace contextRef="#ctx0" brushRef="#br0" timeOffset="60470.34">23856 13286 56 0,'0'0'128'0,"0"-4"43"0,0-1 33 16,0 1 29-16,-6-1 25 0,-2 1 26 0,8-2 24 0,-5 6 20 0,-2-6 21 15,7 2 22-15,-6 4 20 0,0-5-52 0,-2 0-95 0,1 1-52 0,2 4-28 0,5-6-21 16,-8 2-9-16,2-1-14 0,1 1-11 0,-3-1-8 0,1-2-6 0,1 4-5 0,0-3-1 0,-1 1-6 0,2 1-2 0,5-2-4 15,-8 1-4-15,2 1-6 16,6 0-4-16,-7-1 0 0,7-1 0 0,0 2 3 0,-6 4 1 0,6-6 1 0,0 1 1 0,0 5-3 0,0-4-5 0,0-1-3 0,0-1-5 16,0 2-2-16,0-1-4 15,6 1-1-15,-6-1-3 0,7 1-4 0,-7-2-1 0,6 0-3 0,2 2 2 16,-3-7-2-16,2 7 2 0,-1-1 0 0,0 1 2 0,1-1 3 0,6 1 1 0,1-2 3 0,-9 6 1 16,10-6 0-16,-3 6 2 0,0 0-5 0,-4 0-1 15,5 0-5-15,-2 0-3 0,5 6-5 0,-11-6-2 0,8 6-6 0,-8-2-4 16,11 5-3-16,-11-4-3 0,1-1-4 0,2 7-4 0,-8-1-2 0,5-4-2 0,-5 3 0 0,0 4-1 0,0-2-1 15,0-2-4-15,0 7-2 0,-5-7-6 0,-3 6-5 0,8 0-7 0,-6-5-5 16,1 4-7-16,-2 0-3 0,-7-4-7 0,7 6-1 16,1-7-8-16,1 0-4 0,-4 6-5 0,-3-5-2 0,6 0-2 0,-1-1 1 0,1 0 2 0,-2 2 0 0,3-7 2 0,-2 8 3 15,1-3 3-15,0-5 2 0,-2 7 1 0,1-8 6 0,7 3 2 16,-5-2 3-16,5 1 3 0,-8 1 2 0,8-3 1 0,0 4 2 16,-6-4 2-16,6-3 1 0,0 6 6 0,0-6 2 0,0 0 2 0,0 5 5 0,0-5 4 0,0 0 8 15,6 4 9-15,-6 2 10 0,8-6 13 0,-8 4 10 0,5-4 11 0,2 5 14 0,1 0 10 0,-2-5 13 16,0 4 7-16,6 2 10 0,-4-2 4 0,5 2 6 0,-2-1 1 0,5-1-1 15,2 2-5-15,-4-3-7 16,-2 8-8-16,7-7-8 0,-6 8-9 0,1-3-7 0,-2 0-9 0,-4-3-7 0,5 3-9 0,-7 0-4 16,-1 1-6-16,3-1-3 0,0 3-3 0,-8-8-2 15,0 5 1-15,0 2-2 0,0-2 1 0,0-5 1 0,-8 7-1 0,0-1 1 0,3-1-1 16,-9 0-2-16,1 1 1 0,1 5-3 0,-2-5-1 0,-4 0-3 16,-1 0-3-16,3-1-9 0,-2 0-11 0,-3 3-10 0,3-8-13 0,-1 5-16 0,0-4-17 0,-1 5-15 15,6-4-12-15,-6-3-15 0,8 3-15 0,-8 0-15 0,7-2-16 16,0 1-17-16,-1-1-19 0,1-4-13 0,8 5-14 0,0-5-14 0,-11 4-16 0,11-4-31 0,5 0-37 0,-8 0-53 0,8 0-55 0,0 0-28 15,0 0-11-15,0 0 9 0,8 0 22 0,-3-4 30 0,2-5 30 0,2 4 35 0,1-5 35 0,3 1 38 32,8-7 40-32,-2 7 52 0,1-12 55 0</inkml:trace>
  <inkml:trace contextRef="#ctx0" brushRef="#br0" timeOffset="60692.65">24501 13420 0 0,'0'14'23'0,"-6"-4"142"0,-2-6 85 0,1 6 65 0,7-6 53 0,-5 2 50 0,-1-2 44 0,-2-4 39 0,8 0 36 0,-5 0 32 0,5 0 29 0,0 0 27 0,0 0 30 0,0 0-108 0,0 0-182 0,0 0-101 16,0 0-55-16,0 0-39 0,0-4-25 0,0 4-25 0,0-6-20 0,5 6-16 0,-5-4-12 15,8 4-11-15,-2-5-7 0,-6 5-11 0,12-5-8 0,-4 1-8 0,4-2-7 0,-5 6-5 16,5-4-10-16,2-1-3 0,4 5-6 0,-4-6-11 0,4 3-20 0,-2 3-25 16,3-7-28-16,-6 7-37 0,-1-3-38 0,2 3-42 0,-1 0-42 0,0-6-66 15,0 6-72-15,-8 0-97 0,4-5-99 0,-4 5-34 0,2 0-6 0,-1-4 19 0,-6 4 33 16,0-6 41-16,0 6 47 0,0-3 53 0,-6-8 53 0,-1 7 58 0,7-5 58 15,-5 2 69-15,-9-2 74 0</inkml:trace>
  <inkml:trace contextRef="#ctx0" brushRef="#br0" timeOffset="60881.77">24606 13248 0 0,'-8'-10'33'0,"0"6"133"0,3-6 80 0,-1 1 64 0,-1-3 55 15,2 3 53-15,-4-6 54 0,9 6 47 0,-5 0 45 0,-2-1 40 16,7-1 42-16,-6 2 24 0,6 3 18 0,0 2-100 0,0-1-167 0,0 5-98 0,0 0-60 0,0-4-46 16,0 4-34-16,0 0-38 0,0 0-34 0,0 0-25 15,0 0-19-15,0 0-16 0,0 0-16 0,6 4-35 0,-6 1 0 0,7 5 0 16,-2-1 0-16,-5 2 0 0,9 4 0 0,-4-2 0 0,-5 2 0 0,7 6 0 0,-7-2 0 0,6-1 0 15,-6 3 0-15,5-2 0 0,-5 2 0 0,0 1 0 16,0-2 0-16,0 5 0 0,0-6 0 0,0 5 0 0,0-3 0 0,0 3 0 0,0-5-92 0,0 1-95 16,0-1-33-16,0-4-43 0,0 0-42 0,0 4-59 0,8-10-65 0,-8 7-89 15,8-2-97-15,-3-4-24 0,2-1 11 0,0-3 23 0,-2 3 37 0,10-3 40 0,-3-2 48 16,0-4 49-16,4 0 52 0,-5-4 56 0,10-2 59 0,-9 2 66 0,-1-7 71 0</inkml:trace>
  <inkml:trace contextRef="#ctx0" brushRef="#br0" timeOffset="61229.18">25374 13072 0 0,'6'0'56'0,"-1"4"173"16,4-4 102-16,-9 0 75 0,0 0 61 0,7 0 48 15,-7-4 39-15,5 4 32 0,-5-5 24 0,6 1 22 0,-6-1 19 0,0 5 19 0,0 0 20 0,0 0-148 16,7 0-242-16,-7 0-126 0,6 0-75 0,2 0-38 0,-8 5-24 0,5-1-14 16,-5 1-6-16,7-1-2 0,-7 7 4 0,0-1 3 0,6 0 6 15,-6-1 2-15,-6 6-2 0,6-1-1 0,-7 2-8 0,7 2-7 0,-5 3-9 16,-9-2-9-16,7 0-8 0,-4 7-6 0,-5-4-9 0,5-1-4 15,-1 3-7-15,-4-5-6 0,5 2-4 0,-10-3-5 0,9 3-2 0,-7-2-3 0,6-4-2 0,-1 3 1 0,1-2 8 16,0-1 4-16,0-1 4 0,8-4 5 0,-11-1 1 0,11 1 3 0,-1 1-1 16,6-7 3-16,-5 5 1 0,5-4 0 0,-8 2 2 15,8-7 5-15,0 0 4 0,8 3 11 0,-8-3 11 0,0 6 10 0,5-6 13 0,1 0 9 16,-1 0 9-16,11 0 8 0,-11 0 5 0,8-6 8 0,8 6 3 0,-10-3 5 0,10-4 2 0,5-2-1 0,-8 4-4 16,9-5-7-16,-1 1-12 0,0 3-11 15,1-3-11-15,-3-1-17 0,-4-1-14 0,7 8-15 0,-8-7-14 0,1 5-21 0,-1-1-20 0,2 2-25 0,-3-2-28 16,-4 2-28-16,-2-1-31 0,-4 5-34 0,4-5-34 0,-12 5-69 0,7-4-84 0,-2-2-77 15,-5 6-74-15,0 0-20 0,-5-4 8 0,5-7 26 0,-7 8 31 0,7-4 40 16,-12-2 42-16,4 0 47 0,1 3 47 0,2-3 51 16,-9 0 53-16,9 0 70 0,-8-3 76 0</inkml:trace>
  <inkml:trace contextRef="#ctx0" brushRef="#br0" timeOffset="61405.41">25484 13215 0 0,'-7'-5'26'0,"7"-2"145"16,-5-2 82-16,-2 4 66 0,7 1 56 0,-8-7 53 0,8 7 51 15,-6-5 46-15,6-1 41 0,0-1 36 0,0 7 31 0,-6-1 32 0,6 5 26 0,0-6-112 0,0 6-190 16,0 0-103-16,0 0-54 0,0 0-41 0,0 0-30 15,0 0-26-15,0 0-15 0,0 6-15 0,6-1-12 0,-6 4-7 0,0 1-7 0,0 5-77 0,0-6-2 0,6 12 0 0,-6-2 0 0,0 0 0 16,0 7 0-16,8-4 0 0,-8-1 0 0,0 3 0 16,0 0 0-16,0 1 0 0,0 5 0 0,-8-6 0 0,8 0 0 0,0 1 0 0,-6 3 0 0,6-3 0 15,0-1-1-15,-6 0-178 0,6 1-37 0,0-5-48 16,0 5-51-16,-7-7-90 0,7 3-106 0,0-2-81 0,7-4-59 0,-7-6-6 0,0 6 18 16,6-9 32-16,-6 3 37 0,6-5 42 0,-6-4 48 0,8 0 53 0,-1-4 57 15,-2-1 62-15,2 1 66 0,5-8 83 0,-4 3 89 0</inkml:trace>
  <inkml:trace contextRef="#ctx0" brushRef="#br0" timeOffset="61679.32">26122 13313 0 0,'0'9'14'0,"-5"4"141"0,5-7 100 0,-7 3 72 0,-1 3 52 15,8-9 36-15,-6 3 29 0,6-2 19 0,0-4 20 0,0 0 12 0,0 0 13 0,-6 0 14 16,6 0 15-16,0 0-97 0,0 0-160 0,0 0-104 0,0 0-72 0,0 0-36 15,0 0-12-15,0 0 0 0,0 0 1 0,0 0 7 0,0 0 3 0,0 0 10 16,0 0 12-16,0 5 7 0,6-5 6 0,-6 6-1 0,6-6-9 0,-6 0-9 16,8 0-10-16,-1 0-8 0,6 0-9 0,-7 0-3 0,7 0-5 0,-1 0-3 15,2 0 1-15,-1 0-4 0,6 0-6 0,2 0-11 0,-3-6-16 0,1 6-19 0,2 0-28 16,5 0-34-16,-7-5-38 0,2 5-36 0,-3 0-37 0,3 0-42 0,-10 0-39 16,2 0-71-16,0 0-83 0,-6 0-80 0,5 0-73 0,-5 0-21 0,-7-4 5 0,0 4 24 15,0 0 35-15,0-6 46 0,-7 3 49 0,2-9 49 0,-2 3 54 0,0 3 52 16,-6-3 55-16,0 0 69 0,2-1 76 0</inkml:trace>
  <inkml:trace contextRef="#ctx0" brushRef="#br0" timeOffset="61866.27">26251 13194 0 0,'-5'-5'30'0,"0"-5"149"16,-8 5 82-16,5-3 67 0,0-3 56 0,3 1 53 0,-8 1 49 0,7-6 44 15,-1 6 41-15,1 0 36 0,6-3 31 0,-7 3 30 0,7 3 29 0,0 2-115 16,0-1-199-16,0 5-100 0,0 0-54 0,0 0-39 0,0 0-32 0,0 0-30 16,0 0-29-16,0 0-19 0,0 0-13 0,0 0-10 0,0 0-2 0,0 5-5 15,0 5-36-15,0-1-14 0,7 3 0 0,-7 1 0 0,0 2 0 0,6 5 0 0,-6-1 0 16,7 5 0-16,-7-3 0 0,0 2 0 0,6 7 0 0,-6-6 0 0,0 1 0 15,0 4 0-15,0-4 0 0,0-1 0 0,0 4 0 0,0-3 0 16,0-1-93-16,0 0-87 0,0-3-31 0,0-2-39 0,0 1-45 0,0-1-67 0,7 2-76 0,-7-8-90 16,6 2-92-16,-6 0-23 0,5-6 9 0,-5 6 28 0,8-9 34 0,0 3 42 15,-3-9 46-15,3 4 50 0,-3-4 51 0,9-4 56 0,-9-2 61 0,8 3 73 0,1-8 73 16</inkml:trace>
  <inkml:trace contextRef="#ctx0" brushRef="#br0" timeOffset="62196.71">26976 13039 73 0,'0'3'194'0,"0"3"76"0,0-6 56 0,-8 0 38 0,8 0 30 0,-6-6 21 15,6 6 15-15,-5-3 14 0,5 3 14 0,0 0 12 0,0 0 12 0,0 0-64 16,0 0-108-16,0 0-106 0,0-6-109 0,0 6-50 0,0 0-22 0,0 0-10 16,0 0 0-16,0 0 2 0,-8 0 9 0,8 0 5 0,0 0 8 0,0 0 8 0,-5 6 8 15,5-6 5-15,0 0 3 0,0 0 1 0,0 3-1 0,0-3 0 16,0 0 1-16,-7 0 5 0,7 0 6 0,0 0 3 0,0 0 4 0,0 0 3 0,0 0 2 0,0 0-2 15,0 0-4-15,0 0-5 0,0 0-3 0,7 0-6 16,-2-3-3-16,-5 3-7 0,8-6-3 0,-3 6-7 0,1-6-4 0,2 3-3 0,4-3-4 0,2 6-4 16,-1-5-4-16,1 1-5 0,4 0-3 0,3-1-3 15,-2 5-2-15,1-6-7 0,-1 2-10 0,7 4-16 0,-8-6-19 0,3 6-26 0,6-5-28 16,-16 5-30-16,10 0-27 0,-9 0-27 0,2 0-28 0,-1-4-26 0,-8 4-28 0,2 0-63 16,-7 0-86-16,0 0-70 0,0 0-61 0,0-6-11 0,-7 6 14 0,-6-5 33 0,8 1 37 0,-9-1 39 15,2 1 43-15,-2-2 42 0,1 6 41 0,-8-4 44 0,10-1 46 16,-10-1 66-16,9 6 79 0</inkml:trace>
  <inkml:trace contextRef="#ctx0" brushRef="#br0" timeOffset="62577.28">27015 12915 24 0,'-13'0'121'0,"8"0"63"16,-4-4 55-16,2 4 47 0,7 0 50 0,-5-5 39 16,-3 5 42-16,8-4 33 0,0 4 32 0,-6-6 32 0,6 6 32 0,0 0-30 15,0-3-63-15,0 3-65 0,0 0-73 0,0-6-42 0,0 6-36 0,0 0-28 16,0 0-29-16,0 0-24 0,0 0-20 0,0 0-18 0,0-6-14 0,0 6-17 16,0 0-15-16,0 0-14 0,0 0-11 0,0 0-8 0,0 0-6 0,0 12-5 0,0-9-7 0,0 3-2 0,0 3-2 15,0 0 0-15,6 1-3 0,-6 5 2 0,0-5 1 0,0 4 2 0,0 7 0 0,0-6 1 16,8 4 0-16,-8-4-6 0,0 4-3 15,0-1-4-15,0 9-5 0,0-9-2 0,0 1-1 0,0 2 0 0,-8-3-1 16,8 3 0-16,0-2-1 0,0-4 1 0,0-1-1 0,0 2-1 0,0-3-1 0,-6-4 0 0,6 2-1 0,0-1-2 16,0 0 0-16,0-5-2 0,0-1-1 0,0 1-1 15,0-5-3-15,0 4-1 0,0-4 1 0,0 6-3 0,0-6 2 0,0 0-2 0,0 0 4 0,0 0 0 0,0 0 4 16,0 0 2-16,0 0 3 0,0 0 6 0,6 0 3 0,-6 0 5 16,0-6 1-16,8 6 3 0,-8-4 0 0,5-1 2 0,2 1 0 0,2-1 2 0,-9 1-1 15,5-2-2-15,1 0 0 0,6-3-1 0,-3 3-3 0,-4 2-1 16,2-1-2-16,6 1-2 0,-7-1-3 0,7 1 1 15,1 4 1-15,-9-6 0 0,10 6 1 0,-3 0 2 0,8 6 1 0,-7-6 1 0,-2 4 0 0,10 5-1 0,-3-4 1 0,-2 5 1 0,2-1 3 16,3 3-3 0,-2-3 3-16,-6 4-3 0,6 2-1 0,1-3 0 0,-7 1-1 0,-2 1-2 0,5 1-5 0,-5 4 1 0,-4-4-4 0,7 0 1 0,-9 4-1 15,-5-4-6-15,7 0-4 0,-7 6-2 0,0-8-1 0,0 2-2 0,-7-1-3 0,7 2-5 16,-5-7-5-16,-4 1-6 0,4 4-6 0,-8-4-8 0,8-1-11 0,-11-3-11 16,11 3-15-16,-8 1-14 0,0-5-16 0,0 4-23 0,-1-3-26 0,1-2-28 15,0 1-27-15,2 1-33 16,-10-2-35-16,8-4-55 0,0 0-62 0,0 6-60 0,0-6-55 0,-1 0-12 15,2 0 14-15,6 0 25 0,-7-6 32 0,5 6 40 0,3-4 42 0,-2-2 45 0,7 1 44 0,0 1 50 16,0-2 50-16,7-3 62 0,-7 0 71 0</inkml:trace>
  <inkml:trace contextRef="#ctx0" brushRef="#br0" timeOffset="62799.58">27713 13375 0 0,'0'11'22'0,"0"-8"141"0,5 3 88 0,-5-2 59 0,0 1 43 0,0-5 37 0,0 0 32 0,0 0 30 0,0 0 29 0,0 0 32 0,0 0 32 0,0 0 30 0,6 0 31 0,-6 0-99 0,7 0-175 0,-1 0-97 0,-6 0-54 0,8 0-26 0,-1 0-12 0,-2 0-3 32,1 0 0-32,7 0-7 0,-5 0-7 0,5 0-13 0,-2 0-11 0,4 0-13 15,-3-5-17-15,0 5-9 0,4 0-13 0,2 0-8 0,-4 0-9 0,4 0-9 16,-5-4-9-16,0 4-16 0,6 0-17 0,-4 0-22 0,-3-6-22 0,0 6-28 16,-4 0-31-16,5-3-37 0,-7 3-40 0,-1-6-51 0,3 1-59 0,0 1-112 0,-8 4-137 15,5-9-56-15,-5 2-13 0,0-2 11 0,0-2 26 0,0 7 33 0,-5-10 40 0,5 4 46 16,-8-5 49-16,8 0 56 0,-8 2 56 0,3-3 67 0,-1 2 71 0</inkml:trace>
  <inkml:trace contextRef="#ctx0" brushRef="#br0" timeOffset="62990.78">27966 13097 0 0,'-8'0'34'0,"3"-6"150"0,5 2 86 0,-7-1 62 0,0-1 56 15,2 2 48-15,5-1 45 0,0 1 42 0,-8-5 37 0,8-3 31 0,0 9 31 0,-7-3 27 16,7 6 24-16,0 0-118 0,0 0-207 0,0 0-104 0,0 0-56 0,0 0-36 16,0 0-25-16,0 0-18 0,0 0-12 0,0 6-8 0,0-3-5 0,0 3-6 0,-6 4-2 15,6-1-5-15,0 6-4 0,0 0-2 0,0 0-8 0,0 4-16 0,0 1-41 16,0-1 0-16,0 5 0 0,-6-3 0 0,6 2 0 0,0-3 0 15,0 4 0-15,0-5 0 0,0 6 0 0,0-5 0 0,0-1 0 0,0 2 0 0,0-3 0 0,0 1-107 16,0 2-60-16,0-7-37 0,0 6-40 0,0-5-47 16,0-1-50-16,0 2-113 0,0-7-139 0,0 6-56 0,6-6-14 0,-6 0 17 0,0-2 33 15,0-4 39-15,6 3 43 0,-6-6 50 0,0 0 53 0,7 0 56 0,1 0 57 0,-3-6 63 16,2 3 66-16</inkml:trace>
  <inkml:trace contextRef="#ctx0" brushRef="#br0" timeOffset="63458.03">28674 12941 0 0,'16'0'2'0,"-3"-5"113"15,-3 5 78-15,4-6 53 0,-7 6 38 0,6-4 34 0,-7 4 33 0,2-6 32 16,-3 1 36-16,2 1 33 0,-7-1 37 0,6 5 35 0,-6-4 35 0,0-2-69 0,0 6-128 16,0 0-76-16,0 0-48 0,6-3-22 0,-6 3-6 0,0 0-7 0,0 0-8 0,0 0-10 15,0 0-13-15,0 0-14 0,0 0-14 0,0-6-15 0,0 6-18 16,0 0-14-16,0 0-13 0,-6 0-13 0,6 0-14 0,0 0-9 0,0 0-11 0,0 0-9 15,-6 0-10-15,-1 0-6 0,7 6-9 0,-5-6-7 0,5 3-8 0,-8-3-2 16,2 6-7-16,-1 3 1 0,1-5-5 0,-1 7 2 16,2-7 1-16,-9 7 4 0,9 3 1 0,-3-5 2 0,-5 6 4 0,5 0-1 0,-3 0 2 0,3 0 1 0,3 0-2 15,-8 4-1-15,6-1 1 0,0 3-1 0,2-2-1 16,-2 5 1-16,-6-3 1 0,5 3 0 0,8 1 1 0,-6-1 1 0,1-6 1 16,5 7-1-16,-7-1 0 0,7-3 2 0,-9 3-1 0,9-5 2 15,0 5 0-15,0-3 1 0,0 3 0 0,9-5-1 0,-9 0 0 0,0 5 0 0,7-3 0 16,-2-2 0-16,1 1-2 0,-6 5 0 0,8-10 2 0,5 3 1 0,-6 1 0 15,-2 2 1-15,9-6 0 0,-9-2 2 0,8 2 2 0,1 0 2 0,-1-6 3 0,0 1 2 16,0 1-1-16,1-2 8 0,-2-3 6 0,1-2 11 0,6 1 6 0,-6-1 6 0,1-4 5 0,7 5 4 16,-11-5 7-16,3-5 3 0,1 5 5 0,-1 0 7 15,-6-4 5-15,6-1 5 0,-7 5 3 0,1-4-82 0,0-2-5 0,0 0 0 16,-7-3 0-16,0 0 0 0,0-1 0 0,0-4 0 0,-7 4 0 0,0-5 0 0,0 0 0 16,-6 0 0-16,0-4 0 0,-6 4 0 0,-2 1 0 0,2-2 0 0,-7 7 0 15,0-6-16-15,0 6-105 0,2-1-13 0,-10 1-13 0,7 3-21 0,-4 3-19 0,4-3-25 16,1 0-23-16,-8 6-34 0,10 0-39 0,-2 6-103 15,5-6-135-15,-3 6-49 0,3-3-10 0,3 7 16 0,-3-5 22 0,2 1 31 16,-1-2 38-16,0 5 41 0,8-4 45 0,-7-5 49 0,6 0 52 0,-8 7 61 0,8-7 69 0</inkml:trace>
  <inkml:trace contextRef="#ctx0" brushRef="#br0" timeOffset="88123.96">21836 9287 0 0,'-5'0'2'0,"5"0"107"0,-7 0 65 0,0 0 40 0,2-6 32 0,-3 6 24 0,1-4 24 0,7-1 21 15,-5-5 22-15,-2 5 18 0,0 1 19 0,2-1 19 0,5 1 17 0,0-2-74 0,0 6-130 0,0 0-61 0,0 0-28 0,0 0 64 0,-8 0 116 0,8 0 3119 0,0-6-3416 0,-5 6 0 16,5-3 0-16,-8 3 0 0,8-6 0 0,-6 6 0 0,-1-6 0 0,1 6 0 16,-2 0 0-16,3 0 0 0,-3 0 0 0,-2 0 0 0,-4 6 0 0,7 3 0 15,-6-3 0-15,-1 9 0 0,2-2 0 0,-2 2 0 16,1 6 0-16,-1 3 0 15,9 5 0-15,-8 0 0 0,0 5 0 0,0 6 0 0,7-1 0 0,-1 9 0 0,-6 1 0 0,5 5 0 16,3 5 0-16,-2-7 0 16,7 12 0-16,-7-4 0 0,7 4 0 0,7-2 0 0,-7-4 0 0,7 6 0 15,-2-10 0-15,10 4-1154 0,-2-4 1154 0,6 1-1908 0,0-7 1908 0</inkml:trace>
  <inkml:trace contextRef="#ctx0" brushRef="#br0" timeOffset="89104.92">29424 9857 26 0,'6'-4'69'0,"2"-1"19"0,-1 1 14 0,-2-2 18 0,1 3 23 0,2-9 25 0,-3 8 25 0,3-7 27 0,-3 2 27 0,-5 0 19 0,8 5 7 0,-2-8-20 0,1 9-37 0,-1-9-11 0,1 3 3 0,-1 5 8 0,-6-1 11 0,8 1-2 0,-8-7-4 0,5 7-13 16,-5-2-7-16,5 1-14 0,-5 5-16 0,0-4-13 0,0 4-12 0,0-6-14 15,0 6-13-15,8 0-14 0,-8 0-16 0,0 0-15 0,0 0-13 0,0-4-15 16,0 4-15-16,0 0-14 0,0 0-11 0,0 0-12 0,0 0-7 0,0 0-4 16,0 0-7-16,0-5 2 0,6 5-1 0,-6 0 1 0,7 0 3 0,1 0 0 15,-3 0 5-15,1 0 1 0,2 0 4 0,-3 0 2 0,8 0 3 0,1 0 2 0,-2 0 2 16,2 0-2-16,-1 0-3 0,-1 0-13 0,8 0-17 0,-8 0-23 0,4 0-25 15,1-6-28-15,-2 6-32 0,-3 0-44 0,0 6-54 0,-5-6-51 0,6 0-51 16,1 0-39-16,-9 0-30 0,3 0-3 0,0 5 6 0,-8-5 25 0,0 0 30 0,0 0 36 16,0 0 36-16,0 0 38 0,0-5 43 0,-8-1 48 15,8 3 50-15</inkml:trace>
  <inkml:trace contextRef="#ctx0" brushRef="#br0" timeOffset="89294.58">29703 9536 0 0,'-5'0'18'0,"-2"-5"132"0,1 5 74 0,1-6 56 0,-4 2 46 0,2-1 44 16,-4 1 39-16,4-1 38 0,-7-5 32 0,9 0 34 0,-8-1 28 0,5 8 30 0,2-7 25 0,-1 5-103 0,2-1-173 0,5 2-94 15,0 4-49-15,0 0-40 0,0 0-33 16,0 0-25-16,0 0-25 0,0 0-17 0,0 0-15 0,0 4-11 0,-8 2-12 0,8 3-9 0,8 0-9 16,-8 2-4-16,0 2-4 0,0 3 3 0,0-1 5 0,0 6 10 0,0 3 9 0,5 0 3 15,-5 0-2-15,0 4-12 0,0 6-21 0,0 2-30 0,0 1-29 0,7-1-42 16,-7 7-45-16,0-4-93 0,0 5-109 0,0 1-76 0,0-2-56 0,0-4-21 0,0 6 1 16,-7-7 13-16,7-3 23 0,-5 5 31 0,5-12 40 0,-8 2 46 0,8-2 49 15,-6-2 58-15,1-3 59 0,5-3 83 0,-8-1 94 0</inkml:trace>
  <inkml:trace contextRef="#ctx0" brushRef="#br0" timeOffset="91474.63">29698 11764 74 0,'-7'0'137'0,"1"0"34"0,-8 0 23 0,7 0 26 0,2 0 26 0,-1-5 27 0,-7 5 23 0,5 0 24 0,3-7 24 0,-8 7 26 0,13-4 25 16,-8 4-55-16,2-5-101 0,-1 5-47 0,7 0-13 0,-5 0-7 0,5 0 1 0,0-4-9 0,0 4-11 0,0 0-11 0,0 0-13 0,0 0-12 0,0 0-16 0,0 0-12 15,0 0-14-15,0 0-9 0,0 0-2 0,0 0-6 0,5 0 0 0,-5 0-3 16,7 0 0-16,7 0-3 0,-8 0 1 0,6 0-2 0,-4 0 0 0,5 0 1 16,5-5 0-16,-4 5-2 0,4 0 1 0,-2 0-9 0,1 0-7 0,3 0-11 0,-1-6-9 0,1 6-4 15,-1 0-4-15,2 0-1 0,6 0-2 0,-9 0-3 0,3 0-5 0,-2 0-13 16,1 6-20-16,-1-6-24 0,-6 0-26 0,6 5-32 0,-6-5-32 0,0 4-36 15,-6-4-37-15,4 5-52 0,-2-5-57 0,-2 4-57 0,-7 3-54 0,0-2-26 16,0-5-13-16,0 4 15 0,0-4 28 0,-7 5 35 0,-2-1 41 0,4-4 42 0,-8 6 43 16,7-6 46-16,-7 0 45 0,0 0 53 0,0 0 51 0</inkml:trace>
  <inkml:trace contextRef="#ctx0" brushRef="#br0" timeOffset="91648.07">29880 11764 0 0,'-6'-5'1'0,"-6"-2"98"16,3 3 68-16,-3-5 52 0,6 4 49 0,-7-5 43 0,5 1 39 0,-4-3 39 0,5-2 39 16,2 1 37-16,-3 3 33 0,-4-4 34 0,5-2 32 0,0 1-67 0,2 1-125 15,5 3-63-15,-8-3-35 0,8 4-30 0,-7 1-31 0,7 0-24 0,0-3-19 16,0 9-22-16,0-3-24 0,0 2-20 0,0 4-20 0,0-5-20 0,0 5-18 15,0 0-13-15,0 0-8 0,0 0-7 0,0 0-5 0,7 5-6 0,-7-1-4 0,8 2-1 16,-3 3-1-16,2 6 1 0,-7 0 2 0,7-2 2 0,-2 8 4 0,-5-2 4 16,7 5 0-16,1 0-12 0,-8 7-17 0,0-2-28 15,5 0-33-15,-5 0-40 0,0 5-40 0,-5 0-55 0,5 0-61 0,0-4-116 0,-8 3-137 0,8 7-60 16,-7-4-18-16,7-3 2 0,-5 1 15 0,5-4 30 0,-7 4 37 0,7 0 47 0,-7-5 52 16,7 0 54-16,-5 0 61 0,5 0 65 0,0-3 71 0</inkml:trace>
  <inkml:trace contextRef="#ctx0" brushRef="#br0" timeOffset="92122.33">30617 12593 60 0,'5'-4'136'16,"3"-2"43"-16,-8 2 35 0,6-1 31 0,-6 1 27 0,0-1 26 0,5-2 26 0,-5 7 25 0,0-3 24 0,0 3 28 0,0-6 26 0,0 6-52 0,0-5-95 0,0 5-54 0,0 0-33 0,0 0-23 0,0-4-12 0,0 4-13 0,0 0-13 16,0 0-9-16,0 0-9 0,0 0-5 0,8 0-4 0,-8 0-2 0,7 0-6 0,-7 4-3 0,6 1-4 0,2 1-2 15,-3-3-2-15,0 4 3 0,9 2 2 0,-7 0 2 0,6 1 0 0,-6 4-2 0,5 2 2 16,1-1-8-16,1 3-12 0,-2 3-8 0,-4-2-10 0,3 2-8 0,2-3-3 16,1 6-8-16,-1 6-8 0,-6-5-8 0,6 5-4 0,-7-2-5 0,7 2 2 0,-5 4-2 15,-3-1-1-15,3 7 0 0,-8-1 3 0,5 4-2 0,-5 2-1 0,0-2 0 16,0 6-1-16,-5 0-2 0,-3 5 1 0,3 1-4 0,-9-3-4 0,1 3-9 15,0-1-16-15,0-5-14 0,-8 3-16 0,3-3-19 0,-1-1-19 0,-2 1-21 16,3 0-21-16,-9-4-30 0,1-2-33 0,0-3-41 0,-1-1-43 0,1 0-93 0,0-5-115 16,-5 0-45-16,4-4-8 15,1-5 13-15,-1-1 24 0,3-6 31 0,-4-2 34 0,1-2 36 0,9-4 40 0,-1-5 47 16,1-1 49-16,-3 2 53 0,8-6 60 0</inkml:trace>
  <inkml:trace contextRef="#ctx0" brushRef="#br0" timeOffset="92564.46">31594 13067 0 0,'13'-13'20'0,"0"-2"138"16,-2 3 75-16,5-2 57 0,-5 1 44 0,-4-3 39 0,-2 1 35 0,4 1 34 16,-2 0 36-16,-2-1 34 0,1 0 36 0,-1 0 36 0,3 0 33 0,-8 0-95 15,8 6-168-15,-8-4-83 16,5 1-37-16,-5 3-17 0,0 3-10 0,0-3-7 0,0 4-6 0,0 1-12 0,0 4-14 0,0 0-16 0,0-6-21 0,0 6-19 0,0 0-21 16,0 0-21-16,0 0-22 15,0 0-17-15,0 0-21 0,0 6-10 0,0-2 0 0,-5 1-10 0,5 10-7 0,-8-6-2 0,0 10 1 16,3 2-2-16,-1 3 2 0,1 6 1 0,-11-1 5 0,4 6 6 0,6 2 6 0,-8 3 5 0,2 5 2 0,-7-2 0 15,6 5-1-15,-1 1-4 16,-6 6 1-16,7 0-3 0,-6-7 0 0,-2 10-2 0,11-3 0 0,-11-3-1 0,1 2 3 0,1 4 0 16,-1 0 2-16,8 3-2 0,-7-3 1 0,-2 5-1 0,2-1-1 0,-2 2-2 0,3 0 2 0,-3 0-3 15,2-4-1-15,7 2-1 0,-8-4 0 0,8 1-3 0,-9 0-1 16,10-5-6-16,-5-1-9 0,11 1-9 0,-8-5-15 0,8-1-20 0,-11-3-19 0,11-1-30 16,-9 1-30-16,9-8-34 0,-3-3-36 0,1 7-41 0,2-13-43 0,-2 2-84 0,2-2-100 31,-2-1-68-31,-1-9-47 0,3 1-3 0,-3 2 17 0,2-12 30 0,6 6 38 15,-5-11 47-15,-3 7 45 0,0-11 54 0,3 0 51 0,5 0 57 0,-6-5 59 0,-1-1 77 16,7-4 90-16</inkml:trace>
  <inkml:trace contextRef="#ctx0" brushRef="#br0" timeOffset="93259.11">31958 13980 0 0,'0'-4'22'16,"0"-5"51"-16,0-3 33 0,-7 9 32 0,7-3 31 0,0-3 33 0,0 3 29 0,-7-3 27 0,7 5 26 0,0-8 23 0,0 9 24 0,-5-3-5 0,5 1-23 0,0-5-17 0,0 5-16 0,-8 1-10 0,8-1-9 0,0 1-13 0,0 4-13 0,-5-6-9 0,5 3-9 0,0 3-7 0,0 0-6 0,0 0-8 16,0 0-8-16,0 0-12 0,0 0-16 0,0 0-17 0,0 0-14 15,0 0-20-15,0 0-17 0,0 0-20 0,0 0-18 0,0 0-12 0,0 0-10 0,0 0-3 16,0 0 7-16,0 3 5 0,0 7 7 0,5-5 8 0,-5 4 4 0,0 1 9 0,0 4 1 16,8 7 7-16,-8-7 8 0,0 12 8 0,5-7 8 0,-5 5 2 0,0 0-2 0,7 0-5 15,-7 5-10-15,0-3-12 0,0-1-9 0,0 2-8 0,7-2-7 0,-7-1-7 16,0 6-6-16,0-5-4 0,7 5-5 0,-7-6-4 0,0 1-4 0,0 2-4 15,0 0-3-15,0-5-3 0,0 9-4 0,6-7-9 0,-6 0-11 0,0 0-16 0,0-3-17 16,0-2-22-16,0 5-23 0,7-9-28 0,-7 0-28 0,0-2-30 0,0 2-29 16,0-3-27-16,0-8-33 0,0 5-47 0,0-4-59 0,0-1-70 0,0 2-70 0,0-6-25 15,0 0 1-15,0 0 23 0,0 0 33 0,0 0 39 0,0 0 43 0,6-6 44 0,-6 2 42 16,0-5 45-16,0 0 47 0,0-12 57 0,0 6 61 0</inkml:trace>
  <inkml:trace contextRef="#ctx0" brushRef="#br0" timeOffset="93480.08">32225 13967 82 0,'0'-5'166'0,"0"-2"49"0,0 7 40 0,0-3 28 16,0 3 23-16,7-6 24 0,-7-3 22 0,5 3 27 0,-5-3 29 0,7 5 28 0,-7 4 30 15,0-5-55-15,8-2-105 0,-8 7-65 0,0-3-48 0,5-3-19 0,-5 6-8 0,7-5-1 16,-7 5 8-16,7-4-3 0,-2-2 0 0,2 6-9 0,2-5-12 0,-4 5-12 16,8-4-16-16,-8 4-15 0,9-5-17 0,-7 5-12 0,4-4-15 15,5 4-11-15,-5 0-10 0,10-6-6 0,-9 6-10 0,2 0-14 0,6 0-18 0,-3 0-27 0,-2 0-35 16,4 0-35-16,2 0-42 0,-10 0-41 0,10 0-43 0,-9 0-67 0,2 0-81 15,4 0-77-15,-4 0-74 0,-9 0-27 0,10 0-3 0,-10-3 21 0,-5 3 26 0,0 0 39 0,0 0 45 16,0 0 51 0,0-6 54-16,-12 6 53 0,4-6 53 0,3 6 69 0,-9-4 74 0</inkml:trace>
  <inkml:trace contextRef="#ctx0" brushRef="#br0" timeOffset="93858.48">32355 13913 0 0,'-8'9'96'0,"3"0"144"0,-1 1 88 0,6-5 66 0,-7 1 45 15,7-3 35-15,-5 4 26 0,5-7 24 0,0 0 17 0,0 0 19 0,0 0 20 0,0 0 1 16,0 0-7-16,0 0-134 0,0 0-203 0,0 0-109 0,0 0-63 0,0 0-31 15,0 0-13-15,0 0-8 0,0 0-1 0,0 0 2 0,0 0 1 0,0 0 4 16,0 5 1-16,0-1 0 0,0 1-5 0,5-1-3 0,-5 2-3 0,0 3-3 0,0-4-1 16,7 11 0-16,-7-7 3 0,0 0 4 15,6 6 3-15,-6 1 4 0,0-2 0 0,0 0-2 0,5 0-2 0,-5 2-2 0,0-1-4 0,0-2-2 0,8 1-2 0,-8 2-1 16,0-7-2-16,0 6 2 0,0-6-1 0,8 3-1 0,-8-3 1 0,0 0-1 16,0-5 2-16,0 7 1 0,0-7 0 0,0 8 0 0,0-9 0 0,0 3 0 0,0-1-2 15,0-1 0-15,-8 2 1 0,8-6 0 0,0 4-1 0,0-4-1 0,0 0 1 16,0 5-1-16,0-5-2 0,-8 4 1 0,8-4 1 0,0 0 0 0,0 0 2 15,0 0 2-15,0 0-2 0,0 0 2 0,0 0 2 0,0 0-1 0,0 0 1 16,0 0 0-16,0 0 4 0,0 0 5 0,0 0 0 0,0 0 3 0,0 0 2 0,8 0 1 16,-8 0-2-16,0-4 1 0,8 4-2 0,-8-5 0 0,5 1-2 0,1 4 1 0,1-6 0 15,-1 2 0-15,2 4-5 0,-1-5-1 0,4-1 0 0,-3 6-3 0,5 0-2 16,0-3-1-16,-7 3 0 0,6 3-2 0,2-3 1 0,-1 6-3 0,0-6 1 0,0 5-2 16,0-1-1-16,-8 2 1 0,11 3 0 0,-5 0-1 0,2-3-3 0,-5 4-1 15,4-1 1-15,-5 0-1 0,-2 1-2 0,3 1 3 0,-8 4 5 0,7-6 1 0,-7 1 3 16,0 4-2-16,0-4-1 15,0-1-7-15,-7 7-10 0,-1-7-10 0,3 6-14 0,-9 0-22 0,1 0-26 0,-6-6-29 0,-2 6-31 0,-2 0-46 0,-4 0-53 0,-6-2-126 16,-7 2-161-16,-5-6-66 0,1 7-21 0,-9-7 5 0,-5 0 16 0,-3-3 32 0,-2 0 34 0,-3-3 43 16,-13-6 46-16,8-3 52 0,-13 0 53 0,5-3 62 0,-5-4 71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787596-BDDC-3C04-2AB6-3E1BF38017D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0F68D67-E4D5-240C-A637-1735692BC72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3860036-393B-CA69-33EB-BE9B0FF7C591}"/>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253FCF9B-5679-72B9-38F0-FE6D0CA92A9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DBC855-7953-F022-4E40-35CD4E4E7EB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776953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84BE81-13F1-5726-CD48-B80C70C8DF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5CDE47D-27F7-214D-247F-840C71C0F42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2D41060-5947-5153-BBF1-593C2433EB91}"/>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5C1B1825-4F02-CD12-9C9C-F7A984FE599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BC865B0-355A-1082-FDED-C2FD28FD9C06}"/>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9173506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5CB2E-2DCE-D72F-5E7F-EBCAD09DC6F6}"/>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E9AD60C-B6D5-04EE-86AE-39DFC6BA51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1A0CBC9-C9E6-C397-7912-34DD844A749D}"/>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C4B377A4-0CA6-5391-9245-822C52D5B9C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6BD1E77-F74C-6677-B020-4209CDC94571}"/>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39000779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F7BBF-DF46-6886-3FB5-ECE532E6543D}"/>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9C0D945-32B0-22AD-E25C-B5B621F3F87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A280D4B-0258-0C45-3517-C915F6D5D10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E09F41C-5273-12A7-62CC-101BA9CA9266}"/>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6" name="Footer Placeholder 5">
            <a:extLst>
              <a:ext uri="{FF2B5EF4-FFF2-40B4-BE49-F238E27FC236}">
                <a16:creationId xmlns:a16="http://schemas.microsoft.com/office/drawing/2014/main" id="{9CD0D2BB-4DE3-0C85-3C6F-16C741AADE8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B20F838-BD85-803F-FBBD-CF8E4A4E97FD}"/>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386981497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C9DA01-CA04-8FDB-5A2B-557AD220F12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F0115B-52E5-4AF3-79AC-DB7F5AF5DA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C980E28-EA5D-76F4-7B89-8023CB79DE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AA70A32-A5FF-223B-9937-9CF37905AA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15E3965-A7FD-9E6D-2C0D-67B9467BA3A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7712CAA-2CEB-738F-F2E0-EF5E6F2CB2A7}"/>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8" name="Footer Placeholder 7">
            <a:extLst>
              <a:ext uri="{FF2B5EF4-FFF2-40B4-BE49-F238E27FC236}">
                <a16:creationId xmlns:a16="http://schemas.microsoft.com/office/drawing/2014/main" id="{444BC684-6EDA-EF7E-0909-53E0A13A965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0DA7D65-B984-33E1-2C6E-A0B419FFD2EB}"/>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405955726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94C5F2-BBA4-CA7E-98E2-2C3CD8C501D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CB4FCD0-183B-4D40-EE29-30C07F9C5EBE}"/>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4" name="Footer Placeholder 3">
            <a:extLst>
              <a:ext uri="{FF2B5EF4-FFF2-40B4-BE49-F238E27FC236}">
                <a16:creationId xmlns:a16="http://schemas.microsoft.com/office/drawing/2014/main" id="{CA528528-12DD-5BF0-D5D1-3108BAD28542}"/>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4E8A442-3231-41C1-2334-3E9A6D12378C}"/>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1533364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DFAAAB5-D8D5-198A-D0B9-F26E96CA5531}"/>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3" name="Footer Placeholder 2">
            <a:extLst>
              <a:ext uri="{FF2B5EF4-FFF2-40B4-BE49-F238E27FC236}">
                <a16:creationId xmlns:a16="http://schemas.microsoft.com/office/drawing/2014/main" id="{21164DEE-BBB3-0CE1-C8A6-4F0EC38F8DBD}"/>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5CF445D9-18F6-74A4-3228-28B85C7500B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5305273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C927D5-46AF-EDC9-3DCC-B9C09F45AFC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7B854C1-46C4-6AEC-FF36-6AAA341C51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5248B15-1B8B-5677-68F4-5E66E3873B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51DAB67-124E-F812-DEE6-5CB19384298C}"/>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6" name="Footer Placeholder 5">
            <a:extLst>
              <a:ext uri="{FF2B5EF4-FFF2-40B4-BE49-F238E27FC236}">
                <a16:creationId xmlns:a16="http://schemas.microsoft.com/office/drawing/2014/main" id="{CD5F66B0-8654-992E-7803-2EFBC6D2598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5917D51-3A30-6CC4-E4CA-80FDCF4A02DB}"/>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188321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D23E0-C7BC-2A63-AE31-4AC9BED715D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3F98396A-4D97-3F53-9F7C-526E78B3FCD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91437A7-A455-191A-632D-266B044BED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DB58E1-7865-4050-AD66-B627D464DA7E}"/>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6" name="Footer Placeholder 5">
            <a:extLst>
              <a:ext uri="{FF2B5EF4-FFF2-40B4-BE49-F238E27FC236}">
                <a16:creationId xmlns:a16="http://schemas.microsoft.com/office/drawing/2014/main" id="{9B549A6C-42BD-022A-893B-D695A1D0E28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F9EA533-D55C-8E59-3206-0C8BBAF3C234}"/>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2554444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4FA634-B74A-0DAF-6FB8-94F8C2C2366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F687CEE-4C46-B9F3-03EF-BFA28F121C8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1639F2-31AD-E208-5809-FE95DE30FF8F}"/>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91329173-9904-13DC-69F5-DE815795AFD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BC57038-98A1-F342-CC3F-D71432D10600}"/>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14170958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708BE9B-4393-A675-FD34-8340E540D90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6FDD387-405B-45D7-EE03-0DBC80E4F93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1EF904D-A4D4-FC31-22CA-9E1724B4ABBD}"/>
              </a:ext>
            </a:extLst>
          </p:cNvPr>
          <p:cNvSpPr>
            <a:spLocks noGrp="1"/>
          </p:cNvSpPr>
          <p:nvPr>
            <p:ph type="dt" sz="half" idx="10"/>
          </p:nvPr>
        </p:nvSpPr>
        <p:spPr/>
        <p:txBody>
          <a:body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D54A0CC7-039F-DA2C-0E6A-CA1959EACA7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08A6ABC-2BD5-C228-1016-9771DEDAEF77}"/>
              </a:ext>
            </a:extLst>
          </p:cNvPr>
          <p:cNvSpPr>
            <a:spLocks noGrp="1"/>
          </p:cNvSpPr>
          <p:nvPr>
            <p:ph type="sldNum" sz="quarter" idx="12"/>
          </p:nvPr>
        </p:nvSpPr>
        <p:spPr/>
        <p:txBody>
          <a:bodyPr/>
          <a:lstStyle/>
          <a:p>
            <a:fld id="{18E6C3F3-8006-4C8D-BCFB-379BE5F99DAE}" type="slidenum">
              <a:rPr lang="en-IN" smtClean="0"/>
              <a:t>‹#›</a:t>
            </a:fld>
            <a:endParaRPr lang="en-IN"/>
          </a:p>
        </p:txBody>
      </p:sp>
    </p:spTree>
    <p:extLst>
      <p:ext uri="{BB962C8B-B14F-4D97-AF65-F5344CB8AC3E}">
        <p14:creationId xmlns:p14="http://schemas.microsoft.com/office/powerpoint/2010/main" val="22630221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0210665-59F9-CD11-5153-31713143BDD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81721F0-CAF2-8D29-2D43-3A22F59508E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FC53266-C522-0023-6129-E53712FD2A7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217197-6635-44DA-9357-20C560CAC4C8}" type="datetimeFigureOut">
              <a:rPr lang="en-IN" smtClean="0"/>
              <a:t>03-12-2025</a:t>
            </a:fld>
            <a:endParaRPr lang="en-IN"/>
          </a:p>
        </p:txBody>
      </p:sp>
      <p:sp>
        <p:nvSpPr>
          <p:cNvPr id="5" name="Footer Placeholder 4">
            <a:extLst>
              <a:ext uri="{FF2B5EF4-FFF2-40B4-BE49-F238E27FC236}">
                <a16:creationId xmlns:a16="http://schemas.microsoft.com/office/drawing/2014/main" id="{E41A4284-B2B5-5377-A3AE-22A3541F309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95FB52D2-3044-87B0-0148-B955EFDFB78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8E6C3F3-8006-4C8D-BCFB-379BE5F99DAE}" type="slidenum">
              <a:rPr lang="en-IN" smtClean="0"/>
              <a:t>‹#›</a:t>
            </a:fld>
            <a:endParaRPr lang="en-IN"/>
          </a:p>
        </p:txBody>
      </p:sp>
    </p:spTree>
    <p:extLst>
      <p:ext uri="{BB962C8B-B14F-4D97-AF65-F5344CB8AC3E}">
        <p14:creationId xmlns:p14="http://schemas.microsoft.com/office/powerpoint/2010/main" val="419241789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customXml" Target="../ink/ink2.xml"/><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90.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7.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10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1.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20.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1.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5.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image" Target="../media/image18.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6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33CF33-9E9A-BB61-642F-3AB374C413D7}"/>
              </a:ext>
            </a:extLst>
          </p:cNvPr>
          <p:cNvSpPr>
            <a:spLocks noGrp="1"/>
          </p:cNvSpPr>
          <p:nvPr>
            <p:ph type="ctrTitle"/>
          </p:nvPr>
        </p:nvSpPr>
        <p:spPr/>
        <p:txBody>
          <a:bodyPr/>
          <a:lstStyle/>
          <a:p>
            <a:endParaRPr lang="en-IN"/>
          </a:p>
        </p:txBody>
      </p:sp>
      <p:sp>
        <p:nvSpPr>
          <p:cNvPr id="3" name="Subtitle 2">
            <a:extLst>
              <a:ext uri="{FF2B5EF4-FFF2-40B4-BE49-F238E27FC236}">
                <a16:creationId xmlns:a16="http://schemas.microsoft.com/office/drawing/2014/main" id="{67FF6C62-3FD3-EF2A-A90E-DF978C25D908}"/>
              </a:ext>
            </a:extLst>
          </p:cNvPr>
          <p:cNvSpPr>
            <a:spLocks noGrp="1"/>
          </p:cNvSpPr>
          <p:nvPr>
            <p:ph type="subTitle" idx="1"/>
          </p:nvPr>
        </p:nvSpPr>
        <p:spPr/>
        <p:txBody>
          <a:bodyPr/>
          <a:lstStyle/>
          <a:p>
            <a:endParaRPr lang="en-IN"/>
          </a:p>
        </p:txBody>
      </p:sp>
    </p:spTree>
    <p:extLst>
      <p:ext uri="{BB962C8B-B14F-4D97-AF65-F5344CB8AC3E}">
        <p14:creationId xmlns:p14="http://schemas.microsoft.com/office/powerpoint/2010/main" val="9671972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5BB65A-6847-82CF-E239-1B9C0C5431E1}"/>
              </a:ext>
            </a:extLst>
          </p:cNvPr>
          <p:cNvSpPr>
            <a:spLocks noGrp="1"/>
          </p:cNvSpPr>
          <p:nvPr>
            <p:ph type="title"/>
          </p:nvPr>
        </p:nvSpPr>
        <p:spPr/>
        <p:txBody>
          <a:bodyPr/>
          <a:lstStyle/>
          <a:p>
            <a:r>
              <a:rPr lang="en-IN" dirty="0"/>
              <a:t>Today’s topics</a:t>
            </a:r>
          </a:p>
        </p:txBody>
      </p:sp>
      <p:sp>
        <p:nvSpPr>
          <p:cNvPr id="3" name="Content Placeholder 2">
            <a:extLst>
              <a:ext uri="{FF2B5EF4-FFF2-40B4-BE49-F238E27FC236}">
                <a16:creationId xmlns:a16="http://schemas.microsoft.com/office/drawing/2014/main" id="{8875AB5D-3BBB-6BDF-6E11-042BAE268AD8}"/>
              </a:ext>
            </a:extLst>
          </p:cNvPr>
          <p:cNvSpPr>
            <a:spLocks noGrp="1"/>
          </p:cNvSpPr>
          <p:nvPr>
            <p:ph idx="1"/>
          </p:nvPr>
        </p:nvSpPr>
        <p:spPr/>
        <p:txBody>
          <a:bodyPr/>
          <a:lstStyle/>
          <a:p>
            <a:r>
              <a:rPr lang="en-IN" dirty="0"/>
              <a:t>Packet switching vs. circuit switching</a:t>
            </a:r>
          </a:p>
          <a:p>
            <a:r>
              <a:rPr lang="en-IN" dirty="0"/>
              <a:t>Delay</a:t>
            </a:r>
          </a:p>
          <a:p>
            <a:r>
              <a:rPr lang="en-IN" dirty="0"/>
              <a:t>Throughput</a:t>
            </a:r>
          </a:p>
          <a:p>
            <a:r>
              <a:rPr lang="en-IN"/>
              <a:t>Protocol layers</a:t>
            </a:r>
            <a:endParaRPr lang="en-IN" dirty="0"/>
          </a:p>
        </p:txBody>
      </p:sp>
    </p:spTree>
    <p:extLst>
      <p:ext uri="{BB962C8B-B14F-4D97-AF65-F5344CB8AC3E}">
        <p14:creationId xmlns:p14="http://schemas.microsoft.com/office/powerpoint/2010/main" val="41136239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CD48D9-D031-BE04-37F0-1EBE2A202556}"/>
              </a:ext>
            </a:extLst>
          </p:cNvPr>
          <p:cNvSpPr>
            <a:spLocks noGrp="1"/>
          </p:cNvSpPr>
          <p:nvPr>
            <p:ph type="title"/>
          </p:nvPr>
        </p:nvSpPr>
        <p:spPr/>
        <p:txBody>
          <a:bodyPr/>
          <a:lstStyle/>
          <a:p>
            <a:r>
              <a:rPr lang="en-IN" dirty="0"/>
              <a:t>References</a:t>
            </a:r>
          </a:p>
        </p:txBody>
      </p:sp>
      <p:sp>
        <p:nvSpPr>
          <p:cNvPr id="3" name="Content Placeholder 2">
            <a:extLst>
              <a:ext uri="{FF2B5EF4-FFF2-40B4-BE49-F238E27FC236}">
                <a16:creationId xmlns:a16="http://schemas.microsoft.com/office/drawing/2014/main" id="{5B885A0D-BE3E-81B3-63A3-767A7C3401CB}"/>
              </a:ext>
            </a:extLst>
          </p:cNvPr>
          <p:cNvSpPr>
            <a:spLocks noGrp="1"/>
          </p:cNvSpPr>
          <p:nvPr>
            <p:ph idx="1"/>
          </p:nvPr>
        </p:nvSpPr>
        <p:spPr/>
        <p:txBody>
          <a:bodyPr/>
          <a:lstStyle/>
          <a:p>
            <a:r>
              <a:rPr lang="en-IN" dirty="0"/>
              <a:t>Chapter- 1.3, 1.4 from the Kurose and Ross book</a:t>
            </a:r>
          </a:p>
          <a:p>
            <a:r>
              <a:rPr lang="en-IN" dirty="0"/>
              <a:t>Chapter- 1.5.1 </a:t>
            </a:r>
            <a:r>
              <a:rPr lang="en-IN"/>
              <a:t>from the Peterson and Davie book</a:t>
            </a:r>
          </a:p>
        </p:txBody>
      </p:sp>
    </p:spTree>
    <p:extLst>
      <p:ext uri="{BB962C8B-B14F-4D97-AF65-F5344CB8AC3E}">
        <p14:creationId xmlns:p14="http://schemas.microsoft.com/office/powerpoint/2010/main" val="237458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552CCA-75ED-C447-B274-2C367D4CE4C2}"/>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D1DF98D6-E5F7-D0FD-254D-89FD7BBE9690}"/>
              </a:ext>
            </a:extLst>
          </p:cNvPr>
          <p:cNvSpPr>
            <a:spLocks noGrp="1"/>
          </p:cNvSpPr>
          <p:nvPr>
            <p:ph idx="1"/>
          </p:nvPr>
        </p:nvSpPr>
        <p:spPr/>
        <p:txBody>
          <a:bodyPr/>
          <a:lstStyle/>
          <a:p>
            <a:r>
              <a:rPr lang="en-IN" dirty="0"/>
              <a:t>The routers and switches that forward packets are called packet switches (or gateways)</a:t>
            </a:r>
          </a:p>
          <a:p>
            <a:endParaRPr lang="en-IN" dirty="0"/>
          </a:p>
          <a:p>
            <a:r>
              <a:rPr lang="en-IN" dirty="0"/>
              <a:t>Most packet switches use store-and-forward transmission</a:t>
            </a:r>
          </a:p>
          <a:p>
            <a:pPr lvl="1"/>
            <a:r>
              <a:rPr lang="en-IN" dirty="0"/>
              <a:t>The packet switches must receive the entire packet before forwarding it to the output link</a:t>
            </a:r>
          </a:p>
          <a:p>
            <a:pPr lvl="1"/>
            <a:r>
              <a:rPr lang="en-IN" dirty="0"/>
              <a:t>Queues to temporarily store incoming packets</a:t>
            </a:r>
          </a:p>
          <a:p>
            <a:pPr lvl="1"/>
            <a:r>
              <a:rPr lang="en-IN" dirty="0"/>
              <a:t>Queue size is infinite</a:t>
            </a:r>
          </a:p>
        </p:txBody>
      </p:sp>
    </p:spTree>
    <p:extLst>
      <p:ext uri="{BB962C8B-B14F-4D97-AF65-F5344CB8AC3E}">
        <p14:creationId xmlns:p14="http://schemas.microsoft.com/office/powerpoint/2010/main" val="3631822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427B5-31A4-BB02-72CF-7D04DE65A8CA}"/>
              </a:ext>
            </a:extLst>
          </p:cNvPr>
          <p:cNvSpPr>
            <a:spLocks noGrp="1"/>
          </p:cNvSpPr>
          <p:nvPr>
            <p:ph type="title"/>
          </p:nvPr>
        </p:nvSpPr>
        <p:spPr/>
        <p:txBody>
          <a:bodyPr/>
          <a:lstStyle/>
          <a:p>
            <a:r>
              <a:rPr lang="en-IN" dirty="0"/>
              <a:t>Store and forward</a:t>
            </a:r>
          </a:p>
        </p:txBody>
      </p:sp>
      <p:sp>
        <p:nvSpPr>
          <p:cNvPr id="3" name="Content Placeholder 2">
            <a:extLst>
              <a:ext uri="{FF2B5EF4-FFF2-40B4-BE49-F238E27FC236}">
                <a16:creationId xmlns:a16="http://schemas.microsoft.com/office/drawing/2014/main" id="{0ED03073-0B0F-8C1A-D365-53363EFF3FB9}"/>
              </a:ext>
            </a:extLst>
          </p:cNvPr>
          <p:cNvSpPr>
            <a:spLocks noGrp="1"/>
          </p:cNvSpPr>
          <p:nvPr>
            <p:ph idx="1"/>
          </p:nvPr>
        </p:nvSpPr>
        <p:spPr/>
        <p:txBody>
          <a:bodyPr/>
          <a:lstStyle/>
          <a:p>
            <a:pPr marL="0" indent="0">
              <a:buNone/>
            </a:pPr>
            <a:endParaRPr lang="en-IN" dirty="0"/>
          </a:p>
        </p:txBody>
      </p:sp>
      <p:grpSp>
        <p:nvGrpSpPr>
          <p:cNvPr id="4" name="Group 105">
            <a:extLst>
              <a:ext uri="{FF2B5EF4-FFF2-40B4-BE49-F238E27FC236}">
                <a16:creationId xmlns:a16="http://schemas.microsoft.com/office/drawing/2014/main" id="{887643F1-572A-9BCF-7C0A-E88DEF96ECFA}"/>
              </a:ext>
            </a:extLst>
          </p:cNvPr>
          <p:cNvGrpSpPr>
            <a:grpSpLocks/>
          </p:cNvGrpSpPr>
          <p:nvPr/>
        </p:nvGrpSpPr>
        <p:grpSpPr bwMode="auto">
          <a:xfrm>
            <a:off x="7910920" y="2701976"/>
            <a:ext cx="779462" cy="679450"/>
            <a:chOff x="-44" y="1473"/>
            <a:chExt cx="981" cy="1105"/>
          </a:xfrm>
        </p:grpSpPr>
        <p:pic>
          <p:nvPicPr>
            <p:cNvPr id="5" name="Picture 106" descr="desktop_computer_stylized_medium">
              <a:extLst>
                <a:ext uri="{FF2B5EF4-FFF2-40B4-BE49-F238E27FC236}">
                  <a16:creationId xmlns:a16="http://schemas.microsoft.com/office/drawing/2014/main" id="{4E9EF750-67F9-C02B-D67E-DBB982C8E8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reeform 107">
              <a:extLst>
                <a:ext uri="{FF2B5EF4-FFF2-40B4-BE49-F238E27FC236}">
                  <a16:creationId xmlns:a16="http://schemas.microsoft.com/office/drawing/2014/main" id="{947F58C1-E611-0FF7-E02A-21E11B03396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 name="Line 276">
            <a:extLst>
              <a:ext uri="{FF2B5EF4-FFF2-40B4-BE49-F238E27FC236}">
                <a16:creationId xmlns:a16="http://schemas.microsoft.com/office/drawing/2014/main" id="{E826006C-E01C-2BD6-A91D-69D667FBE652}"/>
              </a:ext>
            </a:extLst>
          </p:cNvPr>
          <p:cNvSpPr>
            <a:spLocks noChangeShapeType="1"/>
          </p:cNvSpPr>
          <p:nvPr/>
        </p:nvSpPr>
        <p:spPr bwMode="auto">
          <a:xfrm>
            <a:off x="2497336" y="2313776"/>
            <a:ext cx="984459" cy="431063"/>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Line 277">
            <a:extLst>
              <a:ext uri="{FF2B5EF4-FFF2-40B4-BE49-F238E27FC236}">
                <a16:creationId xmlns:a16="http://schemas.microsoft.com/office/drawing/2014/main" id="{FAFBE1B3-375A-D14C-89E9-347B915E89C1}"/>
              </a:ext>
            </a:extLst>
          </p:cNvPr>
          <p:cNvSpPr>
            <a:spLocks noChangeShapeType="1"/>
          </p:cNvSpPr>
          <p:nvPr/>
        </p:nvSpPr>
        <p:spPr bwMode="auto">
          <a:xfrm flipV="1">
            <a:off x="2881719" y="2872677"/>
            <a:ext cx="722173" cy="47699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 name="Line 278">
            <a:extLst>
              <a:ext uri="{FF2B5EF4-FFF2-40B4-BE49-F238E27FC236}">
                <a16:creationId xmlns:a16="http://schemas.microsoft.com/office/drawing/2014/main" id="{7B96F890-E57B-DF8D-1605-85DA9A45CB17}"/>
              </a:ext>
            </a:extLst>
          </p:cNvPr>
          <p:cNvSpPr>
            <a:spLocks noChangeShapeType="1"/>
          </p:cNvSpPr>
          <p:nvPr/>
        </p:nvSpPr>
        <p:spPr bwMode="auto">
          <a:xfrm>
            <a:off x="4578757" y="2786114"/>
            <a:ext cx="2287168" cy="1"/>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 name="Line 279">
            <a:extLst>
              <a:ext uri="{FF2B5EF4-FFF2-40B4-BE49-F238E27FC236}">
                <a16:creationId xmlns:a16="http://schemas.microsoft.com/office/drawing/2014/main" id="{FB64CC02-0EBC-E0F5-763D-BD219C3D8762}"/>
              </a:ext>
            </a:extLst>
          </p:cNvPr>
          <p:cNvSpPr>
            <a:spLocks noChangeShapeType="1"/>
          </p:cNvSpPr>
          <p:nvPr/>
        </p:nvSpPr>
        <p:spPr bwMode="auto">
          <a:xfrm flipH="1" flipV="1">
            <a:off x="7240132" y="2968676"/>
            <a:ext cx="9525" cy="36353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Line 280">
            <a:extLst>
              <a:ext uri="{FF2B5EF4-FFF2-40B4-BE49-F238E27FC236}">
                <a16:creationId xmlns:a16="http://schemas.microsoft.com/office/drawing/2014/main" id="{53C03EE9-16A9-721E-55DE-02FDB8E9A8A3}"/>
              </a:ext>
            </a:extLst>
          </p:cNvPr>
          <p:cNvSpPr>
            <a:spLocks noChangeShapeType="1"/>
          </p:cNvSpPr>
          <p:nvPr/>
        </p:nvSpPr>
        <p:spPr bwMode="auto">
          <a:xfrm flipV="1">
            <a:off x="7759507" y="2417814"/>
            <a:ext cx="604838" cy="307975"/>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 name="Rectangle 287">
            <a:extLst>
              <a:ext uri="{FF2B5EF4-FFF2-40B4-BE49-F238E27FC236}">
                <a16:creationId xmlns:a16="http://schemas.microsoft.com/office/drawing/2014/main" id="{180DFF89-271E-2879-97E5-9F278576DE65}"/>
              </a:ext>
            </a:extLst>
          </p:cNvPr>
          <p:cNvSpPr>
            <a:spLocks noChangeArrowheads="1"/>
          </p:cNvSpPr>
          <p:nvPr/>
        </p:nvSpPr>
        <p:spPr bwMode="auto">
          <a:xfrm>
            <a:off x="4777195"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 name="Rectangle 288">
            <a:extLst>
              <a:ext uri="{FF2B5EF4-FFF2-40B4-BE49-F238E27FC236}">
                <a16:creationId xmlns:a16="http://schemas.microsoft.com/office/drawing/2014/main" id="{E319C878-B15A-7A9E-B986-DDCE529D0424}"/>
              </a:ext>
            </a:extLst>
          </p:cNvPr>
          <p:cNvSpPr>
            <a:spLocks noChangeArrowheads="1"/>
          </p:cNvSpPr>
          <p:nvPr/>
        </p:nvSpPr>
        <p:spPr bwMode="auto">
          <a:xfrm>
            <a:off x="4939120"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 name="Rectangle 289">
            <a:extLst>
              <a:ext uri="{FF2B5EF4-FFF2-40B4-BE49-F238E27FC236}">
                <a16:creationId xmlns:a16="http://schemas.microsoft.com/office/drawing/2014/main" id="{068C47E5-C8F2-0A49-EDC2-7669E2170883}"/>
              </a:ext>
            </a:extLst>
          </p:cNvPr>
          <p:cNvSpPr>
            <a:spLocks noChangeArrowheads="1"/>
          </p:cNvSpPr>
          <p:nvPr/>
        </p:nvSpPr>
        <p:spPr bwMode="auto">
          <a:xfrm>
            <a:off x="5101045"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290">
            <a:extLst>
              <a:ext uri="{FF2B5EF4-FFF2-40B4-BE49-F238E27FC236}">
                <a16:creationId xmlns:a16="http://schemas.microsoft.com/office/drawing/2014/main" id="{786282D0-E6C6-AC4A-E6D5-9D10CE0283F5}"/>
              </a:ext>
            </a:extLst>
          </p:cNvPr>
          <p:cNvSpPr>
            <a:spLocks noChangeArrowheads="1"/>
          </p:cNvSpPr>
          <p:nvPr/>
        </p:nvSpPr>
        <p:spPr bwMode="auto">
          <a:xfrm>
            <a:off x="5262970" y="2573389"/>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6" name="Rectangle 291">
            <a:extLst>
              <a:ext uri="{FF2B5EF4-FFF2-40B4-BE49-F238E27FC236}">
                <a16:creationId xmlns:a16="http://schemas.microsoft.com/office/drawing/2014/main" id="{97CE574D-003A-1497-E4F9-F64084DD4C0E}"/>
              </a:ext>
            </a:extLst>
          </p:cNvPr>
          <p:cNvSpPr>
            <a:spLocks noChangeArrowheads="1"/>
          </p:cNvSpPr>
          <p:nvPr/>
        </p:nvSpPr>
        <p:spPr bwMode="auto">
          <a:xfrm>
            <a:off x="5424895"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Rectangle 292">
            <a:extLst>
              <a:ext uri="{FF2B5EF4-FFF2-40B4-BE49-F238E27FC236}">
                <a16:creationId xmlns:a16="http://schemas.microsoft.com/office/drawing/2014/main" id="{F80B8C5E-149B-866F-C8DF-CFEA9D372D87}"/>
              </a:ext>
            </a:extLst>
          </p:cNvPr>
          <p:cNvSpPr>
            <a:spLocks noChangeArrowheads="1"/>
          </p:cNvSpPr>
          <p:nvPr/>
        </p:nvSpPr>
        <p:spPr bwMode="auto">
          <a:xfrm>
            <a:off x="5796370" y="2573389"/>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8" name="Rectangle 293">
            <a:extLst>
              <a:ext uri="{FF2B5EF4-FFF2-40B4-BE49-F238E27FC236}">
                <a16:creationId xmlns:a16="http://schemas.microsoft.com/office/drawing/2014/main" id="{B8805A34-530F-6943-388B-A4A142D6D108}"/>
              </a:ext>
            </a:extLst>
          </p:cNvPr>
          <p:cNvSpPr>
            <a:spLocks noChangeArrowheads="1"/>
          </p:cNvSpPr>
          <p:nvPr/>
        </p:nvSpPr>
        <p:spPr bwMode="auto">
          <a:xfrm>
            <a:off x="6338695" y="2568626"/>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9" name="Rectangle 299">
            <a:extLst>
              <a:ext uri="{FF2B5EF4-FFF2-40B4-BE49-F238E27FC236}">
                <a16:creationId xmlns:a16="http://schemas.microsoft.com/office/drawing/2014/main" id="{EBD8A96C-CA92-0B3F-1A6B-1125C96CEF67}"/>
              </a:ext>
            </a:extLst>
          </p:cNvPr>
          <p:cNvSpPr>
            <a:spLocks noChangeArrowheads="1"/>
          </p:cNvSpPr>
          <p:nvPr/>
        </p:nvSpPr>
        <p:spPr bwMode="auto">
          <a:xfrm>
            <a:off x="3137309" y="3030562"/>
            <a:ext cx="147637" cy="200025"/>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Line 302">
            <a:extLst>
              <a:ext uri="{FF2B5EF4-FFF2-40B4-BE49-F238E27FC236}">
                <a16:creationId xmlns:a16="http://schemas.microsoft.com/office/drawing/2014/main" id="{439C4A2A-AF00-8D96-E245-0EBB769572F3}"/>
              </a:ext>
            </a:extLst>
          </p:cNvPr>
          <p:cNvSpPr>
            <a:spLocks noChangeShapeType="1"/>
          </p:cNvSpPr>
          <p:nvPr/>
        </p:nvSpPr>
        <p:spPr bwMode="auto">
          <a:xfrm>
            <a:off x="5158195" y="2463851"/>
            <a:ext cx="1062037" cy="0"/>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1" name="Text Box 303">
            <a:extLst>
              <a:ext uri="{FF2B5EF4-FFF2-40B4-BE49-F238E27FC236}">
                <a16:creationId xmlns:a16="http://schemas.microsoft.com/office/drawing/2014/main" id="{BC438129-DDAA-E684-9084-7FD6820C4B31}"/>
              </a:ext>
            </a:extLst>
          </p:cNvPr>
          <p:cNvSpPr txBox="1">
            <a:spLocks noChangeArrowheads="1"/>
          </p:cNvSpPr>
          <p:nvPr/>
        </p:nvSpPr>
        <p:spPr bwMode="auto">
          <a:xfrm>
            <a:off x="1902124" y="2046286"/>
            <a:ext cx="333746"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rPr>
              <a:t>A</a:t>
            </a:r>
            <a:endParaRPr kumimoji="0" lang="en-US" altLang="en-US" sz="24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endParaRPr>
          </a:p>
        </p:txBody>
      </p:sp>
      <p:sp>
        <p:nvSpPr>
          <p:cNvPr id="22" name="Text Box 304">
            <a:extLst>
              <a:ext uri="{FF2B5EF4-FFF2-40B4-BE49-F238E27FC236}">
                <a16:creationId xmlns:a16="http://schemas.microsoft.com/office/drawing/2014/main" id="{DFC96EB6-D313-122B-B3E5-E3957E0277FB}"/>
              </a:ext>
            </a:extLst>
          </p:cNvPr>
          <p:cNvSpPr txBox="1">
            <a:spLocks noChangeArrowheads="1"/>
          </p:cNvSpPr>
          <p:nvPr/>
        </p:nvSpPr>
        <p:spPr bwMode="auto">
          <a:xfrm>
            <a:off x="2208352" y="2995508"/>
            <a:ext cx="32412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Arial"/>
              </a:rPr>
              <a:t>B</a:t>
            </a:r>
            <a:endParaRPr kumimoji="0" lang="en-US" altLang="en-US" sz="24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Arial"/>
            </a:endParaRPr>
          </a:p>
        </p:txBody>
      </p:sp>
      <p:sp>
        <p:nvSpPr>
          <p:cNvPr id="23" name="Text Box 305">
            <a:extLst>
              <a:ext uri="{FF2B5EF4-FFF2-40B4-BE49-F238E27FC236}">
                <a16:creationId xmlns:a16="http://schemas.microsoft.com/office/drawing/2014/main" id="{A091DB26-3B55-04F1-36C6-DE82FC50F197}"/>
              </a:ext>
            </a:extLst>
          </p:cNvPr>
          <p:cNvSpPr txBox="1">
            <a:spLocks noChangeArrowheads="1"/>
          </p:cNvSpPr>
          <p:nvPr/>
        </p:nvSpPr>
        <p:spPr bwMode="auto">
          <a:xfrm>
            <a:off x="8650010" y="1979898"/>
            <a:ext cx="32092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B050"/>
              </a:solidFill>
              <a:effectLst/>
              <a:uLnTx/>
              <a:uFillTx/>
              <a:latin typeface="Calibri" panose="020F0502020204030204"/>
              <a:ea typeface="ＭＳ Ｐゴシック" panose="020B0600070205080204" pitchFamily="34" charset="-128"/>
              <a:cs typeface="Arial"/>
            </a:endParaRPr>
          </a:p>
        </p:txBody>
      </p:sp>
      <p:sp>
        <p:nvSpPr>
          <p:cNvPr id="24" name="Text Box 308">
            <a:extLst>
              <a:ext uri="{FF2B5EF4-FFF2-40B4-BE49-F238E27FC236}">
                <a16:creationId xmlns:a16="http://schemas.microsoft.com/office/drawing/2014/main" id="{F2684A57-0514-A1AC-525F-9FC2C00D8B6B}"/>
              </a:ext>
            </a:extLst>
          </p:cNvPr>
          <p:cNvSpPr txBox="1">
            <a:spLocks noChangeArrowheads="1"/>
          </p:cNvSpPr>
          <p:nvPr/>
        </p:nvSpPr>
        <p:spPr bwMode="auto">
          <a:xfrm>
            <a:off x="2697245" y="1846468"/>
            <a:ext cx="1564787"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 100 Mb/s</a:t>
            </a:r>
          </a:p>
        </p:txBody>
      </p:sp>
      <p:sp>
        <p:nvSpPr>
          <p:cNvPr id="25" name="Text Box 309">
            <a:extLst>
              <a:ext uri="{FF2B5EF4-FFF2-40B4-BE49-F238E27FC236}">
                <a16:creationId xmlns:a16="http://schemas.microsoft.com/office/drawing/2014/main" id="{165CA2A2-BF5B-4F86-3D50-5C8DBEE0E867}"/>
              </a:ext>
            </a:extLst>
          </p:cNvPr>
          <p:cNvSpPr txBox="1">
            <a:spLocks noChangeArrowheads="1"/>
          </p:cNvSpPr>
          <p:nvPr/>
        </p:nvSpPr>
        <p:spPr bwMode="auto">
          <a:xfrm>
            <a:off x="4772432" y="2883676"/>
            <a:ext cx="149906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 1.5 Mb/s</a:t>
            </a:r>
            <a:endParaRPr kumimoji="0" lang="en-US" altLang="en-US" sz="24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26" name="Text Box 310">
            <a:extLst>
              <a:ext uri="{FF2B5EF4-FFF2-40B4-BE49-F238E27FC236}">
                <a16:creationId xmlns:a16="http://schemas.microsoft.com/office/drawing/2014/main" id="{27278ED5-D5FD-B429-3434-CDDC0C315B7A}"/>
              </a:ext>
            </a:extLst>
          </p:cNvPr>
          <p:cNvSpPr txBox="1">
            <a:spLocks noChangeArrowheads="1"/>
          </p:cNvSpPr>
          <p:nvPr/>
        </p:nvSpPr>
        <p:spPr bwMode="auto">
          <a:xfrm>
            <a:off x="7273732" y="3381426"/>
            <a:ext cx="1841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27" name="Line 281">
            <a:extLst>
              <a:ext uri="{FF2B5EF4-FFF2-40B4-BE49-F238E27FC236}">
                <a16:creationId xmlns:a16="http://schemas.microsoft.com/office/drawing/2014/main" id="{3F7C7DE9-F906-8B7B-2D9B-D02227EF503F}"/>
              </a:ext>
            </a:extLst>
          </p:cNvPr>
          <p:cNvSpPr>
            <a:spLocks noChangeShapeType="1"/>
          </p:cNvSpPr>
          <p:nvPr/>
        </p:nvSpPr>
        <p:spPr bwMode="auto">
          <a:xfrm flipV="1">
            <a:off x="7809320" y="3533826"/>
            <a:ext cx="984250"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8" name="Line 283">
            <a:extLst>
              <a:ext uri="{FF2B5EF4-FFF2-40B4-BE49-F238E27FC236}">
                <a16:creationId xmlns:a16="http://schemas.microsoft.com/office/drawing/2014/main" id="{99D915FA-D271-325F-D61C-ADF72C6A0E47}"/>
              </a:ext>
            </a:extLst>
          </p:cNvPr>
          <p:cNvSpPr>
            <a:spLocks noChangeShapeType="1"/>
          </p:cNvSpPr>
          <p:nvPr/>
        </p:nvSpPr>
        <p:spPr bwMode="auto">
          <a:xfrm flipH="1">
            <a:off x="7318919" y="3236965"/>
            <a:ext cx="950175" cy="168376"/>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9" name="Text Box 306">
            <a:extLst>
              <a:ext uri="{FF2B5EF4-FFF2-40B4-BE49-F238E27FC236}">
                <a16:creationId xmlns:a16="http://schemas.microsoft.com/office/drawing/2014/main" id="{9F8A50A8-BCA7-095A-F673-C86730755B65}"/>
              </a:ext>
            </a:extLst>
          </p:cNvPr>
          <p:cNvSpPr txBox="1">
            <a:spLocks noChangeArrowheads="1"/>
          </p:cNvSpPr>
          <p:nvPr/>
        </p:nvSpPr>
        <p:spPr bwMode="auto">
          <a:xfrm>
            <a:off x="8574396" y="2750938"/>
            <a:ext cx="404813"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D</a:t>
            </a:r>
            <a:endParaRPr kumimoji="0" lang="en-US" altLang="en-US" sz="20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sp>
        <p:nvSpPr>
          <p:cNvPr id="30" name="Text Box 307">
            <a:extLst>
              <a:ext uri="{FF2B5EF4-FFF2-40B4-BE49-F238E27FC236}">
                <a16:creationId xmlns:a16="http://schemas.microsoft.com/office/drawing/2014/main" id="{A388A010-FD6D-A1D3-BAD5-05D901CAE00E}"/>
              </a:ext>
            </a:extLst>
          </p:cNvPr>
          <p:cNvSpPr txBox="1">
            <a:spLocks noChangeArrowheads="1"/>
          </p:cNvSpPr>
          <p:nvPr/>
        </p:nvSpPr>
        <p:spPr bwMode="auto">
          <a:xfrm>
            <a:off x="9400561" y="3133716"/>
            <a:ext cx="3097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2000" b="0" i="0"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Arial"/>
              </a:rPr>
              <a:t>E</a:t>
            </a:r>
            <a:endParaRPr kumimoji="0" lang="en-US" altLang="en-US" sz="2400" b="0" i="0" u="none" strike="noStrike" kern="1200" cap="none" spc="0" normalizeH="0" baseline="0" noProof="0" dirty="0">
              <a:ln>
                <a:noFill/>
              </a:ln>
              <a:solidFill>
                <a:srgbClr val="0000A8"/>
              </a:solidFill>
              <a:effectLst/>
              <a:uLnTx/>
              <a:uFillTx/>
              <a:latin typeface="Calibri" panose="020F0502020204030204"/>
              <a:ea typeface="ＭＳ Ｐゴシック" panose="020B0600070205080204" pitchFamily="34" charset="-128"/>
              <a:cs typeface="Arial"/>
            </a:endParaRPr>
          </a:p>
        </p:txBody>
      </p:sp>
      <p:sp>
        <p:nvSpPr>
          <p:cNvPr id="31" name="Text Box 330">
            <a:extLst>
              <a:ext uri="{FF2B5EF4-FFF2-40B4-BE49-F238E27FC236}">
                <a16:creationId xmlns:a16="http://schemas.microsoft.com/office/drawing/2014/main" id="{D57C79BB-BCD2-969E-F58D-68ABFD00C7C0}"/>
              </a:ext>
            </a:extLst>
          </p:cNvPr>
          <p:cNvSpPr txBox="1">
            <a:spLocks noChangeArrowheads="1"/>
          </p:cNvSpPr>
          <p:nvPr/>
        </p:nvSpPr>
        <p:spPr bwMode="auto">
          <a:xfrm>
            <a:off x="2943911" y="3530959"/>
            <a:ext cx="2686586" cy="8007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C00000"/>
                </a:solidFill>
                <a:effectLst/>
                <a:uLnTx/>
                <a:uFillTx/>
                <a:latin typeface="Calibri" panose="020F0502020204030204"/>
                <a:ea typeface="ＭＳ Ｐゴシック" panose="020B0600070205080204" pitchFamily="34" charset="-128"/>
                <a:cs typeface="Arial"/>
              </a:rPr>
              <a:t>queue</a:t>
            </a: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 of packets</a:t>
            </a:r>
          </a:p>
          <a:p>
            <a:pPr marL="0" marR="0" lvl="0" indent="0" algn="ctr" defTabSz="914400" rtl="0" eaLnBrk="0" fontAlgn="base" latinLnBrk="0" hangingPunct="0">
              <a:lnSpc>
                <a:spcPct val="85000"/>
              </a:lnSpc>
              <a:spcBef>
                <a:spcPct val="0"/>
              </a:spcBef>
              <a:spcAft>
                <a:spcPct val="0"/>
              </a:spcAft>
              <a:buClrTx/>
              <a:buSzTx/>
              <a:buFontTx/>
              <a:buNone/>
              <a:tabLst/>
              <a:defRPr/>
            </a:pPr>
            <a:r>
              <a:rPr kumimoji="0" lang="en-US" altLang="en-US" sz="1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waiting for transmission over output link</a:t>
            </a:r>
            <a:endParaRPr kumimoji="0" lang="en-US" altLang="en-US" sz="1800" b="0" i="0" u="none" strike="noStrike" kern="1200" cap="none" spc="0" normalizeH="0" baseline="0" noProof="0" dirty="0">
              <a:ln>
                <a:noFill/>
              </a:ln>
              <a:solidFill>
                <a:srgbClr val="00CC99"/>
              </a:solidFill>
              <a:effectLst/>
              <a:uLnTx/>
              <a:uFillTx/>
              <a:latin typeface="Calibri" panose="020F0502020204030204"/>
              <a:ea typeface="ＭＳ Ｐゴシック" panose="020B0600070205080204" pitchFamily="34" charset="-128"/>
              <a:cs typeface="Arial"/>
            </a:endParaRPr>
          </a:p>
        </p:txBody>
      </p:sp>
      <p:pic>
        <p:nvPicPr>
          <p:cNvPr id="32" name="Picture 97" descr="desktop_computer_stylized_medium">
            <a:extLst>
              <a:ext uri="{FF2B5EF4-FFF2-40B4-BE49-F238E27FC236}">
                <a16:creationId xmlns:a16="http://schemas.microsoft.com/office/drawing/2014/main" id="{E567680C-D809-D481-9FCD-27EE64E0C6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1940932" y="2038401"/>
            <a:ext cx="779463"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 name="Freeform 98">
            <a:extLst>
              <a:ext uri="{FF2B5EF4-FFF2-40B4-BE49-F238E27FC236}">
                <a16:creationId xmlns:a16="http://schemas.microsoft.com/office/drawing/2014/main" id="{8A15C87B-4FBF-9D23-74A4-F38544AD7AA6}"/>
              </a:ext>
            </a:extLst>
          </p:cNvPr>
          <p:cNvSpPr>
            <a:spLocks/>
          </p:cNvSpPr>
          <p:nvPr/>
        </p:nvSpPr>
        <p:spPr bwMode="auto">
          <a:xfrm flipH="1">
            <a:off x="2273058" y="2103579"/>
            <a:ext cx="379005"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34" name="Group 99">
            <a:extLst>
              <a:ext uri="{FF2B5EF4-FFF2-40B4-BE49-F238E27FC236}">
                <a16:creationId xmlns:a16="http://schemas.microsoft.com/office/drawing/2014/main" id="{5EE0A756-06B1-9AEA-E1AC-F99E86BDA82F}"/>
              </a:ext>
            </a:extLst>
          </p:cNvPr>
          <p:cNvGrpSpPr>
            <a:grpSpLocks/>
          </p:cNvGrpSpPr>
          <p:nvPr/>
        </p:nvGrpSpPr>
        <p:grpSpPr bwMode="auto">
          <a:xfrm>
            <a:off x="2232432" y="3013126"/>
            <a:ext cx="779463" cy="679450"/>
            <a:chOff x="-44" y="1473"/>
            <a:chExt cx="981" cy="1105"/>
          </a:xfrm>
        </p:grpSpPr>
        <p:pic>
          <p:nvPicPr>
            <p:cNvPr id="35" name="Picture 100" descr="desktop_computer_stylized_medium">
              <a:extLst>
                <a:ext uri="{FF2B5EF4-FFF2-40B4-BE49-F238E27FC236}">
                  <a16:creationId xmlns:a16="http://schemas.microsoft.com/office/drawing/2014/main" id="{F4457574-8F3E-C825-7026-D47F72E3C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101">
              <a:extLst>
                <a:ext uri="{FF2B5EF4-FFF2-40B4-BE49-F238E27FC236}">
                  <a16:creationId xmlns:a16="http://schemas.microsoft.com/office/drawing/2014/main" id="{40FA4E94-1235-51ED-CFBD-7FDE230D501D}"/>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37" name="Group 102">
            <a:extLst>
              <a:ext uri="{FF2B5EF4-FFF2-40B4-BE49-F238E27FC236}">
                <a16:creationId xmlns:a16="http://schemas.microsoft.com/office/drawing/2014/main" id="{F2CF0266-C750-F4F4-736A-FC7064572962}"/>
              </a:ext>
            </a:extLst>
          </p:cNvPr>
          <p:cNvGrpSpPr>
            <a:grpSpLocks/>
          </p:cNvGrpSpPr>
          <p:nvPr/>
        </p:nvGrpSpPr>
        <p:grpSpPr bwMode="auto">
          <a:xfrm>
            <a:off x="8628470" y="3073451"/>
            <a:ext cx="779462" cy="679450"/>
            <a:chOff x="-44" y="1473"/>
            <a:chExt cx="981" cy="1105"/>
          </a:xfrm>
        </p:grpSpPr>
        <p:pic>
          <p:nvPicPr>
            <p:cNvPr id="38" name="Picture 103" descr="desktop_computer_stylized_medium">
              <a:extLst>
                <a:ext uri="{FF2B5EF4-FFF2-40B4-BE49-F238E27FC236}">
                  <a16:creationId xmlns:a16="http://schemas.microsoft.com/office/drawing/2014/main" id="{B9B566BD-3CDE-1777-1D4E-F54E12DA651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9" name="Freeform 104">
              <a:extLst>
                <a:ext uri="{FF2B5EF4-FFF2-40B4-BE49-F238E27FC236}">
                  <a16:creationId xmlns:a16="http://schemas.microsoft.com/office/drawing/2014/main" id="{4C046724-1F7F-B66C-4107-B0629470897A}"/>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40" name="Group 108">
            <a:extLst>
              <a:ext uri="{FF2B5EF4-FFF2-40B4-BE49-F238E27FC236}">
                <a16:creationId xmlns:a16="http://schemas.microsoft.com/office/drawing/2014/main" id="{6465D661-F76C-4FF8-3740-142FB06E70D7}"/>
              </a:ext>
            </a:extLst>
          </p:cNvPr>
          <p:cNvGrpSpPr>
            <a:grpSpLocks/>
          </p:cNvGrpSpPr>
          <p:nvPr/>
        </p:nvGrpSpPr>
        <p:grpSpPr bwMode="auto">
          <a:xfrm>
            <a:off x="7993470" y="1881239"/>
            <a:ext cx="779462" cy="679450"/>
            <a:chOff x="-44" y="1473"/>
            <a:chExt cx="981" cy="1105"/>
          </a:xfrm>
        </p:grpSpPr>
        <p:pic>
          <p:nvPicPr>
            <p:cNvPr id="41" name="Picture 109" descr="desktop_computer_stylized_medium">
              <a:extLst>
                <a:ext uri="{FF2B5EF4-FFF2-40B4-BE49-F238E27FC236}">
                  <a16:creationId xmlns:a16="http://schemas.microsoft.com/office/drawing/2014/main" id="{012F1488-52C5-6EFA-E6EE-C3B87649829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Freeform 110">
              <a:extLst>
                <a:ext uri="{FF2B5EF4-FFF2-40B4-BE49-F238E27FC236}">
                  <a16:creationId xmlns:a16="http://schemas.microsoft.com/office/drawing/2014/main" id="{C18BA334-5087-02A9-005E-85CD4689F695}"/>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43" name="Group 42">
            <a:extLst>
              <a:ext uri="{FF2B5EF4-FFF2-40B4-BE49-F238E27FC236}">
                <a16:creationId xmlns:a16="http://schemas.microsoft.com/office/drawing/2014/main" id="{E90F8127-8D8D-F138-3A92-3CD45E30DC46}"/>
              </a:ext>
            </a:extLst>
          </p:cNvPr>
          <p:cNvGrpSpPr/>
          <p:nvPr/>
        </p:nvGrpSpPr>
        <p:grpSpPr>
          <a:xfrm>
            <a:off x="6669963" y="2545936"/>
            <a:ext cx="1146494" cy="498545"/>
            <a:chOff x="7493876" y="2774731"/>
            <a:chExt cx="1481958" cy="894622"/>
          </a:xfrm>
        </p:grpSpPr>
        <p:sp>
          <p:nvSpPr>
            <p:cNvPr id="44" name="Freeform 363">
              <a:extLst>
                <a:ext uri="{FF2B5EF4-FFF2-40B4-BE49-F238E27FC236}">
                  <a16:creationId xmlns:a16="http://schemas.microsoft.com/office/drawing/2014/main" id="{8BE826B3-9041-FE30-D5D6-41EE6EA731E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5" name="Oval 44">
              <a:extLst>
                <a:ext uri="{FF2B5EF4-FFF2-40B4-BE49-F238E27FC236}">
                  <a16:creationId xmlns:a16="http://schemas.microsoft.com/office/drawing/2014/main" id="{2CAE2B22-5B5F-5679-3A22-6B663CC0B3D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6" name="Group 45">
              <a:extLst>
                <a:ext uri="{FF2B5EF4-FFF2-40B4-BE49-F238E27FC236}">
                  <a16:creationId xmlns:a16="http://schemas.microsoft.com/office/drawing/2014/main" id="{F8DC8063-0E66-0F18-D5EF-29C9F295F9BA}"/>
                </a:ext>
              </a:extLst>
            </p:cNvPr>
            <p:cNvGrpSpPr/>
            <p:nvPr/>
          </p:nvGrpSpPr>
          <p:grpSpPr>
            <a:xfrm>
              <a:off x="7713663" y="2848339"/>
              <a:ext cx="1042107" cy="425543"/>
              <a:chOff x="7786941" y="2884917"/>
              <a:chExt cx="897649" cy="353919"/>
            </a:xfrm>
          </p:grpSpPr>
          <p:sp>
            <p:nvSpPr>
              <p:cNvPr id="47" name="Freeform 366">
                <a:extLst>
                  <a:ext uri="{FF2B5EF4-FFF2-40B4-BE49-F238E27FC236}">
                    <a16:creationId xmlns:a16="http://schemas.microsoft.com/office/drawing/2014/main" id="{630CC04A-B3A4-C835-1DB0-01386D3101F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367">
                <a:extLst>
                  <a:ext uri="{FF2B5EF4-FFF2-40B4-BE49-F238E27FC236}">
                    <a16:creationId xmlns:a16="http://schemas.microsoft.com/office/drawing/2014/main" id="{EAACF1BF-09CC-A3A9-ED95-A44976731A4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9" name="Freeform 368">
                <a:extLst>
                  <a:ext uri="{FF2B5EF4-FFF2-40B4-BE49-F238E27FC236}">
                    <a16:creationId xmlns:a16="http://schemas.microsoft.com/office/drawing/2014/main" id="{3CA2854F-6292-5166-27CA-72B83CF975F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369">
                <a:extLst>
                  <a:ext uri="{FF2B5EF4-FFF2-40B4-BE49-F238E27FC236}">
                    <a16:creationId xmlns:a16="http://schemas.microsoft.com/office/drawing/2014/main" id="{3A0FD2D0-2F3D-9781-80B2-39AE93C25F69}"/>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1" name="Group 50">
            <a:extLst>
              <a:ext uri="{FF2B5EF4-FFF2-40B4-BE49-F238E27FC236}">
                <a16:creationId xmlns:a16="http://schemas.microsoft.com/office/drawing/2014/main" id="{A01A1A31-2D82-0CC9-2BB9-B35C616FD2D1}"/>
              </a:ext>
            </a:extLst>
          </p:cNvPr>
          <p:cNvGrpSpPr/>
          <p:nvPr/>
        </p:nvGrpSpPr>
        <p:grpSpPr>
          <a:xfrm>
            <a:off x="6695892" y="3233870"/>
            <a:ext cx="1146494" cy="498545"/>
            <a:chOff x="7493876" y="2774731"/>
            <a:chExt cx="1481958" cy="894622"/>
          </a:xfrm>
        </p:grpSpPr>
        <p:sp>
          <p:nvSpPr>
            <p:cNvPr id="52" name="Freeform 371">
              <a:extLst>
                <a:ext uri="{FF2B5EF4-FFF2-40B4-BE49-F238E27FC236}">
                  <a16:creationId xmlns:a16="http://schemas.microsoft.com/office/drawing/2014/main" id="{C8ABC23B-0813-2DD2-0914-F5A9B9354B9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3" name="Oval 52">
              <a:extLst>
                <a:ext uri="{FF2B5EF4-FFF2-40B4-BE49-F238E27FC236}">
                  <a16:creationId xmlns:a16="http://schemas.microsoft.com/office/drawing/2014/main" id="{91371417-01F8-7D42-AE7D-E5B40C82C5B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4" name="Group 53">
              <a:extLst>
                <a:ext uri="{FF2B5EF4-FFF2-40B4-BE49-F238E27FC236}">
                  <a16:creationId xmlns:a16="http://schemas.microsoft.com/office/drawing/2014/main" id="{49FA7C7B-961B-4573-D29E-57343D26EB92}"/>
                </a:ext>
              </a:extLst>
            </p:cNvPr>
            <p:cNvGrpSpPr/>
            <p:nvPr/>
          </p:nvGrpSpPr>
          <p:grpSpPr>
            <a:xfrm>
              <a:off x="7713663" y="2848339"/>
              <a:ext cx="1042107" cy="425543"/>
              <a:chOff x="7786941" y="2884917"/>
              <a:chExt cx="897649" cy="353919"/>
            </a:xfrm>
          </p:grpSpPr>
          <p:sp>
            <p:nvSpPr>
              <p:cNvPr id="55" name="Freeform 374">
                <a:extLst>
                  <a:ext uri="{FF2B5EF4-FFF2-40B4-BE49-F238E27FC236}">
                    <a16:creationId xmlns:a16="http://schemas.microsoft.com/office/drawing/2014/main" id="{BD696C88-F2F1-66DB-D2FC-5851425B4D0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6" name="Freeform 375">
                <a:extLst>
                  <a:ext uri="{FF2B5EF4-FFF2-40B4-BE49-F238E27FC236}">
                    <a16:creationId xmlns:a16="http://schemas.microsoft.com/office/drawing/2014/main" id="{D6549C0D-724D-4167-8BB1-D8F9CD1DF542}"/>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7" name="Freeform 376">
                <a:extLst>
                  <a:ext uri="{FF2B5EF4-FFF2-40B4-BE49-F238E27FC236}">
                    <a16:creationId xmlns:a16="http://schemas.microsoft.com/office/drawing/2014/main" id="{57448FEC-8646-BC60-21A9-5295F0DCC276}"/>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Freeform 377">
                <a:extLst>
                  <a:ext uri="{FF2B5EF4-FFF2-40B4-BE49-F238E27FC236}">
                    <a16:creationId xmlns:a16="http://schemas.microsoft.com/office/drawing/2014/main" id="{08E7FD80-6B42-F09A-0BD6-03FE965E5D1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9" name="Group 58">
            <a:extLst>
              <a:ext uri="{FF2B5EF4-FFF2-40B4-BE49-F238E27FC236}">
                <a16:creationId xmlns:a16="http://schemas.microsoft.com/office/drawing/2014/main" id="{805731ED-BE0B-DEF7-5DC9-190DFD51ADDF}"/>
              </a:ext>
            </a:extLst>
          </p:cNvPr>
          <p:cNvGrpSpPr/>
          <p:nvPr/>
        </p:nvGrpSpPr>
        <p:grpSpPr>
          <a:xfrm>
            <a:off x="3477803" y="2524359"/>
            <a:ext cx="1146494" cy="498545"/>
            <a:chOff x="7493876" y="2774731"/>
            <a:chExt cx="1481958" cy="894622"/>
          </a:xfrm>
        </p:grpSpPr>
        <p:sp>
          <p:nvSpPr>
            <p:cNvPr id="60" name="Freeform 379">
              <a:extLst>
                <a:ext uri="{FF2B5EF4-FFF2-40B4-BE49-F238E27FC236}">
                  <a16:creationId xmlns:a16="http://schemas.microsoft.com/office/drawing/2014/main" id="{0F29C988-F9D9-E802-1B75-5059E30E626C}"/>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1" name="Oval 60">
              <a:extLst>
                <a:ext uri="{FF2B5EF4-FFF2-40B4-BE49-F238E27FC236}">
                  <a16:creationId xmlns:a16="http://schemas.microsoft.com/office/drawing/2014/main" id="{226AC2CC-67B1-9BEC-4C85-9974640F0436}"/>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2" name="Group 61">
              <a:extLst>
                <a:ext uri="{FF2B5EF4-FFF2-40B4-BE49-F238E27FC236}">
                  <a16:creationId xmlns:a16="http://schemas.microsoft.com/office/drawing/2014/main" id="{39397B72-A43A-951D-473E-5D2846DCD36E}"/>
                </a:ext>
              </a:extLst>
            </p:cNvPr>
            <p:cNvGrpSpPr/>
            <p:nvPr/>
          </p:nvGrpSpPr>
          <p:grpSpPr>
            <a:xfrm>
              <a:off x="7713663" y="2848339"/>
              <a:ext cx="1042107" cy="425543"/>
              <a:chOff x="7786941" y="2884917"/>
              <a:chExt cx="897649" cy="353919"/>
            </a:xfrm>
          </p:grpSpPr>
          <p:sp>
            <p:nvSpPr>
              <p:cNvPr id="63" name="Freeform 382">
                <a:extLst>
                  <a:ext uri="{FF2B5EF4-FFF2-40B4-BE49-F238E27FC236}">
                    <a16:creationId xmlns:a16="http://schemas.microsoft.com/office/drawing/2014/main" id="{5E49608B-E1AA-426E-BEDA-8C76E2FCBADB}"/>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4" name="Freeform 383">
                <a:extLst>
                  <a:ext uri="{FF2B5EF4-FFF2-40B4-BE49-F238E27FC236}">
                    <a16:creationId xmlns:a16="http://schemas.microsoft.com/office/drawing/2014/main" id="{92F298DA-53C2-FAF2-5F70-409FA5E27740}"/>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5" name="Freeform 384">
                <a:extLst>
                  <a:ext uri="{FF2B5EF4-FFF2-40B4-BE49-F238E27FC236}">
                    <a16:creationId xmlns:a16="http://schemas.microsoft.com/office/drawing/2014/main" id="{F786FF66-4C4C-E511-4560-D70AFDBA5260}"/>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385">
                <a:extLst>
                  <a:ext uri="{FF2B5EF4-FFF2-40B4-BE49-F238E27FC236}">
                    <a16:creationId xmlns:a16="http://schemas.microsoft.com/office/drawing/2014/main" id="{BC6E8E23-E9B9-A80D-B36D-441B6F9075E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7" name="Line 230">
            <a:extLst>
              <a:ext uri="{FF2B5EF4-FFF2-40B4-BE49-F238E27FC236}">
                <a16:creationId xmlns:a16="http://schemas.microsoft.com/office/drawing/2014/main" id="{98B9CA34-DBDF-43F5-70BA-4AAE8DB61D39}"/>
              </a:ext>
            </a:extLst>
          </p:cNvPr>
          <p:cNvSpPr>
            <a:spLocks noChangeShapeType="1"/>
          </p:cNvSpPr>
          <p:nvPr/>
        </p:nvSpPr>
        <p:spPr bwMode="auto">
          <a:xfrm>
            <a:off x="4613682" y="2690864"/>
            <a:ext cx="0" cy="22860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12700">
                <a:solidFill>
                  <a:srgbClr val="000000"/>
                </a:solidFill>
                <a:round/>
                <a:headEnd/>
                <a:tailEnd/>
              </a14:hiddenLine>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311">
            <a:extLst>
              <a:ext uri="{FF2B5EF4-FFF2-40B4-BE49-F238E27FC236}">
                <a16:creationId xmlns:a16="http://schemas.microsoft.com/office/drawing/2014/main" id="{6208B518-4148-3980-B4E1-AFF711C699F3}"/>
              </a:ext>
            </a:extLst>
          </p:cNvPr>
          <p:cNvGrpSpPr>
            <a:grpSpLocks/>
          </p:cNvGrpSpPr>
          <p:nvPr/>
        </p:nvGrpSpPr>
        <p:grpSpPr bwMode="auto">
          <a:xfrm>
            <a:off x="3932645" y="2649589"/>
            <a:ext cx="633412" cy="200025"/>
            <a:chOff x="1800" y="1425"/>
            <a:chExt cx="399" cy="126"/>
          </a:xfrm>
        </p:grpSpPr>
        <p:sp>
          <p:nvSpPr>
            <p:cNvPr id="69" name="Rectangle 294">
              <a:extLst>
                <a:ext uri="{FF2B5EF4-FFF2-40B4-BE49-F238E27FC236}">
                  <a16:creationId xmlns:a16="http://schemas.microsoft.com/office/drawing/2014/main" id="{5BF05887-C5DE-B398-21F7-FD73E25C4B54}"/>
                </a:ext>
              </a:extLst>
            </p:cNvPr>
            <p:cNvSpPr>
              <a:spLocks noChangeArrowheads="1"/>
            </p:cNvSpPr>
            <p:nvPr/>
          </p:nvSpPr>
          <p:spPr bwMode="auto">
            <a:xfrm>
              <a:off x="1800"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0" name="Rectangle 295">
              <a:extLst>
                <a:ext uri="{FF2B5EF4-FFF2-40B4-BE49-F238E27FC236}">
                  <a16:creationId xmlns:a16="http://schemas.microsoft.com/office/drawing/2014/main" id="{EFE3B417-03A7-B0D7-332A-D59E74D395F0}"/>
                </a:ext>
              </a:extLst>
            </p:cNvPr>
            <p:cNvSpPr>
              <a:spLocks noChangeArrowheads="1"/>
            </p:cNvSpPr>
            <p:nvPr/>
          </p:nvSpPr>
          <p:spPr bwMode="auto">
            <a:xfrm>
              <a:off x="1902" y="1425"/>
              <a:ext cx="93" cy="126"/>
            </a:xfrm>
            <a:prstGeom prst="rect">
              <a:avLst/>
            </a:prstGeom>
            <a:solidFill>
              <a:srgbClr val="3333CC"/>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1" name="Rectangle 296">
              <a:extLst>
                <a:ext uri="{FF2B5EF4-FFF2-40B4-BE49-F238E27FC236}">
                  <a16:creationId xmlns:a16="http://schemas.microsoft.com/office/drawing/2014/main" id="{9F73C7B1-0B49-52C8-B1F2-78FE722062DB}"/>
                </a:ext>
              </a:extLst>
            </p:cNvPr>
            <p:cNvSpPr>
              <a:spLocks noChangeArrowheads="1"/>
            </p:cNvSpPr>
            <p:nvPr/>
          </p:nvSpPr>
          <p:spPr bwMode="auto">
            <a:xfrm>
              <a:off x="2004"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297">
              <a:extLst>
                <a:ext uri="{FF2B5EF4-FFF2-40B4-BE49-F238E27FC236}">
                  <a16:creationId xmlns:a16="http://schemas.microsoft.com/office/drawing/2014/main" id="{25125D38-706A-5409-CD84-E2C1673EC20A}"/>
                </a:ext>
              </a:extLst>
            </p:cNvPr>
            <p:cNvSpPr>
              <a:spLocks noChangeArrowheads="1"/>
            </p:cNvSpPr>
            <p:nvPr/>
          </p:nvSpPr>
          <p:spPr bwMode="auto">
            <a:xfrm>
              <a:off x="2106" y="1425"/>
              <a:ext cx="93" cy="126"/>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3" name="Rectangle 298">
            <a:extLst>
              <a:ext uri="{FF2B5EF4-FFF2-40B4-BE49-F238E27FC236}">
                <a16:creationId xmlns:a16="http://schemas.microsoft.com/office/drawing/2014/main" id="{D4BBCE4B-6411-CCD4-FF0F-E4C4D4F97B81}"/>
              </a:ext>
            </a:extLst>
          </p:cNvPr>
          <p:cNvSpPr>
            <a:spLocks noChangeArrowheads="1"/>
          </p:cNvSpPr>
          <p:nvPr/>
        </p:nvSpPr>
        <p:spPr bwMode="auto">
          <a:xfrm>
            <a:off x="2915746" y="2471902"/>
            <a:ext cx="147637" cy="200025"/>
          </a:xfrm>
          <a:prstGeom prst="rect">
            <a:avLst/>
          </a:prstGeom>
          <a:solidFill>
            <a:srgbClr val="00CC9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4" name="Line 300">
            <a:extLst>
              <a:ext uri="{FF2B5EF4-FFF2-40B4-BE49-F238E27FC236}">
                <a16:creationId xmlns:a16="http://schemas.microsoft.com/office/drawing/2014/main" id="{DAFE9023-897C-1B41-B8E2-902CE596A72C}"/>
              </a:ext>
            </a:extLst>
          </p:cNvPr>
          <p:cNvSpPr>
            <a:spLocks noChangeShapeType="1"/>
          </p:cNvSpPr>
          <p:nvPr/>
        </p:nvSpPr>
        <p:spPr bwMode="auto">
          <a:xfrm>
            <a:off x="3097572" y="2633770"/>
            <a:ext cx="227109" cy="114187"/>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5" name="Line 301">
            <a:extLst>
              <a:ext uri="{FF2B5EF4-FFF2-40B4-BE49-F238E27FC236}">
                <a16:creationId xmlns:a16="http://schemas.microsoft.com/office/drawing/2014/main" id="{BE6D0E97-700F-8755-7CF6-12ED0E533208}"/>
              </a:ext>
            </a:extLst>
          </p:cNvPr>
          <p:cNvSpPr>
            <a:spLocks noChangeShapeType="1"/>
          </p:cNvSpPr>
          <p:nvPr/>
        </p:nvSpPr>
        <p:spPr bwMode="auto">
          <a:xfrm flipV="1">
            <a:off x="3310793" y="2987296"/>
            <a:ext cx="248236" cy="155731"/>
          </a:xfrm>
          <a:prstGeom prst="line">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6" name="Line 332">
            <a:extLst>
              <a:ext uri="{FF2B5EF4-FFF2-40B4-BE49-F238E27FC236}">
                <a16:creationId xmlns:a16="http://schemas.microsoft.com/office/drawing/2014/main" id="{73996C4F-67C7-4402-576A-7A97D81F87F3}"/>
              </a:ext>
            </a:extLst>
          </p:cNvPr>
          <p:cNvSpPr>
            <a:spLocks noChangeShapeType="1"/>
          </p:cNvSpPr>
          <p:nvPr/>
        </p:nvSpPr>
        <p:spPr bwMode="auto">
          <a:xfrm flipV="1">
            <a:off x="4186974" y="2901999"/>
            <a:ext cx="17133" cy="641957"/>
          </a:xfrm>
          <a:prstGeom prst="line">
            <a:avLst/>
          </a:prstGeom>
          <a:noFill/>
          <a:ln w="9525">
            <a:solidFill>
              <a:srgbClr val="C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Line 332">
            <a:extLst>
              <a:ext uri="{FF2B5EF4-FFF2-40B4-BE49-F238E27FC236}">
                <a16:creationId xmlns:a16="http://schemas.microsoft.com/office/drawing/2014/main" id="{8E05D68A-D6C3-0AEE-2EC4-A1EED83E5E66}"/>
              </a:ext>
            </a:extLst>
          </p:cNvPr>
          <p:cNvSpPr>
            <a:spLocks noChangeShapeType="1"/>
          </p:cNvSpPr>
          <p:nvPr/>
        </p:nvSpPr>
        <p:spPr bwMode="auto">
          <a:xfrm flipV="1">
            <a:off x="2831795" y="2165937"/>
            <a:ext cx="0" cy="221089"/>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Line 332">
            <a:extLst>
              <a:ext uri="{FF2B5EF4-FFF2-40B4-BE49-F238E27FC236}">
                <a16:creationId xmlns:a16="http://schemas.microsoft.com/office/drawing/2014/main" id="{3F7FC995-3657-DD12-5B07-9C9150AC808C}"/>
              </a:ext>
            </a:extLst>
          </p:cNvPr>
          <p:cNvSpPr>
            <a:spLocks noChangeShapeType="1"/>
          </p:cNvSpPr>
          <p:nvPr/>
        </p:nvSpPr>
        <p:spPr bwMode="auto">
          <a:xfrm flipH="1" flipV="1">
            <a:off x="4924832" y="2847096"/>
            <a:ext cx="0" cy="120316"/>
          </a:xfrm>
          <a:prstGeom prst="line">
            <a:avLst/>
          </a:prstGeom>
          <a:noFill/>
          <a:ln w="9525">
            <a:solidFill>
              <a:srgbClr val="000000"/>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4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TextBox 78">
            <a:extLst>
              <a:ext uri="{FF2B5EF4-FFF2-40B4-BE49-F238E27FC236}">
                <a16:creationId xmlns:a16="http://schemas.microsoft.com/office/drawing/2014/main" id="{D719593F-9F53-3F74-BB82-10C8F548BB6B}"/>
              </a:ext>
            </a:extLst>
          </p:cNvPr>
          <p:cNvSpPr txBox="1"/>
          <p:nvPr/>
        </p:nvSpPr>
        <p:spPr>
          <a:xfrm>
            <a:off x="424543" y="6041571"/>
            <a:ext cx="7276130" cy="369332"/>
          </a:xfrm>
          <a:prstGeom prst="rect">
            <a:avLst/>
          </a:prstGeom>
          <a:noFill/>
        </p:spPr>
        <p:txBody>
          <a:bodyPr wrap="square" rtlCol="0">
            <a:spAutoFit/>
          </a:bodyPr>
          <a:lstStyle/>
          <a:p>
            <a:r>
              <a:rPr lang="en-IN" dirty="0"/>
              <a:t>Copyright © 2010-2025 J.F. Kurose, K.W. Ross</a:t>
            </a:r>
          </a:p>
        </p:txBody>
      </p:sp>
      <mc:AlternateContent xmlns:mc="http://schemas.openxmlformats.org/markup-compatibility/2006" xmlns:p14="http://schemas.microsoft.com/office/powerpoint/2010/main">
        <mc:Choice Requires="p14">
          <p:contentPart p14:bwMode="auto" r:id="rId3">
            <p14:nvContentPartPr>
              <p14:cNvPr id="80" name="Ink 79">
                <a:extLst>
                  <a:ext uri="{FF2B5EF4-FFF2-40B4-BE49-F238E27FC236}">
                    <a16:creationId xmlns:a16="http://schemas.microsoft.com/office/drawing/2014/main" id="{F98D0EBA-CB50-9126-3769-6C9A6A6FFA30}"/>
                  </a:ext>
                </a:extLst>
              </p14:cNvPr>
              <p14:cNvContentPartPr/>
              <p14:nvPr/>
            </p14:nvContentPartPr>
            <p14:xfrm>
              <a:off x="5162400" y="3308400"/>
              <a:ext cx="824040" cy="42120"/>
            </p14:xfrm>
          </p:contentPart>
        </mc:Choice>
        <mc:Fallback xmlns="">
          <p:pic>
            <p:nvPicPr>
              <p:cNvPr id="80" name="Ink 79">
                <a:extLst>
                  <a:ext uri="{FF2B5EF4-FFF2-40B4-BE49-F238E27FC236}">
                    <a16:creationId xmlns:a16="http://schemas.microsoft.com/office/drawing/2014/main" id="{F98D0EBA-CB50-9126-3769-6C9A6A6FFA30}"/>
                  </a:ext>
                </a:extLst>
              </p:cNvPr>
              <p:cNvPicPr/>
              <p:nvPr/>
            </p:nvPicPr>
            <p:blipFill>
              <a:blip r:embed="rId4"/>
              <a:stretch>
                <a:fillRect/>
              </a:stretch>
            </p:blipFill>
            <p:spPr>
              <a:xfrm>
                <a:off x="5153040" y="3299040"/>
                <a:ext cx="842760" cy="60840"/>
              </a:xfrm>
              <a:prstGeom prst="rect">
                <a:avLst/>
              </a:prstGeom>
            </p:spPr>
          </p:pic>
        </mc:Fallback>
      </mc:AlternateContent>
    </p:spTree>
    <p:extLst>
      <p:ext uri="{BB962C8B-B14F-4D97-AF65-F5344CB8AC3E}">
        <p14:creationId xmlns:p14="http://schemas.microsoft.com/office/powerpoint/2010/main" val="1297397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77CC89-1265-3CA9-E210-92DABC047FEE}"/>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D3372D73-7717-0082-AE93-FD51F262E890}"/>
              </a:ext>
            </a:extLst>
          </p:cNvPr>
          <p:cNvSpPr>
            <a:spLocks noGrp="1"/>
          </p:cNvSpPr>
          <p:nvPr>
            <p:ph idx="1"/>
          </p:nvPr>
        </p:nvSpPr>
        <p:spPr/>
        <p:txBody>
          <a:bodyPr/>
          <a:lstStyle/>
          <a:p>
            <a:r>
              <a:rPr lang="en-IN" dirty="0">
                <a:solidFill>
                  <a:srgbClr val="FF0000"/>
                </a:solidFill>
              </a:rPr>
              <a:t>What will happen if the packets arrive faster than they can be transmitted?</a:t>
            </a:r>
          </a:p>
        </p:txBody>
      </p:sp>
    </p:spTree>
    <p:extLst>
      <p:ext uri="{BB962C8B-B14F-4D97-AF65-F5344CB8AC3E}">
        <p14:creationId xmlns:p14="http://schemas.microsoft.com/office/powerpoint/2010/main" val="33758448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11CDD7-680B-277E-1E82-3474567828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032E4A-490F-EF1B-D2B0-6A5B7EF9FF0C}"/>
              </a:ext>
            </a:extLst>
          </p:cNvPr>
          <p:cNvSpPr>
            <a:spLocks noGrp="1"/>
          </p:cNvSpPr>
          <p:nvPr>
            <p:ph type="title"/>
          </p:nvPr>
        </p:nvSpPr>
        <p:spPr/>
        <p:txBody>
          <a:bodyPr/>
          <a:lstStyle/>
          <a:p>
            <a:r>
              <a:rPr lang="en-IN" dirty="0"/>
              <a:t>Packet switching</a:t>
            </a:r>
          </a:p>
        </p:txBody>
      </p:sp>
      <p:sp>
        <p:nvSpPr>
          <p:cNvPr id="3" name="Content Placeholder 2">
            <a:extLst>
              <a:ext uri="{FF2B5EF4-FFF2-40B4-BE49-F238E27FC236}">
                <a16:creationId xmlns:a16="http://schemas.microsoft.com/office/drawing/2014/main" id="{B57AB9E4-7CCA-69A2-DB0A-8C1E46F5671D}"/>
              </a:ext>
            </a:extLst>
          </p:cNvPr>
          <p:cNvSpPr>
            <a:spLocks noGrp="1"/>
          </p:cNvSpPr>
          <p:nvPr>
            <p:ph idx="1"/>
          </p:nvPr>
        </p:nvSpPr>
        <p:spPr/>
        <p:txBody>
          <a:bodyPr/>
          <a:lstStyle/>
          <a:p>
            <a:r>
              <a:rPr lang="en-IN" dirty="0"/>
              <a:t>What will happen if the packets arrive faster than they can be transmitted?</a:t>
            </a:r>
          </a:p>
          <a:p>
            <a:pPr lvl="1"/>
            <a:r>
              <a:rPr lang="en-IN" dirty="0"/>
              <a:t>Packets may accumulate in the queues before they can be processed</a:t>
            </a:r>
          </a:p>
          <a:p>
            <a:pPr lvl="1"/>
            <a:r>
              <a:rPr lang="en-IN" dirty="0"/>
              <a:t>Packets may get dropped if the queue is full</a:t>
            </a:r>
          </a:p>
          <a:p>
            <a:pPr lvl="1"/>
            <a:r>
              <a:rPr lang="en-IN" dirty="0"/>
              <a:t>Packets may experience variable delay</a:t>
            </a:r>
          </a:p>
        </p:txBody>
      </p:sp>
    </p:spTree>
    <p:extLst>
      <p:ext uri="{BB962C8B-B14F-4D97-AF65-F5344CB8AC3E}">
        <p14:creationId xmlns:p14="http://schemas.microsoft.com/office/powerpoint/2010/main" val="278925102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0B23C-4907-3C67-B3B2-E17F1DBBB779}"/>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4392728D-558C-0032-3D3E-A9558F6FE09A}"/>
              </a:ext>
            </a:extLst>
          </p:cNvPr>
          <p:cNvSpPr>
            <a:spLocks noGrp="1"/>
          </p:cNvSpPr>
          <p:nvPr>
            <p:ph idx="1"/>
          </p:nvPr>
        </p:nvSpPr>
        <p:spPr/>
        <p:txBody>
          <a:bodyPr/>
          <a:lstStyle/>
          <a:p>
            <a:r>
              <a:rPr lang="en-IN" dirty="0"/>
              <a:t>In packet switching, packets may experience unexpected delay under heavy load</a:t>
            </a:r>
          </a:p>
          <a:p>
            <a:endParaRPr lang="en-IN" dirty="0"/>
          </a:p>
          <a:p>
            <a:r>
              <a:rPr lang="en-IN" dirty="0"/>
              <a:t>It could be problematic for real-time applications such as video calls or voice communication</a:t>
            </a:r>
          </a:p>
          <a:p>
            <a:endParaRPr lang="en-IN" dirty="0"/>
          </a:p>
          <a:p>
            <a:r>
              <a:rPr lang="en-IN" dirty="0">
                <a:solidFill>
                  <a:srgbClr val="FF0000"/>
                </a:solidFill>
              </a:rPr>
              <a:t>Solution?</a:t>
            </a:r>
          </a:p>
        </p:txBody>
      </p:sp>
    </p:spTree>
    <p:extLst>
      <p:ext uri="{BB962C8B-B14F-4D97-AF65-F5344CB8AC3E}">
        <p14:creationId xmlns:p14="http://schemas.microsoft.com/office/powerpoint/2010/main" val="21123519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4866A-C185-8CE3-ED9C-F5618DA6DE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D0477C-D2CA-9823-6942-BD5D1C7CA8DC}"/>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F7A58BAF-FE59-AAF2-96F0-DEC29727F1AA}"/>
              </a:ext>
            </a:extLst>
          </p:cNvPr>
          <p:cNvSpPr>
            <a:spLocks noGrp="1"/>
          </p:cNvSpPr>
          <p:nvPr>
            <p:ph idx="1"/>
          </p:nvPr>
        </p:nvSpPr>
        <p:spPr/>
        <p:txBody>
          <a:bodyPr/>
          <a:lstStyle/>
          <a:p>
            <a:pPr marL="0" indent="0">
              <a:buNone/>
            </a:pPr>
            <a:endParaRPr lang="en-IN" dirty="0"/>
          </a:p>
        </p:txBody>
      </p:sp>
      <p:sp>
        <p:nvSpPr>
          <p:cNvPr id="4" name="Rectangle 3">
            <a:extLst>
              <a:ext uri="{FF2B5EF4-FFF2-40B4-BE49-F238E27FC236}">
                <a16:creationId xmlns:a16="http://schemas.microsoft.com/office/drawing/2014/main" id="{943C194E-9B0D-B60C-BB88-F9512A1CFB1D}"/>
              </a:ext>
            </a:extLst>
          </p:cNvPr>
          <p:cNvSpPr/>
          <p:nvPr/>
        </p:nvSpPr>
        <p:spPr bwMode="auto">
          <a:xfrm>
            <a:off x="8424977" y="2768303"/>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5" name="Rectangle 4">
            <a:extLst>
              <a:ext uri="{FF2B5EF4-FFF2-40B4-BE49-F238E27FC236}">
                <a16:creationId xmlns:a16="http://schemas.microsoft.com/office/drawing/2014/main" id="{D5A26677-A81E-51D4-7416-1D220E11271E}"/>
              </a:ext>
            </a:extLst>
          </p:cNvPr>
          <p:cNvSpPr/>
          <p:nvPr/>
        </p:nvSpPr>
        <p:spPr bwMode="auto">
          <a:xfrm>
            <a:off x="8424977" y="2831058"/>
            <a:ext cx="1498678" cy="62756"/>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6" name="Rectangle 5">
            <a:extLst>
              <a:ext uri="{FF2B5EF4-FFF2-40B4-BE49-F238E27FC236}">
                <a16:creationId xmlns:a16="http://schemas.microsoft.com/office/drawing/2014/main" id="{C4DB183A-D389-E601-5C46-5566556D7D88}"/>
              </a:ext>
            </a:extLst>
          </p:cNvPr>
          <p:cNvSpPr/>
          <p:nvPr/>
        </p:nvSpPr>
        <p:spPr bwMode="auto">
          <a:xfrm>
            <a:off x="8424977" y="2893815"/>
            <a:ext cx="1498678" cy="62755"/>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 name="Rectangle 6">
            <a:extLst>
              <a:ext uri="{FF2B5EF4-FFF2-40B4-BE49-F238E27FC236}">
                <a16:creationId xmlns:a16="http://schemas.microsoft.com/office/drawing/2014/main" id="{B4B919B6-D5B5-D6CA-5DE9-95972E990445}"/>
              </a:ext>
            </a:extLst>
          </p:cNvPr>
          <p:cNvSpPr/>
          <p:nvPr/>
        </p:nvSpPr>
        <p:spPr bwMode="auto">
          <a:xfrm>
            <a:off x="8424977" y="2956570"/>
            <a:ext cx="1498678" cy="62756"/>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8" name="Group 75">
            <a:extLst>
              <a:ext uri="{FF2B5EF4-FFF2-40B4-BE49-F238E27FC236}">
                <a16:creationId xmlns:a16="http://schemas.microsoft.com/office/drawing/2014/main" id="{BC0368BD-786C-D307-5DBB-CA79CB338ACF}"/>
              </a:ext>
            </a:extLst>
          </p:cNvPr>
          <p:cNvGrpSpPr>
            <a:grpSpLocks/>
          </p:cNvGrpSpPr>
          <p:nvPr/>
        </p:nvGrpSpPr>
        <p:grpSpPr bwMode="auto">
          <a:xfrm rot="5400000">
            <a:off x="7309151" y="3674784"/>
            <a:ext cx="1446966" cy="261562"/>
            <a:chOff x="4876800" y="1143000"/>
            <a:chExt cx="1752600" cy="304800"/>
          </a:xfrm>
        </p:grpSpPr>
        <p:sp>
          <p:nvSpPr>
            <p:cNvPr id="9" name="Rectangle 8">
              <a:extLst>
                <a:ext uri="{FF2B5EF4-FFF2-40B4-BE49-F238E27FC236}">
                  <a16:creationId xmlns:a16="http://schemas.microsoft.com/office/drawing/2014/main" id="{C1FA3AE9-CD4B-163C-749A-106E9C1852BE}"/>
                </a:ext>
              </a:extLst>
            </p:cNvPr>
            <p:cNvSpPr/>
            <p:nvPr/>
          </p:nvSpPr>
          <p:spPr>
            <a:xfrm>
              <a:off x="4865941" y="11697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0" name="Rectangle 9">
              <a:extLst>
                <a:ext uri="{FF2B5EF4-FFF2-40B4-BE49-F238E27FC236}">
                  <a16:creationId xmlns:a16="http://schemas.microsoft.com/office/drawing/2014/main" id="{1009E043-A348-8D51-425B-C94EFC8A55CF}"/>
                </a:ext>
              </a:extLst>
            </p:cNvPr>
            <p:cNvSpPr/>
            <p:nvPr/>
          </p:nvSpPr>
          <p:spPr>
            <a:xfrm>
              <a:off x="4865941" y="12459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1" name="Rectangle 10">
              <a:extLst>
                <a:ext uri="{FF2B5EF4-FFF2-40B4-BE49-F238E27FC236}">
                  <a16:creationId xmlns:a16="http://schemas.microsoft.com/office/drawing/2014/main" id="{0F8FC8D1-E3F2-EF64-C8F7-F2787F3B0039}"/>
                </a:ext>
              </a:extLst>
            </p:cNvPr>
            <p:cNvSpPr/>
            <p:nvPr/>
          </p:nvSpPr>
          <p:spPr>
            <a:xfrm>
              <a:off x="4865941" y="1322172"/>
              <a:ext cx="1752599"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2" name="Rectangle 11">
              <a:extLst>
                <a:ext uri="{FF2B5EF4-FFF2-40B4-BE49-F238E27FC236}">
                  <a16:creationId xmlns:a16="http://schemas.microsoft.com/office/drawing/2014/main" id="{8FAE1601-C029-337D-1DB4-EAE1DAEF8559}"/>
                </a:ext>
              </a:extLst>
            </p:cNvPr>
            <p:cNvSpPr/>
            <p:nvPr/>
          </p:nvSpPr>
          <p:spPr>
            <a:xfrm>
              <a:off x="4865941" y="1398372"/>
              <a:ext cx="1752599"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grpSp>
        <p:nvGrpSpPr>
          <p:cNvPr id="13" name="Group 80">
            <a:extLst>
              <a:ext uri="{FF2B5EF4-FFF2-40B4-BE49-F238E27FC236}">
                <a16:creationId xmlns:a16="http://schemas.microsoft.com/office/drawing/2014/main" id="{062C573F-E1E3-4A68-777D-13ED8454AD53}"/>
              </a:ext>
            </a:extLst>
          </p:cNvPr>
          <p:cNvGrpSpPr>
            <a:grpSpLocks/>
          </p:cNvGrpSpPr>
          <p:nvPr/>
        </p:nvGrpSpPr>
        <p:grpSpPr bwMode="auto">
          <a:xfrm>
            <a:off x="8509808" y="4656351"/>
            <a:ext cx="1479238" cy="251023"/>
            <a:chOff x="4876800" y="1143000"/>
            <a:chExt cx="1752600" cy="304800"/>
          </a:xfrm>
        </p:grpSpPr>
        <p:sp>
          <p:nvSpPr>
            <p:cNvPr id="14" name="Rectangle 13">
              <a:extLst>
                <a:ext uri="{FF2B5EF4-FFF2-40B4-BE49-F238E27FC236}">
                  <a16:creationId xmlns:a16="http://schemas.microsoft.com/office/drawing/2014/main" id="{8EB516EC-D95A-E7EC-E2B8-B0AD60E5434A}"/>
                </a:ext>
              </a:extLst>
            </p:cNvPr>
            <p:cNvSpPr/>
            <p:nvPr/>
          </p:nvSpPr>
          <p:spPr>
            <a:xfrm>
              <a:off x="4876800" y="11430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5" name="Rectangle 14">
              <a:extLst>
                <a:ext uri="{FF2B5EF4-FFF2-40B4-BE49-F238E27FC236}">
                  <a16:creationId xmlns:a16="http://schemas.microsoft.com/office/drawing/2014/main" id="{9F433448-9CF3-D5A6-E6C8-B4757F65F436}"/>
                </a:ext>
              </a:extLst>
            </p:cNvPr>
            <p:cNvSpPr/>
            <p:nvPr/>
          </p:nvSpPr>
          <p:spPr>
            <a:xfrm>
              <a:off x="4876800" y="12192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6" name="Rectangle 15">
              <a:extLst>
                <a:ext uri="{FF2B5EF4-FFF2-40B4-BE49-F238E27FC236}">
                  <a16:creationId xmlns:a16="http://schemas.microsoft.com/office/drawing/2014/main" id="{FE47600F-2A7B-E829-5512-F7FA6293780E}"/>
                </a:ext>
              </a:extLst>
            </p:cNvPr>
            <p:cNvSpPr/>
            <p:nvPr/>
          </p:nvSpPr>
          <p:spPr>
            <a:xfrm>
              <a:off x="4876800" y="1295400"/>
              <a:ext cx="1752600" cy="7620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7" name="Rectangle 16">
              <a:extLst>
                <a:ext uri="{FF2B5EF4-FFF2-40B4-BE49-F238E27FC236}">
                  <a16:creationId xmlns:a16="http://schemas.microsoft.com/office/drawing/2014/main" id="{A48199FE-096A-A49F-9815-3741C5F6583B}"/>
                </a:ext>
              </a:extLst>
            </p:cNvPr>
            <p:cNvSpPr/>
            <p:nvPr/>
          </p:nvSpPr>
          <p:spPr>
            <a:xfrm>
              <a:off x="4876800" y="1371601"/>
              <a:ext cx="1752600" cy="76199"/>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sp>
        <p:nvSpPr>
          <p:cNvPr id="18" name="Rectangle 17">
            <a:extLst>
              <a:ext uri="{FF2B5EF4-FFF2-40B4-BE49-F238E27FC236}">
                <a16:creationId xmlns:a16="http://schemas.microsoft.com/office/drawing/2014/main" id="{31415C11-B1C6-7D76-C8E0-80A747A9A95C}"/>
              </a:ext>
            </a:extLst>
          </p:cNvPr>
          <p:cNvSpPr/>
          <p:nvPr/>
        </p:nvSpPr>
        <p:spPr bwMode="auto">
          <a:xfrm rot="5400000">
            <a:off x="9755990"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19" name="Rectangle 18">
            <a:extLst>
              <a:ext uri="{FF2B5EF4-FFF2-40B4-BE49-F238E27FC236}">
                <a16:creationId xmlns:a16="http://schemas.microsoft.com/office/drawing/2014/main" id="{15F5F8CC-11AB-0FB3-D7C2-51B8E8291724}"/>
              </a:ext>
            </a:extLst>
          </p:cNvPr>
          <p:cNvSpPr/>
          <p:nvPr/>
        </p:nvSpPr>
        <p:spPr bwMode="auto">
          <a:xfrm rot="5400000">
            <a:off x="9690600" y="3772869"/>
            <a:ext cx="1446966" cy="6539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0" name="Rectangle 19">
            <a:extLst>
              <a:ext uri="{FF2B5EF4-FFF2-40B4-BE49-F238E27FC236}">
                <a16:creationId xmlns:a16="http://schemas.microsoft.com/office/drawing/2014/main" id="{EAFFA8C3-03D8-A05C-71D8-8D4445BEE7C2}"/>
              </a:ext>
            </a:extLst>
          </p:cNvPr>
          <p:cNvSpPr/>
          <p:nvPr/>
        </p:nvSpPr>
        <p:spPr bwMode="auto">
          <a:xfrm rot="5400000">
            <a:off x="9625209" y="3772869"/>
            <a:ext cx="1446966" cy="6539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1" name="Rectangle 20">
            <a:extLst>
              <a:ext uri="{FF2B5EF4-FFF2-40B4-BE49-F238E27FC236}">
                <a16:creationId xmlns:a16="http://schemas.microsoft.com/office/drawing/2014/main" id="{8B71C3F6-58A1-BDE8-E81B-FC76687113E6}"/>
              </a:ext>
            </a:extLst>
          </p:cNvPr>
          <p:cNvSpPr/>
          <p:nvPr/>
        </p:nvSpPr>
        <p:spPr bwMode="auto">
          <a:xfrm rot="5400000">
            <a:off x="9559819" y="3772869"/>
            <a:ext cx="1446966" cy="6539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22" name="Group 100">
            <a:extLst>
              <a:ext uri="{FF2B5EF4-FFF2-40B4-BE49-F238E27FC236}">
                <a16:creationId xmlns:a16="http://schemas.microsoft.com/office/drawing/2014/main" id="{48984A0F-7D48-461F-8E90-FB50021D9CD6}"/>
              </a:ext>
            </a:extLst>
          </p:cNvPr>
          <p:cNvGrpSpPr>
            <a:grpSpLocks/>
          </p:cNvGrpSpPr>
          <p:nvPr/>
        </p:nvGrpSpPr>
        <p:grpSpPr bwMode="auto">
          <a:xfrm>
            <a:off x="10013910" y="1711520"/>
            <a:ext cx="701622" cy="568387"/>
            <a:chOff x="-44" y="1473"/>
            <a:chExt cx="981" cy="1105"/>
          </a:xfrm>
        </p:grpSpPr>
        <p:pic>
          <p:nvPicPr>
            <p:cNvPr id="23" name="Picture 101" descr="desktop_computer_stylized_medium">
              <a:extLst>
                <a:ext uri="{FF2B5EF4-FFF2-40B4-BE49-F238E27FC236}">
                  <a16:creationId xmlns:a16="http://schemas.microsoft.com/office/drawing/2014/main" id="{1022B59E-F7D1-068F-E333-D1329C4F1F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102">
              <a:extLst>
                <a:ext uri="{FF2B5EF4-FFF2-40B4-BE49-F238E27FC236}">
                  <a16:creationId xmlns:a16="http://schemas.microsoft.com/office/drawing/2014/main" id="{05C6E348-E1D4-403B-66C3-649F9BE92B5E}"/>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25" name="Rectangle 24">
            <a:extLst>
              <a:ext uri="{FF2B5EF4-FFF2-40B4-BE49-F238E27FC236}">
                <a16:creationId xmlns:a16="http://schemas.microsoft.com/office/drawing/2014/main" id="{FE33BE40-1C47-D762-6D43-C6AB2B6107C9}"/>
              </a:ext>
            </a:extLst>
          </p:cNvPr>
          <p:cNvSpPr/>
          <p:nvPr/>
        </p:nvSpPr>
        <p:spPr bwMode="auto">
          <a:xfrm rot="2465437" flipV="1">
            <a:off x="10213493" y="4720899"/>
            <a:ext cx="581445" cy="64549"/>
          </a:xfrm>
          <a:prstGeom prst="rect">
            <a:avLst/>
          </a:prstGeom>
          <a:solidFill>
            <a:srgbClr val="00B05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6" name="Rectangle 25">
            <a:extLst>
              <a:ext uri="{FF2B5EF4-FFF2-40B4-BE49-F238E27FC236}">
                <a16:creationId xmlns:a16="http://schemas.microsoft.com/office/drawing/2014/main" id="{45158F6A-B7C2-21C9-2D9F-5A968BCEAE43}"/>
              </a:ext>
            </a:extLst>
          </p:cNvPr>
          <p:cNvSpPr/>
          <p:nvPr/>
        </p:nvSpPr>
        <p:spPr bwMode="auto">
          <a:xfrm>
            <a:off x="7105364" y="479538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7" name="Rectangle 26">
            <a:extLst>
              <a:ext uri="{FF2B5EF4-FFF2-40B4-BE49-F238E27FC236}">
                <a16:creationId xmlns:a16="http://schemas.microsoft.com/office/drawing/2014/main" id="{FCC357D2-2FC8-1008-DB5D-06B89007BB5F}"/>
              </a:ext>
            </a:extLst>
          </p:cNvPr>
          <p:cNvSpPr/>
          <p:nvPr/>
        </p:nvSpPr>
        <p:spPr bwMode="auto">
          <a:xfrm rot="5400000">
            <a:off x="7722581" y="2362276"/>
            <a:ext cx="513165" cy="69789"/>
          </a:xfrm>
          <a:prstGeom prst="rect">
            <a:avLst/>
          </a:prstGeom>
          <a:solidFill>
            <a:srgbClr val="FF0000"/>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8" name="Rectangle 27">
            <a:extLst>
              <a:ext uri="{FF2B5EF4-FFF2-40B4-BE49-F238E27FC236}">
                <a16:creationId xmlns:a16="http://schemas.microsoft.com/office/drawing/2014/main" id="{11B7CD14-B092-1847-4829-37B382F8E5A3}"/>
              </a:ext>
            </a:extLst>
          </p:cNvPr>
          <p:cNvSpPr/>
          <p:nvPr/>
        </p:nvSpPr>
        <p:spPr bwMode="auto">
          <a:xfrm rot="5400000">
            <a:off x="7825925" y="5242087"/>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29" name="Rectangle 28">
            <a:extLst>
              <a:ext uri="{FF2B5EF4-FFF2-40B4-BE49-F238E27FC236}">
                <a16:creationId xmlns:a16="http://schemas.microsoft.com/office/drawing/2014/main" id="{6EA6AE27-31FC-C652-364A-DDF5D5351460}"/>
              </a:ext>
            </a:extLst>
          </p:cNvPr>
          <p:cNvSpPr/>
          <p:nvPr/>
        </p:nvSpPr>
        <p:spPr bwMode="auto">
          <a:xfrm rot="5400000">
            <a:off x="10201295" y="5217275"/>
            <a:ext cx="493905" cy="68330"/>
          </a:xfrm>
          <a:prstGeom prst="rect">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0" name="Rectangle 29">
            <a:extLst>
              <a:ext uri="{FF2B5EF4-FFF2-40B4-BE49-F238E27FC236}">
                <a16:creationId xmlns:a16="http://schemas.microsoft.com/office/drawing/2014/main" id="{B3251C2E-2F95-64FC-8EC2-6B900E17E348}"/>
              </a:ext>
            </a:extLst>
          </p:cNvPr>
          <p:cNvSpPr/>
          <p:nvPr/>
        </p:nvSpPr>
        <p:spPr bwMode="auto">
          <a:xfrm rot="10800000">
            <a:off x="10882518" y="4775822"/>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1" name="Rectangle 30">
            <a:extLst>
              <a:ext uri="{FF2B5EF4-FFF2-40B4-BE49-F238E27FC236}">
                <a16:creationId xmlns:a16="http://schemas.microsoft.com/office/drawing/2014/main" id="{C6A4B16B-6F92-E442-D788-10EC39DFE0FA}"/>
              </a:ext>
            </a:extLst>
          </p:cNvPr>
          <p:cNvSpPr/>
          <p:nvPr/>
        </p:nvSpPr>
        <p:spPr bwMode="auto">
          <a:xfrm>
            <a:off x="7002625" y="2887816"/>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2" name="Rectangle 31">
            <a:extLst>
              <a:ext uri="{FF2B5EF4-FFF2-40B4-BE49-F238E27FC236}">
                <a16:creationId xmlns:a16="http://schemas.microsoft.com/office/drawing/2014/main" id="{FAADDD74-F564-7169-677A-EF5316615F77}"/>
              </a:ext>
            </a:extLst>
          </p:cNvPr>
          <p:cNvSpPr/>
          <p:nvPr/>
        </p:nvSpPr>
        <p:spPr bwMode="auto">
          <a:xfrm>
            <a:off x="10811014" y="2867389"/>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33" name="Rectangle 32">
            <a:extLst>
              <a:ext uri="{FF2B5EF4-FFF2-40B4-BE49-F238E27FC236}">
                <a16:creationId xmlns:a16="http://schemas.microsoft.com/office/drawing/2014/main" id="{0971EA6B-06FF-CD7F-49E3-E2E97D048B28}"/>
              </a:ext>
            </a:extLst>
          </p:cNvPr>
          <p:cNvSpPr/>
          <p:nvPr/>
        </p:nvSpPr>
        <p:spPr bwMode="auto">
          <a:xfrm rot="5400000">
            <a:off x="10115327" y="2348120"/>
            <a:ext cx="493905" cy="6833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34" name="Group 100">
            <a:extLst>
              <a:ext uri="{FF2B5EF4-FFF2-40B4-BE49-F238E27FC236}">
                <a16:creationId xmlns:a16="http://schemas.microsoft.com/office/drawing/2014/main" id="{4356C635-B9B8-FA42-D7AD-EDCD9FCBA1C9}"/>
              </a:ext>
            </a:extLst>
          </p:cNvPr>
          <p:cNvGrpSpPr>
            <a:grpSpLocks/>
          </p:cNvGrpSpPr>
          <p:nvPr/>
        </p:nvGrpSpPr>
        <p:grpSpPr bwMode="auto">
          <a:xfrm>
            <a:off x="7560992" y="1744853"/>
            <a:ext cx="703389" cy="568387"/>
            <a:chOff x="-44" y="1473"/>
            <a:chExt cx="981" cy="1105"/>
          </a:xfrm>
        </p:grpSpPr>
        <p:pic>
          <p:nvPicPr>
            <p:cNvPr id="35" name="Picture 101" descr="desktop_computer_stylized_medium">
              <a:extLst>
                <a:ext uri="{FF2B5EF4-FFF2-40B4-BE49-F238E27FC236}">
                  <a16:creationId xmlns:a16="http://schemas.microsoft.com/office/drawing/2014/main" id="{D679683B-D469-2153-465C-6E48609A83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 name="Freeform 102">
              <a:extLst>
                <a:ext uri="{FF2B5EF4-FFF2-40B4-BE49-F238E27FC236}">
                  <a16:creationId xmlns:a16="http://schemas.microsoft.com/office/drawing/2014/main" id="{A572789D-8484-CFB1-15D2-EEC58EE1EC97}"/>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7" name="Group 36">
            <a:extLst>
              <a:ext uri="{FF2B5EF4-FFF2-40B4-BE49-F238E27FC236}">
                <a16:creationId xmlns:a16="http://schemas.microsoft.com/office/drawing/2014/main" id="{117DFD16-4F53-AFAF-E500-99C3C1E70D49}"/>
              </a:ext>
            </a:extLst>
          </p:cNvPr>
          <p:cNvGrpSpPr/>
          <p:nvPr/>
        </p:nvGrpSpPr>
        <p:grpSpPr>
          <a:xfrm>
            <a:off x="7484685" y="2654601"/>
            <a:ext cx="946204" cy="493906"/>
            <a:chOff x="7493876" y="2774731"/>
            <a:chExt cx="1481958" cy="894622"/>
          </a:xfrm>
        </p:grpSpPr>
        <p:sp>
          <p:nvSpPr>
            <p:cNvPr id="38" name="Freeform 727">
              <a:extLst>
                <a:ext uri="{FF2B5EF4-FFF2-40B4-BE49-F238E27FC236}">
                  <a16:creationId xmlns:a16="http://schemas.microsoft.com/office/drawing/2014/main" id="{89CD0F6C-BD9C-6D21-CD84-537722BC0FB5}"/>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39" name="Oval 38">
              <a:extLst>
                <a:ext uri="{FF2B5EF4-FFF2-40B4-BE49-F238E27FC236}">
                  <a16:creationId xmlns:a16="http://schemas.microsoft.com/office/drawing/2014/main" id="{9863D4FF-7302-45D7-A0C1-55BB6F07553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0" name="Group 39">
              <a:extLst>
                <a:ext uri="{FF2B5EF4-FFF2-40B4-BE49-F238E27FC236}">
                  <a16:creationId xmlns:a16="http://schemas.microsoft.com/office/drawing/2014/main" id="{0CFBD0D5-CA43-7E13-6C31-7588FE7D62F7}"/>
                </a:ext>
              </a:extLst>
            </p:cNvPr>
            <p:cNvGrpSpPr/>
            <p:nvPr/>
          </p:nvGrpSpPr>
          <p:grpSpPr>
            <a:xfrm>
              <a:off x="7713663" y="2848339"/>
              <a:ext cx="1042107" cy="425543"/>
              <a:chOff x="7786941" y="2884917"/>
              <a:chExt cx="897649" cy="353919"/>
            </a:xfrm>
          </p:grpSpPr>
          <p:sp>
            <p:nvSpPr>
              <p:cNvPr id="41" name="Freeform 730">
                <a:extLst>
                  <a:ext uri="{FF2B5EF4-FFF2-40B4-BE49-F238E27FC236}">
                    <a16:creationId xmlns:a16="http://schemas.microsoft.com/office/drawing/2014/main" id="{DBD66DFF-6311-BBAB-E0D0-00925ED40C86}"/>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Freeform 731">
                <a:extLst>
                  <a:ext uri="{FF2B5EF4-FFF2-40B4-BE49-F238E27FC236}">
                    <a16:creationId xmlns:a16="http://schemas.microsoft.com/office/drawing/2014/main" id="{894819D4-9287-5C7A-B923-125684AA5DF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732">
                <a:extLst>
                  <a:ext uri="{FF2B5EF4-FFF2-40B4-BE49-F238E27FC236}">
                    <a16:creationId xmlns:a16="http://schemas.microsoft.com/office/drawing/2014/main" id="{BB5001BD-9536-D710-4F97-3E5FAE5CA0D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733">
                <a:extLst>
                  <a:ext uri="{FF2B5EF4-FFF2-40B4-BE49-F238E27FC236}">
                    <a16:creationId xmlns:a16="http://schemas.microsoft.com/office/drawing/2014/main" id="{5EDA89AB-D114-5822-53CD-1718819F7BA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45" name="Group 44">
            <a:extLst>
              <a:ext uri="{FF2B5EF4-FFF2-40B4-BE49-F238E27FC236}">
                <a16:creationId xmlns:a16="http://schemas.microsoft.com/office/drawing/2014/main" id="{203EAAD9-7A78-7553-CB9D-2F6225CF45C8}"/>
              </a:ext>
            </a:extLst>
          </p:cNvPr>
          <p:cNvGrpSpPr/>
          <p:nvPr/>
        </p:nvGrpSpPr>
        <p:grpSpPr>
          <a:xfrm>
            <a:off x="7567435" y="4520082"/>
            <a:ext cx="946204" cy="493906"/>
            <a:chOff x="7493876" y="2774731"/>
            <a:chExt cx="1481958" cy="894622"/>
          </a:xfrm>
        </p:grpSpPr>
        <p:sp>
          <p:nvSpPr>
            <p:cNvPr id="46" name="Freeform 735">
              <a:extLst>
                <a:ext uri="{FF2B5EF4-FFF2-40B4-BE49-F238E27FC236}">
                  <a16:creationId xmlns:a16="http://schemas.microsoft.com/office/drawing/2014/main" id="{BF4D16D8-9DA9-602E-7829-A76AAB432D3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7" name="Oval 46">
              <a:extLst>
                <a:ext uri="{FF2B5EF4-FFF2-40B4-BE49-F238E27FC236}">
                  <a16:creationId xmlns:a16="http://schemas.microsoft.com/office/drawing/2014/main" id="{C2C5DE8D-4920-4613-85B8-CD39FF46493A}"/>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8" name="Group 47">
              <a:extLst>
                <a:ext uri="{FF2B5EF4-FFF2-40B4-BE49-F238E27FC236}">
                  <a16:creationId xmlns:a16="http://schemas.microsoft.com/office/drawing/2014/main" id="{36F1A4C2-291A-7114-6F15-6679914A993C}"/>
                </a:ext>
              </a:extLst>
            </p:cNvPr>
            <p:cNvGrpSpPr/>
            <p:nvPr/>
          </p:nvGrpSpPr>
          <p:grpSpPr>
            <a:xfrm>
              <a:off x="7713663" y="2848339"/>
              <a:ext cx="1042107" cy="425543"/>
              <a:chOff x="7786941" y="2884917"/>
              <a:chExt cx="897649" cy="353919"/>
            </a:xfrm>
          </p:grpSpPr>
          <p:sp>
            <p:nvSpPr>
              <p:cNvPr id="49" name="Freeform 738">
                <a:extLst>
                  <a:ext uri="{FF2B5EF4-FFF2-40B4-BE49-F238E27FC236}">
                    <a16:creationId xmlns:a16="http://schemas.microsoft.com/office/drawing/2014/main" id="{C42AE11F-29E0-A1E4-C91D-6341B76B08F3}"/>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739">
                <a:extLst>
                  <a:ext uri="{FF2B5EF4-FFF2-40B4-BE49-F238E27FC236}">
                    <a16:creationId xmlns:a16="http://schemas.microsoft.com/office/drawing/2014/main" id="{C4B7E0E0-2202-80B6-7928-0F194342844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1" name="Freeform 740">
                <a:extLst>
                  <a:ext uri="{FF2B5EF4-FFF2-40B4-BE49-F238E27FC236}">
                    <a16:creationId xmlns:a16="http://schemas.microsoft.com/office/drawing/2014/main" id="{C458C1AD-D85B-CC93-2055-ACAB69F72C5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2" name="Freeform 741">
                <a:extLst>
                  <a:ext uri="{FF2B5EF4-FFF2-40B4-BE49-F238E27FC236}">
                    <a16:creationId xmlns:a16="http://schemas.microsoft.com/office/drawing/2014/main" id="{1114C3BB-A8DF-F8D1-8EC8-3C4220FAB84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53" name="Group 52">
            <a:extLst>
              <a:ext uri="{FF2B5EF4-FFF2-40B4-BE49-F238E27FC236}">
                <a16:creationId xmlns:a16="http://schemas.microsoft.com/office/drawing/2014/main" id="{22FD7901-E997-57F2-D4AE-F62FED39600D}"/>
              </a:ext>
            </a:extLst>
          </p:cNvPr>
          <p:cNvGrpSpPr/>
          <p:nvPr/>
        </p:nvGrpSpPr>
        <p:grpSpPr>
          <a:xfrm>
            <a:off x="9940980" y="4520082"/>
            <a:ext cx="946204" cy="493906"/>
            <a:chOff x="7493876" y="2774731"/>
            <a:chExt cx="1481958" cy="894622"/>
          </a:xfrm>
        </p:grpSpPr>
        <p:sp>
          <p:nvSpPr>
            <p:cNvPr id="54" name="Freeform 743">
              <a:extLst>
                <a:ext uri="{FF2B5EF4-FFF2-40B4-BE49-F238E27FC236}">
                  <a16:creationId xmlns:a16="http://schemas.microsoft.com/office/drawing/2014/main" id="{BBF7ECB2-8C4E-6A83-9B54-90195400C4B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55" name="Oval 54">
              <a:extLst>
                <a:ext uri="{FF2B5EF4-FFF2-40B4-BE49-F238E27FC236}">
                  <a16:creationId xmlns:a16="http://schemas.microsoft.com/office/drawing/2014/main" id="{40C25B4B-E50A-A840-4B09-DD706BAC878B}"/>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56" name="Group 55">
              <a:extLst>
                <a:ext uri="{FF2B5EF4-FFF2-40B4-BE49-F238E27FC236}">
                  <a16:creationId xmlns:a16="http://schemas.microsoft.com/office/drawing/2014/main" id="{0FDF018A-13BE-B23C-CAFC-129009399379}"/>
                </a:ext>
              </a:extLst>
            </p:cNvPr>
            <p:cNvGrpSpPr/>
            <p:nvPr/>
          </p:nvGrpSpPr>
          <p:grpSpPr>
            <a:xfrm>
              <a:off x="7713663" y="2848339"/>
              <a:ext cx="1042107" cy="425543"/>
              <a:chOff x="7786941" y="2884917"/>
              <a:chExt cx="897649" cy="353919"/>
            </a:xfrm>
          </p:grpSpPr>
          <p:sp>
            <p:nvSpPr>
              <p:cNvPr id="57" name="Freeform 746">
                <a:extLst>
                  <a:ext uri="{FF2B5EF4-FFF2-40B4-BE49-F238E27FC236}">
                    <a16:creationId xmlns:a16="http://schemas.microsoft.com/office/drawing/2014/main" id="{82368D13-55D3-10AB-3F6E-0F1B46734851}"/>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8" name="Freeform 747">
                <a:extLst>
                  <a:ext uri="{FF2B5EF4-FFF2-40B4-BE49-F238E27FC236}">
                    <a16:creationId xmlns:a16="http://schemas.microsoft.com/office/drawing/2014/main" id="{D26F1892-7B6D-E9C6-1437-BD1DA057487A}"/>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9" name="Freeform 748">
                <a:extLst>
                  <a:ext uri="{FF2B5EF4-FFF2-40B4-BE49-F238E27FC236}">
                    <a16:creationId xmlns:a16="http://schemas.microsoft.com/office/drawing/2014/main" id="{A4B6C1C8-4A97-601A-B679-5E7137E35BCB}"/>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0" name="Freeform 749">
                <a:extLst>
                  <a:ext uri="{FF2B5EF4-FFF2-40B4-BE49-F238E27FC236}">
                    <a16:creationId xmlns:a16="http://schemas.microsoft.com/office/drawing/2014/main" id="{36900D8E-FBE2-C2E0-E2E5-1A6395178D3B}"/>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grpSp>
        <p:nvGrpSpPr>
          <p:cNvPr id="61" name="Group 60">
            <a:extLst>
              <a:ext uri="{FF2B5EF4-FFF2-40B4-BE49-F238E27FC236}">
                <a16:creationId xmlns:a16="http://schemas.microsoft.com/office/drawing/2014/main" id="{FA4B83A7-CE05-00A2-3FD8-5F193A57D79B}"/>
              </a:ext>
            </a:extLst>
          </p:cNvPr>
          <p:cNvGrpSpPr/>
          <p:nvPr/>
        </p:nvGrpSpPr>
        <p:grpSpPr>
          <a:xfrm>
            <a:off x="9889177" y="2634520"/>
            <a:ext cx="946204" cy="493906"/>
            <a:chOff x="7493876" y="2774731"/>
            <a:chExt cx="1481958" cy="894622"/>
          </a:xfrm>
        </p:grpSpPr>
        <p:sp>
          <p:nvSpPr>
            <p:cNvPr id="62" name="Freeform 751">
              <a:extLst>
                <a:ext uri="{FF2B5EF4-FFF2-40B4-BE49-F238E27FC236}">
                  <a16:creationId xmlns:a16="http://schemas.microsoft.com/office/drawing/2014/main" id="{B7AB6404-3FA6-38DC-FF6C-33B53D7C8EA3}"/>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3" name="Oval 62">
              <a:extLst>
                <a:ext uri="{FF2B5EF4-FFF2-40B4-BE49-F238E27FC236}">
                  <a16:creationId xmlns:a16="http://schemas.microsoft.com/office/drawing/2014/main" id="{2770965F-7ADE-8D0E-66F3-A0C4A230F091}"/>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64" name="Group 63">
              <a:extLst>
                <a:ext uri="{FF2B5EF4-FFF2-40B4-BE49-F238E27FC236}">
                  <a16:creationId xmlns:a16="http://schemas.microsoft.com/office/drawing/2014/main" id="{F71E83FE-3F6F-ABBC-4EC0-643CEFA4D37C}"/>
                </a:ext>
              </a:extLst>
            </p:cNvPr>
            <p:cNvGrpSpPr/>
            <p:nvPr/>
          </p:nvGrpSpPr>
          <p:grpSpPr>
            <a:xfrm>
              <a:off x="7713663" y="2848339"/>
              <a:ext cx="1042107" cy="425543"/>
              <a:chOff x="7786941" y="2884917"/>
              <a:chExt cx="897649" cy="353919"/>
            </a:xfrm>
          </p:grpSpPr>
          <p:sp>
            <p:nvSpPr>
              <p:cNvPr id="65" name="Freeform 754">
                <a:extLst>
                  <a:ext uri="{FF2B5EF4-FFF2-40B4-BE49-F238E27FC236}">
                    <a16:creationId xmlns:a16="http://schemas.microsoft.com/office/drawing/2014/main" id="{7427393F-5D5C-5AAE-3D5F-43A47A7DDBC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6" name="Freeform 755">
                <a:extLst>
                  <a:ext uri="{FF2B5EF4-FFF2-40B4-BE49-F238E27FC236}">
                    <a16:creationId xmlns:a16="http://schemas.microsoft.com/office/drawing/2014/main" id="{EDE97C3D-821F-F105-C304-1E534514ABE5}"/>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7" name="Freeform 756">
                <a:extLst>
                  <a:ext uri="{FF2B5EF4-FFF2-40B4-BE49-F238E27FC236}">
                    <a16:creationId xmlns:a16="http://schemas.microsoft.com/office/drawing/2014/main" id="{3FED5934-5B10-5C56-5A1F-B2726AA98E1E}"/>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8" name="Freeform 757">
                <a:extLst>
                  <a:ext uri="{FF2B5EF4-FFF2-40B4-BE49-F238E27FC236}">
                    <a16:creationId xmlns:a16="http://schemas.microsoft.com/office/drawing/2014/main" id="{85CFEA73-DDE4-14BF-082F-A32EBA0C9F02}"/>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69" name="Rectangle 68">
            <a:extLst>
              <a:ext uri="{FF2B5EF4-FFF2-40B4-BE49-F238E27FC236}">
                <a16:creationId xmlns:a16="http://schemas.microsoft.com/office/drawing/2014/main" id="{F175197E-DFFA-533D-BAD1-379B5715B4EB}"/>
              </a:ext>
            </a:extLst>
          </p:cNvPr>
          <p:cNvSpPr/>
          <p:nvPr/>
        </p:nvSpPr>
        <p:spPr bwMode="auto">
          <a:xfrm rot="1634516">
            <a:off x="7940837" y="2709093"/>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0" name="Rectangle 69">
            <a:extLst>
              <a:ext uri="{FF2B5EF4-FFF2-40B4-BE49-F238E27FC236}">
                <a16:creationId xmlns:a16="http://schemas.microsoft.com/office/drawing/2014/main" id="{44C6446A-0063-6D4F-B21C-46928B115731}"/>
              </a:ext>
            </a:extLst>
          </p:cNvPr>
          <p:cNvSpPr/>
          <p:nvPr/>
        </p:nvSpPr>
        <p:spPr bwMode="auto">
          <a:xfrm rot="2101064">
            <a:off x="9817292" y="2970721"/>
            <a:ext cx="535922" cy="73182"/>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sp>
        <p:nvSpPr>
          <p:cNvPr id="71" name="Rectangle 70">
            <a:extLst>
              <a:ext uri="{FF2B5EF4-FFF2-40B4-BE49-F238E27FC236}">
                <a16:creationId xmlns:a16="http://schemas.microsoft.com/office/drawing/2014/main" id="{FF00EBCC-58EC-F6FE-834E-8FEFAD140735}"/>
              </a:ext>
            </a:extLst>
          </p:cNvPr>
          <p:cNvSpPr/>
          <p:nvPr/>
        </p:nvSpPr>
        <p:spPr bwMode="auto">
          <a:xfrm rot="4253584">
            <a:off x="10096993" y="4729744"/>
            <a:ext cx="547683" cy="75781"/>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ＭＳ Ｐゴシック" charset="0"/>
              <a:cs typeface="ＭＳ Ｐゴシック" charset="0"/>
            </a:endParaRPr>
          </a:p>
        </p:txBody>
      </p:sp>
      <p:grpSp>
        <p:nvGrpSpPr>
          <p:cNvPr id="72" name="Group 100">
            <a:extLst>
              <a:ext uri="{FF2B5EF4-FFF2-40B4-BE49-F238E27FC236}">
                <a16:creationId xmlns:a16="http://schemas.microsoft.com/office/drawing/2014/main" id="{FC21B887-B151-AF5F-DFFD-67DA38819C54}"/>
              </a:ext>
            </a:extLst>
          </p:cNvPr>
          <p:cNvGrpSpPr>
            <a:grpSpLocks/>
          </p:cNvGrpSpPr>
          <p:nvPr/>
        </p:nvGrpSpPr>
        <p:grpSpPr bwMode="auto">
          <a:xfrm>
            <a:off x="9946631" y="5393995"/>
            <a:ext cx="703389" cy="568387"/>
            <a:chOff x="-44" y="1473"/>
            <a:chExt cx="981" cy="1105"/>
          </a:xfrm>
        </p:grpSpPr>
        <p:pic>
          <p:nvPicPr>
            <p:cNvPr id="73" name="Picture 101" descr="desktop_computer_stylized_medium">
              <a:extLst>
                <a:ext uri="{FF2B5EF4-FFF2-40B4-BE49-F238E27FC236}">
                  <a16:creationId xmlns:a16="http://schemas.microsoft.com/office/drawing/2014/main" id="{A760651E-981E-E169-5F37-7046EEA79C3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4" name="Freeform 102">
              <a:extLst>
                <a:ext uri="{FF2B5EF4-FFF2-40B4-BE49-F238E27FC236}">
                  <a16:creationId xmlns:a16="http://schemas.microsoft.com/office/drawing/2014/main" id="{79421596-3312-0429-B600-964A91C24BEF}"/>
                </a:ext>
              </a:extLst>
            </p:cNvPr>
            <p:cNvSpPr>
              <a:spLocks/>
            </p:cNvSpPr>
            <p:nvPr/>
          </p:nvSpPr>
          <p:spPr bwMode="auto">
            <a:xfrm flipH="1">
              <a:off x="374" y="1579"/>
              <a:ext cx="477" cy="506"/>
            </a:xfrm>
            <a:custGeom>
              <a:avLst/>
              <a:gdLst>
                <a:gd name="T0" fmla="*/ 0 w 356"/>
                <a:gd name="T1" fmla="*/ 0 h 368"/>
                <a:gd name="T2" fmla="*/ 3117 w 356"/>
                <a:gd name="T3" fmla="*/ 180 h 368"/>
                <a:gd name="T4" fmla="*/ 3697 w 356"/>
                <a:gd name="T5" fmla="*/ 3750 h 368"/>
                <a:gd name="T6" fmla="*/ 815 w 356"/>
                <a:gd name="T7" fmla="*/ 4705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75" name="TextBox 74">
            <a:extLst>
              <a:ext uri="{FF2B5EF4-FFF2-40B4-BE49-F238E27FC236}">
                <a16:creationId xmlns:a16="http://schemas.microsoft.com/office/drawing/2014/main" id="{2C083830-BF74-0037-2CAB-36510C0AA024}"/>
              </a:ext>
            </a:extLst>
          </p:cNvPr>
          <p:cNvSpPr txBox="1"/>
          <p:nvPr/>
        </p:nvSpPr>
        <p:spPr>
          <a:xfrm>
            <a:off x="424543" y="6041571"/>
            <a:ext cx="7276130" cy="369332"/>
          </a:xfrm>
          <a:prstGeom prst="rect">
            <a:avLst/>
          </a:prstGeom>
          <a:noFill/>
        </p:spPr>
        <p:txBody>
          <a:bodyPr wrap="square" rtlCol="0">
            <a:spAutoFit/>
          </a:bodyPr>
          <a:lstStyle/>
          <a:p>
            <a:r>
              <a:rPr lang="en-IN" dirty="0"/>
              <a:t>Copyright © 2010-2025 J.F. Kurose, K.W. Ross</a:t>
            </a:r>
          </a:p>
        </p:txBody>
      </p:sp>
      <mc:AlternateContent xmlns:mc="http://schemas.openxmlformats.org/markup-compatibility/2006" xmlns:p14="http://schemas.microsoft.com/office/powerpoint/2010/main">
        <mc:Choice Requires="p14">
          <p:contentPart p14:bwMode="auto" r:id="rId3">
            <p14:nvContentPartPr>
              <p14:cNvPr id="76" name="Ink 75">
                <a:extLst>
                  <a:ext uri="{FF2B5EF4-FFF2-40B4-BE49-F238E27FC236}">
                    <a16:creationId xmlns:a16="http://schemas.microsoft.com/office/drawing/2014/main" id="{8F15DBA8-42D9-6C13-5D98-CF9B55C9734A}"/>
                  </a:ext>
                </a:extLst>
              </p14:cNvPr>
              <p14:cNvContentPartPr/>
              <p14:nvPr/>
            </p14:nvContentPartPr>
            <p14:xfrm>
              <a:off x="8002080" y="1607760"/>
              <a:ext cx="2675520" cy="4276440"/>
            </p14:xfrm>
          </p:contentPart>
        </mc:Choice>
        <mc:Fallback xmlns="">
          <p:pic>
            <p:nvPicPr>
              <p:cNvPr id="76" name="Ink 75">
                <a:extLst>
                  <a:ext uri="{FF2B5EF4-FFF2-40B4-BE49-F238E27FC236}">
                    <a16:creationId xmlns:a16="http://schemas.microsoft.com/office/drawing/2014/main" id="{8F15DBA8-42D9-6C13-5D98-CF9B55C9734A}"/>
                  </a:ext>
                </a:extLst>
              </p:cNvPr>
              <p:cNvPicPr/>
              <p:nvPr/>
            </p:nvPicPr>
            <p:blipFill>
              <a:blip r:embed="rId4"/>
              <a:stretch>
                <a:fillRect/>
              </a:stretch>
            </p:blipFill>
            <p:spPr>
              <a:xfrm>
                <a:off x="7992720" y="1598400"/>
                <a:ext cx="2694240" cy="4295160"/>
              </a:xfrm>
              <a:prstGeom prst="rect">
                <a:avLst/>
              </a:prstGeom>
            </p:spPr>
          </p:pic>
        </mc:Fallback>
      </mc:AlternateContent>
    </p:spTree>
    <p:extLst>
      <p:ext uri="{BB962C8B-B14F-4D97-AF65-F5344CB8AC3E}">
        <p14:creationId xmlns:p14="http://schemas.microsoft.com/office/powerpoint/2010/main" val="7163754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D117A0-6B6F-1193-7E8C-6A8373058EC3}"/>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855048EA-CF25-D0E0-FEBD-2284D101A835}"/>
              </a:ext>
            </a:extLst>
          </p:cNvPr>
          <p:cNvSpPr>
            <a:spLocks noGrp="1"/>
          </p:cNvSpPr>
          <p:nvPr>
            <p:ph idx="1"/>
          </p:nvPr>
        </p:nvSpPr>
        <p:spPr/>
        <p:txBody>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solidFill>
                  <a:srgbClr val="FF0000"/>
                </a:solidFill>
              </a:rPr>
              <a:t>Does this solves the problem of real-time communication? </a:t>
            </a:r>
          </a:p>
        </p:txBody>
      </p:sp>
    </p:spTree>
    <p:extLst>
      <p:ext uri="{BB962C8B-B14F-4D97-AF65-F5344CB8AC3E}">
        <p14:creationId xmlns:p14="http://schemas.microsoft.com/office/powerpoint/2010/main" val="1753020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F63707-A971-335E-A739-5C0211A6A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ACB1C3-01E0-BC0B-0D4F-525E33271249}"/>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F115C8DA-278B-3647-7E5C-A32A6A0F62E4}"/>
              </a:ext>
            </a:extLst>
          </p:cNvPr>
          <p:cNvSpPr>
            <a:spLocks noGrp="1"/>
          </p:cNvSpPr>
          <p:nvPr>
            <p:ph idx="1"/>
          </p:nvPr>
        </p:nvSpPr>
        <p:spPr/>
        <p:txBody>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t>Does this solves the problem of real-time communication?</a:t>
            </a:r>
          </a:p>
          <a:p>
            <a:pPr lvl="1"/>
            <a:r>
              <a:rPr lang="en-IN" dirty="0"/>
              <a:t>Yes </a:t>
            </a:r>
          </a:p>
          <a:p>
            <a:r>
              <a:rPr lang="en-IN" dirty="0">
                <a:solidFill>
                  <a:srgbClr val="FF0000"/>
                </a:solidFill>
              </a:rPr>
              <a:t>Any other problem?</a:t>
            </a:r>
          </a:p>
        </p:txBody>
      </p:sp>
    </p:spTree>
    <p:extLst>
      <p:ext uri="{BB962C8B-B14F-4D97-AF65-F5344CB8AC3E}">
        <p14:creationId xmlns:p14="http://schemas.microsoft.com/office/powerpoint/2010/main" val="1117059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C1222-5E6D-A39F-41D6-638DDD62C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309DDC-ECD9-49E0-FAEC-40C7303B2748}"/>
              </a:ext>
            </a:extLst>
          </p:cNvPr>
          <p:cNvSpPr>
            <a:spLocks noGrp="1"/>
          </p:cNvSpPr>
          <p:nvPr>
            <p:ph type="title"/>
          </p:nvPr>
        </p:nvSpPr>
        <p:spPr/>
        <p:txBody>
          <a:bodyPr/>
          <a:lstStyle/>
          <a:p>
            <a:r>
              <a:rPr lang="en-IN" dirty="0"/>
              <a:t>Circuit switching</a:t>
            </a:r>
          </a:p>
        </p:txBody>
      </p:sp>
      <p:sp>
        <p:nvSpPr>
          <p:cNvPr id="3" name="Content Placeholder 2">
            <a:extLst>
              <a:ext uri="{FF2B5EF4-FFF2-40B4-BE49-F238E27FC236}">
                <a16:creationId xmlns:a16="http://schemas.microsoft.com/office/drawing/2014/main" id="{D04061B1-F3A2-6A3A-3640-A5E2F01EF8E6}"/>
              </a:ext>
            </a:extLst>
          </p:cNvPr>
          <p:cNvSpPr>
            <a:spLocks noGrp="1"/>
          </p:cNvSpPr>
          <p:nvPr>
            <p:ph idx="1"/>
          </p:nvPr>
        </p:nvSpPr>
        <p:spPr/>
        <p:txBody>
          <a:bodyPr>
            <a:normAutofit fontScale="92500" lnSpcReduction="10000"/>
          </a:bodyPr>
          <a:lstStyle/>
          <a:p>
            <a:r>
              <a:rPr lang="en-IN" dirty="0"/>
              <a:t>In circuit switching, the network establishes a dedicated end-to-end connection between the two communication hosts A and B</a:t>
            </a:r>
          </a:p>
          <a:p>
            <a:endParaRPr lang="en-IN" dirty="0"/>
          </a:p>
          <a:p>
            <a:r>
              <a:rPr lang="en-IN" dirty="0"/>
              <a:t>No other hosts can send messages on the dedicated path until A and B decides to end the connection</a:t>
            </a:r>
          </a:p>
          <a:p>
            <a:endParaRPr lang="en-IN" dirty="0"/>
          </a:p>
          <a:p>
            <a:r>
              <a:rPr lang="en-IN" dirty="0"/>
              <a:t>Does this solves the problem of real-time communication?</a:t>
            </a:r>
          </a:p>
          <a:p>
            <a:pPr lvl="1"/>
            <a:r>
              <a:rPr lang="en-IN" dirty="0"/>
              <a:t>Yes </a:t>
            </a:r>
          </a:p>
          <a:p>
            <a:r>
              <a:rPr lang="en-IN" dirty="0"/>
              <a:t>Any other problem?</a:t>
            </a:r>
          </a:p>
          <a:p>
            <a:pPr lvl="1"/>
            <a:r>
              <a:rPr lang="en-IN" dirty="0"/>
              <a:t>Wastage of network resources during the silent period of the communication</a:t>
            </a:r>
          </a:p>
          <a:p>
            <a:pPr lvl="2"/>
            <a:r>
              <a:rPr lang="en-IN" dirty="0"/>
              <a:t>e.g., no one is speaking</a:t>
            </a:r>
          </a:p>
        </p:txBody>
      </p:sp>
    </p:spTree>
    <p:extLst>
      <p:ext uri="{BB962C8B-B14F-4D97-AF65-F5344CB8AC3E}">
        <p14:creationId xmlns:p14="http://schemas.microsoft.com/office/powerpoint/2010/main" val="41351008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388CD6-1505-F3C2-08C1-6501C582DEFF}"/>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1B6F4C06-21DC-AF45-6E50-7CED163636A1}"/>
              </a:ext>
            </a:extLst>
          </p:cNvPr>
          <p:cNvSpPr>
            <a:spLocks noGrp="1"/>
          </p:cNvSpPr>
          <p:nvPr>
            <p:ph idx="1"/>
          </p:nvPr>
        </p:nvSpPr>
        <p:spPr/>
        <p:txBody>
          <a:bodyPr/>
          <a:lstStyle/>
          <a:p>
            <a:r>
              <a:rPr lang="en-IN" dirty="0"/>
              <a:t>Even though the circuit switches reserve intermediate links, a link can still serve multiple circuits (dedicated channel between communication hosts) using multiplexing techniques</a:t>
            </a:r>
          </a:p>
          <a:p>
            <a:endParaRPr lang="en-IN" dirty="0"/>
          </a:p>
          <a:p>
            <a:r>
              <a:rPr lang="en-IN" dirty="0"/>
              <a:t>Time-division multiplexing</a:t>
            </a:r>
          </a:p>
          <a:p>
            <a:pPr lvl="1"/>
            <a:r>
              <a:rPr lang="en-IN" dirty="0"/>
              <a:t>Time is divided into slots</a:t>
            </a:r>
          </a:p>
          <a:p>
            <a:pPr lvl="1"/>
            <a:r>
              <a:rPr lang="en-IN" dirty="0"/>
              <a:t>Each circuit is assigned a slot</a:t>
            </a:r>
          </a:p>
          <a:p>
            <a:pPr lvl="1"/>
            <a:r>
              <a:rPr lang="en-IN" dirty="0"/>
              <a:t>The circuit can use the full transmission rate during its turn in a round-robin manner</a:t>
            </a:r>
          </a:p>
          <a:p>
            <a:pPr lvl="1"/>
            <a:endParaRPr lang="en-IN" dirty="0"/>
          </a:p>
        </p:txBody>
      </p:sp>
    </p:spTree>
    <p:extLst>
      <p:ext uri="{BB962C8B-B14F-4D97-AF65-F5344CB8AC3E}">
        <p14:creationId xmlns:p14="http://schemas.microsoft.com/office/powerpoint/2010/main" val="6742328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18376F-9BD0-ACE3-4C30-6628698060CE}"/>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AAD338BA-937F-9B5D-DB94-C4FB787C88A6}"/>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477619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33A65-1293-ADC3-7BFF-53FF7127C450}"/>
              </a:ext>
            </a:extLst>
          </p:cNvPr>
          <p:cNvSpPr>
            <a:spLocks noGrp="1"/>
          </p:cNvSpPr>
          <p:nvPr>
            <p:ph type="title"/>
          </p:nvPr>
        </p:nvSpPr>
        <p:spPr/>
        <p:txBody>
          <a:bodyPr/>
          <a:lstStyle/>
          <a:p>
            <a:r>
              <a:rPr lang="en-IN" dirty="0"/>
              <a:t>Multiplexing</a:t>
            </a:r>
          </a:p>
        </p:txBody>
      </p:sp>
      <p:sp>
        <p:nvSpPr>
          <p:cNvPr id="3" name="Content Placeholder 2">
            <a:extLst>
              <a:ext uri="{FF2B5EF4-FFF2-40B4-BE49-F238E27FC236}">
                <a16:creationId xmlns:a16="http://schemas.microsoft.com/office/drawing/2014/main" id="{D5519A41-D128-64D2-58E1-E9D4C821FC35}"/>
              </a:ext>
            </a:extLst>
          </p:cNvPr>
          <p:cNvSpPr>
            <a:spLocks noGrp="1"/>
          </p:cNvSpPr>
          <p:nvPr>
            <p:ph idx="1"/>
          </p:nvPr>
        </p:nvSpPr>
        <p:spPr/>
        <p:txBody>
          <a:bodyPr/>
          <a:lstStyle/>
          <a:p>
            <a:r>
              <a:rPr lang="en-IN" dirty="0"/>
              <a:t>Frequency-division multiplexing (FDM)</a:t>
            </a:r>
          </a:p>
          <a:p>
            <a:pPr lvl="1"/>
            <a:r>
              <a:rPr lang="en-IN" dirty="0"/>
              <a:t>Each communication is assigned a unique frequency band</a:t>
            </a:r>
          </a:p>
          <a:p>
            <a:pPr lvl="2"/>
            <a:r>
              <a:rPr lang="en-IN" dirty="0"/>
              <a:t>e.g., FM radio stations use FDM where each station uses a different frequency in the frequency spectrum</a:t>
            </a:r>
          </a:p>
          <a:p>
            <a:pPr lvl="2"/>
            <a:endParaRPr lang="en-IN" dirty="0"/>
          </a:p>
          <a:p>
            <a:pPr lvl="1"/>
            <a:r>
              <a:rPr lang="en-IN" dirty="0"/>
              <a:t>If the transmission rate is 100 Mbps, then </a:t>
            </a:r>
            <a:r>
              <a:rPr lang="en-IN" dirty="0">
                <a:solidFill>
                  <a:schemeClr val="accent1"/>
                </a:solidFill>
              </a:rPr>
              <a:t>n</a:t>
            </a:r>
            <a:r>
              <a:rPr lang="en-IN" dirty="0"/>
              <a:t> users sharing the link can roughly send at slightly less than 100/</a:t>
            </a:r>
            <a:r>
              <a:rPr lang="en-IN" dirty="0">
                <a:solidFill>
                  <a:schemeClr val="accent1"/>
                </a:solidFill>
              </a:rPr>
              <a:t>n</a:t>
            </a:r>
            <a:r>
              <a:rPr lang="en-IN" dirty="0"/>
              <a:t> Mbps</a:t>
            </a:r>
          </a:p>
        </p:txBody>
      </p:sp>
    </p:spTree>
    <p:extLst>
      <p:ext uri="{BB962C8B-B14F-4D97-AF65-F5344CB8AC3E}">
        <p14:creationId xmlns:p14="http://schemas.microsoft.com/office/powerpoint/2010/main" val="3671274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E7E5C1-9C6C-C491-A073-896352972433}"/>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489EDA2-4931-A81A-127C-092F16F83986}"/>
              </a:ext>
            </a:extLst>
          </p:cNvPr>
          <p:cNvSpPr>
            <a:spLocks noGrp="1"/>
          </p:cNvSpPr>
          <p:nvPr>
            <p:ph idx="1"/>
          </p:nvPr>
        </p:nvSpPr>
        <p:spPr/>
        <p:txBody>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circuit switching scheme?</a:t>
            </a:r>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9BED6CF3-A886-820C-630A-C831D5E6CD08}"/>
                  </a:ext>
                </a:extLst>
              </p14:cNvPr>
              <p14:cNvContentPartPr/>
              <p14:nvPr/>
            </p14:nvContentPartPr>
            <p14:xfrm>
              <a:off x="8053200" y="313200"/>
              <a:ext cx="3725640" cy="1962720"/>
            </p14:xfrm>
          </p:contentPart>
        </mc:Choice>
        <mc:Fallback xmlns="">
          <p:pic>
            <p:nvPicPr>
              <p:cNvPr id="4" name="Ink 3">
                <a:extLst>
                  <a:ext uri="{FF2B5EF4-FFF2-40B4-BE49-F238E27FC236}">
                    <a16:creationId xmlns:a16="http://schemas.microsoft.com/office/drawing/2014/main" id="{9BED6CF3-A886-820C-630A-C831D5E6CD08}"/>
                  </a:ext>
                </a:extLst>
              </p:cNvPr>
              <p:cNvPicPr/>
              <p:nvPr/>
            </p:nvPicPr>
            <p:blipFill>
              <a:blip r:embed="rId3"/>
              <a:stretch>
                <a:fillRect/>
              </a:stretch>
            </p:blipFill>
            <p:spPr>
              <a:xfrm>
                <a:off x="8043840" y="303840"/>
                <a:ext cx="3744360" cy="1981440"/>
              </a:xfrm>
              <a:prstGeom prst="rect">
                <a:avLst/>
              </a:prstGeom>
            </p:spPr>
          </p:pic>
        </mc:Fallback>
      </mc:AlternateContent>
    </p:spTree>
    <p:extLst>
      <p:ext uri="{BB962C8B-B14F-4D97-AF65-F5344CB8AC3E}">
        <p14:creationId xmlns:p14="http://schemas.microsoft.com/office/powerpoint/2010/main" val="103486161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A39C2E-8CB9-475A-094D-200B61E4D7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D45183-B887-1B0B-9ACC-163B28244940}"/>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DBD69EF-2110-F483-9114-C873E2986715}"/>
                  </a:ext>
                </a:extLst>
              </p:cNvPr>
              <p:cNvSpPr>
                <a:spLocks noGrp="1"/>
              </p:cNvSpPr>
              <p:nvPr>
                <p:ph idx="1"/>
              </p:nvPr>
            </p:nvSpPr>
            <p:spPr/>
            <p:txBody>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circuit switching scheme?</a:t>
                </a:r>
              </a:p>
              <a:p>
                <a:pPr lvl="1"/>
                <a:endParaRPr lang="en-IN" dirty="0"/>
              </a:p>
              <a:p>
                <a:r>
                  <a:rPr lang="en-IN" dirty="0"/>
                  <a:t>Answer</a:t>
                </a:r>
              </a:p>
              <a:p>
                <a:pPr lvl="1"/>
                <a:r>
                  <a:rPr lang="en-IN" dirty="0"/>
                  <a:t>Each user requires 100 kbps reserved whether active or not</a:t>
                </a:r>
              </a:p>
              <a:p>
                <a:pPr lvl="1"/>
                <a:r>
                  <a:rPr lang="en-IN" dirty="0"/>
                  <a:t>The maximum number of users is: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1 </m:t>
                        </m:r>
                        <m:r>
                          <a:rPr lang="en-IN" b="0" i="1" smtClean="0">
                            <a:latin typeface="Cambria Math" panose="02040503050406030204" pitchFamily="18" charset="0"/>
                          </a:rPr>
                          <m:t>𝑀𝑏</m:t>
                        </m:r>
                      </m:num>
                      <m:den>
                        <m:r>
                          <a:rPr lang="en-IN" b="0" i="1" smtClean="0">
                            <a:latin typeface="Cambria Math" panose="02040503050406030204" pitchFamily="18" charset="0"/>
                          </a:rPr>
                          <m:t>100 </m:t>
                        </m:r>
                        <m:r>
                          <a:rPr lang="en-IN" b="0" i="1" smtClean="0">
                            <a:latin typeface="Cambria Math" panose="02040503050406030204" pitchFamily="18" charset="0"/>
                          </a:rPr>
                          <m:t>𝐾𝑏</m:t>
                        </m:r>
                      </m:den>
                    </m:f>
                    <m:r>
                      <a:rPr lang="en-IN" b="0" i="1" smtClean="0">
                        <a:latin typeface="Cambria Math" panose="02040503050406030204" pitchFamily="18" charset="0"/>
                      </a:rPr>
                      <m:t>=10</m:t>
                    </m:r>
                  </m:oMath>
                </a14:m>
                <a:endParaRPr lang="en-IN" dirty="0"/>
              </a:p>
            </p:txBody>
          </p:sp>
        </mc:Choice>
        <mc:Fallback xmlns="">
          <p:sp>
            <p:nvSpPr>
              <p:cNvPr id="3" name="Content Placeholder 2">
                <a:extLst>
                  <a:ext uri="{FF2B5EF4-FFF2-40B4-BE49-F238E27FC236}">
                    <a16:creationId xmlns:a16="http://schemas.microsoft.com/office/drawing/2014/main" id="{BDBD69EF-2110-F483-9114-C873E2986715}"/>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2912734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AF18D-BBE0-15BD-52FF-71228A7A9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4070E-CA16-F0B4-FE19-0480E3D1E8BE}"/>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92F2695-460C-AA75-2F17-6FFDA45A5D85}"/>
              </a:ext>
            </a:extLst>
          </p:cNvPr>
          <p:cNvSpPr>
            <a:spLocks noGrp="1"/>
          </p:cNvSpPr>
          <p:nvPr>
            <p:ph idx="1"/>
          </p:nvPr>
        </p:nvSpPr>
        <p:spPr/>
        <p:txBody>
          <a:bodyPr>
            <a:normAutofit/>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p:txBody>
      </p:sp>
    </p:spTree>
    <p:extLst>
      <p:ext uri="{BB962C8B-B14F-4D97-AF65-F5344CB8AC3E}">
        <p14:creationId xmlns:p14="http://schemas.microsoft.com/office/powerpoint/2010/main" val="41390888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DA6B8-C688-E7CB-C7C2-1918D1CBA8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EAFC4B-5E35-2B0B-763E-89AEBD10549D}"/>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2DC52A42-C85C-0AAF-28EA-825333D30DA6}"/>
              </a:ext>
            </a:extLst>
          </p:cNvPr>
          <p:cNvSpPr>
            <a:spLocks noGrp="1"/>
          </p:cNvSpPr>
          <p:nvPr>
            <p:ph idx="1"/>
          </p:nvPr>
        </p:nvSpPr>
        <p:spPr/>
        <p:txBody>
          <a:bodyPr>
            <a:normAutofit fontScale="92500" lnSpcReduction="10000"/>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a:p>
            <a:pPr lvl="1"/>
            <a:r>
              <a:rPr lang="en-IN" dirty="0"/>
              <a:t>The problem happens when more that 10 users are active at the same time</a:t>
            </a:r>
          </a:p>
          <a:p>
            <a:pPr lvl="1"/>
            <a:r>
              <a:rPr lang="en-IN" dirty="0"/>
              <a:t>If there are 35 users who are active 10% of the time, the probability that 11 or more users being active at a given time is 0.04% (calculated using Binomial distribution)</a:t>
            </a:r>
          </a:p>
          <a:p>
            <a:pPr lvl="1"/>
            <a:r>
              <a:rPr lang="en-IN" dirty="0"/>
              <a:t>Therefore, with a tiny risk of overload, we can support 35 users</a:t>
            </a:r>
          </a:p>
          <a:p>
            <a:pPr lvl="1"/>
            <a:r>
              <a:rPr lang="en-IN" dirty="0"/>
              <a:t>In which case, 35 users can share 1 Mbps link in circuit switching mode?</a:t>
            </a:r>
          </a:p>
        </p:txBody>
      </p:sp>
    </p:spTree>
    <p:extLst>
      <p:ext uri="{BB962C8B-B14F-4D97-AF65-F5344CB8AC3E}">
        <p14:creationId xmlns:p14="http://schemas.microsoft.com/office/powerpoint/2010/main" val="349498113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661067-AC7D-2869-B305-6AB521024F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35379D-B97F-A2C0-231D-F4A205F616C3}"/>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B48848-FD43-C6C1-2E9A-A5EA8BECD00A}"/>
                  </a:ext>
                </a:extLst>
              </p:cNvPr>
              <p:cNvSpPr>
                <a:spLocks noGrp="1"/>
              </p:cNvSpPr>
              <p:nvPr>
                <p:ph idx="1"/>
              </p:nvPr>
            </p:nvSpPr>
            <p:spPr/>
            <p:txBody>
              <a:bodyPr>
                <a:normAutofit fontScale="92500" lnSpcReduction="20000"/>
              </a:bodyPr>
              <a:lstStyle/>
              <a:p>
                <a:r>
                  <a:rPr lang="en-IN" dirty="0"/>
                  <a:t>How many users can be supported?</a:t>
                </a:r>
              </a:p>
              <a:p>
                <a:pPr lvl="1"/>
                <a:r>
                  <a:rPr lang="en-IN" dirty="0"/>
                  <a:t>Users share 1 Mbps link</a:t>
                </a:r>
              </a:p>
              <a:p>
                <a:pPr lvl="1"/>
                <a:r>
                  <a:rPr lang="en-IN" dirty="0"/>
                  <a:t>Users are generating data at the rate 100 kbps</a:t>
                </a:r>
              </a:p>
              <a:p>
                <a:pPr lvl="1"/>
                <a:r>
                  <a:rPr lang="en-IN" dirty="0"/>
                  <a:t>Users are active only 10% of time</a:t>
                </a:r>
              </a:p>
              <a:p>
                <a:pPr lvl="1"/>
                <a:r>
                  <a:rPr lang="en-IN" dirty="0"/>
                  <a:t>How many users can be supported in packet switching scheme</a:t>
                </a:r>
              </a:p>
              <a:p>
                <a:pPr lvl="1"/>
                <a:endParaRPr lang="en-IN" dirty="0"/>
              </a:p>
              <a:p>
                <a:r>
                  <a:rPr lang="en-IN" dirty="0"/>
                  <a:t>Answer</a:t>
                </a:r>
              </a:p>
              <a:p>
                <a:pPr lvl="1"/>
                <a:r>
                  <a:rPr lang="en-IN" dirty="0"/>
                  <a:t>The problem happens when more that 10 users are active at the same time</a:t>
                </a:r>
              </a:p>
              <a:p>
                <a:pPr lvl="1"/>
                <a:r>
                  <a:rPr lang="en-IN" dirty="0"/>
                  <a:t>If there are 35 users who are active 10% of the time, the probability that 11 or more users being active at a given time is 0.04% (calculated using Binomial distribution)</a:t>
                </a:r>
              </a:p>
              <a:p>
                <a:pPr lvl="1"/>
                <a:r>
                  <a:rPr lang="en-IN" dirty="0"/>
                  <a:t>Therefore, with a tiny risk of overload, we can support 35 users</a:t>
                </a:r>
              </a:p>
              <a:p>
                <a:pPr lvl="1"/>
                <a:r>
                  <a:rPr lang="en-IN" dirty="0"/>
                  <a:t>In which case, 35 users can share 1 Mbps link in circuit switching mode?</a:t>
                </a:r>
              </a:p>
              <a:p>
                <a:pPr lvl="2"/>
                <a:r>
                  <a:rPr lang="en-IN" dirty="0"/>
                  <a:t>If the maximum data rate per user is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m:t>
                        </m:r>
                        <m:r>
                          <a:rPr lang="en-IN" b="0" i="1" smtClean="0">
                            <a:latin typeface="Cambria Math" panose="02040503050406030204" pitchFamily="18" charset="0"/>
                          </a:rPr>
                          <m:t>𝑀𝑏</m:t>
                        </m:r>
                      </m:num>
                      <m:den>
                        <m:r>
                          <a:rPr lang="en-IN" b="0" i="1" smtClean="0">
                            <a:latin typeface="Cambria Math" panose="02040503050406030204" pitchFamily="18" charset="0"/>
                          </a:rPr>
                          <m:t>35</m:t>
                        </m:r>
                      </m:den>
                    </m:f>
                    <m:r>
                      <a:rPr lang="en-IN" b="0" i="1" smtClean="0">
                        <a:latin typeface="Cambria Math" panose="02040503050406030204" pitchFamily="18" charset="0"/>
                      </a:rPr>
                      <m:t> </m:t>
                    </m:r>
                    <m:r>
                      <a:rPr lang="en-IN" b="0" i="1" smtClean="0">
                        <a:latin typeface="Cambria Math" panose="02040503050406030204" pitchFamily="18" charset="0"/>
                      </a:rPr>
                      <m:t>𝑏𝑝𝑠</m:t>
                    </m:r>
                  </m:oMath>
                </a14:m>
                <a:endParaRPr lang="en-IN" dirty="0"/>
              </a:p>
            </p:txBody>
          </p:sp>
        </mc:Choice>
        <mc:Fallback xmlns="">
          <p:sp>
            <p:nvSpPr>
              <p:cNvPr id="3" name="Content Placeholder 2">
                <a:extLst>
                  <a:ext uri="{FF2B5EF4-FFF2-40B4-BE49-F238E27FC236}">
                    <a16:creationId xmlns:a16="http://schemas.microsoft.com/office/drawing/2014/main" id="{6DB48848-FD43-C6C1-2E9A-A5EA8BECD00A}"/>
                  </a:ext>
                </a:extLst>
              </p:cNvPr>
              <p:cNvSpPr>
                <a:spLocks noGrp="1" noRot="1" noChangeAspect="1" noMove="1" noResize="1" noEditPoints="1" noAdjustHandles="1" noChangeArrowheads="1" noChangeShapeType="1" noTextEdit="1"/>
              </p:cNvSpPr>
              <p:nvPr>
                <p:ph idx="1"/>
              </p:nvPr>
            </p:nvSpPr>
            <p:spPr>
              <a:blipFill>
                <a:blip r:embed="rId2"/>
                <a:stretch>
                  <a:fillRect l="-928" t="-3501"/>
                </a:stretch>
              </a:blipFill>
            </p:spPr>
            <p:txBody>
              <a:bodyPr/>
              <a:lstStyle/>
              <a:p>
                <a:r>
                  <a:rPr lang="en-IN">
                    <a:noFill/>
                  </a:rPr>
                  <a:t> </a:t>
                </a:r>
              </a:p>
            </p:txBody>
          </p:sp>
        </mc:Fallback>
      </mc:AlternateContent>
    </p:spTree>
    <p:extLst>
      <p:ext uri="{BB962C8B-B14F-4D97-AF65-F5344CB8AC3E}">
        <p14:creationId xmlns:p14="http://schemas.microsoft.com/office/powerpoint/2010/main" val="19358245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63B84-0F85-5EFF-EC14-39BABAE3A8F3}"/>
              </a:ext>
            </a:extLst>
          </p:cNvPr>
          <p:cNvSpPr>
            <a:spLocks noGrp="1"/>
          </p:cNvSpPr>
          <p:nvPr>
            <p:ph type="title"/>
          </p:nvPr>
        </p:nvSpPr>
        <p:spPr/>
        <p:txBody>
          <a:bodyPr/>
          <a:lstStyle/>
          <a:p>
            <a:r>
              <a:rPr lang="en-IN" dirty="0"/>
              <a:t>Takeaway</a:t>
            </a:r>
          </a:p>
        </p:txBody>
      </p:sp>
      <p:sp>
        <p:nvSpPr>
          <p:cNvPr id="3" name="Content Placeholder 2">
            <a:extLst>
              <a:ext uri="{FF2B5EF4-FFF2-40B4-BE49-F238E27FC236}">
                <a16:creationId xmlns:a16="http://schemas.microsoft.com/office/drawing/2014/main" id="{B50C55FB-E1C3-2C04-109A-C30EC731E7D8}"/>
              </a:ext>
            </a:extLst>
          </p:cNvPr>
          <p:cNvSpPr>
            <a:spLocks noGrp="1"/>
          </p:cNvSpPr>
          <p:nvPr>
            <p:ph idx="1"/>
          </p:nvPr>
        </p:nvSpPr>
        <p:spPr/>
        <p:txBody>
          <a:bodyPr/>
          <a:lstStyle/>
          <a:p>
            <a:r>
              <a:rPr lang="en-IN" dirty="0"/>
              <a:t>Packet switching supports more users, relying on the fact that not all users are active simultaneously</a:t>
            </a:r>
          </a:p>
        </p:txBody>
      </p:sp>
    </p:spTree>
    <p:extLst>
      <p:ext uri="{BB962C8B-B14F-4D97-AF65-F5344CB8AC3E}">
        <p14:creationId xmlns:p14="http://schemas.microsoft.com/office/powerpoint/2010/main" val="11304901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A5FD9D-9B16-AB0D-8552-11D1864E77D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33BB3850-DD5B-71F4-BFFC-C7B93DBE2E93}"/>
              </a:ext>
            </a:extLst>
          </p:cNvPr>
          <p:cNvSpPr>
            <a:spLocks noGrp="1"/>
          </p:cNvSpPr>
          <p:nvPr>
            <p:ph idx="1"/>
          </p:nvPr>
        </p:nvSpPr>
        <p:spPr/>
        <p:txBody>
          <a:bodyPr/>
          <a:lstStyle/>
          <a:p>
            <a:r>
              <a:rPr lang="en-IN" dirty="0"/>
              <a:t>10 users sharing 1 Mbps link</a:t>
            </a:r>
          </a:p>
          <a:p>
            <a:r>
              <a:rPr lang="en-IN" dirty="0"/>
              <a:t>A wants to transmit 1 Mb data</a:t>
            </a:r>
          </a:p>
          <a:p>
            <a:r>
              <a:rPr lang="en-IN" dirty="0"/>
              <a:t>Other users are inactive </a:t>
            </a:r>
          </a:p>
          <a:p>
            <a:endParaRPr lang="en-IN" dirty="0"/>
          </a:p>
          <a:p>
            <a:r>
              <a:rPr lang="en-IN" dirty="0"/>
              <a:t>Total transfer time:</a:t>
            </a:r>
          </a:p>
          <a:p>
            <a:pPr lvl="1"/>
            <a:r>
              <a:rPr lang="en-IN" dirty="0"/>
              <a:t>Packet switching:</a:t>
            </a:r>
          </a:p>
          <a:p>
            <a:pPr lvl="1"/>
            <a:r>
              <a:rPr lang="en-IN" dirty="0"/>
              <a:t>Circuit switching:</a:t>
            </a:r>
          </a:p>
        </p:txBody>
      </p:sp>
    </p:spTree>
    <p:extLst>
      <p:ext uri="{BB962C8B-B14F-4D97-AF65-F5344CB8AC3E}">
        <p14:creationId xmlns:p14="http://schemas.microsoft.com/office/powerpoint/2010/main" val="18998684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51A09B-C935-EF39-A23F-480437ABFC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C7396C-B77F-4B5B-5364-26AC43773FA2}"/>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0C8B0F-0BED-506B-B550-D45A4645F948}"/>
                  </a:ext>
                </a:extLst>
              </p:cNvPr>
              <p:cNvSpPr>
                <a:spLocks noGrp="1"/>
              </p:cNvSpPr>
              <p:nvPr>
                <p:ph idx="1"/>
              </p:nvPr>
            </p:nvSpPr>
            <p:spPr/>
            <p:txBody>
              <a:bodyPr>
                <a:normAutofit fontScale="92500" lnSpcReduction="10000"/>
              </a:bodyPr>
              <a:lstStyle/>
              <a:p>
                <a:r>
                  <a:rPr lang="en-IN" dirty="0"/>
                  <a:t>10 users sharing 1 Mbps link</a:t>
                </a:r>
              </a:p>
              <a:p>
                <a:r>
                  <a:rPr lang="en-IN" dirty="0"/>
                  <a:t>A wants to transmit 1 Mb data</a:t>
                </a:r>
              </a:p>
              <a:p>
                <a:r>
                  <a:rPr lang="en-IN" dirty="0"/>
                  <a:t>Other users are inactive </a:t>
                </a:r>
              </a:p>
              <a:p>
                <a:endParaRPr lang="en-IN" dirty="0"/>
              </a:p>
              <a:p>
                <a:r>
                  <a:rPr lang="en-IN" dirty="0"/>
                  <a:t>Total transfer time:</a:t>
                </a:r>
              </a:p>
              <a:p>
                <a:pPr lvl="1"/>
                <a:r>
                  <a:rPr lang="en-IN" dirty="0"/>
                  <a:t>Packet switching: </a:t>
                </a:r>
              </a:p>
              <a:p>
                <a:pPr lvl="2"/>
                <a:r>
                  <a:rPr lang="en-IN" dirty="0"/>
                  <a:t>A can send 1 Mbps as no one is transmitting. </a:t>
                </a:r>
              </a:p>
              <a:p>
                <a:pPr lvl="2"/>
                <a:r>
                  <a:rPr lang="en-IN" dirty="0"/>
                  <a:t>Total time: 1 second</a:t>
                </a:r>
              </a:p>
              <a:p>
                <a:pPr lvl="1"/>
                <a:r>
                  <a:rPr lang="en-IN" dirty="0"/>
                  <a:t>Circuit switching:</a:t>
                </a:r>
              </a:p>
              <a:p>
                <a:pPr lvl="2"/>
                <a:r>
                  <a:rPr lang="en-IN" dirty="0"/>
                  <a:t>Each user get </a:t>
                </a:r>
                <a14:m>
                  <m:oMath xmlns:m="http://schemas.openxmlformats.org/officeDocument/2006/math">
                    <m:f>
                      <m:fPr>
                        <m:ctrlPr>
                          <a:rPr lang="en-IN" b="0" i="1" smtClean="0">
                            <a:latin typeface="Cambria Math" panose="02040503050406030204" pitchFamily="18" charset="0"/>
                          </a:rPr>
                        </m:ctrlPr>
                      </m:fPr>
                      <m:num>
                        <m:r>
                          <a:rPr lang="en-IN" b="0" i="1" smtClean="0">
                            <a:latin typeface="Cambria Math" panose="02040503050406030204" pitchFamily="18" charset="0"/>
                          </a:rPr>
                          <m:t>1</m:t>
                        </m:r>
                        <m:r>
                          <a:rPr lang="en-IN" b="0" i="1" smtClean="0">
                            <a:latin typeface="Cambria Math" panose="02040503050406030204" pitchFamily="18" charset="0"/>
                          </a:rPr>
                          <m:t>𝑀𝑏𝑝𝑠</m:t>
                        </m:r>
                      </m:num>
                      <m:den>
                        <m:r>
                          <a:rPr lang="en-IN" b="0" i="1" smtClean="0">
                            <a:latin typeface="Cambria Math" panose="02040503050406030204" pitchFamily="18" charset="0"/>
                          </a:rPr>
                          <m:t>10</m:t>
                        </m:r>
                      </m:den>
                    </m:f>
                    <m:r>
                      <a:rPr lang="en-IN" b="0" i="1" smtClean="0">
                        <a:latin typeface="Cambria Math" panose="02040503050406030204" pitchFamily="18" charset="0"/>
                      </a:rPr>
                      <m:t>=100 </m:t>
                    </m:r>
                    <m:r>
                      <a:rPr lang="en-IN" b="0" i="1" smtClean="0">
                        <a:latin typeface="Cambria Math" panose="02040503050406030204" pitchFamily="18" charset="0"/>
                      </a:rPr>
                      <m:t>𝐾𝑏𝑝𝑠</m:t>
                    </m:r>
                  </m:oMath>
                </a14:m>
                <a:r>
                  <a:rPr lang="en-IN" dirty="0"/>
                  <a:t>. </a:t>
                </a:r>
              </a:p>
              <a:p>
                <a:pPr lvl="2"/>
                <a:r>
                  <a:rPr lang="en-IN" dirty="0"/>
                  <a:t>Total time: 10 second </a:t>
                </a:r>
              </a:p>
            </p:txBody>
          </p:sp>
        </mc:Choice>
        <mc:Fallback xmlns="">
          <p:sp>
            <p:nvSpPr>
              <p:cNvPr id="3" name="Content Placeholder 2">
                <a:extLst>
                  <a:ext uri="{FF2B5EF4-FFF2-40B4-BE49-F238E27FC236}">
                    <a16:creationId xmlns:a16="http://schemas.microsoft.com/office/drawing/2014/main" id="{6D0C8B0F-0BED-506B-B550-D45A4645F948}"/>
                  </a:ext>
                </a:extLst>
              </p:cNvPr>
              <p:cNvSpPr>
                <a:spLocks noGrp="1" noRot="1" noChangeAspect="1" noMove="1" noResize="1" noEditPoints="1" noAdjustHandles="1" noChangeArrowheads="1" noChangeShapeType="1" noTextEdit="1"/>
              </p:cNvSpPr>
              <p:nvPr>
                <p:ph idx="1"/>
              </p:nvPr>
            </p:nvSpPr>
            <p:spPr>
              <a:blipFill>
                <a:blip r:embed="rId2"/>
                <a:stretch>
                  <a:fillRect l="-928" t="-2801"/>
                </a:stretch>
              </a:blipFill>
            </p:spPr>
            <p:txBody>
              <a:bodyPr/>
              <a:lstStyle/>
              <a:p>
                <a:r>
                  <a:rPr lang="en-IN">
                    <a:noFill/>
                  </a:rPr>
                  <a:t> </a:t>
                </a:r>
              </a:p>
            </p:txBody>
          </p:sp>
        </mc:Fallback>
      </mc:AlternateContent>
    </p:spTree>
    <p:extLst>
      <p:ext uri="{BB962C8B-B14F-4D97-AF65-F5344CB8AC3E}">
        <p14:creationId xmlns:p14="http://schemas.microsoft.com/office/powerpoint/2010/main" val="19798920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DA0B8-81C9-1301-6B01-5BA15F400BC8}"/>
              </a:ext>
            </a:extLst>
          </p:cNvPr>
          <p:cNvSpPr>
            <a:spLocks noGrp="1"/>
          </p:cNvSpPr>
          <p:nvPr>
            <p:ph type="title"/>
          </p:nvPr>
        </p:nvSpPr>
        <p:spPr/>
        <p:txBody>
          <a:bodyPr/>
          <a:lstStyle/>
          <a:p>
            <a:r>
              <a:rPr lang="en-IN" dirty="0"/>
              <a:t>Takeaway</a:t>
            </a:r>
          </a:p>
        </p:txBody>
      </p:sp>
      <p:sp>
        <p:nvSpPr>
          <p:cNvPr id="3" name="Content Placeholder 2">
            <a:extLst>
              <a:ext uri="{FF2B5EF4-FFF2-40B4-BE49-F238E27FC236}">
                <a16:creationId xmlns:a16="http://schemas.microsoft.com/office/drawing/2014/main" id="{5E259793-0207-56D0-46C4-24E55EBB8DAC}"/>
              </a:ext>
            </a:extLst>
          </p:cNvPr>
          <p:cNvSpPr>
            <a:spLocks noGrp="1"/>
          </p:cNvSpPr>
          <p:nvPr>
            <p:ph idx="1"/>
          </p:nvPr>
        </p:nvSpPr>
        <p:spPr/>
        <p:txBody>
          <a:bodyPr/>
          <a:lstStyle/>
          <a:p>
            <a:r>
              <a:rPr lang="en-IN" dirty="0"/>
              <a:t>Packet switching is better when link is underutilized</a:t>
            </a:r>
          </a:p>
        </p:txBody>
      </p:sp>
    </p:spTree>
    <p:extLst>
      <p:ext uri="{BB962C8B-B14F-4D97-AF65-F5344CB8AC3E}">
        <p14:creationId xmlns:p14="http://schemas.microsoft.com/office/powerpoint/2010/main" val="1159198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6F474A-2F2A-3004-4939-3835AFE0A528}"/>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6FA059E2-49FE-381D-6EEE-C3A8EBABDF91}"/>
              </a:ext>
            </a:extLst>
          </p:cNvPr>
          <p:cNvSpPr>
            <a:spLocks noGrp="1"/>
          </p:cNvSpPr>
          <p:nvPr>
            <p:ph idx="1"/>
          </p:nvPr>
        </p:nvSpPr>
        <p:spPr/>
        <p:txBody>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circuit switching mode?</a:t>
            </a:r>
            <a:endParaRPr lang="en-US" dirty="0">
              <a:effectLst/>
            </a:endParaRPr>
          </a:p>
          <a:p>
            <a:endParaRPr lang="en-IN" dirty="0"/>
          </a:p>
        </p:txBody>
      </p:sp>
    </p:spTree>
    <p:extLst>
      <p:ext uri="{BB962C8B-B14F-4D97-AF65-F5344CB8AC3E}">
        <p14:creationId xmlns:p14="http://schemas.microsoft.com/office/powerpoint/2010/main" val="32611272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DE120A-3341-C7F9-8B87-4A4BF6C2C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6B86B2-4451-7405-5B01-80765B07FCF7}"/>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5BA9B32D-08F7-C390-2957-57FE12EBD839}"/>
              </a:ext>
            </a:extLst>
          </p:cNvPr>
          <p:cNvSpPr>
            <a:spLocks noGrp="1"/>
          </p:cNvSpPr>
          <p:nvPr>
            <p:ph idx="1"/>
          </p:nvPr>
        </p:nvSpPr>
        <p:spPr/>
        <p:txBody>
          <a:bodyPr>
            <a:normAutofit lnSpcReduction="10000"/>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circuit switching mode?</a:t>
            </a:r>
          </a:p>
          <a:p>
            <a:pPr lvl="1"/>
            <a:r>
              <a:rPr lang="en-US" dirty="0"/>
              <a:t>No. In circuit switch mode, 100 Kbps bandwidth is reserved for each user.</a:t>
            </a:r>
          </a:p>
          <a:p>
            <a:pPr lvl="1"/>
            <a:r>
              <a:rPr lang="en-US" dirty="0"/>
              <a:t>All users will transmit at a maximum rate of 100 Kbps. </a:t>
            </a:r>
          </a:p>
          <a:p>
            <a:pPr lvl="1"/>
            <a:r>
              <a:rPr lang="en-US" dirty="0"/>
              <a:t>Since the bandwidth is reserved, the video call packets can be transmitted without delay, ensuring smooth video calls.</a:t>
            </a:r>
            <a:endParaRPr lang="en-US" dirty="0">
              <a:effectLst/>
            </a:endParaRPr>
          </a:p>
          <a:p>
            <a:endParaRPr lang="en-IN" dirty="0"/>
          </a:p>
        </p:txBody>
      </p:sp>
    </p:spTree>
    <p:extLst>
      <p:ext uri="{BB962C8B-B14F-4D97-AF65-F5344CB8AC3E}">
        <p14:creationId xmlns:p14="http://schemas.microsoft.com/office/powerpoint/2010/main" val="31750761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38E28D-CA77-4989-3F26-B980364AC9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1FD968-0CAF-FB36-94CD-5732EB9523FC}"/>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808F7C85-DAE3-D74F-7C6A-6F51D37AB033}"/>
              </a:ext>
            </a:extLst>
          </p:cNvPr>
          <p:cNvSpPr>
            <a:spLocks noGrp="1"/>
          </p:cNvSpPr>
          <p:nvPr>
            <p:ph idx="1"/>
          </p:nvPr>
        </p:nvSpPr>
        <p:spPr/>
        <p:txBody>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packet switching mode?</a:t>
            </a:r>
            <a:endParaRPr lang="en-US" dirty="0">
              <a:effectLst/>
            </a:endParaRPr>
          </a:p>
          <a:p>
            <a:endParaRPr lang="en-IN" dirty="0"/>
          </a:p>
        </p:txBody>
      </p:sp>
    </p:spTree>
    <p:extLst>
      <p:ext uri="{BB962C8B-B14F-4D97-AF65-F5344CB8AC3E}">
        <p14:creationId xmlns:p14="http://schemas.microsoft.com/office/powerpoint/2010/main" val="239207567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2E749-2ADE-9CC0-DACB-489307EA36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0EA9B4-956D-3221-0202-2113AF768F04}"/>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0F65AB98-8CD5-C075-1863-686303734755}"/>
              </a:ext>
            </a:extLst>
          </p:cNvPr>
          <p:cNvSpPr>
            <a:spLocks noGrp="1"/>
          </p:cNvSpPr>
          <p:nvPr>
            <p:ph idx="1"/>
          </p:nvPr>
        </p:nvSpPr>
        <p:spPr/>
        <p:txBody>
          <a:bodyPr>
            <a:normAutofit lnSpcReduction="10000"/>
          </a:bodyPr>
          <a:lstStyle/>
          <a:p>
            <a:r>
              <a:rPr lang="en-IN" dirty="0"/>
              <a:t>10 users sharing 1 Mbps link</a:t>
            </a:r>
          </a:p>
          <a:p>
            <a:r>
              <a:rPr lang="en-IN" dirty="0"/>
              <a:t>First five users are on a video call and generating data at the rate 100 Kbps.</a:t>
            </a:r>
          </a:p>
          <a:p>
            <a:r>
              <a:rPr lang="en-IN" dirty="0"/>
              <a:t>Other five users are sending large volume of data</a:t>
            </a:r>
          </a:p>
          <a:p>
            <a:endParaRPr lang="en-IN" dirty="0"/>
          </a:p>
          <a:p>
            <a:r>
              <a:rPr lang="en-US" dirty="0"/>
              <a:t>Will the video call users experience lag in packet switching mode?</a:t>
            </a:r>
          </a:p>
          <a:p>
            <a:pPr lvl="1"/>
            <a:r>
              <a:rPr lang="en-US" dirty="0"/>
              <a:t>Yes, in packet switching, the link capacity is shared dynamically</a:t>
            </a:r>
          </a:p>
          <a:p>
            <a:pPr lvl="1"/>
            <a:r>
              <a:rPr lang="en-US" dirty="0"/>
              <a:t>The other five users may attempt to send data at high rates, potentially filling up the queues at gateways</a:t>
            </a:r>
          </a:p>
          <a:p>
            <a:pPr lvl="1"/>
            <a:r>
              <a:rPr lang="en-US" dirty="0"/>
              <a:t>Thus, the video call packets may be delayed in the queue, leading to lag or jitter during the call</a:t>
            </a:r>
            <a:endParaRPr lang="en-US" dirty="0">
              <a:effectLst/>
            </a:endParaRPr>
          </a:p>
          <a:p>
            <a:pPr lvl="1"/>
            <a:endParaRPr lang="en-US" dirty="0">
              <a:effectLst/>
            </a:endParaRPr>
          </a:p>
          <a:p>
            <a:endParaRPr lang="en-IN" dirty="0"/>
          </a:p>
        </p:txBody>
      </p:sp>
    </p:spTree>
    <p:extLst>
      <p:ext uri="{BB962C8B-B14F-4D97-AF65-F5344CB8AC3E}">
        <p14:creationId xmlns:p14="http://schemas.microsoft.com/office/powerpoint/2010/main" val="1657662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149220-4A08-1545-EC5D-8B88093A1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D223B8-6549-C523-FE7C-A9B01D7D901F}"/>
              </a:ext>
            </a:extLst>
          </p:cNvPr>
          <p:cNvSpPr>
            <a:spLocks noGrp="1"/>
          </p:cNvSpPr>
          <p:nvPr>
            <p:ph type="title"/>
          </p:nvPr>
        </p:nvSpPr>
        <p:spPr/>
        <p:txBody>
          <a:bodyPr/>
          <a:lstStyle/>
          <a:p>
            <a:r>
              <a:rPr lang="en-IN" dirty="0"/>
              <a:t>Quality of service</a:t>
            </a:r>
          </a:p>
        </p:txBody>
      </p:sp>
      <p:sp>
        <p:nvSpPr>
          <p:cNvPr id="3" name="Content Placeholder 2">
            <a:extLst>
              <a:ext uri="{FF2B5EF4-FFF2-40B4-BE49-F238E27FC236}">
                <a16:creationId xmlns:a16="http://schemas.microsoft.com/office/drawing/2014/main" id="{E066C9F9-C8EA-2CD1-1018-2889670426A1}"/>
              </a:ext>
            </a:extLst>
          </p:cNvPr>
          <p:cNvSpPr>
            <a:spLocks noGrp="1"/>
          </p:cNvSpPr>
          <p:nvPr>
            <p:ph idx="1"/>
          </p:nvPr>
        </p:nvSpPr>
        <p:spPr/>
        <p:txBody>
          <a:bodyPr/>
          <a:lstStyle/>
          <a:p>
            <a:r>
              <a:rPr lang="en-US" dirty="0"/>
              <a:t>If the Internet doesn’t use circuit switching, how are real-time applications supported?</a:t>
            </a:r>
            <a:endParaRPr lang="en-US" dirty="0">
              <a:effectLst/>
            </a:endParaRPr>
          </a:p>
          <a:p>
            <a:pPr lvl="1" fontAlgn="base"/>
            <a:r>
              <a:rPr lang="en-US" dirty="0"/>
              <a:t>No strict reliability. Applications such as video games or video calls can tolerate some packet loss.</a:t>
            </a:r>
          </a:p>
          <a:p>
            <a:pPr lvl="1" fontAlgn="base"/>
            <a:r>
              <a:rPr lang="en-US" dirty="0"/>
              <a:t>Gateways can be configured to give high priority to time-sensitive traffic</a:t>
            </a:r>
          </a:p>
          <a:p>
            <a:endParaRPr lang="en-IN" dirty="0"/>
          </a:p>
        </p:txBody>
      </p:sp>
    </p:spTree>
    <p:extLst>
      <p:ext uri="{BB962C8B-B14F-4D97-AF65-F5344CB8AC3E}">
        <p14:creationId xmlns:p14="http://schemas.microsoft.com/office/powerpoint/2010/main" val="195209843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76A26C-D809-08BD-6562-1A90B066FBB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846EC9-552E-65E1-8A8E-F8B68EED69CA}"/>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78EEE7A4-974B-774F-E331-3E89C83F1D32}"/>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marL="0" indent="0">
              <a:buNone/>
            </a:pPr>
            <a:endParaRPr lang="en-IN" dirty="0"/>
          </a:p>
        </p:txBody>
      </p:sp>
      <p:sp>
        <p:nvSpPr>
          <p:cNvPr id="4" name="Line 26">
            <a:extLst>
              <a:ext uri="{FF2B5EF4-FFF2-40B4-BE49-F238E27FC236}">
                <a16:creationId xmlns:a16="http://schemas.microsoft.com/office/drawing/2014/main" id="{1CDA36E1-5905-5183-E0CF-4D1DAE949F47}"/>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33B0C1E6-0D76-A6E5-591F-95E20B1B6CBC}"/>
              </a:ext>
            </a:extLst>
          </p:cNvPr>
          <p:cNvGrpSpPr/>
          <p:nvPr/>
        </p:nvGrpSpPr>
        <p:grpSpPr>
          <a:xfrm>
            <a:off x="4584883" y="4186185"/>
            <a:ext cx="1511352" cy="863670"/>
            <a:chOff x="7493876" y="2774731"/>
            <a:chExt cx="1481958" cy="894622"/>
          </a:xfrm>
        </p:grpSpPr>
        <p:sp>
          <p:nvSpPr>
            <p:cNvPr id="6" name="Freeform 67">
              <a:extLst>
                <a:ext uri="{FF2B5EF4-FFF2-40B4-BE49-F238E27FC236}">
                  <a16:creationId xmlns:a16="http://schemas.microsoft.com/office/drawing/2014/main" id="{01F39095-0882-DE80-02EB-20154BDCEEC6}"/>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8CF4149D-A904-8740-A1BD-85578D9BFBE7}"/>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4CF7EC59-D8FA-1232-599B-CB09FF0B1D2D}"/>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A34C222B-FC4A-1E1B-273A-DA8300B5A9DF}"/>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81716E75-992A-98DC-FB73-6A39EE1D41B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106D23CD-5BDC-A3E0-2290-0524F8F5AE4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A99879E1-A519-AF16-4C2C-B5BE2048D17A}"/>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3E9A21A0-37A2-B06C-163F-BDF214B111A3}"/>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3DFF4E80-3182-C80C-E3AF-ED4D78E7FE9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5602866B-531D-F086-28E9-9EBE0658B985}"/>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3D44ACE7-EAEE-3190-024C-89EB54609D7E}"/>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846708DF-838B-F3D4-3781-375CAED05537}"/>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9709009B-A61D-73E3-04F1-50070E1FE7B6}"/>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6F2512B1-3E44-77C0-03B3-961CEB90FE90}"/>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DB2252EA-F624-7EA8-FCEA-034F5644F969}"/>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A5C6A2ED-7F05-FD08-6D9E-5DF9C394887D}"/>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8EB2C614-FDB5-0C42-6CAD-5CBC2358EAB7}"/>
              </a:ext>
            </a:extLst>
          </p:cNvPr>
          <p:cNvGrpSpPr>
            <a:grpSpLocks/>
          </p:cNvGrpSpPr>
          <p:nvPr/>
        </p:nvGrpSpPr>
        <p:grpSpPr bwMode="auto">
          <a:xfrm>
            <a:off x="3128246" y="3861704"/>
            <a:ext cx="779462" cy="679450"/>
            <a:chOff x="-44" y="1473"/>
            <a:chExt cx="981" cy="1105"/>
          </a:xfrm>
        </p:grpSpPr>
        <p:pic>
          <p:nvPicPr>
            <p:cNvPr id="23" name="Picture 67" descr="desktop_computer_stylized_medium">
              <a:extLst>
                <a:ext uri="{FF2B5EF4-FFF2-40B4-BE49-F238E27FC236}">
                  <a16:creationId xmlns:a16="http://schemas.microsoft.com/office/drawing/2014/main" id="{E7263075-2486-7B15-FAD1-12E5553B3B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229DBF26-DEAF-3423-0C3E-FAE0C1009E51}"/>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C6EC799C-AD01-A1B3-2C64-98C9A9BCD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18646582-20DF-184A-D769-7293E5952C0D}"/>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D4C6D57C-E552-7073-119A-CECF3E78EC9F}"/>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C443C6BE-0070-207B-77E8-A9BB2323C211}"/>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C8F508A7-7C96-A707-2BAE-354BE9BCC0D3}"/>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0DD24BD9-E2B3-ED4D-66D7-33DD9ACB190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02C129D4-1B71-EDA2-A79E-BBE2B1C13F67}"/>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2" name="Group 94">
            <a:extLst>
              <a:ext uri="{FF2B5EF4-FFF2-40B4-BE49-F238E27FC236}">
                <a16:creationId xmlns:a16="http://schemas.microsoft.com/office/drawing/2014/main" id="{3AB3D400-ECF5-9FD5-AC10-A7A3773165C8}"/>
              </a:ext>
            </a:extLst>
          </p:cNvPr>
          <p:cNvGrpSpPr>
            <a:grpSpLocks/>
          </p:cNvGrpSpPr>
          <p:nvPr/>
        </p:nvGrpSpPr>
        <p:grpSpPr bwMode="auto">
          <a:xfrm>
            <a:off x="5550773" y="4742762"/>
            <a:ext cx="3054354" cy="900111"/>
            <a:chOff x="2103" y="3214"/>
            <a:chExt cx="1924" cy="567"/>
          </a:xfrm>
        </p:grpSpPr>
        <p:sp>
          <p:nvSpPr>
            <p:cNvPr id="33" name="Text Box 72">
              <a:extLst>
                <a:ext uri="{FF2B5EF4-FFF2-40B4-BE49-F238E27FC236}">
                  <a16:creationId xmlns:a16="http://schemas.microsoft.com/office/drawing/2014/main" id="{0598A654-DD6F-439F-B6EF-12BF65A64329}"/>
                </a:ext>
              </a:extLst>
            </p:cNvPr>
            <p:cNvSpPr txBox="1">
              <a:spLocks noChangeArrowheads="1"/>
            </p:cNvSpPr>
            <p:nvPr/>
          </p:nvSpPr>
          <p:spPr bwMode="auto">
            <a:xfrm>
              <a:off x="2530" y="3490"/>
              <a:ext cx="1497"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endPar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34" name="Line 73">
              <a:extLst>
                <a:ext uri="{FF2B5EF4-FFF2-40B4-BE49-F238E27FC236}">
                  <a16:creationId xmlns:a16="http://schemas.microsoft.com/office/drawing/2014/main" id="{736814FC-2051-22EF-57E4-54EDB92DF11C}"/>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95">
            <a:extLst>
              <a:ext uri="{FF2B5EF4-FFF2-40B4-BE49-F238E27FC236}">
                <a16:creationId xmlns:a16="http://schemas.microsoft.com/office/drawing/2014/main" id="{FEC6B3E7-1CFE-1023-BAA1-27E53CEC2BA6}"/>
              </a:ext>
            </a:extLst>
          </p:cNvPr>
          <p:cNvGrpSpPr>
            <a:grpSpLocks/>
          </p:cNvGrpSpPr>
          <p:nvPr/>
        </p:nvGrpSpPr>
        <p:grpSpPr bwMode="auto">
          <a:xfrm>
            <a:off x="4468095" y="4704672"/>
            <a:ext cx="5173663" cy="1757364"/>
            <a:chOff x="1421" y="3190"/>
            <a:chExt cx="3259" cy="1107"/>
          </a:xfrm>
        </p:grpSpPr>
        <p:sp>
          <p:nvSpPr>
            <p:cNvPr id="36" name="Line 91">
              <a:extLst>
                <a:ext uri="{FF2B5EF4-FFF2-40B4-BE49-F238E27FC236}">
                  <a16:creationId xmlns:a16="http://schemas.microsoft.com/office/drawing/2014/main" id="{40D9454C-3824-2B8E-3703-98232AC4C6A0}"/>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Text Box 92">
              <a:extLst>
                <a:ext uri="{FF2B5EF4-FFF2-40B4-BE49-F238E27FC236}">
                  <a16:creationId xmlns:a16="http://schemas.microsoft.com/office/drawing/2014/main" id="{A60127EB-7F72-2748-35C4-33452728FEE1}"/>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38" name="Group 37">
            <a:extLst>
              <a:ext uri="{FF2B5EF4-FFF2-40B4-BE49-F238E27FC236}">
                <a16:creationId xmlns:a16="http://schemas.microsoft.com/office/drawing/2014/main" id="{AEB63898-588E-E2A4-2DEE-F9082610B74A}"/>
              </a:ext>
            </a:extLst>
          </p:cNvPr>
          <p:cNvGrpSpPr/>
          <p:nvPr/>
        </p:nvGrpSpPr>
        <p:grpSpPr>
          <a:xfrm>
            <a:off x="7723012" y="4224627"/>
            <a:ext cx="1511352" cy="863670"/>
            <a:chOff x="7493876" y="2774731"/>
            <a:chExt cx="1481958" cy="894622"/>
          </a:xfrm>
        </p:grpSpPr>
        <p:sp>
          <p:nvSpPr>
            <p:cNvPr id="39" name="Freeform 59">
              <a:extLst>
                <a:ext uri="{FF2B5EF4-FFF2-40B4-BE49-F238E27FC236}">
                  <a16:creationId xmlns:a16="http://schemas.microsoft.com/office/drawing/2014/main" id="{88C00A74-F1A5-F83D-9FAC-1A1DA667F174}"/>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0" name="Oval 39">
              <a:extLst>
                <a:ext uri="{FF2B5EF4-FFF2-40B4-BE49-F238E27FC236}">
                  <a16:creationId xmlns:a16="http://schemas.microsoft.com/office/drawing/2014/main" id="{5F4EE272-40BD-5210-B148-7A16340BF17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1" name="Group 40">
              <a:extLst>
                <a:ext uri="{FF2B5EF4-FFF2-40B4-BE49-F238E27FC236}">
                  <a16:creationId xmlns:a16="http://schemas.microsoft.com/office/drawing/2014/main" id="{7DEB31A5-B9F6-9DA4-4B1C-70ABF05C90B2}"/>
                </a:ext>
              </a:extLst>
            </p:cNvPr>
            <p:cNvGrpSpPr/>
            <p:nvPr/>
          </p:nvGrpSpPr>
          <p:grpSpPr>
            <a:xfrm>
              <a:off x="7713663" y="2848339"/>
              <a:ext cx="1042107" cy="425543"/>
              <a:chOff x="7786941" y="2884917"/>
              <a:chExt cx="897649" cy="353919"/>
            </a:xfrm>
          </p:grpSpPr>
          <p:sp>
            <p:nvSpPr>
              <p:cNvPr id="42" name="Freeform 62">
                <a:extLst>
                  <a:ext uri="{FF2B5EF4-FFF2-40B4-BE49-F238E27FC236}">
                    <a16:creationId xmlns:a16="http://schemas.microsoft.com/office/drawing/2014/main" id="{A7CDD5D6-E3F7-E686-5142-B5586EDA5A9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3" name="Freeform 63">
                <a:extLst>
                  <a:ext uri="{FF2B5EF4-FFF2-40B4-BE49-F238E27FC236}">
                    <a16:creationId xmlns:a16="http://schemas.microsoft.com/office/drawing/2014/main" id="{C18C0124-DFA6-DAB7-1487-51BEE8E5B3EC}"/>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4" name="Freeform 64">
                <a:extLst>
                  <a:ext uri="{FF2B5EF4-FFF2-40B4-BE49-F238E27FC236}">
                    <a16:creationId xmlns:a16="http://schemas.microsoft.com/office/drawing/2014/main" id="{8C017356-83B2-B152-820A-21DB6E22FD92}"/>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5" name="Freeform 65">
                <a:extLst>
                  <a:ext uri="{FF2B5EF4-FFF2-40B4-BE49-F238E27FC236}">
                    <a16:creationId xmlns:a16="http://schemas.microsoft.com/office/drawing/2014/main" id="{13CF2B35-6182-164B-19CD-3D0741051511}"/>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6" name="TextBox 45">
            <a:extLst>
              <a:ext uri="{FF2B5EF4-FFF2-40B4-BE49-F238E27FC236}">
                <a16:creationId xmlns:a16="http://schemas.microsoft.com/office/drawing/2014/main" id="{A7DBBFE8-6E48-EF83-B0B9-1380376490B4}"/>
              </a:ext>
            </a:extLst>
          </p:cNvPr>
          <p:cNvSpPr txBox="1"/>
          <p:nvPr/>
        </p:nvSpPr>
        <p:spPr>
          <a:xfrm>
            <a:off x="424543" y="6335486"/>
            <a:ext cx="7276130" cy="369332"/>
          </a:xfrm>
          <a:prstGeom prst="rect">
            <a:avLst/>
          </a:prstGeom>
          <a:noFill/>
        </p:spPr>
        <p:txBody>
          <a:bodyPr wrap="square" rtlCol="0">
            <a:spAutoFit/>
          </a:bodyPr>
          <a:lstStyle/>
          <a:p>
            <a:r>
              <a:rPr lang="en-IN" dirty="0"/>
              <a:t>Copyright © 2010-2025 J.F. Kurose, K.W. Ross</a:t>
            </a:r>
          </a:p>
        </p:txBody>
      </p:sp>
      <p:sp>
        <p:nvSpPr>
          <p:cNvPr id="47" name="TextBox 46">
            <a:extLst>
              <a:ext uri="{FF2B5EF4-FFF2-40B4-BE49-F238E27FC236}">
                <a16:creationId xmlns:a16="http://schemas.microsoft.com/office/drawing/2014/main" id="{EBF7EA53-99B8-E503-2D72-0FC42C0B770C}"/>
              </a:ext>
            </a:extLst>
          </p:cNvPr>
          <p:cNvSpPr txBox="1"/>
          <p:nvPr/>
        </p:nvSpPr>
        <p:spPr>
          <a:xfrm>
            <a:off x="6352916" y="4221161"/>
            <a:ext cx="984057" cy="369332"/>
          </a:xfrm>
          <a:prstGeom prst="rect">
            <a:avLst/>
          </a:prstGeom>
          <a:noFill/>
        </p:spPr>
        <p:txBody>
          <a:bodyPr wrap="square" rtlCol="0">
            <a:spAutoFit/>
          </a:bodyPr>
          <a:lstStyle/>
          <a:p>
            <a:r>
              <a:rPr lang="en-IN" dirty="0"/>
              <a:t>1 Mbps</a:t>
            </a:r>
          </a:p>
        </p:txBody>
      </p:sp>
    </p:spTree>
    <p:extLst>
      <p:ext uri="{BB962C8B-B14F-4D97-AF65-F5344CB8AC3E}">
        <p14:creationId xmlns:p14="http://schemas.microsoft.com/office/powerpoint/2010/main" val="23785756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8D6CE-C65F-87DA-00FD-799D65D1A117}"/>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7865C6B9-524E-DFBE-A579-797D92FD6E08}"/>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Processing delay: checking the destination address, looking at the forwarding table to find the output port, verifying checksum, etc.</a:t>
            </a:r>
          </a:p>
          <a:p>
            <a:endParaRPr lang="en-IN" dirty="0"/>
          </a:p>
        </p:txBody>
      </p:sp>
    </p:spTree>
    <p:extLst>
      <p:ext uri="{BB962C8B-B14F-4D97-AF65-F5344CB8AC3E}">
        <p14:creationId xmlns:p14="http://schemas.microsoft.com/office/powerpoint/2010/main" val="13769133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CA207-7F69-2C23-D9E0-C220E1A64D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20D4C2-87D7-D56C-52B6-878E0FC85C67}"/>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9D98BF25-35C0-929C-6B68-41A2784B0019}"/>
              </a:ext>
            </a:extLst>
          </p:cNvPr>
          <p:cNvSpPr>
            <a:spLocks noGrp="1"/>
          </p:cNvSpPr>
          <p:nvPr>
            <p:ph idx="1"/>
          </p:nvPr>
        </p:nvSpPr>
        <p:spPr/>
        <p:txBody>
          <a:bodyPr>
            <a:normAutofit/>
          </a:bodyPr>
          <a:lstStyle/>
          <a:p>
            <a:r>
              <a:rPr lang="en-US" dirty="0"/>
              <a:t>A packet may experience several kinds of delay at each node along the path.</a:t>
            </a:r>
          </a:p>
          <a:p>
            <a:pPr lvl="1" fontAlgn="base"/>
            <a:r>
              <a:rPr lang="en-US" dirty="0"/>
              <a:t>Queueing delay: Time spent at gateways queues. If the queue is empty, the queuing delay is zero.</a:t>
            </a:r>
          </a:p>
          <a:p>
            <a:endParaRPr lang="en-IN" dirty="0"/>
          </a:p>
        </p:txBody>
      </p:sp>
      <p:sp>
        <p:nvSpPr>
          <p:cNvPr id="4" name="Line 26">
            <a:extLst>
              <a:ext uri="{FF2B5EF4-FFF2-40B4-BE49-F238E27FC236}">
                <a16:creationId xmlns:a16="http://schemas.microsoft.com/office/drawing/2014/main" id="{121CADDD-6476-9342-B33E-B6F750343A10}"/>
              </a:ext>
            </a:extLst>
          </p:cNvPr>
          <p:cNvSpPr>
            <a:spLocks noChangeShapeType="1"/>
          </p:cNvSpPr>
          <p:nvPr/>
        </p:nvSpPr>
        <p:spPr bwMode="auto">
          <a:xfrm>
            <a:off x="5779371" y="4596717"/>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0284CADF-C045-5180-E03C-F3B3938A0D4C}"/>
              </a:ext>
            </a:extLst>
          </p:cNvPr>
          <p:cNvGrpSpPr/>
          <p:nvPr/>
        </p:nvGrpSpPr>
        <p:grpSpPr>
          <a:xfrm>
            <a:off x="4584883" y="4186185"/>
            <a:ext cx="1511352" cy="863670"/>
            <a:chOff x="7493876" y="2774731"/>
            <a:chExt cx="1481958" cy="894622"/>
          </a:xfrm>
        </p:grpSpPr>
        <p:sp>
          <p:nvSpPr>
            <p:cNvPr id="6" name="Freeform 67">
              <a:extLst>
                <a:ext uri="{FF2B5EF4-FFF2-40B4-BE49-F238E27FC236}">
                  <a16:creationId xmlns:a16="http://schemas.microsoft.com/office/drawing/2014/main" id="{512A9D5C-D226-850F-D9B9-5F7B53FA9E5A}"/>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701C048A-0A9F-0CAF-4B6F-6EEBEA697110}"/>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2838471D-C8C2-9B73-09EE-54409129F4B9}"/>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C8559BCE-14DF-D81E-C9FC-842BE41A4E7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0F6E1F5C-09DE-180F-7E61-7FD02DBA3E4F}"/>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03E67B43-9158-F11B-72F0-A7687A275D74}"/>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3D30E7E6-CB34-2BEE-8581-2622E7ADD9DE}"/>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7F37EF32-C5D3-8708-1D9C-BC64A7F87DEF}"/>
              </a:ext>
            </a:extLst>
          </p:cNvPr>
          <p:cNvSpPr>
            <a:spLocks noChangeShapeType="1"/>
          </p:cNvSpPr>
          <p:nvPr/>
        </p:nvSpPr>
        <p:spPr bwMode="auto">
          <a:xfrm>
            <a:off x="3855321" y="4177617"/>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6CDF81FF-E0EE-994B-F376-A69472C2850C}"/>
              </a:ext>
            </a:extLst>
          </p:cNvPr>
          <p:cNvSpPr>
            <a:spLocks noChangeArrowheads="1"/>
          </p:cNvSpPr>
          <p:nvPr/>
        </p:nvSpPr>
        <p:spPr bwMode="auto">
          <a:xfrm>
            <a:off x="5445996" y="4468129"/>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716A7163-8839-B7B9-9B2B-13E6CAA72ED9}"/>
              </a:ext>
            </a:extLst>
          </p:cNvPr>
          <p:cNvSpPr>
            <a:spLocks noChangeArrowheads="1"/>
          </p:cNvSpPr>
          <p:nvPr/>
        </p:nvSpPr>
        <p:spPr bwMode="auto">
          <a:xfrm>
            <a:off x="5601571" y="4468129"/>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8BC161D7-A081-1782-EDD8-DB667B6F4620}"/>
              </a:ext>
            </a:extLst>
          </p:cNvPr>
          <p:cNvSpPr>
            <a:spLocks noChangeArrowheads="1"/>
          </p:cNvSpPr>
          <p:nvPr/>
        </p:nvSpPr>
        <p:spPr bwMode="auto">
          <a:xfrm>
            <a:off x="5736508" y="44062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ED8586BF-7256-FB64-98A8-C08C34B3248C}"/>
              </a:ext>
            </a:extLst>
          </p:cNvPr>
          <p:cNvSpPr>
            <a:spLocks noChangeShapeType="1"/>
          </p:cNvSpPr>
          <p:nvPr/>
        </p:nvSpPr>
        <p:spPr bwMode="auto">
          <a:xfrm flipV="1">
            <a:off x="3853733" y="4717367"/>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4E375FB2-F548-32FF-B737-EB5A1A632098}"/>
              </a:ext>
            </a:extLst>
          </p:cNvPr>
          <p:cNvSpPr>
            <a:spLocks noChangeArrowheads="1"/>
          </p:cNvSpPr>
          <p:nvPr/>
        </p:nvSpPr>
        <p:spPr bwMode="auto">
          <a:xfrm>
            <a:off x="4393483" y="4368117"/>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6A144D54-4A5E-9D23-B0C5-E2D826CC8340}"/>
              </a:ext>
            </a:extLst>
          </p:cNvPr>
          <p:cNvSpPr>
            <a:spLocks noChangeShapeType="1"/>
          </p:cNvSpPr>
          <p:nvPr/>
        </p:nvSpPr>
        <p:spPr bwMode="auto">
          <a:xfrm>
            <a:off x="4344271" y="4304617"/>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281F098C-D375-3256-D1A5-BFA8520485A0}"/>
              </a:ext>
            </a:extLst>
          </p:cNvPr>
          <p:cNvSpPr txBox="1">
            <a:spLocks noChangeArrowheads="1"/>
          </p:cNvSpPr>
          <p:nvPr/>
        </p:nvSpPr>
        <p:spPr bwMode="auto">
          <a:xfrm>
            <a:off x="3021677" y="3861704"/>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B2B1335A-5BF7-F4B2-0333-5EB6346944BC}"/>
              </a:ext>
            </a:extLst>
          </p:cNvPr>
          <p:cNvSpPr txBox="1">
            <a:spLocks noChangeArrowheads="1"/>
          </p:cNvSpPr>
          <p:nvPr/>
        </p:nvSpPr>
        <p:spPr bwMode="auto">
          <a:xfrm>
            <a:off x="3094654" y="4814204"/>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8BB1762C-DAC4-E09A-9D14-1B7F4BD5A925}"/>
              </a:ext>
            </a:extLst>
          </p:cNvPr>
          <p:cNvGrpSpPr>
            <a:grpSpLocks/>
          </p:cNvGrpSpPr>
          <p:nvPr/>
        </p:nvGrpSpPr>
        <p:grpSpPr bwMode="auto">
          <a:xfrm>
            <a:off x="3128246" y="3861704"/>
            <a:ext cx="779462" cy="679450"/>
            <a:chOff x="-44" y="1473"/>
            <a:chExt cx="981" cy="1105"/>
          </a:xfrm>
        </p:grpSpPr>
        <p:pic>
          <p:nvPicPr>
            <p:cNvPr id="23" name="Picture 67" descr="desktop_computer_stylized_medium">
              <a:extLst>
                <a:ext uri="{FF2B5EF4-FFF2-40B4-BE49-F238E27FC236}">
                  <a16:creationId xmlns:a16="http://schemas.microsoft.com/office/drawing/2014/main" id="{A82C9E2E-E04F-609C-7E56-D90E07B94D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D3BC1A4A-2651-C99C-48C7-3E1B5D8EB9D2}"/>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FA30D281-0B67-C86B-C311-C10ABC2BFA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4868179"/>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D42F2691-A998-DB73-E71F-E7BEF970319C}"/>
              </a:ext>
            </a:extLst>
          </p:cNvPr>
          <p:cNvSpPr>
            <a:spLocks/>
          </p:cNvSpPr>
          <p:nvPr/>
        </p:nvSpPr>
        <p:spPr bwMode="auto">
          <a:xfrm flipH="1">
            <a:off x="3555416" y="4933357"/>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BEF7CFA9-ACA9-64DF-0775-0D5D5F02418F}"/>
              </a:ext>
            </a:extLst>
          </p:cNvPr>
          <p:cNvSpPr>
            <a:spLocks noChangeArrowheads="1"/>
          </p:cNvSpPr>
          <p:nvPr/>
        </p:nvSpPr>
        <p:spPr bwMode="auto">
          <a:xfrm>
            <a:off x="3956921" y="5023754"/>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17F05809-0338-2BC6-8535-5C1414486CBF}"/>
              </a:ext>
            </a:extLst>
          </p:cNvPr>
          <p:cNvSpPr>
            <a:spLocks noChangeShapeType="1"/>
          </p:cNvSpPr>
          <p:nvPr/>
        </p:nvSpPr>
        <p:spPr bwMode="auto">
          <a:xfrm flipV="1">
            <a:off x="4131546" y="4993592"/>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3EFB8062-8E8A-B75C-2221-1859F4B5C58D}"/>
              </a:ext>
            </a:extLst>
          </p:cNvPr>
          <p:cNvSpPr>
            <a:spLocks noChangeArrowheads="1"/>
          </p:cNvSpPr>
          <p:nvPr/>
        </p:nvSpPr>
        <p:spPr bwMode="auto">
          <a:xfrm>
            <a:off x="5293596" y="4469717"/>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E3807720-1966-58C4-0C54-AC4B98F2C778}"/>
              </a:ext>
            </a:extLst>
          </p:cNvPr>
          <p:cNvSpPr>
            <a:spLocks noChangeArrowheads="1"/>
          </p:cNvSpPr>
          <p:nvPr/>
        </p:nvSpPr>
        <p:spPr bwMode="auto">
          <a:xfrm>
            <a:off x="5144371" y="4468129"/>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9C48A8E5-0220-9408-4DEA-233CCA394B9E}"/>
              </a:ext>
            </a:extLst>
          </p:cNvPr>
          <p:cNvSpPr>
            <a:spLocks noChangeArrowheads="1"/>
          </p:cNvSpPr>
          <p:nvPr/>
        </p:nvSpPr>
        <p:spPr bwMode="auto">
          <a:xfrm>
            <a:off x="4991971" y="4471304"/>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5" name="Group 94">
            <a:extLst>
              <a:ext uri="{FF2B5EF4-FFF2-40B4-BE49-F238E27FC236}">
                <a16:creationId xmlns:a16="http://schemas.microsoft.com/office/drawing/2014/main" id="{B7F0FE7F-A048-CF9A-1AC1-B43D3C7EBF4B}"/>
              </a:ext>
            </a:extLst>
          </p:cNvPr>
          <p:cNvGrpSpPr>
            <a:grpSpLocks/>
          </p:cNvGrpSpPr>
          <p:nvPr/>
        </p:nvGrpSpPr>
        <p:grpSpPr bwMode="auto">
          <a:xfrm>
            <a:off x="5550773" y="4742762"/>
            <a:ext cx="5216531" cy="900111"/>
            <a:chOff x="2103" y="3214"/>
            <a:chExt cx="3286" cy="567"/>
          </a:xfrm>
        </p:grpSpPr>
        <p:sp>
          <p:nvSpPr>
            <p:cNvPr id="36" name="Text Box 72">
              <a:extLst>
                <a:ext uri="{FF2B5EF4-FFF2-40B4-BE49-F238E27FC236}">
                  <a16:creationId xmlns:a16="http://schemas.microsoft.com/office/drawing/2014/main" id="{DF8C391A-DDBD-F0AF-1C63-87103499DBFF}"/>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 delay)</a:t>
              </a:r>
            </a:p>
          </p:txBody>
        </p:sp>
        <p:sp>
          <p:nvSpPr>
            <p:cNvPr id="37" name="Line 73">
              <a:extLst>
                <a:ext uri="{FF2B5EF4-FFF2-40B4-BE49-F238E27FC236}">
                  <a16:creationId xmlns:a16="http://schemas.microsoft.com/office/drawing/2014/main" id="{EBE9F53E-F97C-EDBD-225B-9B8E8E1B446A}"/>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95">
            <a:extLst>
              <a:ext uri="{FF2B5EF4-FFF2-40B4-BE49-F238E27FC236}">
                <a16:creationId xmlns:a16="http://schemas.microsoft.com/office/drawing/2014/main" id="{B6038ED4-55F5-76BE-5474-EE121F1866AB}"/>
              </a:ext>
            </a:extLst>
          </p:cNvPr>
          <p:cNvGrpSpPr>
            <a:grpSpLocks/>
          </p:cNvGrpSpPr>
          <p:nvPr/>
        </p:nvGrpSpPr>
        <p:grpSpPr bwMode="auto">
          <a:xfrm>
            <a:off x="4468095" y="4704672"/>
            <a:ext cx="5173663" cy="1757364"/>
            <a:chOff x="1421" y="3190"/>
            <a:chExt cx="3259" cy="1107"/>
          </a:xfrm>
        </p:grpSpPr>
        <p:sp>
          <p:nvSpPr>
            <p:cNvPr id="39" name="Line 91">
              <a:extLst>
                <a:ext uri="{FF2B5EF4-FFF2-40B4-BE49-F238E27FC236}">
                  <a16:creationId xmlns:a16="http://schemas.microsoft.com/office/drawing/2014/main" id="{E18DD7F1-CC19-C0FD-743D-28D947CE2BAD}"/>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Box 92">
              <a:extLst>
                <a:ext uri="{FF2B5EF4-FFF2-40B4-BE49-F238E27FC236}">
                  <a16:creationId xmlns:a16="http://schemas.microsoft.com/office/drawing/2014/main" id="{21481A92-6835-573C-D44C-A049626D1030}"/>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41" name="Group 40">
            <a:extLst>
              <a:ext uri="{FF2B5EF4-FFF2-40B4-BE49-F238E27FC236}">
                <a16:creationId xmlns:a16="http://schemas.microsoft.com/office/drawing/2014/main" id="{D32ECFAB-E42A-4EA9-963F-2EEACA5DD2F0}"/>
              </a:ext>
            </a:extLst>
          </p:cNvPr>
          <p:cNvGrpSpPr/>
          <p:nvPr/>
        </p:nvGrpSpPr>
        <p:grpSpPr>
          <a:xfrm>
            <a:off x="7723012" y="4224627"/>
            <a:ext cx="1511352" cy="863670"/>
            <a:chOff x="7493876" y="2774731"/>
            <a:chExt cx="1481958" cy="894622"/>
          </a:xfrm>
        </p:grpSpPr>
        <p:sp>
          <p:nvSpPr>
            <p:cNvPr id="42" name="Freeform 59">
              <a:extLst>
                <a:ext uri="{FF2B5EF4-FFF2-40B4-BE49-F238E27FC236}">
                  <a16:creationId xmlns:a16="http://schemas.microsoft.com/office/drawing/2014/main" id="{0C6B13B3-CB6B-8C2C-1CDD-E2400C3C4837}"/>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A886F95C-88DF-BCC9-8974-5FAED0ECAC4C}"/>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41B5DD33-904B-22D2-FEF1-7E5F8ABEBEC1}"/>
                </a:ext>
              </a:extLst>
            </p:cNvPr>
            <p:cNvGrpSpPr/>
            <p:nvPr/>
          </p:nvGrpSpPr>
          <p:grpSpPr>
            <a:xfrm>
              <a:off x="7713663" y="2848339"/>
              <a:ext cx="1042107" cy="425543"/>
              <a:chOff x="7786941" y="2884917"/>
              <a:chExt cx="897649" cy="353919"/>
            </a:xfrm>
          </p:grpSpPr>
          <p:sp>
            <p:nvSpPr>
              <p:cNvPr id="45" name="Freeform 62">
                <a:extLst>
                  <a:ext uri="{FF2B5EF4-FFF2-40B4-BE49-F238E27FC236}">
                    <a16:creationId xmlns:a16="http://schemas.microsoft.com/office/drawing/2014/main" id="{41C8A7E4-4C32-8263-F8FD-FA6C4B95F48C}"/>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63">
                <a:extLst>
                  <a:ext uri="{FF2B5EF4-FFF2-40B4-BE49-F238E27FC236}">
                    <a16:creationId xmlns:a16="http://schemas.microsoft.com/office/drawing/2014/main" id="{B84BE665-5B74-64EB-FDA8-00005DAD52D4}"/>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64">
                <a:extLst>
                  <a:ext uri="{FF2B5EF4-FFF2-40B4-BE49-F238E27FC236}">
                    <a16:creationId xmlns:a16="http://schemas.microsoft.com/office/drawing/2014/main" id="{561D75ED-1A4A-EB3A-CF3E-A017E7895DBA}"/>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65">
                <a:extLst>
                  <a:ext uri="{FF2B5EF4-FFF2-40B4-BE49-F238E27FC236}">
                    <a16:creationId xmlns:a16="http://schemas.microsoft.com/office/drawing/2014/main" id="{714A32BA-F8A6-0FB3-8479-F08FD6A795A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865DDE1C-A6CA-D05F-99EA-1BE7D53141EB}"/>
              </a:ext>
            </a:extLst>
          </p:cNvPr>
          <p:cNvSpPr txBox="1"/>
          <p:nvPr/>
        </p:nvSpPr>
        <p:spPr>
          <a:xfrm>
            <a:off x="424543" y="6335486"/>
            <a:ext cx="7276130"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9497903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A94212-6087-3A0B-F724-0882F070423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849250-45D3-27F0-304B-012C305ABC74}"/>
              </a:ext>
            </a:extLst>
          </p:cNvPr>
          <p:cNvSpPr>
            <a:spLocks noGrp="1"/>
          </p:cNvSpPr>
          <p:nvPr>
            <p:ph type="title"/>
          </p:nvPr>
        </p:nvSpPr>
        <p:spPr/>
        <p:txBody>
          <a:bodyPr>
            <a:normAutofit/>
          </a:bodyPr>
          <a:lstStyle/>
          <a:p>
            <a:r>
              <a:rPr lang="en-US" dirty="0"/>
              <a:t>Delay in packet-switched networks</a:t>
            </a:r>
            <a:endParaRPr lang="en-IN" dirty="0"/>
          </a:p>
        </p:txBody>
      </p:sp>
      <p:sp>
        <p:nvSpPr>
          <p:cNvPr id="3" name="Content Placeholder 2">
            <a:extLst>
              <a:ext uri="{FF2B5EF4-FFF2-40B4-BE49-F238E27FC236}">
                <a16:creationId xmlns:a16="http://schemas.microsoft.com/office/drawing/2014/main" id="{3B252666-504E-9688-DB8A-5FF493C29A74}"/>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Transmission delay: If the packet size is L bits and the transmission rate is R bits/sec, then the transmission delay is L/R.</a:t>
            </a:r>
          </a:p>
          <a:p>
            <a:endParaRPr lang="en-IN" dirty="0"/>
          </a:p>
        </p:txBody>
      </p:sp>
      <p:sp>
        <p:nvSpPr>
          <p:cNvPr id="4" name="Line 26">
            <a:extLst>
              <a:ext uri="{FF2B5EF4-FFF2-40B4-BE49-F238E27FC236}">
                <a16:creationId xmlns:a16="http://schemas.microsoft.com/office/drawing/2014/main" id="{4C30E506-04D6-E1EE-8928-64B9BA2C5A90}"/>
              </a:ext>
            </a:extLst>
          </p:cNvPr>
          <p:cNvSpPr>
            <a:spLocks noChangeShapeType="1"/>
          </p:cNvSpPr>
          <p:nvPr/>
        </p:nvSpPr>
        <p:spPr bwMode="auto">
          <a:xfrm>
            <a:off x="5779371" y="4988603"/>
            <a:ext cx="1933575" cy="9525"/>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 name="Group 4">
            <a:extLst>
              <a:ext uri="{FF2B5EF4-FFF2-40B4-BE49-F238E27FC236}">
                <a16:creationId xmlns:a16="http://schemas.microsoft.com/office/drawing/2014/main" id="{A9D5B644-4AA1-1050-6AC1-AA22E02BE92D}"/>
              </a:ext>
            </a:extLst>
          </p:cNvPr>
          <p:cNvGrpSpPr/>
          <p:nvPr/>
        </p:nvGrpSpPr>
        <p:grpSpPr>
          <a:xfrm>
            <a:off x="4584883" y="4578071"/>
            <a:ext cx="1511352" cy="863670"/>
            <a:chOff x="7493876" y="2774731"/>
            <a:chExt cx="1481958" cy="894622"/>
          </a:xfrm>
        </p:grpSpPr>
        <p:sp>
          <p:nvSpPr>
            <p:cNvPr id="6" name="Freeform 67">
              <a:extLst>
                <a:ext uri="{FF2B5EF4-FFF2-40B4-BE49-F238E27FC236}">
                  <a16:creationId xmlns:a16="http://schemas.microsoft.com/office/drawing/2014/main" id="{F3620101-C199-E314-C04E-5F5B7CFC1709}"/>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7" name="Oval 6">
              <a:extLst>
                <a:ext uri="{FF2B5EF4-FFF2-40B4-BE49-F238E27FC236}">
                  <a16:creationId xmlns:a16="http://schemas.microsoft.com/office/drawing/2014/main" id="{9DF238E6-82D0-9DF3-32BF-A3BEDA01630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8" name="Group 7">
              <a:extLst>
                <a:ext uri="{FF2B5EF4-FFF2-40B4-BE49-F238E27FC236}">
                  <a16:creationId xmlns:a16="http://schemas.microsoft.com/office/drawing/2014/main" id="{484B8392-25C7-2DB0-F5E0-853572C1EC7E}"/>
                </a:ext>
              </a:extLst>
            </p:cNvPr>
            <p:cNvGrpSpPr/>
            <p:nvPr/>
          </p:nvGrpSpPr>
          <p:grpSpPr>
            <a:xfrm>
              <a:off x="7713663" y="2848339"/>
              <a:ext cx="1042107" cy="425543"/>
              <a:chOff x="7786941" y="2884917"/>
              <a:chExt cx="897649" cy="353919"/>
            </a:xfrm>
          </p:grpSpPr>
          <p:sp>
            <p:nvSpPr>
              <p:cNvPr id="9" name="Freeform 70">
                <a:extLst>
                  <a:ext uri="{FF2B5EF4-FFF2-40B4-BE49-F238E27FC236}">
                    <a16:creationId xmlns:a16="http://schemas.microsoft.com/office/drawing/2014/main" id="{C071ED08-F4F1-F308-9C4A-3830244966B0}"/>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71">
                <a:extLst>
                  <a:ext uri="{FF2B5EF4-FFF2-40B4-BE49-F238E27FC236}">
                    <a16:creationId xmlns:a16="http://schemas.microsoft.com/office/drawing/2014/main" id="{E07CE261-4FB9-2824-D721-C60B3AA42C87}"/>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72">
                <a:extLst>
                  <a:ext uri="{FF2B5EF4-FFF2-40B4-BE49-F238E27FC236}">
                    <a16:creationId xmlns:a16="http://schemas.microsoft.com/office/drawing/2014/main" id="{98E0D580-BEB8-10FD-EBE6-DE88E1EEBE83}"/>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Freeform 73">
                <a:extLst>
                  <a:ext uri="{FF2B5EF4-FFF2-40B4-BE49-F238E27FC236}">
                    <a16:creationId xmlns:a16="http://schemas.microsoft.com/office/drawing/2014/main" id="{8BEA7050-84BC-13AA-C1C9-665E935E6E3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3" name="Line 24">
            <a:extLst>
              <a:ext uri="{FF2B5EF4-FFF2-40B4-BE49-F238E27FC236}">
                <a16:creationId xmlns:a16="http://schemas.microsoft.com/office/drawing/2014/main" id="{ED57A932-5B9C-3D9D-87FC-669E4E6A08F0}"/>
              </a:ext>
            </a:extLst>
          </p:cNvPr>
          <p:cNvSpPr>
            <a:spLocks noChangeShapeType="1"/>
          </p:cNvSpPr>
          <p:nvPr/>
        </p:nvSpPr>
        <p:spPr bwMode="auto">
          <a:xfrm>
            <a:off x="3855321" y="4569503"/>
            <a:ext cx="741362"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30">
            <a:extLst>
              <a:ext uri="{FF2B5EF4-FFF2-40B4-BE49-F238E27FC236}">
                <a16:creationId xmlns:a16="http://schemas.microsoft.com/office/drawing/2014/main" id="{0FD2E5C1-B1BF-7436-38AA-8FD000EBEC02}"/>
              </a:ext>
            </a:extLst>
          </p:cNvPr>
          <p:cNvSpPr>
            <a:spLocks noChangeArrowheads="1"/>
          </p:cNvSpPr>
          <p:nvPr/>
        </p:nvSpPr>
        <p:spPr bwMode="auto">
          <a:xfrm>
            <a:off x="5445996" y="4860015"/>
            <a:ext cx="147637"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162AB613-EF3B-5F95-0371-C596FF0DEB8A}"/>
              </a:ext>
            </a:extLst>
          </p:cNvPr>
          <p:cNvSpPr>
            <a:spLocks noChangeArrowheads="1"/>
          </p:cNvSpPr>
          <p:nvPr/>
        </p:nvSpPr>
        <p:spPr bwMode="auto">
          <a:xfrm>
            <a:off x="5601571" y="4860015"/>
            <a:ext cx="147637"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Rectangle 38">
            <a:extLst>
              <a:ext uri="{FF2B5EF4-FFF2-40B4-BE49-F238E27FC236}">
                <a16:creationId xmlns:a16="http://schemas.microsoft.com/office/drawing/2014/main" id="{2EDDE7A7-1E65-9FD6-9030-861F3DF00E9B}"/>
              </a:ext>
            </a:extLst>
          </p:cNvPr>
          <p:cNvSpPr>
            <a:spLocks noChangeArrowheads="1"/>
          </p:cNvSpPr>
          <p:nvPr/>
        </p:nvSpPr>
        <p:spPr bwMode="auto">
          <a:xfrm>
            <a:off x="5736508" y="4798103"/>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7" name="Line 25">
            <a:extLst>
              <a:ext uri="{FF2B5EF4-FFF2-40B4-BE49-F238E27FC236}">
                <a16:creationId xmlns:a16="http://schemas.microsoft.com/office/drawing/2014/main" id="{D19C762D-8883-8158-F46B-88E715CC3117}"/>
              </a:ext>
            </a:extLst>
          </p:cNvPr>
          <p:cNvSpPr>
            <a:spLocks noChangeShapeType="1"/>
          </p:cNvSpPr>
          <p:nvPr/>
        </p:nvSpPr>
        <p:spPr bwMode="auto">
          <a:xfrm flipV="1">
            <a:off x="3853733" y="5109253"/>
            <a:ext cx="735013" cy="55086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Rectangle 32">
            <a:extLst>
              <a:ext uri="{FF2B5EF4-FFF2-40B4-BE49-F238E27FC236}">
                <a16:creationId xmlns:a16="http://schemas.microsoft.com/office/drawing/2014/main" id="{4353666D-68FD-9CB0-1C30-3177ED48EB08}"/>
              </a:ext>
            </a:extLst>
          </p:cNvPr>
          <p:cNvSpPr>
            <a:spLocks noChangeArrowheads="1"/>
          </p:cNvSpPr>
          <p:nvPr/>
        </p:nvSpPr>
        <p:spPr bwMode="auto">
          <a:xfrm>
            <a:off x="4393483" y="4760003"/>
            <a:ext cx="147638"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9" name="Line 33">
            <a:extLst>
              <a:ext uri="{FF2B5EF4-FFF2-40B4-BE49-F238E27FC236}">
                <a16:creationId xmlns:a16="http://schemas.microsoft.com/office/drawing/2014/main" id="{D7A631C7-7CBA-326E-179A-7EDBEBD2874A}"/>
              </a:ext>
            </a:extLst>
          </p:cNvPr>
          <p:cNvSpPr>
            <a:spLocks noChangeShapeType="1"/>
          </p:cNvSpPr>
          <p:nvPr/>
        </p:nvSpPr>
        <p:spPr bwMode="auto">
          <a:xfrm>
            <a:off x="4344271" y="4696503"/>
            <a:ext cx="211137"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36">
            <a:extLst>
              <a:ext uri="{FF2B5EF4-FFF2-40B4-BE49-F238E27FC236}">
                <a16:creationId xmlns:a16="http://schemas.microsoft.com/office/drawing/2014/main" id="{32337752-1CB4-34BB-0D48-7DF7732AAF8A}"/>
              </a:ext>
            </a:extLst>
          </p:cNvPr>
          <p:cNvSpPr txBox="1">
            <a:spLocks noChangeArrowheads="1"/>
          </p:cNvSpPr>
          <p:nvPr/>
        </p:nvSpPr>
        <p:spPr bwMode="auto">
          <a:xfrm>
            <a:off x="3021677" y="4253590"/>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1" name="Text Box 37">
            <a:extLst>
              <a:ext uri="{FF2B5EF4-FFF2-40B4-BE49-F238E27FC236}">
                <a16:creationId xmlns:a16="http://schemas.microsoft.com/office/drawing/2014/main" id="{01C4932D-B796-7A93-1377-6E0F09A08890}"/>
              </a:ext>
            </a:extLst>
          </p:cNvPr>
          <p:cNvSpPr txBox="1">
            <a:spLocks noChangeArrowheads="1"/>
          </p:cNvSpPr>
          <p:nvPr/>
        </p:nvSpPr>
        <p:spPr bwMode="auto">
          <a:xfrm>
            <a:off x="3094654" y="5206090"/>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22" name="Group 66">
            <a:extLst>
              <a:ext uri="{FF2B5EF4-FFF2-40B4-BE49-F238E27FC236}">
                <a16:creationId xmlns:a16="http://schemas.microsoft.com/office/drawing/2014/main" id="{5BE7E0A9-C286-AC00-7B32-44B49E5E173F}"/>
              </a:ext>
            </a:extLst>
          </p:cNvPr>
          <p:cNvGrpSpPr>
            <a:grpSpLocks/>
          </p:cNvGrpSpPr>
          <p:nvPr/>
        </p:nvGrpSpPr>
        <p:grpSpPr bwMode="auto">
          <a:xfrm>
            <a:off x="3128246" y="4253590"/>
            <a:ext cx="779462" cy="679450"/>
            <a:chOff x="-44" y="1473"/>
            <a:chExt cx="981" cy="1105"/>
          </a:xfrm>
        </p:grpSpPr>
        <p:pic>
          <p:nvPicPr>
            <p:cNvPr id="23" name="Picture 67" descr="desktop_computer_stylized_medium">
              <a:extLst>
                <a:ext uri="{FF2B5EF4-FFF2-40B4-BE49-F238E27FC236}">
                  <a16:creationId xmlns:a16="http://schemas.microsoft.com/office/drawing/2014/main" id="{E6C02004-64D1-BDD8-4935-8E6A326DB4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 name="Freeform 68">
              <a:extLst>
                <a:ext uri="{FF2B5EF4-FFF2-40B4-BE49-F238E27FC236}">
                  <a16:creationId xmlns:a16="http://schemas.microsoft.com/office/drawing/2014/main" id="{2A2DF757-87BE-DAC4-7242-FAD311AEA6D8}"/>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pic>
        <p:nvPicPr>
          <p:cNvPr id="25" name="Picture 70" descr="desktop_computer_stylized_medium">
            <a:extLst>
              <a:ext uri="{FF2B5EF4-FFF2-40B4-BE49-F238E27FC236}">
                <a16:creationId xmlns:a16="http://schemas.microsoft.com/office/drawing/2014/main" id="{74B83475-4460-D178-B240-3F706655250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flipH="1">
            <a:off x="3223290" y="5260065"/>
            <a:ext cx="779462"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Freeform 71">
            <a:extLst>
              <a:ext uri="{FF2B5EF4-FFF2-40B4-BE49-F238E27FC236}">
                <a16:creationId xmlns:a16="http://schemas.microsoft.com/office/drawing/2014/main" id="{54D410A8-757D-DEA9-8B51-E7385AF8709A}"/>
              </a:ext>
            </a:extLst>
          </p:cNvPr>
          <p:cNvSpPr>
            <a:spLocks/>
          </p:cNvSpPr>
          <p:nvPr/>
        </p:nvSpPr>
        <p:spPr bwMode="auto">
          <a:xfrm flipH="1">
            <a:off x="3555416" y="5325243"/>
            <a:ext cx="379004" cy="311133"/>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Rectangle 31">
            <a:extLst>
              <a:ext uri="{FF2B5EF4-FFF2-40B4-BE49-F238E27FC236}">
                <a16:creationId xmlns:a16="http://schemas.microsoft.com/office/drawing/2014/main" id="{B9A540BE-3669-1FAD-181E-50DC1235CFB4}"/>
              </a:ext>
            </a:extLst>
          </p:cNvPr>
          <p:cNvSpPr>
            <a:spLocks noChangeArrowheads="1"/>
          </p:cNvSpPr>
          <p:nvPr/>
        </p:nvSpPr>
        <p:spPr bwMode="auto">
          <a:xfrm>
            <a:off x="3956921" y="5415640"/>
            <a:ext cx="139700" cy="185738"/>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8" name="Line 33">
            <a:extLst>
              <a:ext uri="{FF2B5EF4-FFF2-40B4-BE49-F238E27FC236}">
                <a16:creationId xmlns:a16="http://schemas.microsoft.com/office/drawing/2014/main" id="{2147B83B-1C74-FE57-8AE0-C0233EF88A0A}"/>
              </a:ext>
            </a:extLst>
          </p:cNvPr>
          <p:cNvSpPr>
            <a:spLocks noChangeShapeType="1"/>
          </p:cNvSpPr>
          <p:nvPr/>
        </p:nvSpPr>
        <p:spPr bwMode="auto">
          <a:xfrm flipV="1">
            <a:off x="4131546" y="5385478"/>
            <a:ext cx="220662" cy="161925"/>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89">
            <a:extLst>
              <a:ext uri="{FF2B5EF4-FFF2-40B4-BE49-F238E27FC236}">
                <a16:creationId xmlns:a16="http://schemas.microsoft.com/office/drawing/2014/main" id="{371170FF-12D8-0E09-5FBE-148E572F2C05}"/>
              </a:ext>
            </a:extLst>
          </p:cNvPr>
          <p:cNvSpPr>
            <a:spLocks noChangeArrowheads="1"/>
          </p:cNvSpPr>
          <p:nvPr/>
        </p:nvSpPr>
        <p:spPr bwMode="auto">
          <a:xfrm>
            <a:off x="5293596" y="4861603"/>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0" name="Rectangle 89">
            <a:extLst>
              <a:ext uri="{FF2B5EF4-FFF2-40B4-BE49-F238E27FC236}">
                <a16:creationId xmlns:a16="http://schemas.microsoft.com/office/drawing/2014/main" id="{864F6D84-7050-7A89-BA69-BD13711901AF}"/>
              </a:ext>
            </a:extLst>
          </p:cNvPr>
          <p:cNvSpPr>
            <a:spLocks noChangeArrowheads="1"/>
          </p:cNvSpPr>
          <p:nvPr/>
        </p:nvSpPr>
        <p:spPr bwMode="auto">
          <a:xfrm>
            <a:off x="5144371" y="4860015"/>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1" name="Rectangle 89">
            <a:extLst>
              <a:ext uri="{FF2B5EF4-FFF2-40B4-BE49-F238E27FC236}">
                <a16:creationId xmlns:a16="http://schemas.microsoft.com/office/drawing/2014/main" id="{158529B5-ED1A-A099-58A8-F309375D8D25}"/>
              </a:ext>
            </a:extLst>
          </p:cNvPr>
          <p:cNvSpPr>
            <a:spLocks noChangeArrowheads="1"/>
          </p:cNvSpPr>
          <p:nvPr/>
        </p:nvSpPr>
        <p:spPr bwMode="auto">
          <a:xfrm>
            <a:off x="4991971" y="4863190"/>
            <a:ext cx="147637" cy="200025"/>
          </a:xfrm>
          <a:prstGeom prst="rect">
            <a:avLst/>
          </a:prstGeom>
          <a:solidFill>
            <a:schemeClr val="bg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grpSp>
        <p:nvGrpSpPr>
          <p:cNvPr id="32" name="Group 93">
            <a:extLst>
              <a:ext uri="{FF2B5EF4-FFF2-40B4-BE49-F238E27FC236}">
                <a16:creationId xmlns:a16="http://schemas.microsoft.com/office/drawing/2014/main" id="{2260E0B7-AC07-8F41-8775-D69751D7656D}"/>
              </a:ext>
            </a:extLst>
          </p:cNvPr>
          <p:cNvGrpSpPr>
            <a:grpSpLocks/>
          </p:cNvGrpSpPr>
          <p:nvPr/>
        </p:nvGrpSpPr>
        <p:grpSpPr bwMode="auto">
          <a:xfrm>
            <a:off x="4277596" y="3529692"/>
            <a:ext cx="5876927" cy="1239838"/>
            <a:chOff x="1279" y="2225"/>
            <a:chExt cx="3702" cy="781"/>
          </a:xfrm>
        </p:grpSpPr>
        <p:sp>
          <p:nvSpPr>
            <p:cNvPr id="33" name="Text Box 66">
              <a:extLst>
                <a:ext uri="{FF2B5EF4-FFF2-40B4-BE49-F238E27FC236}">
                  <a16:creationId xmlns:a16="http://schemas.microsoft.com/office/drawing/2014/main" id="{ECD0B8D0-5BAC-F443-3EB5-23547976CEE8}"/>
                </a:ext>
              </a:extLst>
            </p:cNvPr>
            <p:cNvSpPr txBox="1">
              <a:spLocks noChangeArrowheads="1"/>
            </p:cNvSpPr>
            <p:nvPr/>
          </p:nvSpPr>
          <p:spPr bwMode="auto">
            <a:xfrm>
              <a:off x="1279" y="2225"/>
              <a:ext cx="3702"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 being transmitted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(transmission delay)</a:t>
              </a:r>
            </a:p>
          </p:txBody>
        </p:sp>
        <p:sp>
          <p:nvSpPr>
            <p:cNvPr id="34" name="Line 67">
              <a:extLst>
                <a:ext uri="{FF2B5EF4-FFF2-40B4-BE49-F238E27FC236}">
                  <a16:creationId xmlns:a16="http://schemas.microsoft.com/office/drawing/2014/main" id="{5ABB4A2B-E015-A6FB-E8EA-EF0928C6E0AE}"/>
                </a:ext>
              </a:extLst>
            </p:cNvPr>
            <p:cNvSpPr>
              <a:spLocks noChangeShapeType="1"/>
            </p:cNvSpPr>
            <p:nvPr/>
          </p:nvSpPr>
          <p:spPr bwMode="auto">
            <a:xfrm rot="10800000" flipV="1">
              <a:off x="2259" y="2462"/>
              <a:ext cx="836" cy="54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5" name="Group 94">
            <a:extLst>
              <a:ext uri="{FF2B5EF4-FFF2-40B4-BE49-F238E27FC236}">
                <a16:creationId xmlns:a16="http://schemas.microsoft.com/office/drawing/2014/main" id="{0A689AF3-0BE9-4997-B046-97408B1A7B7B}"/>
              </a:ext>
            </a:extLst>
          </p:cNvPr>
          <p:cNvGrpSpPr>
            <a:grpSpLocks/>
          </p:cNvGrpSpPr>
          <p:nvPr/>
        </p:nvGrpSpPr>
        <p:grpSpPr bwMode="auto">
          <a:xfrm>
            <a:off x="5550773" y="5134648"/>
            <a:ext cx="5216531" cy="900111"/>
            <a:chOff x="2103" y="3214"/>
            <a:chExt cx="3286" cy="567"/>
          </a:xfrm>
        </p:grpSpPr>
        <p:sp>
          <p:nvSpPr>
            <p:cNvPr id="36" name="Text Box 72">
              <a:extLst>
                <a:ext uri="{FF2B5EF4-FFF2-40B4-BE49-F238E27FC236}">
                  <a16:creationId xmlns:a16="http://schemas.microsoft.com/office/drawing/2014/main" id="{8783577D-540E-8640-2BD3-9471DAFD971B}"/>
                </a:ext>
              </a:extLst>
            </p:cNvPr>
            <p:cNvSpPr txBox="1">
              <a:spLocks noChangeArrowheads="1"/>
            </p:cNvSpPr>
            <p:nvPr/>
          </p:nvSpPr>
          <p:spPr bwMode="auto">
            <a:xfrm>
              <a:off x="2530" y="3490"/>
              <a:ext cx="2859" cy="2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packets in buffers</a:t>
              </a:r>
              <a:r>
                <a:rPr kumimoji="0" lang="en-US" altLang="en-US" sz="2400" b="0" i="0" u="none" strike="noStrike" kern="120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mn-cs"/>
                </a:rPr>
                <a:t>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 delay)</a:t>
              </a:r>
            </a:p>
          </p:txBody>
        </p:sp>
        <p:sp>
          <p:nvSpPr>
            <p:cNvPr id="37" name="Line 73">
              <a:extLst>
                <a:ext uri="{FF2B5EF4-FFF2-40B4-BE49-F238E27FC236}">
                  <a16:creationId xmlns:a16="http://schemas.microsoft.com/office/drawing/2014/main" id="{6F3600F2-6E00-38C4-DFB3-E72217AA000B}"/>
                </a:ext>
              </a:extLst>
            </p:cNvPr>
            <p:cNvSpPr>
              <a:spLocks noChangeShapeType="1"/>
            </p:cNvSpPr>
            <p:nvPr/>
          </p:nvSpPr>
          <p:spPr bwMode="auto">
            <a:xfrm rot="10800000">
              <a:off x="2103" y="3214"/>
              <a:ext cx="471" cy="404"/>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8" name="Group 95">
            <a:extLst>
              <a:ext uri="{FF2B5EF4-FFF2-40B4-BE49-F238E27FC236}">
                <a16:creationId xmlns:a16="http://schemas.microsoft.com/office/drawing/2014/main" id="{58B437E6-C900-7CB4-06B2-F6B892975D22}"/>
              </a:ext>
            </a:extLst>
          </p:cNvPr>
          <p:cNvGrpSpPr>
            <a:grpSpLocks/>
          </p:cNvGrpSpPr>
          <p:nvPr/>
        </p:nvGrpSpPr>
        <p:grpSpPr bwMode="auto">
          <a:xfrm>
            <a:off x="4468095" y="5096558"/>
            <a:ext cx="5173663" cy="1757364"/>
            <a:chOff x="1421" y="3190"/>
            <a:chExt cx="3259" cy="1107"/>
          </a:xfrm>
        </p:grpSpPr>
        <p:sp>
          <p:nvSpPr>
            <p:cNvPr id="39" name="Line 91">
              <a:extLst>
                <a:ext uri="{FF2B5EF4-FFF2-40B4-BE49-F238E27FC236}">
                  <a16:creationId xmlns:a16="http://schemas.microsoft.com/office/drawing/2014/main" id="{91C8C840-B05C-712B-4AED-FF3F5E5E01E6}"/>
                </a:ext>
              </a:extLst>
            </p:cNvPr>
            <p:cNvSpPr>
              <a:spLocks noChangeShapeType="1"/>
            </p:cNvSpPr>
            <p:nvPr/>
          </p:nvSpPr>
          <p:spPr bwMode="auto">
            <a:xfrm rot="10800000" flipH="1">
              <a:off x="1793" y="3190"/>
              <a:ext cx="110" cy="63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Box 92">
              <a:extLst>
                <a:ext uri="{FF2B5EF4-FFF2-40B4-BE49-F238E27FC236}">
                  <a16:creationId xmlns:a16="http://schemas.microsoft.com/office/drawing/2014/main" id="{4B2B47E0-86A9-4D4B-A62B-B6387F9B80B4}"/>
                </a:ext>
              </a:extLst>
            </p:cNvPr>
            <p:cNvSpPr txBox="1">
              <a:spLocks noChangeArrowheads="1"/>
            </p:cNvSpPr>
            <p:nvPr/>
          </p:nvSpPr>
          <p:spPr bwMode="auto">
            <a:xfrm>
              <a:off x="1421" y="3774"/>
              <a:ext cx="3259"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free (available) buffers: arriving packets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dropped (</a:t>
              </a: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loss</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 if no free buffers</a:t>
              </a:r>
            </a:p>
          </p:txBody>
        </p:sp>
      </p:grpSp>
      <p:grpSp>
        <p:nvGrpSpPr>
          <p:cNvPr id="41" name="Group 40">
            <a:extLst>
              <a:ext uri="{FF2B5EF4-FFF2-40B4-BE49-F238E27FC236}">
                <a16:creationId xmlns:a16="http://schemas.microsoft.com/office/drawing/2014/main" id="{8E133C55-981C-C4DA-AA07-26FB7E16F884}"/>
              </a:ext>
            </a:extLst>
          </p:cNvPr>
          <p:cNvGrpSpPr/>
          <p:nvPr/>
        </p:nvGrpSpPr>
        <p:grpSpPr>
          <a:xfrm>
            <a:off x="7723012" y="4616513"/>
            <a:ext cx="1511352" cy="863670"/>
            <a:chOff x="7493876" y="2774731"/>
            <a:chExt cx="1481958" cy="894622"/>
          </a:xfrm>
        </p:grpSpPr>
        <p:sp>
          <p:nvSpPr>
            <p:cNvPr id="42" name="Freeform 59">
              <a:extLst>
                <a:ext uri="{FF2B5EF4-FFF2-40B4-BE49-F238E27FC236}">
                  <a16:creationId xmlns:a16="http://schemas.microsoft.com/office/drawing/2014/main" id="{F129F650-00EF-797A-050E-5E6F975F36FF}"/>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A06CCD38-C794-D4B7-D390-F68F0F28019E}"/>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E0945BAE-7791-5232-997F-D6129BAB33A3}"/>
                </a:ext>
              </a:extLst>
            </p:cNvPr>
            <p:cNvGrpSpPr/>
            <p:nvPr/>
          </p:nvGrpSpPr>
          <p:grpSpPr>
            <a:xfrm>
              <a:off x="7713663" y="2848339"/>
              <a:ext cx="1042107" cy="425543"/>
              <a:chOff x="7786941" y="2884917"/>
              <a:chExt cx="897649" cy="353919"/>
            </a:xfrm>
          </p:grpSpPr>
          <p:sp>
            <p:nvSpPr>
              <p:cNvPr id="45" name="Freeform 62">
                <a:extLst>
                  <a:ext uri="{FF2B5EF4-FFF2-40B4-BE49-F238E27FC236}">
                    <a16:creationId xmlns:a16="http://schemas.microsoft.com/office/drawing/2014/main" id="{08C82455-1A46-15FC-91C2-F3B89B5A94A5}"/>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63">
                <a:extLst>
                  <a:ext uri="{FF2B5EF4-FFF2-40B4-BE49-F238E27FC236}">
                    <a16:creationId xmlns:a16="http://schemas.microsoft.com/office/drawing/2014/main" id="{4DFC28B4-6748-360E-37D8-DD8D667BA601}"/>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64">
                <a:extLst>
                  <a:ext uri="{FF2B5EF4-FFF2-40B4-BE49-F238E27FC236}">
                    <a16:creationId xmlns:a16="http://schemas.microsoft.com/office/drawing/2014/main" id="{02A38849-3E3C-F710-C6C4-DE198CCAFBC5}"/>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65">
                <a:extLst>
                  <a:ext uri="{FF2B5EF4-FFF2-40B4-BE49-F238E27FC236}">
                    <a16:creationId xmlns:a16="http://schemas.microsoft.com/office/drawing/2014/main" id="{6F0F69B9-42B5-3A4B-1DCF-A2A4F1684A66}"/>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59ECC977-D218-430D-92D2-99B03828E5E7}"/>
              </a:ext>
            </a:extLst>
          </p:cNvPr>
          <p:cNvSpPr txBox="1"/>
          <p:nvPr/>
        </p:nvSpPr>
        <p:spPr>
          <a:xfrm>
            <a:off x="206829" y="6368144"/>
            <a:ext cx="7276130"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161182180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652BB1-F269-8819-4CAB-42126D35AC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4B785E-B070-7F58-E5A4-8C20E409E185}"/>
              </a:ext>
            </a:extLst>
          </p:cNvPr>
          <p:cNvSpPr>
            <a:spLocks noGrp="1"/>
          </p:cNvSpPr>
          <p:nvPr>
            <p:ph type="title"/>
          </p:nvPr>
        </p:nvSpPr>
        <p:spPr/>
        <p:txBody>
          <a:bodyPr>
            <a:normAutofit/>
          </a:bodyPr>
          <a:lstStyle/>
          <a:p>
            <a:r>
              <a:rPr lang="en-US" dirty="0"/>
              <a:t>Delay in packet-switched networks</a:t>
            </a:r>
            <a:endParaRPr lang="en-IN"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EE6D495-7517-40F7-ED08-24DD01556EB8}"/>
                  </a:ext>
                </a:extLst>
              </p:cNvPr>
              <p:cNvSpPr>
                <a:spLocks noGrp="1"/>
              </p:cNvSpPr>
              <p:nvPr>
                <p:ph idx="1"/>
              </p:nvPr>
            </p:nvSpPr>
            <p:spPr/>
            <p:txBody>
              <a:bodyPr>
                <a:normAutofit/>
              </a:bodyPr>
              <a:lstStyle/>
              <a:p>
                <a:r>
                  <a:rPr lang="en-US" dirty="0"/>
                  <a:t>A packet may experience several kinds of delay at each node along the path.</a:t>
                </a:r>
                <a:endParaRPr lang="en-US" dirty="0">
                  <a:effectLst/>
                </a:endParaRPr>
              </a:p>
              <a:p>
                <a:pPr lvl="1" fontAlgn="base"/>
                <a:r>
                  <a:rPr lang="en-US" dirty="0"/>
                  <a:t>Propagation delay: Time spent in propagating the packet from one hop to the next hop. Depending on the physical medium (fiber optics, copper wire, etc.), the propagation speed is in the range of </a:t>
                </a:r>
                <a14:m>
                  <m:oMath xmlns:m="http://schemas.openxmlformats.org/officeDocument/2006/math">
                    <m:r>
                      <a:rPr lang="en-IN" b="0" i="1" smtClean="0">
                        <a:latin typeface="Cambria Math" panose="02040503050406030204" pitchFamily="18" charset="0"/>
                      </a:rPr>
                      <m:t>2 ∗</m:t>
                    </m:r>
                    <m:sSup>
                      <m:sSupPr>
                        <m:ctrlPr>
                          <a:rPr lang="en-IN" b="0"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8</m:t>
                        </m:r>
                      </m:sup>
                    </m:sSup>
                  </m:oMath>
                </a14:m>
                <a:r>
                  <a:rPr lang="en-US" dirty="0"/>
                  <a:t> m/s to </a:t>
                </a:r>
                <a14:m>
                  <m:oMath xmlns:m="http://schemas.openxmlformats.org/officeDocument/2006/math">
                    <m:r>
                      <a:rPr lang="en-IN" b="0" i="1" smtClean="0">
                        <a:latin typeface="Cambria Math" panose="02040503050406030204" pitchFamily="18" charset="0"/>
                      </a:rPr>
                      <m:t>3 ∗</m:t>
                    </m:r>
                    <m:sSup>
                      <m:sSupPr>
                        <m:ctrlPr>
                          <a:rPr lang="en-IN" b="0" i="1" smtClean="0">
                            <a:latin typeface="Cambria Math" panose="02040503050406030204" pitchFamily="18" charset="0"/>
                          </a:rPr>
                        </m:ctrlPr>
                      </m:sSupPr>
                      <m:e>
                        <m:r>
                          <a:rPr lang="en-IN" b="0" i="1" smtClean="0">
                            <a:latin typeface="Cambria Math" panose="02040503050406030204" pitchFamily="18" charset="0"/>
                          </a:rPr>
                          <m:t>10</m:t>
                        </m:r>
                      </m:e>
                      <m:sup>
                        <m:r>
                          <a:rPr lang="en-IN" b="0" i="1" smtClean="0">
                            <a:latin typeface="Cambria Math" panose="02040503050406030204" pitchFamily="18" charset="0"/>
                          </a:rPr>
                          <m:t>8</m:t>
                        </m:r>
                      </m:sup>
                    </m:sSup>
                  </m:oMath>
                </a14:m>
                <a:r>
                  <a:rPr lang="en-US" dirty="0"/>
                  <a:t> m/s (little less or equal to the speed of light). The propagation delay is </a:t>
                </a:r>
                <a:r>
                  <a:rPr lang="en-US" dirty="0">
                    <a:solidFill>
                      <a:schemeClr val="accent1"/>
                    </a:solidFill>
                  </a:rPr>
                  <a:t>d/s</a:t>
                </a:r>
                <a:r>
                  <a:rPr lang="en-US" dirty="0"/>
                  <a:t>, where </a:t>
                </a:r>
                <a:r>
                  <a:rPr lang="en-US" dirty="0">
                    <a:solidFill>
                      <a:schemeClr val="accent1"/>
                    </a:solidFill>
                  </a:rPr>
                  <a:t>d</a:t>
                </a:r>
                <a:r>
                  <a:rPr lang="en-US" dirty="0"/>
                  <a:t> is the distance between two hops and </a:t>
                </a:r>
                <a:r>
                  <a:rPr lang="en-US" dirty="0">
                    <a:solidFill>
                      <a:schemeClr val="accent1"/>
                    </a:solidFill>
                  </a:rPr>
                  <a:t>s</a:t>
                </a:r>
                <a:r>
                  <a:rPr lang="en-US" dirty="0"/>
                  <a:t> is the propagation speed of the link. </a:t>
                </a:r>
              </a:p>
              <a:p>
                <a:endParaRPr lang="en-IN" dirty="0"/>
              </a:p>
            </p:txBody>
          </p:sp>
        </mc:Choice>
        <mc:Fallback xmlns="">
          <p:sp>
            <p:nvSpPr>
              <p:cNvPr id="3" name="Content Placeholder 2">
                <a:extLst>
                  <a:ext uri="{FF2B5EF4-FFF2-40B4-BE49-F238E27FC236}">
                    <a16:creationId xmlns:a16="http://schemas.microsoft.com/office/drawing/2014/main" id="{4EE6D495-7517-40F7-ED08-24DD01556EB8}"/>
                  </a:ext>
                </a:extLst>
              </p:cNvPr>
              <p:cNvSpPr>
                <a:spLocks noGrp="1" noRot="1" noChangeAspect="1" noMove="1" noResize="1" noEditPoints="1" noAdjustHandles="1" noChangeArrowheads="1" noChangeShapeType="1" noTextEdit="1"/>
              </p:cNvSpPr>
              <p:nvPr>
                <p:ph idx="1"/>
              </p:nvPr>
            </p:nvSpPr>
            <p:spPr>
              <a:blipFill>
                <a:blip r:embed="rId2"/>
                <a:stretch>
                  <a:fillRect l="-1043" t="-2241" r="-522"/>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A6E3BAE8-0EAB-63B2-62F7-2514ED92FD8F}"/>
              </a:ext>
            </a:extLst>
          </p:cNvPr>
          <p:cNvGrpSpPr/>
          <p:nvPr/>
        </p:nvGrpSpPr>
        <p:grpSpPr>
          <a:xfrm>
            <a:off x="3756316" y="5131306"/>
            <a:ext cx="1511352" cy="863670"/>
            <a:chOff x="7493876" y="2774731"/>
            <a:chExt cx="1481958" cy="894622"/>
          </a:xfrm>
        </p:grpSpPr>
        <p:sp>
          <p:nvSpPr>
            <p:cNvPr id="5" name="Freeform 135">
              <a:extLst>
                <a:ext uri="{FF2B5EF4-FFF2-40B4-BE49-F238E27FC236}">
                  <a16:creationId xmlns:a16="http://schemas.microsoft.com/office/drawing/2014/main" id="{A218480E-7035-C229-9A08-9B4A4A1942F0}"/>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6" name="Oval 5">
              <a:extLst>
                <a:ext uri="{FF2B5EF4-FFF2-40B4-BE49-F238E27FC236}">
                  <a16:creationId xmlns:a16="http://schemas.microsoft.com/office/drawing/2014/main" id="{1A660699-54BA-3A75-A432-B68650504C64}"/>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7" name="Group 6">
              <a:extLst>
                <a:ext uri="{FF2B5EF4-FFF2-40B4-BE49-F238E27FC236}">
                  <a16:creationId xmlns:a16="http://schemas.microsoft.com/office/drawing/2014/main" id="{D5DE380B-7836-B8F1-76BB-B2688E3932E1}"/>
                </a:ext>
              </a:extLst>
            </p:cNvPr>
            <p:cNvGrpSpPr/>
            <p:nvPr/>
          </p:nvGrpSpPr>
          <p:grpSpPr>
            <a:xfrm>
              <a:off x="7713663" y="2848339"/>
              <a:ext cx="1042107" cy="425543"/>
              <a:chOff x="7786941" y="2884917"/>
              <a:chExt cx="897649" cy="353919"/>
            </a:xfrm>
          </p:grpSpPr>
          <p:sp>
            <p:nvSpPr>
              <p:cNvPr id="8" name="Freeform 138">
                <a:extLst>
                  <a:ext uri="{FF2B5EF4-FFF2-40B4-BE49-F238E27FC236}">
                    <a16:creationId xmlns:a16="http://schemas.microsoft.com/office/drawing/2014/main" id="{40EBB97B-CEF5-2092-37F6-2A5B53BEC4CA}"/>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9" name="Freeform 139">
                <a:extLst>
                  <a:ext uri="{FF2B5EF4-FFF2-40B4-BE49-F238E27FC236}">
                    <a16:creationId xmlns:a16="http://schemas.microsoft.com/office/drawing/2014/main" id="{742A17DA-1B20-FF89-A37A-BF56134B7569}"/>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Freeform 140">
                <a:extLst>
                  <a:ext uri="{FF2B5EF4-FFF2-40B4-BE49-F238E27FC236}">
                    <a16:creationId xmlns:a16="http://schemas.microsoft.com/office/drawing/2014/main" id="{62612890-FEDD-E577-FF6D-C53F666214E7}"/>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Freeform 141">
                <a:extLst>
                  <a:ext uri="{FF2B5EF4-FFF2-40B4-BE49-F238E27FC236}">
                    <a16:creationId xmlns:a16="http://schemas.microsoft.com/office/drawing/2014/main" id="{E9218356-EDE0-D3AA-4136-7954EE67F627}"/>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12" name="Line 24">
            <a:extLst>
              <a:ext uri="{FF2B5EF4-FFF2-40B4-BE49-F238E27FC236}">
                <a16:creationId xmlns:a16="http://schemas.microsoft.com/office/drawing/2014/main" id="{D7CDECF1-C64B-38CB-BFA8-F46903E1745F}"/>
              </a:ext>
            </a:extLst>
          </p:cNvPr>
          <p:cNvSpPr>
            <a:spLocks noChangeShapeType="1"/>
          </p:cNvSpPr>
          <p:nvPr/>
        </p:nvSpPr>
        <p:spPr bwMode="auto">
          <a:xfrm>
            <a:off x="3012897" y="5147318"/>
            <a:ext cx="741403" cy="35560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29">
            <a:extLst>
              <a:ext uri="{FF2B5EF4-FFF2-40B4-BE49-F238E27FC236}">
                <a16:creationId xmlns:a16="http://schemas.microsoft.com/office/drawing/2014/main" id="{09299251-4B52-AB1E-E054-066325A250EC}"/>
              </a:ext>
            </a:extLst>
          </p:cNvPr>
          <p:cNvSpPr>
            <a:spLocks noChangeArrowheads="1"/>
          </p:cNvSpPr>
          <p:nvPr/>
        </p:nvSpPr>
        <p:spPr bwMode="auto">
          <a:xfrm>
            <a:off x="5856264" y="5366393"/>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4" name="Rectangle 30">
            <a:extLst>
              <a:ext uri="{FF2B5EF4-FFF2-40B4-BE49-F238E27FC236}">
                <a16:creationId xmlns:a16="http://schemas.microsoft.com/office/drawing/2014/main" id="{2B05B5CC-07EF-F8F6-38FA-299C7D4C6812}"/>
              </a:ext>
            </a:extLst>
          </p:cNvPr>
          <p:cNvSpPr>
            <a:spLocks noChangeArrowheads="1"/>
          </p:cNvSpPr>
          <p:nvPr/>
        </p:nvSpPr>
        <p:spPr bwMode="auto">
          <a:xfrm>
            <a:off x="4603659" y="5437831"/>
            <a:ext cx="147645"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5" name="Rectangle 31">
            <a:extLst>
              <a:ext uri="{FF2B5EF4-FFF2-40B4-BE49-F238E27FC236}">
                <a16:creationId xmlns:a16="http://schemas.microsoft.com/office/drawing/2014/main" id="{99F9823E-70F3-283A-B540-46999AA5B853}"/>
              </a:ext>
            </a:extLst>
          </p:cNvPr>
          <p:cNvSpPr>
            <a:spLocks noChangeArrowheads="1"/>
          </p:cNvSpPr>
          <p:nvPr/>
        </p:nvSpPr>
        <p:spPr bwMode="auto">
          <a:xfrm>
            <a:off x="4765593" y="5437831"/>
            <a:ext cx="147645" cy="200025"/>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6" name="Line 35">
            <a:extLst>
              <a:ext uri="{FF2B5EF4-FFF2-40B4-BE49-F238E27FC236}">
                <a16:creationId xmlns:a16="http://schemas.microsoft.com/office/drawing/2014/main" id="{4E8584B0-9F1C-2CA7-BBF9-BE14E0D4F633}"/>
              </a:ext>
            </a:extLst>
          </p:cNvPr>
          <p:cNvSpPr>
            <a:spLocks noChangeShapeType="1"/>
          </p:cNvSpPr>
          <p:nvPr/>
        </p:nvSpPr>
        <p:spPr bwMode="auto">
          <a:xfrm flipV="1">
            <a:off x="7433947" y="5197434"/>
            <a:ext cx="366733"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Rectangle 38">
            <a:extLst>
              <a:ext uri="{FF2B5EF4-FFF2-40B4-BE49-F238E27FC236}">
                <a16:creationId xmlns:a16="http://schemas.microsoft.com/office/drawing/2014/main" id="{E2C578BD-8BAE-0FDC-DE74-720C5E906C1A}"/>
              </a:ext>
            </a:extLst>
          </p:cNvPr>
          <p:cNvSpPr>
            <a:spLocks noChangeArrowheads="1"/>
          </p:cNvSpPr>
          <p:nvPr/>
        </p:nvSpPr>
        <p:spPr bwMode="auto">
          <a:xfrm>
            <a:off x="4894187" y="537591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18" name="Text Box 39">
            <a:extLst>
              <a:ext uri="{FF2B5EF4-FFF2-40B4-BE49-F238E27FC236}">
                <a16:creationId xmlns:a16="http://schemas.microsoft.com/office/drawing/2014/main" id="{CC0F0EDD-5D3B-D9AD-19F9-FA302D079D55}"/>
              </a:ext>
            </a:extLst>
          </p:cNvPr>
          <p:cNvSpPr txBox="1">
            <a:spLocks noChangeArrowheads="1"/>
          </p:cNvSpPr>
          <p:nvPr/>
        </p:nvSpPr>
        <p:spPr bwMode="auto">
          <a:xfrm>
            <a:off x="5762606" y="4951561"/>
            <a:ext cx="170040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propagation</a:t>
            </a:r>
            <a:endPar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19" name="Line 40">
            <a:extLst>
              <a:ext uri="{FF2B5EF4-FFF2-40B4-BE49-F238E27FC236}">
                <a16:creationId xmlns:a16="http://schemas.microsoft.com/office/drawing/2014/main" id="{35A6688C-0285-5D0C-BDA4-1601D8DF25EB}"/>
              </a:ext>
            </a:extLst>
          </p:cNvPr>
          <p:cNvSpPr>
            <a:spLocks noChangeShapeType="1"/>
          </p:cNvSpPr>
          <p:nvPr/>
        </p:nvSpPr>
        <p:spPr bwMode="auto">
          <a:xfrm rot="10800000">
            <a:off x="5465689" y="5194792"/>
            <a:ext cx="319105"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Box 43">
            <a:extLst>
              <a:ext uri="{FF2B5EF4-FFF2-40B4-BE49-F238E27FC236}">
                <a16:creationId xmlns:a16="http://schemas.microsoft.com/office/drawing/2014/main" id="{D8F64121-F271-B0A8-39C7-A3EBA296496C}"/>
              </a:ext>
            </a:extLst>
          </p:cNvPr>
          <p:cNvSpPr txBox="1">
            <a:spLocks noChangeArrowheads="1"/>
          </p:cNvSpPr>
          <p:nvPr/>
        </p:nvSpPr>
        <p:spPr bwMode="auto">
          <a:xfrm>
            <a:off x="3407984" y="6093468"/>
            <a:ext cx="1511824" cy="690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nodal</a:t>
            </a:r>
          </a:p>
          <a:p>
            <a:pPr marL="0" marR="0" lvl="0" indent="0" algn="ctr" defTabSz="914400" rtl="0" eaLnBrk="1" fontAlgn="auto" latinLnBrk="0" hangingPunct="1">
              <a:lnSpc>
                <a:spcPct val="8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processing</a:t>
            </a:r>
          </a:p>
        </p:txBody>
      </p:sp>
      <p:sp>
        <p:nvSpPr>
          <p:cNvPr id="21" name="Line 44">
            <a:extLst>
              <a:ext uri="{FF2B5EF4-FFF2-40B4-BE49-F238E27FC236}">
                <a16:creationId xmlns:a16="http://schemas.microsoft.com/office/drawing/2014/main" id="{00422F4D-54D6-DB21-FF7B-AADF3B8D80E2}"/>
              </a:ext>
            </a:extLst>
          </p:cNvPr>
          <p:cNvSpPr>
            <a:spLocks noChangeShapeType="1"/>
          </p:cNvSpPr>
          <p:nvPr/>
        </p:nvSpPr>
        <p:spPr bwMode="auto">
          <a:xfrm rot="10800000">
            <a:off x="3755427" y="6093674"/>
            <a:ext cx="8334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Line 45">
            <a:extLst>
              <a:ext uri="{FF2B5EF4-FFF2-40B4-BE49-F238E27FC236}">
                <a16:creationId xmlns:a16="http://schemas.microsoft.com/office/drawing/2014/main" id="{192385BC-2BDE-94E0-2432-B1AD691A2A22}"/>
              </a:ext>
            </a:extLst>
          </p:cNvPr>
          <p:cNvSpPr>
            <a:spLocks noChangeShapeType="1"/>
          </p:cNvSpPr>
          <p:nvPr/>
        </p:nvSpPr>
        <p:spPr bwMode="auto">
          <a:xfrm rot="10800000" flipV="1">
            <a:off x="4579845" y="5899793"/>
            <a:ext cx="38578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Box 46">
            <a:extLst>
              <a:ext uri="{FF2B5EF4-FFF2-40B4-BE49-F238E27FC236}">
                <a16:creationId xmlns:a16="http://schemas.microsoft.com/office/drawing/2014/main" id="{712FCD77-7155-82D2-91F0-022DB97E71BD}"/>
              </a:ext>
            </a:extLst>
          </p:cNvPr>
          <p:cNvSpPr txBox="1">
            <a:spLocks noChangeArrowheads="1"/>
          </p:cNvSpPr>
          <p:nvPr/>
        </p:nvSpPr>
        <p:spPr bwMode="auto">
          <a:xfrm>
            <a:off x="4987855" y="6321147"/>
            <a:ext cx="135485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queueing</a:t>
            </a:r>
            <a:endParaRPr kumimoji="0" lang="en-US" altLang="en-US" sz="20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endParaRPr>
          </a:p>
        </p:txBody>
      </p:sp>
      <p:sp>
        <p:nvSpPr>
          <p:cNvPr id="24" name="Line 47">
            <a:extLst>
              <a:ext uri="{FF2B5EF4-FFF2-40B4-BE49-F238E27FC236}">
                <a16:creationId xmlns:a16="http://schemas.microsoft.com/office/drawing/2014/main" id="{D02BFDE4-C433-8FAB-295A-223DF8FA0EB2}"/>
              </a:ext>
            </a:extLst>
          </p:cNvPr>
          <p:cNvSpPr>
            <a:spLocks noChangeShapeType="1"/>
          </p:cNvSpPr>
          <p:nvPr/>
        </p:nvSpPr>
        <p:spPr bwMode="auto">
          <a:xfrm rot="10800000">
            <a:off x="4741778" y="5899793"/>
            <a:ext cx="595346" cy="55245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Line 25">
            <a:extLst>
              <a:ext uri="{FF2B5EF4-FFF2-40B4-BE49-F238E27FC236}">
                <a16:creationId xmlns:a16="http://schemas.microsoft.com/office/drawing/2014/main" id="{F4090D18-3E1D-1C85-3A6F-568EE1BF1790}"/>
              </a:ext>
            </a:extLst>
          </p:cNvPr>
          <p:cNvSpPr>
            <a:spLocks noChangeShapeType="1"/>
          </p:cNvSpPr>
          <p:nvPr/>
        </p:nvSpPr>
        <p:spPr bwMode="auto">
          <a:xfrm flipV="1">
            <a:off x="3011017" y="5687067"/>
            <a:ext cx="735346" cy="549939"/>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Rectangle 32">
            <a:extLst>
              <a:ext uri="{FF2B5EF4-FFF2-40B4-BE49-F238E27FC236}">
                <a16:creationId xmlns:a16="http://schemas.microsoft.com/office/drawing/2014/main" id="{BF18687D-5485-9619-ECBA-65A03C5C570B}"/>
              </a:ext>
            </a:extLst>
          </p:cNvPr>
          <p:cNvSpPr>
            <a:spLocks noChangeArrowheads="1"/>
          </p:cNvSpPr>
          <p:nvPr/>
        </p:nvSpPr>
        <p:spPr bwMode="auto">
          <a:xfrm>
            <a:off x="3551088" y="5337818"/>
            <a:ext cx="147646" cy="200025"/>
          </a:xfrm>
          <a:prstGeom prst="rect">
            <a:avLst/>
          </a:prstGeom>
          <a:solidFill>
            <a:schemeClr val="accent1"/>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27" name="Line 33">
            <a:extLst>
              <a:ext uri="{FF2B5EF4-FFF2-40B4-BE49-F238E27FC236}">
                <a16:creationId xmlns:a16="http://schemas.microsoft.com/office/drawing/2014/main" id="{EEB85CD2-350F-258A-110C-7994C22B1E29}"/>
              </a:ext>
            </a:extLst>
          </p:cNvPr>
          <p:cNvSpPr>
            <a:spLocks noChangeShapeType="1"/>
          </p:cNvSpPr>
          <p:nvPr/>
        </p:nvSpPr>
        <p:spPr bwMode="auto">
          <a:xfrm>
            <a:off x="3501874" y="5274318"/>
            <a:ext cx="211149"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Box 36">
            <a:extLst>
              <a:ext uri="{FF2B5EF4-FFF2-40B4-BE49-F238E27FC236}">
                <a16:creationId xmlns:a16="http://schemas.microsoft.com/office/drawing/2014/main" id="{D622A51D-9700-E82C-8F41-87AAB8F0D058}"/>
              </a:ext>
            </a:extLst>
          </p:cNvPr>
          <p:cNvSpPr txBox="1">
            <a:spLocks noChangeArrowheads="1"/>
          </p:cNvSpPr>
          <p:nvPr/>
        </p:nvSpPr>
        <p:spPr bwMode="auto">
          <a:xfrm>
            <a:off x="2208701" y="4831406"/>
            <a:ext cx="393056"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rPr>
              <a:t>A</a:t>
            </a:r>
          </a:p>
        </p:txBody>
      </p:sp>
      <p:sp>
        <p:nvSpPr>
          <p:cNvPr id="29" name="Text Box 37">
            <a:extLst>
              <a:ext uri="{FF2B5EF4-FFF2-40B4-BE49-F238E27FC236}">
                <a16:creationId xmlns:a16="http://schemas.microsoft.com/office/drawing/2014/main" id="{4EA776C3-8F06-AFB2-5154-DF5B2BC3E7C3}"/>
              </a:ext>
            </a:extLst>
          </p:cNvPr>
          <p:cNvSpPr txBox="1">
            <a:spLocks noChangeArrowheads="1"/>
          </p:cNvSpPr>
          <p:nvPr/>
        </p:nvSpPr>
        <p:spPr bwMode="auto">
          <a:xfrm>
            <a:off x="2237444" y="5783906"/>
            <a:ext cx="38023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8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B</a:t>
            </a:r>
          </a:p>
        </p:txBody>
      </p:sp>
      <p:grpSp>
        <p:nvGrpSpPr>
          <p:cNvPr id="30" name="Group 66">
            <a:extLst>
              <a:ext uri="{FF2B5EF4-FFF2-40B4-BE49-F238E27FC236}">
                <a16:creationId xmlns:a16="http://schemas.microsoft.com/office/drawing/2014/main" id="{5BCD0129-7783-C50A-E3EE-FAD4B5C8B871}"/>
              </a:ext>
            </a:extLst>
          </p:cNvPr>
          <p:cNvGrpSpPr>
            <a:grpSpLocks/>
          </p:cNvGrpSpPr>
          <p:nvPr/>
        </p:nvGrpSpPr>
        <p:grpSpPr bwMode="auto">
          <a:xfrm>
            <a:off x="2315278" y="4831406"/>
            <a:ext cx="779505" cy="679450"/>
            <a:chOff x="-44" y="1473"/>
            <a:chExt cx="981" cy="1105"/>
          </a:xfrm>
        </p:grpSpPr>
        <p:pic>
          <p:nvPicPr>
            <p:cNvPr id="31" name="Picture 67" descr="desktop_computer_stylized_medium">
              <a:extLst>
                <a:ext uri="{FF2B5EF4-FFF2-40B4-BE49-F238E27FC236}">
                  <a16:creationId xmlns:a16="http://schemas.microsoft.com/office/drawing/2014/main" id="{9384323A-ED18-38D2-98DA-BD6029C337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 name="Freeform 68">
              <a:extLst>
                <a:ext uri="{FF2B5EF4-FFF2-40B4-BE49-F238E27FC236}">
                  <a16:creationId xmlns:a16="http://schemas.microsoft.com/office/drawing/2014/main" id="{C7EA13B9-F372-BAB3-4C22-AF099067FDA9}"/>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grpSp>
        <p:nvGrpSpPr>
          <p:cNvPr id="33" name="Group 69">
            <a:extLst>
              <a:ext uri="{FF2B5EF4-FFF2-40B4-BE49-F238E27FC236}">
                <a16:creationId xmlns:a16="http://schemas.microsoft.com/office/drawing/2014/main" id="{A3532A3B-48A8-598F-AACE-44A7453150E0}"/>
              </a:ext>
            </a:extLst>
          </p:cNvPr>
          <p:cNvGrpSpPr>
            <a:grpSpLocks/>
          </p:cNvGrpSpPr>
          <p:nvPr/>
        </p:nvGrpSpPr>
        <p:grpSpPr bwMode="auto">
          <a:xfrm>
            <a:off x="2306086" y="5838374"/>
            <a:ext cx="779506" cy="679450"/>
            <a:chOff x="-44" y="1473"/>
            <a:chExt cx="981" cy="1105"/>
          </a:xfrm>
        </p:grpSpPr>
        <p:pic>
          <p:nvPicPr>
            <p:cNvPr id="34" name="Picture 70" descr="desktop_computer_stylized_medium">
              <a:extLst>
                <a:ext uri="{FF2B5EF4-FFF2-40B4-BE49-F238E27FC236}">
                  <a16:creationId xmlns:a16="http://schemas.microsoft.com/office/drawing/2014/main" id="{A0FCC181-F4FD-7963-7B43-8B81F7BF3C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5" name="Freeform 71">
              <a:extLst>
                <a:ext uri="{FF2B5EF4-FFF2-40B4-BE49-F238E27FC236}">
                  <a16:creationId xmlns:a16="http://schemas.microsoft.com/office/drawing/2014/main" id="{0C05CE0A-110D-2FE3-5BE5-B1CCF8656FBF}"/>
                </a:ext>
              </a:extLst>
            </p:cNvPr>
            <p:cNvSpPr>
              <a:spLocks/>
            </p:cNvSpPr>
            <p:nvPr/>
          </p:nvSpPr>
          <p:spPr bwMode="auto">
            <a:xfrm flipH="1">
              <a:off x="374" y="1579"/>
              <a:ext cx="477" cy="506"/>
            </a:xfrm>
            <a:custGeom>
              <a:avLst/>
              <a:gdLst>
                <a:gd name="T0" fmla="*/ 0 w 356"/>
                <a:gd name="T1" fmla="*/ 0 h 368"/>
                <a:gd name="T2" fmla="*/ 32377 w 356"/>
                <a:gd name="T3" fmla="*/ 2307 h 368"/>
                <a:gd name="T4" fmla="*/ 38409 w 356"/>
                <a:gd name="T5" fmla="*/ 48069 h 368"/>
                <a:gd name="T6" fmla="*/ 8465 w 356"/>
                <a:gd name="T7" fmla="*/ 60116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chemeClr val="bg1"/>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sp>
        <p:nvSpPr>
          <p:cNvPr id="36" name="Text Box 41">
            <a:extLst>
              <a:ext uri="{FF2B5EF4-FFF2-40B4-BE49-F238E27FC236}">
                <a16:creationId xmlns:a16="http://schemas.microsoft.com/office/drawing/2014/main" id="{3093C752-B5E1-40F5-DEDD-8BAEE0EAAAC6}"/>
              </a:ext>
            </a:extLst>
          </p:cNvPr>
          <p:cNvSpPr txBox="1">
            <a:spLocks noChangeArrowheads="1"/>
          </p:cNvSpPr>
          <p:nvPr/>
        </p:nvSpPr>
        <p:spPr bwMode="auto">
          <a:xfrm>
            <a:off x="3225172" y="4509644"/>
            <a:ext cx="17685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2400" b="0" i="0" u="none" strike="noStrike" kern="1200" cap="none" spc="0" normalizeH="0" baseline="0" noProof="0" dirty="0">
                <a:ln>
                  <a:noFill/>
                </a:ln>
                <a:solidFill>
                  <a:srgbClr val="CC0000"/>
                </a:solidFill>
                <a:effectLst/>
                <a:uLnTx/>
                <a:uFillTx/>
                <a:latin typeface="Calibri" panose="020F0502020204030204"/>
                <a:ea typeface="ＭＳ Ｐゴシック" panose="020B0600070205080204" pitchFamily="34" charset="-128"/>
                <a:cs typeface="+mn-cs"/>
              </a:rPr>
              <a:t>transmission</a:t>
            </a:r>
          </a:p>
        </p:txBody>
      </p:sp>
      <p:sp>
        <p:nvSpPr>
          <p:cNvPr id="37" name="Line 42">
            <a:extLst>
              <a:ext uri="{FF2B5EF4-FFF2-40B4-BE49-F238E27FC236}">
                <a16:creationId xmlns:a16="http://schemas.microsoft.com/office/drawing/2014/main" id="{A4C65079-F809-B43E-6477-1B98CF2BE9B0}"/>
              </a:ext>
            </a:extLst>
          </p:cNvPr>
          <p:cNvSpPr>
            <a:spLocks noChangeShapeType="1"/>
          </p:cNvSpPr>
          <p:nvPr/>
        </p:nvSpPr>
        <p:spPr bwMode="auto">
          <a:xfrm rot="10800000" flipH="1" flipV="1">
            <a:off x="4430611" y="4807593"/>
            <a:ext cx="528667" cy="5334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Rectangle 31">
            <a:extLst>
              <a:ext uri="{FF2B5EF4-FFF2-40B4-BE49-F238E27FC236}">
                <a16:creationId xmlns:a16="http://schemas.microsoft.com/office/drawing/2014/main" id="{2810A53B-55C5-AF27-C581-72F9EC547067}"/>
              </a:ext>
            </a:extLst>
          </p:cNvPr>
          <p:cNvSpPr>
            <a:spLocks noChangeArrowheads="1"/>
          </p:cNvSpPr>
          <p:nvPr/>
        </p:nvSpPr>
        <p:spPr bwMode="auto">
          <a:xfrm>
            <a:off x="3114327" y="5993950"/>
            <a:ext cx="139773" cy="185197"/>
          </a:xfrm>
          <a:prstGeom prst="rect">
            <a:avLst/>
          </a:prstGeom>
          <a:solidFill>
            <a:srgbClr val="00B050"/>
          </a:solidFill>
          <a:ln w="9525">
            <a:solidFill>
              <a:schemeClr val="tx1"/>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alt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mn-cs"/>
            </a:endParaRPr>
          </a:p>
        </p:txBody>
      </p:sp>
      <p:sp>
        <p:nvSpPr>
          <p:cNvPr id="39" name="Line 33">
            <a:extLst>
              <a:ext uri="{FF2B5EF4-FFF2-40B4-BE49-F238E27FC236}">
                <a16:creationId xmlns:a16="http://schemas.microsoft.com/office/drawing/2014/main" id="{03347DAA-0FF2-5CD2-373E-5ECA02B579DC}"/>
              </a:ext>
            </a:extLst>
          </p:cNvPr>
          <p:cNvSpPr>
            <a:spLocks noChangeShapeType="1"/>
          </p:cNvSpPr>
          <p:nvPr/>
        </p:nvSpPr>
        <p:spPr bwMode="auto">
          <a:xfrm flipV="1">
            <a:off x="3289657" y="5963568"/>
            <a:ext cx="219680" cy="161939"/>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0" name="Straight Connector 39">
            <a:extLst>
              <a:ext uri="{FF2B5EF4-FFF2-40B4-BE49-F238E27FC236}">
                <a16:creationId xmlns:a16="http://schemas.microsoft.com/office/drawing/2014/main" id="{2B51E227-47A1-B69E-5054-CA07E3118F09}"/>
              </a:ext>
            </a:extLst>
          </p:cNvPr>
          <p:cNvCxnSpPr/>
          <p:nvPr/>
        </p:nvCxnSpPr>
        <p:spPr>
          <a:xfrm>
            <a:off x="5272468" y="5602242"/>
            <a:ext cx="3388992" cy="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grpSp>
        <p:nvGrpSpPr>
          <p:cNvPr id="41" name="Group 40">
            <a:extLst>
              <a:ext uri="{FF2B5EF4-FFF2-40B4-BE49-F238E27FC236}">
                <a16:creationId xmlns:a16="http://schemas.microsoft.com/office/drawing/2014/main" id="{A73CB32F-2E2D-63B8-1E06-396F217ED19C}"/>
              </a:ext>
            </a:extLst>
          </p:cNvPr>
          <p:cNvGrpSpPr/>
          <p:nvPr/>
        </p:nvGrpSpPr>
        <p:grpSpPr>
          <a:xfrm>
            <a:off x="8382903" y="5141941"/>
            <a:ext cx="1511352" cy="863670"/>
            <a:chOff x="7493876" y="2774731"/>
            <a:chExt cx="1481958" cy="894622"/>
          </a:xfrm>
        </p:grpSpPr>
        <p:sp>
          <p:nvSpPr>
            <p:cNvPr id="42" name="Freeform 127">
              <a:extLst>
                <a:ext uri="{FF2B5EF4-FFF2-40B4-BE49-F238E27FC236}">
                  <a16:creationId xmlns:a16="http://schemas.microsoft.com/office/drawing/2014/main" id="{4A41E9FC-5BA6-6C1F-7341-9FBE73A47E68}"/>
                </a:ext>
              </a:extLst>
            </p:cNvPr>
            <p:cNvSpPr/>
            <p:nvPr/>
          </p:nvSpPr>
          <p:spPr>
            <a:xfrm>
              <a:off x="7493876" y="3084399"/>
              <a:ext cx="1481958" cy="584954"/>
            </a:xfrm>
            <a:custGeom>
              <a:avLst/>
              <a:gdLst>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17076"/>
                <a:gd name="connsiteX1" fmla="*/ 8187558 w 8187558"/>
                <a:gd name="connsiteY1" fmla="*/ 1271752 h 2617076"/>
                <a:gd name="connsiteX2" fmla="*/ 4025462 w 8187558"/>
                <a:gd name="connsiteY2" fmla="*/ 2617076 h 2617076"/>
                <a:gd name="connsiteX3" fmla="*/ 0 w 8187558"/>
                <a:gd name="connsiteY3" fmla="*/ 1229711 h 2617076"/>
                <a:gd name="connsiteX4" fmla="*/ 31531 w 8187558"/>
                <a:gd name="connsiteY4" fmla="*/ 147145 h 2617076"/>
                <a:gd name="connsiteX5" fmla="*/ 4046482 w 8187558"/>
                <a:gd name="connsiteY5" fmla="*/ 1576552 h 2617076"/>
                <a:gd name="connsiteX6" fmla="*/ 8187558 w 8187558"/>
                <a:gd name="connsiteY6" fmla="*/ 0 h 2617076"/>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46482 w 8187558"/>
                <a:gd name="connsiteY5" fmla="*/ 157655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88524 w 8187558"/>
                <a:gd name="connsiteY5" fmla="*/ 1597573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87558 w 8187558"/>
                <a:gd name="connsiteY0" fmla="*/ 0 h 2638097"/>
                <a:gd name="connsiteX1" fmla="*/ 8187558 w 8187558"/>
                <a:gd name="connsiteY1" fmla="*/ 1271752 h 2638097"/>
                <a:gd name="connsiteX2" fmla="*/ 4099035 w 8187558"/>
                <a:gd name="connsiteY2" fmla="*/ 2638097 h 2638097"/>
                <a:gd name="connsiteX3" fmla="*/ 0 w 8187558"/>
                <a:gd name="connsiteY3" fmla="*/ 1229711 h 2638097"/>
                <a:gd name="connsiteX4" fmla="*/ 31531 w 8187558"/>
                <a:gd name="connsiteY4" fmla="*/ 147145 h 2638097"/>
                <a:gd name="connsiteX5" fmla="*/ 4099035 w 8187558"/>
                <a:gd name="connsiteY5" fmla="*/ 1566042 h 2638097"/>
                <a:gd name="connsiteX6" fmla="*/ 8187558 w 8187558"/>
                <a:gd name="connsiteY6" fmla="*/ 0 h 2638097"/>
                <a:gd name="connsiteX0" fmla="*/ 8176538 w 8176538"/>
                <a:gd name="connsiteY0" fmla="*/ 0 h 2638097"/>
                <a:gd name="connsiteX1" fmla="*/ 8176538 w 8176538"/>
                <a:gd name="connsiteY1" fmla="*/ 1271752 h 2638097"/>
                <a:gd name="connsiteX2" fmla="*/ 4088015 w 8176538"/>
                <a:gd name="connsiteY2" fmla="*/ 2638097 h 2638097"/>
                <a:gd name="connsiteX3" fmla="*/ 0 w 8176538"/>
                <a:gd name="connsiteY3" fmla="*/ 1269888 h 2638097"/>
                <a:gd name="connsiteX4" fmla="*/ 20511 w 8176538"/>
                <a:gd name="connsiteY4" fmla="*/ 147145 h 2638097"/>
                <a:gd name="connsiteX5" fmla="*/ 4088015 w 8176538"/>
                <a:gd name="connsiteY5" fmla="*/ 1566042 h 2638097"/>
                <a:gd name="connsiteX6" fmla="*/ 8176538 w 8176538"/>
                <a:gd name="connsiteY6" fmla="*/ 0 h 2638097"/>
                <a:gd name="connsiteX0" fmla="*/ 8176538 w 8176538"/>
                <a:gd name="connsiteY0" fmla="*/ 0 h 2772020"/>
                <a:gd name="connsiteX1" fmla="*/ 8176538 w 8176538"/>
                <a:gd name="connsiteY1" fmla="*/ 1271752 h 2772020"/>
                <a:gd name="connsiteX2" fmla="*/ 4099034 w 8176538"/>
                <a:gd name="connsiteY2" fmla="*/ 2772020 h 2772020"/>
                <a:gd name="connsiteX3" fmla="*/ 0 w 8176538"/>
                <a:gd name="connsiteY3" fmla="*/ 1269888 h 2772020"/>
                <a:gd name="connsiteX4" fmla="*/ 20511 w 8176538"/>
                <a:gd name="connsiteY4" fmla="*/ 147145 h 2772020"/>
                <a:gd name="connsiteX5" fmla="*/ 4088015 w 8176538"/>
                <a:gd name="connsiteY5" fmla="*/ 1566042 h 2772020"/>
                <a:gd name="connsiteX6" fmla="*/ 8176538 w 8176538"/>
                <a:gd name="connsiteY6" fmla="*/ 0 h 2772020"/>
                <a:gd name="connsiteX0" fmla="*/ 8176538 w 8176538"/>
                <a:gd name="connsiteY0" fmla="*/ 0 h 2772339"/>
                <a:gd name="connsiteX1" fmla="*/ 8176538 w 8176538"/>
                <a:gd name="connsiteY1" fmla="*/ 1378890 h 2772339"/>
                <a:gd name="connsiteX2" fmla="*/ 4099034 w 8176538"/>
                <a:gd name="connsiteY2" fmla="*/ 2772020 h 2772339"/>
                <a:gd name="connsiteX3" fmla="*/ 0 w 8176538"/>
                <a:gd name="connsiteY3" fmla="*/ 1269888 h 2772339"/>
                <a:gd name="connsiteX4" fmla="*/ 20511 w 8176538"/>
                <a:gd name="connsiteY4" fmla="*/ 147145 h 2772339"/>
                <a:gd name="connsiteX5" fmla="*/ 4088015 w 8176538"/>
                <a:gd name="connsiteY5" fmla="*/ 1566042 h 2772339"/>
                <a:gd name="connsiteX6" fmla="*/ 8176538 w 8176538"/>
                <a:gd name="connsiteY6" fmla="*/ 0 h 2772339"/>
                <a:gd name="connsiteX0" fmla="*/ 8176538 w 8176538"/>
                <a:gd name="connsiteY0" fmla="*/ 0 h 2825888"/>
                <a:gd name="connsiteX1" fmla="*/ 8176538 w 8176538"/>
                <a:gd name="connsiteY1" fmla="*/ 1378890 h 2825888"/>
                <a:gd name="connsiteX2" fmla="*/ 4099034 w 8176538"/>
                <a:gd name="connsiteY2" fmla="*/ 2825590 h 2825888"/>
                <a:gd name="connsiteX3" fmla="*/ 0 w 8176538"/>
                <a:gd name="connsiteY3" fmla="*/ 1269888 h 2825888"/>
                <a:gd name="connsiteX4" fmla="*/ 20511 w 8176538"/>
                <a:gd name="connsiteY4" fmla="*/ 147145 h 2825888"/>
                <a:gd name="connsiteX5" fmla="*/ 4088015 w 8176538"/>
                <a:gd name="connsiteY5" fmla="*/ 1566042 h 2825888"/>
                <a:gd name="connsiteX6" fmla="*/ 8176538 w 8176538"/>
                <a:gd name="connsiteY6" fmla="*/ 0 h 2825888"/>
                <a:gd name="connsiteX0" fmla="*/ 8165518 w 8165518"/>
                <a:gd name="connsiteY0" fmla="*/ 0 h 2825606"/>
                <a:gd name="connsiteX1" fmla="*/ 8165518 w 8165518"/>
                <a:gd name="connsiteY1" fmla="*/ 1378890 h 2825606"/>
                <a:gd name="connsiteX2" fmla="*/ 4088014 w 8165518"/>
                <a:gd name="connsiteY2" fmla="*/ 2825590 h 2825606"/>
                <a:gd name="connsiteX3" fmla="*/ 0 w 8165518"/>
                <a:gd name="connsiteY3" fmla="*/ 1403811 h 2825606"/>
                <a:gd name="connsiteX4" fmla="*/ 9491 w 8165518"/>
                <a:gd name="connsiteY4" fmla="*/ 147145 h 2825606"/>
                <a:gd name="connsiteX5" fmla="*/ 4076995 w 8165518"/>
                <a:gd name="connsiteY5" fmla="*/ 1566042 h 2825606"/>
                <a:gd name="connsiteX6" fmla="*/ 8165518 w 8165518"/>
                <a:gd name="connsiteY6" fmla="*/ 0 h 2825606"/>
                <a:gd name="connsiteX0" fmla="*/ 8165518 w 8165518"/>
                <a:gd name="connsiteY0" fmla="*/ 0 h 2879174"/>
                <a:gd name="connsiteX1" fmla="*/ 8165518 w 8165518"/>
                <a:gd name="connsiteY1" fmla="*/ 1378890 h 2879174"/>
                <a:gd name="connsiteX2" fmla="*/ 4132092 w 8165518"/>
                <a:gd name="connsiteY2" fmla="*/ 2879159 h 2879174"/>
                <a:gd name="connsiteX3" fmla="*/ 0 w 8165518"/>
                <a:gd name="connsiteY3" fmla="*/ 1403811 h 2879174"/>
                <a:gd name="connsiteX4" fmla="*/ 9491 w 8165518"/>
                <a:gd name="connsiteY4" fmla="*/ 147145 h 2879174"/>
                <a:gd name="connsiteX5" fmla="*/ 4076995 w 8165518"/>
                <a:gd name="connsiteY5" fmla="*/ 1566042 h 2879174"/>
                <a:gd name="connsiteX6" fmla="*/ 8165518 w 8165518"/>
                <a:gd name="connsiteY6" fmla="*/ 0 h 2879174"/>
                <a:gd name="connsiteX0" fmla="*/ 8165518 w 8176537"/>
                <a:gd name="connsiteY0" fmla="*/ 0 h 2879410"/>
                <a:gd name="connsiteX1" fmla="*/ 8176537 w 8176537"/>
                <a:gd name="connsiteY1" fmla="*/ 1499420 h 2879410"/>
                <a:gd name="connsiteX2" fmla="*/ 4132092 w 8176537"/>
                <a:gd name="connsiteY2" fmla="*/ 2879159 h 2879410"/>
                <a:gd name="connsiteX3" fmla="*/ 0 w 8176537"/>
                <a:gd name="connsiteY3" fmla="*/ 1403811 h 2879410"/>
                <a:gd name="connsiteX4" fmla="*/ 9491 w 8176537"/>
                <a:gd name="connsiteY4" fmla="*/ 147145 h 2879410"/>
                <a:gd name="connsiteX5" fmla="*/ 4076995 w 8176537"/>
                <a:gd name="connsiteY5" fmla="*/ 1566042 h 2879410"/>
                <a:gd name="connsiteX6" fmla="*/ 8165518 w 8176537"/>
                <a:gd name="connsiteY6" fmla="*/ 0 h 2879410"/>
                <a:gd name="connsiteX0" fmla="*/ 8165518 w 8176537"/>
                <a:gd name="connsiteY0" fmla="*/ 0 h 2879262"/>
                <a:gd name="connsiteX1" fmla="*/ 8176537 w 8176537"/>
                <a:gd name="connsiteY1" fmla="*/ 1499420 h 2879262"/>
                <a:gd name="connsiteX2" fmla="*/ 4132092 w 8176537"/>
                <a:gd name="connsiteY2" fmla="*/ 2879159 h 2879262"/>
                <a:gd name="connsiteX3" fmla="*/ 0 w 8176537"/>
                <a:gd name="connsiteY3" fmla="*/ 1403811 h 2879262"/>
                <a:gd name="connsiteX4" fmla="*/ 9491 w 8176537"/>
                <a:gd name="connsiteY4" fmla="*/ 147145 h 2879262"/>
                <a:gd name="connsiteX5" fmla="*/ 4076995 w 8176537"/>
                <a:gd name="connsiteY5" fmla="*/ 1566042 h 2879262"/>
                <a:gd name="connsiteX6" fmla="*/ 8165518 w 8176537"/>
                <a:gd name="connsiteY6" fmla="*/ 0 h 2879262"/>
                <a:gd name="connsiteX0" fmla="*/ 8165518 w 8176537"/>
                <a:gd name="connsiteY0" fmla="*/ 0 h 2879163"/>
                <a:gd name="connsiteX1" fmla="*/ 8176537 w 8176537"/>
                <a:gd name="connsiteY1" fmla="*/ 1499420 h 2879163"/>
                <a:gd name="connsiteX2" fmla="*/ 4132092 w 8176537"/>
                <a:gd name="connsiteY2" fmla="*/ 2879159 h 2879163"/>
                <a:gd name="connsiteX3" fmla="*/ 0 w 8176537"/>
                <a:gd name="connsiteY3" fmla="*/ 1510948 h 2879163"/>
                <a:gd name="connsiteX4" fmla="*/ 9491 w 8176537"/>
                <a:gd name="connsiteY4" fmla="*/ 147145 h 2879163"/>
                <a:gd name="connsiteX5" fmla="*/ 4076995 w 8176537"/>
                <a:gd name="connsiteY5" fmla="*/ 1566042 h 2879163"/>
                <a:gd name="connsiteX6" fmla="*/ 8165518 w 8176537"/>
                <a:gd name="connsiteY6" fmla="*/ 0 h 2879163"/>
                <a:gd name="connsiteX0" fmla="*/ 8165518 w 8198577"/>
                <a:gd name="connsiteY0" fmla="*/ 0 h 2879451"/>
                <a:gd name="connsiteX1" fmla="*/ 8198577 w 8198577"/>
                <a:gd name="connsiteY1" fmla="*/ 1606558 h 2879451"/>
                <a:gd name="connsiteX2" fmla="*/ 4132092 w 8198577"/>
                <a:gd name="connsiteY2" fmla="*/ 2879159 h 2879451"/>
                <a:gd name="connsiteX3" fmla="*/ 0 w 8198577"/>
                <a:gd name="connsiteY3" fmla="*/ 1510948 h 2879451"/>
                <a:gd name="connsiteX4" fmla="*/ 9491 w 8198577"/>
                <a:gd name="connsiteY4" fmla="*/ 147145 h 2879451"/>
                <a:gd name="connsiteX5" fmla="*/ 4076995 w 8198577"/>
                <a:gd name="connsiteY5" fmla="*/ 1566042 h 2879451"/>
                <a:gd name="connsiteX6" fmla="*/ 8165518 w 8198577"/>
                <a:gd name="connsiteY6" fmla="*/ 0 h 2879451"/>
                <a:gd name="connsiteX0" fmla="*/ 8165518 w 8165518"/>
                <a:gd name="connsiteY0" fmla="*/ 0 h 2880066"/>
                <a:gd name="connsiteX1" fmla="*/ 8165518 w 8165518"/>
                <a:gd name="connsiteY1" fmla="*/ 1673520 h 2880066"/>
                <a:gd name="connsiteX2" fmla="*/ 4132092 w 8165518"/>
                <a:gd name="connsiteY2" fmla="*/ 2879159 h 2880066"/>
                <a:gd name="connsiteX3" fmla="*/ 0 w 8165518"/>
                <a:gd name="connsiteY3" fmla="*/ 1510948 h 2880066"/>
                <a:gd name="connsiteX4" fmla="*/ 9491 w 8165518"/>
                <a:gd name="connsiteY4" fmla="*/ 147145 h 2880066"/>
                <a:gd name="connsiteX5" fmla="*/ 4076995 w 8165518"/>
                <a:gd name="connsiteY5" fmla="*/ 1566042 h 2880066"/>
                <a:gd name="connsiteX6" fmla="*/ 8165518 w 8165518"/>
                <a:gd name="connsiteY6" fmla="*/ 0 h 2880066"/>
                <a:gd name="connsiteX0" fmla="*/ 8156794 w 8156794"/>
                <a:gd name="connsiteY0" fmla="*/ 0 h 2879270"/>
                <a:gd name="connsiteX1" fmla="*/ 8156794 w 8156794"/>
                <a:gd name="connsiteY1" fmla="*/ 1673520 h 2879270"/>
                <a:gd name="connsiteX2" fmla="*/ 4123368 w 8156794"/>
                <a:gd name="connsiteY2" fmla="*/ 2879159 h 2879270"/>
                <a:gd name="connsiteX3" fmla="*/ 2295 w 8156794"/>
                <a:gd name="connsiteY3" fmla="*/ 1618086 h 2879270"/>
                <a:gd name="connsiteX4" fmla="*/ 767 w 8156794"/>
                <a:gd name="connsiteY4" fmla="*/ 147145 h 2879270"/>
                <a:gd name="connsiteX5" fmla="*/ 4068271 w 8156794"/>
                <a:gd name="connsiteY5" fmla="*/ 1566042 h 2879270"/>
                <a:gd name="connsiteX6" fmla="*/ 8156794 w 8156794"/>
                <a:gd name="connsiteY6" fmla="*/ 0 h 287927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00"/>
                <a:gd name="connsiteX1" fmla="*/ 8156794 w 8156794"/>
                <a:gd name="connsiteY1" fmla="*/ 1673520 h 2973000"/>
                <a:gd name="connsiteX2" fmla="*/ 4134388 w 8156794"/>
                <a:gd name="connsiteY2" fmla="*/ 2972904 h 2973000"/>
                <a:gd name="connsiteX3" fmla="*/ 2295 w 8156794"/>
                <a:gd name="connsiteY3" fmla="*/ 1618086 h 2973000"/>
                <a:gd name="connsiteX4" fmla="*/ 767 w 8156794"/>
                <a:gd name="connsiteY4" fmla="*/ 147145 h 2973000"/>
                <a:gd name="connsiteX5" fmla="*/ 4068271 w 8156794"/>
                <a:gd name="connsiteY5" fmla="*/ 1566042 h 2973000"/>
                <a:gd name="connsiteX6" fmla="*/ 8156794 w 8156794"/>
                <a:gd name="connsiteY6" fmla="*/ 0 h 2973000"/>
                <a:gd name="connsiteX0" fmla="*/ 8156794 w 8156794"/>
                <a:gd name="connsiteY0" fmla="*/ 0 h 2973020"/>
                <a:gd name="connsiteX1" fmla="*/ 8156794 w 8156794"/>
                <a:gd name="connsiteY1" fmla="*/ 1673520 h 2973020"/>
                <a:gd name="connsiteX2" fmla="*/ 4134388 w 8156794"/>
                <a:gd name="connsiteY2" fmla="*/ 2972904 h 2973020"/>
                <a:gd name="connsiteX3" fmla="*/ 2295 w 8156794"/>
                <a:gd name="connsiteY3" fmla="*/ 1618086 h 2973020"/>
                <a:gd name="connsiteX4" fmla="*/ 767 w 8156794"/>
                <a:gd name="connsiteY4" fmla="*/ 147145 h 2973020"/>
                <a:gd name="connsiteX5" fmla="*/ 4068271 w 8156794"/>
                <a:gd name="connsiteY5" fmla="*/ 1566042 h 2973020"/>
                <a:gd name="connsiteX6" fmla="*/ 8156794 w 8156794"/>
                <a:gd name="connsiteY6" fmla="*/ 0 h 2973020"/>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021"/>
                <a:gd name="connsiteX1" fmla="*/ 8156794 w 8156794"/>
                <a:gd name="connsiteY1" fmla="*/ 1673520 h 2973021"/>
                <a:gd name="connsiteX2" fmla="*/ 4134388 w 8156794"/>
                <a:gd name="connsiteY2" fmla="*/ 2972904 h 2973021"/>
                <a:gd name="connsiteX3" fmla="*/ 2295 w 8156794"/>
                <a:gd name="connsiteY3" fmla="*/ 1618086 h 2973021"/>
                <a:gd name="connsiteX4" fmla="*/ 767 w 8156794"/>
                <a:gd name="connsiteY4" fmla="*/ 147145 h 2973021"/>
                <a:gd name="connsiteX5" fmla="*/ 4068271 w 8156794"/>
                <a:gd name="connsiteY5" fmla="*/ 1566042 h 2973021"/>
                <a:gd name="connsiteX6" fmla="*/ 8156794 w 8156794"/>
                <a:gd name="connsiteY6" fmla="*/ 0 h 2973021"/>
                <a:gd name="connsiteX0" fmla="*/ 8156794 w 8156794"/>
                <a:gd name="connsiteY0" fmla="*/ 0 h 2973141"/>
                <a:gd name="connsiteX1" fmla="*/ 8156794 w 8156794"/>
                <a:gd name="connsiteY1" fmla="*/ 1673520 h 2973141"/>
                <a:gd name="connsiteX2" fmla="*/ 4134388 w 8156794"/>
                <a:gd name="connsiteY2" fmla="*/ 2972904 h 2973141"/>
                <a:gd name="connsiteX3" fmla="*/ 2295 w 8156794"/>
                <a:gd name="connsiteY3" fmla="*/ 1618086 h 2973141"/>
                <a:gd name="connsiteX4" fmla="*/ 767 w 8156794"/>
                <a:gd name="connsiteY4" fmla="*/ 147145 h 2973141"/>
                <a:gd name="connsiteX5" fmla="*/ 4068271 w 8156794"/>
                <a:gd name="connsiteY5" fmla="*/ 1566042 h 2973141"/>
                <a:gd name="connsiteX6" fmla="*/ 8156794 w 8156794"/>
                <a:gd name="connsiteY6" fmla="*/ 0 h 2973141"/>
                <a:gd name="connsiteX0" fmla="*/ 8156794 w 8156794"/>
                <a:gd name="connsiteY0" fmla="*/ 0 h 3066827"/>
                <a:gd name="connsiteX1" fmla="*/ 8156794 w 8156794"/>
                <a:gd name="connsiteY1" fmla="*/ 1673520 h 3066827"/>
                <a:gd name="connsiteX2" fmla="*/ 4123353 w 8156794"/>
                <a:gd name="connsiteY2" fmla="*/ 3066650 h 3066827"/>
                <a:gd name="connsiteX3" fmla="*/ 2295 w 8156794"/>
                <a:gd name="connsiteY3" fmla="*/ 1618086 h 3066827"/>
                <a:gd name="connsiteX4" fmla="*/ 767 w 8156794"/>
                <a:gd name="connsiteY4" fmla="*/ 147145 h 3066827"/>
                <a:gd name="connsiteX5" fmla="*/ 4068271 w 8156794"/>
                <a:gd name="connsiteY5" fmla="*/ 1566042 h 3066827"/>
                <a:gd name="connsiteX6" fmla="*/ 8156794 w 8156794"/>
                <a:gd name="connsiteY6" fmla="*/ 0 h 3066827"/>
                <a:gd name="connsiteX0" fmla="*/ 8123689 w 8156794"/>
                <a:gd name="connsiteY0" fmla="*/ 0 h 2999866"/>
                <a:gd name="connsiteX1" fmla="*/ 8156794 w 8156794"/>
                <a:gd name="connsiteY1" fmla="*/ 1606559 h 2999866"/>
                <a:gd name="connsiteX2" fmla="*/ 4123353 w 8156794"/>
                <a:gd name="connsiteY2" fmla="*/ 2999689 h 2999866"/>
                <a:gd name="connsiteX3" fmla="*/ 2295 w 8156794"/>
                <a:gd name="connsiteY3" fmla="*/ 1551125 h 2999866"/>
                <a:gd name="connsiteX4" fmla="*/ 767 w 8156794"/>
                <a:gd name="connsiteY4" fmla="*/ 80184 h 2999866"/>
                <a:gd name="connsiteX5" fmla="*/ 4068271 w 8156794"/>
                <a:gd name="connsiteY5" fmla="*/ 1499081 h 2999866"/>
                <a:gd name="connsiteX6" fmla="*/ 8123689 w 8156794"/>
                <a:gd name="connsiteY6" fmla="*/ 0 h 2999866"/>
                <a:gd name="connsiteX0" fmla="*/ 8167828 w 8167828"/>
                <a:gd name="connsiteY0" fmla="*/ 0 h 3026651"/>
                <a:gd name="connsiteX1" fmla="*/ 8156794 w 8167828"/>
                <a:gd name="connsiteY1" fmla="*/ 1633344 h 3026651"/>
                <a:gd name="connsiteX2" fmla="*/ 4123353 w 8167828"/>
                <a:gd name="connsiteY2" fmla="*/ 3026474 h 3026651"/>
                <a:gd name="connsiteX3" fmla="*/ 2295 w 8167828"/>
                <a:gd name="connsiteY3" fmla="*/ 1577910 h 3026651"/>
                <a:gd name="connsiteX4" fmla="*/ 767 w 8167828"/>
                <a:gd name="connsiteY4" fmla="*/ 106969 h 3026651"/>
                <a:gd name="connsiteX5" fmla="*/ 4068271 w 8167828"/>
                <a:gd name="connsiteY5" fmla="*/ 1525866 h 3026651"/>
                <a:gd name="connsiteX6" fmla="*/ 8167828 w 8167828"/>
                <a:gd name="connsiteY6" fmla="*/ 0 h 3026651"/>
                <a:gd name="connsiteX0" fmla="*/ 8167828 w 8167828"/>
                <a:gd name="connsiteY0" fmla="*/ 0 h 3027228"/>
                <a:gd name="connsiteX1" fmla="*/ 8145760 w 8167828"/>
                <a:gd name="connsiteY1" fmla="*/ 1686913 h 3027228"/>
                <a:gd name="connsiteX2" fmla="*/ 4123353 w 8167828"/>
                <a:gd name="connsiteY2" fmla="*/ 3026474 h 3027228"/>
                <a:gd name="connsiteX3" fmla="*/ 2295 w 8167828"/>
                <a:gd name="connsiteY3" fmla="*/ 1577910 h 3027228"/>
                <a:gd name="connsiteX4" fmla="*/ 767 w 8167828"/>
                <a:gd name="connsiteY4" fmla="*/ 106969 h 3027228"/>
                <a:gd name="connsiteX5" fmla="*/ 4068271 w 8167828"/>
                <a:gd name="connsiteY5" fmla="*/ 1525866 h 3027228"/>
                <a:gd name="connsiteX6" fmla="*/ 8167828 w 8167828"/>
                <a:gd name="connsiteY6" fmla="*/ 0 h 3027228"/>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56794 w 8156794"/>
                <a:gd name="connsiteY0" fmla="*/ 0 h 2933483"/>
                <a:gd name="connsiteX1" fmla="*/ 8145760 w 8156794"/>
                <a:gd name="connsiteY1" fmla="*/ 1593168 h 2933483"/>
                <a:gd name="connsiteX2" fmla="*/ 4123353 w 8156794"/>
                <a:gd name="connsiteY2" fmla="*/ 2932729 h 2933483"/>
                <a:gd name="connsiteX3" fmla="*/ 2295 w 8156794"/>
                <a:gd name="connsiteY3" fmla="*/ 1484165 h 2933483"/>
                <a:gd name="connsiteX4" fmla="*/ 767 w 8156794"/>
                <a:gd name="connsiteY4" fmla="*/ 13224 h 2933483"/>
                <a:gd name="connsiteX5" fmla="*/ 4068271 w 8156794"/>
                <a:gd name="connsiteY5" fmla="*/ 1432121 h 2933483"/>
                <a:gd name="connsiteX6" fmla="*/ 8156794 w 8156794"/>
                <a:gd name="connsiteY6" fmla="*/ 0 h 2933483"/>
                <a:gd name="connsiteX0" fmla="*/ 8123689 w 8145760"/>
                <a:gd name="connsiteY0" fmla="*/ 13560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9 w 8145760"/>
                <a:gd name="connsiteY6" fmla="*/ 13560 h 2920259"/>
                <a:gd name="connsiteX0" fmla="*/ 8178863 w 8178863"/>
                <a:gd name="connsiteY0" fmla="*/ 26952 h 2920259"/>
                <a:gd name="connsiteX1" fmla="*/ 8145760 w 8178863"/>
                <a:gd name="connsiteY1" fmla="*/ 1579944 h 2920259"/>
                <a:gd name="connsiteX2" fmla="*/ 4123353 w 8178863"/>
                <a:gd name="connsiteY2" fmla="*/ 2919505 h 2920259"/>
                <a:gd name="connsiteX3" fmla="*/ 2295 w 8178863"/>
                <a:gd name="connsiteY3" fmla="*/ 1470941 h 2920259"/>
                <a:gd name="connsiteX4" fmla="*/ 767 w 8178863"/>
                <a:gd name="connsiteY4" fmla="*/ 0 h 2920259"/>
                <a:gd name="connsiteX5" fmla="*/ 4068271 w 8178863"/>
                <a:gd name="connsiteY5" fmla="*/ 1418897 h 2920259"/>
                <a:gd name="connsiteX6" fmla="*/ 8178863 w 8178863"/>
                <a:gd name="connsiteY6" fmla="*/ 26952 h 2920259"/>
                <a:gd name="connsiteX0" fmla="*/ 8167827 w 8167827"/>
                <a:gd name="connsiteY0" fmla="*/ 40343 h 2920259"/>
                <a:gd name="connsiteX1" fmla="*/ 8145760 w 8167827"/>
                <a:gd name="connsiteY1" fmla="*/ 1579944 h 2920259"/>
                <a:gd name="connsiteX2" fmla="*/ 4123353 w 8167827"/>
                <a:gd name="connsiteY2" fmla="*/ 2919505 h 2920259"/>
                <a:gd name="connsiteX3" fmla="*/ 2295 w 8167827"/>
                <a:gd name="connsiteY3" fmla="*/ 1470941 h 2920259"/>
                <a:gd name="connsiteX4" fmla="*/ 767 w 8167827"/>
                <a:gd name="connsiteY4" fmla="*/ 0 h 2920259"/>
                <a:gd name="connsiteX5" fmla="*/ 4068271 w 8167827"/>
                <a:gd name="connsiteY5" fmla="*/ 1418897 h 2920259"/>
                <a:gd name="connsiteX6" fmla="*/ 8167827 w 8167827"/>
                <a:gd name="connsiteY6" fmla="*/ 40343 h 2920259"/>
                <a:gd name="connsiteX0" fmla="*/ 8123687 w 8145760"/>
                <a:gd name="connsiteY0" fmla="*/ 53735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23687 w 8145760"/>
                <a:gd name="connsiteY6" fmla="*/ 53735 h 2920259"/>
                <a:gd name="connsiteX0" fmla="*/ 8161918 w 8161918"/>
                <a:gd name="connsiteY0" fmla="*/ 0 h 2943855"/>
                <a:gd name="connsiteX1" fmla="*/ 8145760 w 8161918"/>
                <a:gd name="connsiteY1" fmla="*/ 1603540 h 2943855"/>
                <a:gd name="connsiteX2" fmla="*/ 4123353 w 8161918"/>
                <a:gd name="connsiteY2" fmla="*/ 2943101 h 2943855"/>
                <a:gd name="connsiteX3" fmla="*/ 2295 w 8161918"/>
                <a:gd name="connsiteY3" fmla="*/ 1494537 h 2943855"/>
                <a:gd name="connsiteX4" fmla="*/ 767 w 8161918"/>
                <a:gd name="connsiteY4" fmla="*/ 23596 h 2943855"/>
                <a:gd name="connsiteX5" fmla="*/ 4068271 w 8161918"/>
                <a:gd name="connsiteY5" fmla="*/ 1442493 h 2943855"/>
                <a:gd name="connsiteX6" fmla="*/ 8161918 w 8161918"/>
                <a:gd name="connsiteY6" fmla="*/ 0 h 2943855"/>
                <a:gd name="connsiteX0" fmla="*/ 8144926 w 8145760"/>
                <a:gd name="connsiteY0" fmla="*/ 43424 h 2920259"/>
                <a:gd name="connsiteX1" fmla="*/ 8145760 w 8145760"/>
                <a:gd name="connsiteY1" fmla="*/ 1579944 h 2920259"/>
                <a:gd name="connsiteX2" fmla="*/ 4123353 w 8145760"/>
                <a:gd name="connsiteY2" fmla="*/ 2919505 h 2920259"/>
                <a:gd name="connsiteX3" fmla="*/ 2295 w 8145760"/>
                <a:gd name="connsiteY3" fmla="*/ 1470941 h 2920259"/>
                <a:gd name="connsiteX4" fmla="*/ 767 w 8145760"/>
                <a:gd name="connsiteY4" fmla="*/ 0 h 2920259"/>
                <a:gd name="connsiteX5" fmla="*/ 4068271 w 8145760"/>
                <a:gd name="connsiteY5" fmla="*/ 1418897 h 2920259"/>
                <a:gd name="connsiteX6" fmla="*/ 8144926 w 8145760"/>
                <a:gd name="connsiteY6" fmla="*/ 43424 h 2920259"/>
                <a:gd name="connsiteX0" fmla="*/ 8161918 w 8161918"/>
                <a:gd name="connsiteY0" fmla="*/ 0 h 2959321"/>
                <a:gd name="connsiteX1" fmla="*/ 8145760 w 8161918"/>
                <a:gd name="connsiteY1" fmla="*/ 1619006 h 2959321"/>
                <a:gd name="connsiteX2" fmla="*/ 4123353 w 8161918"/>
                <a:gd name="connsiteY2" fmla="*/ 2958567 h 2959321"/>
                <a:gd name="connsiteX3" fmla="*/ 2295 w 8161918"/>
                <a:gd name="connsiteY3" fmla="*/ 1510003 h 2959321"/>
                <a:gd name="connsiteX4" fmla="*/ 767 w 8161918"/>
                <a:gd name="connsiteY4" fmla="*/ 39062 h 2959321"/>
                <a:gd name="connsiteX5" fmla="*/ 4068271 w 8161918"/>
                <a:gd name="connsiteY5" fmla="*/ 1457959 h 2959321"/>
                <a:gd name="connsiteX6" fmla="*/ 8161918 w 8161918"/>
                <a:gd name="connsiteY6" fmla="*/ 0 h 2959321"/>
                <a:gd name="connsiteX0" fmla="*/ 8161918 w 8162752"/>
                <a:gd name="connsiteY0" fmla="*/ 0 h 2959488"/>
                <a:gd name="connsiteX1" fmla="*/ 8162752 w 8162752"/>
                <a:gd name="connsiteY1" fmla="*/ 1629317 h 2959488"/>
                <a:gd name="connsiteX2" fmla="*/ 4123353 w 8162752"/>
                <a:gd name="connsiteY2" fmla="*/ 2958567 h 2959488"/>
                <a:gd name="connsiteX3" fmla="*/ 2295 w 8162752"/>
                <a:gd name="connsiteY3" fmla="*/ 1510003 h 2959488"/>
                <a:gd name="connsiteX4" fmla="*/ 767 w 8162752"/>
                <a:gd name="connsiteY4" fmla="*/ 39062 h 2959488"/>
                <a:gd name="connsiteX5" fmla="*/ 4068271 w 8162752"/>
                <a:gd name="connsiteY5" fmla="*/ 1457959 h 2959488"/>
                <a:gd name="connsiteX6" fmla="*/ 8161918 w 8162752"/>
                <a:gd name="connsiteY6" fmla="*/ 0 h 2959488"/>
                <a:gd name="connsiteX0" fmla="*/ 8165930 w 8166764"/>
                <a:gd name="connsiteY0" fmla="*/ 7337 h 2966825"/>
                <a:gd name="connsiteX1" fmla="*/ 8166764 w 8166764"/>
                <a:gd name="connsiteY1" fmla="*/ 1636654 h 2966825"/>
                <a:gd name="connsiteX2" fmla="*/ 4127365 w 8166764"/>
                <a:gd name="connsiteY2" fmla="*/ 2965904 h 2966825"/>
                <a:gd name="connsiteX3" fmla="*/ 6307 w 8166764"/>
                <a:gd name="connsiteY3" fmla="*/ 1517340 h 2966825"/>
                <a:gd name="connsiteX4" fmla="*/ 532 w 8166764"/>
                <a:gd name="connsiteY4" fmla="*/ 0 h 2966825"/>
                <a:gd name="connsiteX5" fmla="*/ 4072283 w 8166764"/>
                <a:gd name="connsiteY5" fmla="*/ 1465296 h 2966825"/>
                <a:gd name="connsiteX6" fmla="*/ 8165930 w 8166764"/>
                <a:gd name="connsiteY6" fmla="*/ 7337 h 2966825"/>
                <a:gd name="connsiteX0" fmla="*/ 8168119 w 8168953"/>
                <a:gd name="connsiteY0" fmla="*/ 7337 h 2966682"/>
                <a:gd name="connsiteX1" fmla="*/ 8168953 w 8168953"/>
                <a:gd name="connsiteY1" fmla="*/ 1636654 h 2966682"/>
                <a:gd name="connsiteX2" fmla="*/ 4129554 w 8168953"/>
                <a:gd name="connsiteY2" fmla="*/ 2965904 h 2966682"/>
                <a:gd name="connsiteX3" fmla="*/ 0 w 8168953"/>
                <a:gd name="connsiteY3" fmla="*/ 1527651 h 2966682"/>
                <a:gd name="connsiteX4" fmla="*/ 2721 w 8168953"/>
                <a:gd name="connsiteY4" fmla="*/ 0 h 2966682"/>
                <a:gd name="connsiteX5" fmla="*/ 4074472 w 8168953"/>
                <a:gd name="connsiteY5" fmla="*/ 1465296 h 2966682"/>
                <a:gd name="connsiteX6" fmla="*/ 8168119 w 8168953"/>
                <a:gd name="connsiteY6" fmla="*/ 7337 h 2966682"/>
                <a:gd name="connsiteX0" fmla="*/ 8168119 w 8168953"/>
                <a:gd name="connsiteY0" fmla="*/ 7337 h 3100377"/>
                <a:gd name="connsiteX1" fmla="*/ 8168953 w 8168953"/>
                <a:gd name="connsiteY1" fmla="*/ 1636654 h 3100377"/>
                <a:gd name="connsiteX2" fmla="*/ 4118520 w 8168953"/>
                <a:gd name="connsiteY2" fmla="*/ 3099826 h 3100377"/>
                <a:gd name="connsiteX3" fmla="*/ 0 w 8168953"/>
                <a:gd name="connsiteY3" fmla="*/ 1527651 h 3100377"/>
                <a:gd name="connsiteX4" fmla="*/ 2721 w 8168953"/>
                <a:gd name="connsiteY4" fmla="*/ 0 h 3100377"/>
                <a:gd name="connsiteX5" fmla="*/ 4074472 w 8168953"/>
                <a:gd name="connsiteY5" fmla="*/ 1465296 h 3100377"/>
                <a:gd name="connsiteX6" fmla="*/ 8168119 w 8168953"/>
                <a:gd name="connsiteY6" fmla="*/ 7337 h 3100377"/>
                <a:gd name="connsiteX0" fmla="*/ 8168119 w 8168953"/>
                <a:gd name="connsiteY0" fmla="*/ 7337 h 3100429"/>
                <a:gd name="connsiteX1" fmla="*/ 8168953 w 8168953"/>
                <a:gd name="connsiteY1" fmla="*/ 1636654 h 3100429"/>
                <a:gd name="connsiteX2" fmla="*/ 4118520 w 8168953"/>
                <a:gd name="connsiteY2" fmla="*/ 3099826 h 3100429"/>
                <a:gd name="connsiteX3" fmla="*/ 0 w 8168953"/>
                <a:gd name="connsiteY3" fmla="*/ 1527651 h 3100429"/>
                <a:gd name="connsiteX4" fmla="*/ 2721 w 8168953"/>
                <a:gd name="connsiteY4" fmla="*/ 0 h 3100429"/>
                <a:gd name="connsiteX5" fmla="*/ 4074472 w 8168953"/>
                <a:gd name="connsiteY5" fmla="*/ 1465296 h 3100429"/>
                <a:gd name="connsiteX6" fmla="*/ 8168119 w 8168953"/>
                <a:gd name="connsiteY6" fmla="*/ 7337 h 3100429"/>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72202 w 8166683"/>
                <a:gd name="connsiteY5" fmla="*/ 1465296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 name="connsiteX0" fmla="*/ 8165849 w 8166683"/>
                <a:gd name="connsiteY0" fmla="*/ 7337 h 3099826"/>
                <a:gd name="connsiteX1" fmla="*/ 8166683 w 8166683"/>
                <a:gd name="connsiteY1" fmla="*/ 1636654 h 3099826"/>
                <a:gd name="connsiteX2" fmla="*/ 4116250 w 8166683"/>
                <a:gd name="connsiteY2" fmla="*/ 3099826 h 3099826"/>
                <a:gd name="connsiteX3" fmla="*/ 8764 w 8166683"/>
                <a:gd name="connsiteY3" fmla="*/ 1634789 h 3099826"/>
                <a:gd name="connsiteX4" fmla="*/ 451 w 8166683"/>
                <a:gd name="connsiteY4" fmla="*/ 0 h 3099826"/>
                <a:gd name="connsiteX5" fmla="*/ 4061168 w 8166683"/>
                <a:gd name="connsiteY5" fmla="*/ 1438511 h 3099826"/>
                <a:gd name="connsiteX6" fmla="*/ 8165849 w 8166683"/>
                <a:gd name="connsiteY6" fmla="*/ 7337 h 3099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66683" h="3099826">
                  <a:moveTo>
                    <a:pt x="8165849" y="7337"/>
                  </a:moveTo>
                  <a:lnTo>
                    <a:pt x="8166683" y="1636654"/>
                  </a:lnTo>
                  <a:cubicBezTo>
                    <a:pt x="7917761" y="2728489"/>
                    <a:pt x="5475903" y="3100137"/>
                    <a:pt x="4116250" y="3099826"/>
                  </a:cubicBezTo>
                  <a:cubicBezTo>
                    <a:pt x="2756597" y="3099515"/>
                    <a:pt x="245424" y="2744647"/>
                    <a:pt x="8764" y="1634789"/>
                  </a:cubicBezTo>
                  <a:cubicBezTo>
                    <a:pt x="11928" y="1215900"/>
                    <a:pt x="-2713" y="418889"/>
                    <a:pt x="451" y="0"/>
                  </a:cubicBezTo>
                  <a:cubicBezTo>
                    <a:pt x="385485" y="953840"/>
                    <a:pt x="2700268" y="1437288"/>
                    <a:pt x="4061168" y="1438511"/>
                  </a:cubicBezTo>
                  <a:cubicBezTo>
                    <a:pt x="5422068" y="1439734"/>
                    <a:pt x="7793228" y="1089449"/>
                    <a:pt x="8165849" y="7337"/>
                  </a:cubicBezTo>
                  <a:close/>
                </a:path>
              </a:pathLst>
            </a:custGeom>
            <a:gradFill>
              <a:gsLst>
                <a:gs pos="0">
                  <a:srgbClr val="B8C2C9"/>
                </a:gs>
                <a:gs pos="21000">
                  <a:schemeClr val="bg1"/>
                </a:gs>
                <a:gs pos="60000">
                  <a:srgbClr val="D6DCE0"/>
                </a:gs>
                <a:gs pos="100000">
                  <a:srgbClr val="B8C2C9"/>
                </a:gs>
              </a:gsLst>
              <a:lin ang="0" scaled="0"/>
            </a:gra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sp>
          <p:nvSpPr>
            <p:cNvPr id="43" name="Oval 42">
              <a:extLst>
                <a:ext uri="{FF2B5EF4-FFF2-40B4-BE49-F238E27FC236}">
                  <a16:creationId xmlns:a16="http://schemas.microsoft.com/office/drawing/2014/main" id="{C8BADF97-41BE-6150-30B5-A9268C1181DF}"/>
                </a:ext>
              </a:extLst>
            </p:cNvPr>
            <p:cNvSpPr/>
            <p:nvPr/>
          </p:nvSpPr>
          <p:spPr>
            <a:xfrm>
              <a:off x="7494729" y="2774731"/>
              <a:ext cx="1480163" cy="579140"/>
            </a:xfrm>
            <a:prstGeom prst="ellipse">
              <a:avLst/>
            </a:prstGeom>
            <a:solidFill>
              <a:srgbClr val="B8C2C9"/>
            </a:solidFill>
            <a:ln w="63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              </a:t>
              </a:r>
            </a:p>
          </p:txBody>
        </p:sp>
        <p:grpSp>
          <p:nvGrpSpPr>
            <p:cNvPr id="44" name="Group 43">
              <a:extLst>
                <a:ext uri="{FF2B5EF4-FFF2-40B4-BE49-F238E27FC236}">
                  <a16:creationId xmlns:a16="http://schemas.microsoft.com/office/drawing/2014/main" id="{41F27411-6169-9709-EF71-33A192334E57}"/>
                </a:ext>
              </a:extLst>
            </p:cNvPr>
            <p:cNvGrpSpPr/>
            <p:nvPr/>
          </p:nvGrpSpPr>
          <p:grpSpPr>
            <a:xfrm>
              <a:off x="7713663" y="2848339"/>
              <a:ext cx="1042107" cy="425543"/>
              <a:chOff x="7786941" y="2884917"/>
              <a:chExt cx="897649" cy="353919"/>
            </a:xfrm>
          </p:grpSpPr>
          <p:sp>
            <p:nvSpPr>
              <p:cNvPr id="45" name="Freeform 130">
                <a:extLst>
                  <a:ext uri="{FF2B5EF4-FFF2-40B4-BE49-F238E27FC236}">
                    <a16:creationId xmlns:a16="http://schemas.microsoft.com/office/drawing/2014/main" id="{7C864B6D-CACC-4163-74F7-5AEFD164B359}"/>
                  </a:ext>
                </a:extLst>
              </p:cNvPr>
              <p:cNvSpPr/>
              <p:nvPr/>
            </p:nvSpPr>
            <p:spPr>
              <a:xfrm>
                <a:off x="7811770" y="2884917"/>
                <a:ext cx="849158" cy="198115"/>
              </a:xfrm>
              <a:custGeom>
                <a:avLst/>
                <a:gdLst>
                  <a:gd name="connsiteX0" fmla="*/ 3725333 w 4588933"/>
                  <a:gd name="connsiteY0" fmla="*/ 0 h 1049866"/>
                  <a:gd name="connsiteX1" fmla="*/ 4588933 w 4588933"/>
                  <a:gd name="connsiteY1" fmla="*/ 270933 h 1049866"/>
                  <a:gd name="connsiteX2" fmla="*/ 3962400 w 4588933"/>
                  <a:gd name="connsiteY2" fmla="*/ 541866 h 1049866"/>
                  <a:gd name="connsiteX3" fmla="*/ 3742267 w 4588933"/>
                  <a:gd name="connsiteY3" fmla="*/ 457200 h 1049866"/>
                  <a:gd name="connsiteX4" fmla="*/ 2269067 w 4588933"/>
                  <a:gd name="connsiteY4" fmla="*/ 1049866 h 1049866"/>
                  <a:gd name="connsiteX5" fmla="*/ 880533 w 4588933"/>
                  <a:gd name="connsiteY5" fmla="*/ 457200 h 1049866"/>
                  <a:gd name="connsiteX6" fmla="*/ 592667 w 4588933"/>
                  <a:gd name="connsiteY6" fmla="*/ 541866 h 1049866"/>
                  <a:gd name="connsiteX7" fmla="*/ 0 w 4588933"/>
                  <a:gd name="connsiteY7" fmla="*/ 254000 h 1049866"/>
                  <a:gd name="connsiteX8" fmla="*/ 880533 w 4588933"/>
                  <a:gd name="connsiteY8" fmla="*/ 16933 h 1049866"/>
                  <a:gd name="connsiteX9" fmla="*/ 2302933 w 4588933"/>
                  <a:gd name="connsiteY9" fmla="*/ 626533 h 1049866"/>
                  <a:gd name="connsiteX10" fmla="*/ 3725333 w 4588933"/>
                  <a:gd name="connsiteY10" fmla="*/ 0 h 1049866"/>
                  <a:gd name="connsiteX0" fmla="*/ 3725333 w 4641485"/>
                  <a:gd name="connsiteY0" fmla="*/ 0 h 1049866"/>
                  <a:gd name="connsiteX1" fmla="*/ 4641485 w 4641485"/>
                  <a:gd name="connsiteY1" fmla="*/ 239402 h 1049866"/>
                  <a:gd name="connsiteX2" fmla="*/ 3962400 w 4641485"/>
                  <a:gd name="connsiteY2" fmla="*/ 541866 h 1049866"/>
                  <a:gd name="connsiteX3" fmla="*/ 3742267 w 4641485"/>
                  <a:gd name="connsiteY3" fmla="*/ 457200 h 1049866"/>
                  <a:gd name="connsiteX4" fmla="*/ 2269067 w 4641485"/>
                  <a:gd name="connsiteY4" fmla="*/ 1049866 h 1049866"/>
                  <a:gd name="connsiteX5" fmla="*/ 880533 w 4641485"/>
                  <a:gd name="connsiteY5" fmla="*/ 457200 h 1049866"/>
                  <a:gd name="connsiteX6" fmla="*/ 592667 w 4641485"/>
                  <a:gd name="connsiteY6" fmla="*/ 541866 h 1049866"/>
                  <a:gd name="connsiteX7" fmla="*/ 0 w 4641485"/>
                  <a:gd name="connsiteY7" fmla="*/ 254000 h 1049866"/>
                  <a:gd name="connsiteX8" fmla="*/ 880533 w 4641485"/>
                  <a:gd name="connsiteY8" fmla="*/ 16933 h 1049866"/>
                  <a:gd name="connsiteX9" fmla="*/ 2302933 w 4641485"/>
                  <a:gd name="connsiteY9" fmla="*/ 626533 h 1049866"/>
                  <a:gd name="connsiteX10" fmla="*/ 3725333 w 4641485"/>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73798 w 4673016"/>
                  <a:gd name="connsiteY3" fmla="*/ 45720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84308 w 4673016"/>
                  <a:gd name="connsiteY3" fmla="*/ 404648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34464 w 4673016"/>
                  <a:gd name="connsiteY9" fmla="*/ 62653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32979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794818 w 4673016"/>
                  <a:gd name="connsiteY3" fmla="*/ 436179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 name="connsiteX0" fmla="*/ 3756864 w 4673016"/>
                  <a:gd name="connsiteY0" fmla="*/ 0 h 1049866"/>
                  <a:gd name="connsiteX1" fmla="*/ 4673016 w 4673016"/>
                  <a:gd name="connsiteY1" fmla="*/ 239402 h 1049866"/>
                  <a:gd name="connsiteX2" fmla="*/ 3993931 w 4673016"/>
                  <a:gd name="connsiteY2" fmla="*/ 541866 h 1049866"/>
                  <a:gd name="connsiteX3" fmla="*/ 3815839 w 4673016"/>
                  <a:gd name="connsiteY3" fmla="*/ 467710 h 1049866"/>
                  <a:gd name="connsiteX4" fmla="*/ 2300598 w 4673016"/>
                  <a:gd name="connsiteY4" fmla="*/ 1049866 h 1049866"/>
                  <a:gd name="connsiteX5" fmla="*/ 912064 w 4673016"/>
                  <a:gd name="connsiteY5" fmla="*/ 457200 h 1049866"/>
                  <a:gd name="connsiteX6" fmla="*/ 624198 w 4673016"/>
                  <a:gd name="connsiteY6" fmla="*/ 541866 h 1049866"/>
                  <a:gd name="connsiteX7" fmla="*/ 0 w 4673016"/>
                  <a:gd name="connsiteY7" fmla="*/ 275021 h 1049866"/>
                  <a:gd name="connsiteX8" fmla="*/ 912064 w 4673016"/>
                  <a:gd name="connsiteY8" fmla="*/ 16933 h 1049866"/>
                  <a:gd name="connsiteX9" fmla="*/ 2323954 w 4673016"/>
                  <a:gd name="connsiteY9" fmla="*/ 616023 h 1049866"/>
                  <a:gd name="connsiteX10" fmla="*/ 3756864 w 4673016"/>
                  <a:gd name="connsiteY10" fmla="*/ 0 h 10498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673016" h="1049866">
                    <a:moveTo>
                      <a:pt x="3756864" y="0"/>
                    </a:moveTo>
                    <a:lnTo>
                      <a:pt x="4673016" y="239402"/>
                    </a:lnTo>
                    <a:lnTo>
                      <a:pt x="3993931" y="541866"/>
                    </a:lnTo>
                    <a:lnTo>
                      <a:pt x="3815839" y="467710"/>
                    </a:lnTo>
                    <a:lnTo>
                      <a:pt x="2300598" y="1049866"/>
                    </a:lnTo>
                    <a:lnTo>
                      <a:pt x="912064" y="457200"/>
                    </a:lnTo>
                    <a:lnTo>
                      <a:pt x="624198" y="541866"/>
                    </a:lnTo>
                    <a:lnTo>
                      <a:pt x="0" y="275021"/>
                    </a:lnTo>
                    <a:lnTo>
                      <a:pt x="912064" y="16933"/>
                    </a:lnTo>
                    <a:lnTo>
                      <a:pt x="2323954" y="616023"/>
                    </a:lnTo>
                    <a:lnTo>
                      <a:pt x="3756864"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6" name="Freeform 131">
                <a:extLst>
                  <a:ext uri="{FF2B5EF4-FFF2-40B4-BE49-F238E27FC236}">
                    <a16:creationId xmlns:a16="http://schemas.microsoft.com/office/drawing/2014/main" id="{476D2A40-86FA-F704-8584-6E56F78C7C1D}"/>
                  </a:ext>
                </a:extLst>
              </p:cNvPr>
              <p:cNvSpPr/>
              <p:nvPr/>
            </p:nvSpPr>
            <p:spPr>
              <a:xfrm>
                <a:off x="8367548" y="3054383"/>
                <a:ext cx="317042" cy="170569"/>
              </a:xfrm>
              <a:custGeom>
                <a:avLst/>
                <a:gdLst>
                  <a:gd name="connsiteX0" fmla="*/ 21021 w 1744718"/>
                  <a:gd name="connsiteY0" fmla="*/ 0 h 903890"/>
                  <a:gd name="connsiteX1" fmla="*/ 1744718 w 1744718"/>
                  <a:gd name="connsiteY1" fmla="*/ 693683 h 903890"/>
                  <a:gd name="connsiteX2" fmla="*/ 1145628 w 1744718"/>
                  <a:gd name="connsiteY2" fmla="*/ 903890 h 903890"/>
                  <a:gd name="connsiteX3" fmla="*/ 0 w 1744718"/>
                  <a:gd name="connsiteY3" fmla="*/ 451945 h 903890"/>
                  <a:gd name="connsiteX4" fmla="*/ 21021 w 1744718"/>
                  <a:gd name="connsiteY4" fmla="*/ 0 h 9038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44718" h="903890">
                    <a:moveTo>
                      <a:pt x="21021" y="0"/>
                    </a:moveTo>
                    <a:lnTo>
                      <a:pt x="1744718" y="693683"/>
                    </a:lnTo>
                    <a:lnTo>
                      <a:pt x="1145628" y="903890"/>
                    </a:lnTo>
                    <a:lnTo>
                      <a:pt x="0" y="451945"/>
                    </a:lnTo>
                    <a:lnTo>
                      <a:pt x="21021" y="0"/>
                    </a:lnTo>
                    <a:close/>
                  </a:path>
                </a:pathLst>
              </a:custGeom>
              <a:solidFill>
                <a:srgbClr val="0000A3"/>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Freeform 132">
                <a:extLst>
                  <a:ext uri="{FF2B5EF4-FFF2-40B4-BE49-F238E27FC236}">
                    <a16:creationId xmlns:a16="http://schemas.microsoft.com/office/drawing/2014/main" id="{41FFE2DC-09E8-82AF-8EEC-7CD6FA419988}"/>
                  </a:ext>
                </a:extLst>
              </p:cNvPr>
              <p:cNvSpPr/>
              <p:nvPr/>
            </p:nvSpPr>
            <p:spPr>
              <a:xfrm>
                <a:off x="7786941" y="3054383"/>
                <a:ext cx="311312" cy="168585"/>
              </a:xfrm>
              <a:custGeom>
                <a:avLst/>
                <a:gdLst>
                  <a:gd name="connsiteX0" fmla="*/ 1702676 w 1713187"/>
                  <a:gd name="connsiteY0" fmla="*/ 0 h 893380"/>
                  <a:gd name="connsiteX1" fmla="*/ 1713187 w 1713187"/>
                  <a:gd name="connsiteY1" fmla="*/ 472966 h 893380"/>
                  <a:gd name="connsiteX2" fmla="*/ 578069 w 1713187"/>
                  <a:gd name="connsiteY2" fmla="*/ 893380 h 893380"/>
                  <a:gd name="connsiteX3" fmla="*/ 0 w 1713187"/>
                  <a:gd name="connsiteY3" fmla="*/ 693683 h 893380"/>
                  <a:gd name="connsiteX4" fmla="*/ 1702676 w 1713187"/>
                  <a:gd name="connsiteY4" fmla="*/ 0 h 893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713187" h="893380">
                    <a:moveTo>
                      <a:pt x="1702676" y="0"/>
                    </a:moveTo>
                    <a:lnTo>
                      <a:pt x="1713187" y="472966"/>
                    </a:lnTo>
                    <a:lnTo>
                      <a:pt x="578069" y="893380"/>
                    </a:lnTo>
                    <a:lnTo>
                      <a:pt x="0" y="693683"/>
                    </a:lnTo>
                    <a:lnTo>
                      <a:pt x="1702676" y="0"/>
                    </a:lnTo>
                    <a:close/>
                  </a:path>
                </a:pathLst>
              </a:custGeom>
              <a:solidFill>
                <a:srgbClr val="0000A8"/>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133">
                <a:extLst>
                  <a:ext uri="{FF2B5EF4-FFF2-40B4-BE49-F238E27FC236}">
                    <a16:creationId xmlns:a16="http://schemas.microsoft.com/office/drawing/2014/main" id="{FF60DCC2-68C0-DC5B-76B3-DEB0700C3665}"/>
                  </a:ext>
                </a:extLst>
              </p:cNvPr>
              <p:cNvSpPr/>
              <p:nvPr/>
            </p:nvSpPr>
            <p:spPr>
              <a:xfrm>
                <a:off x="7895013" y="2971083"/>
                <a:ext cx="676892" cy="267753"/>
              </a:xfrm>
              <a:custGeom>
                <a:avLst/>
                <a:gdLst>
                  <a:gd name="connsiteX0" fmla="*/ 599089 w 4162096"/>
                  <a:gd name="connsiteY0" fmla="*/ 273269 h 1618593"/>
                  <a:gd name="connsiteX1" fmla="*/ 882869 w 4162096"/>
                  <a:gd name="connsiteY1" fmla="*/ 199697 h 1618593"/>
                  <a:gd name="connsiteX2" fmla="*/ 2312276 w 4162096"/>
                  <a:gd name="connsiteY2" fmla="*/ 798786 h 1618593"/>
                  <a:gd name="connsiteX3" fmla="*/ 3794234 w 4162096"/>
                  <a:gd name="connsiteY3" fmla="*/ 199697 h 1618593"/>
                  <a:gd name="connsiteX4" fmla="*/ 4014951 w 4162096"/>
                  <a:gd name="connsiteY4" fmla="*/ 273269 h 1618593"/>
                  <a:gd name="connsiteX5" fmla="*/ 3058510 w 4162096"/>
                  <a:gd name="connsiteY5" fmla="*/ 641131 h 1618593"/>
                  <a:gd name="connsiteX6" fmla="*/ 3026979 w 4162096"/>
                  <a:gd name="connsiteY6" fmla="*/ 1114097 h 1618593"/>
                  <a:gd name="connsiteX7" fmla="*/ 4162096 w 4162096"/>
                  <a:gd name="connsiteY7" fmla="*/ 1545021 h 1618593"/>
                  <a:gd name="connsiteX8" fmla="*/ 3878317 w 4162096"/>
                  <a:gd name="connsiteY8" fmla="*/ 1608083 h 1618593"/>
                  <a:gd name="connsiteX9" fmla="*/ 2301765 w 4162096"/>
                  <a:gd name="connsiteY9" fmla="*/ 945931 h 1618593"/>
                  <a:gd name="connsiteX10" fmla="*/ 693682 w 4162096"/>
                  <a:gd name="connsiteY10" fmla="*/ 1618593 h 1618593"/>
                  <a:gd name="connsiteX11" fmla="*/ 430924 w 4162096"/>
                  <a:gd name="connsiteY11" fmla="*/ 1524000 h 1618593"/>
                  <a:gd name="connsiteX12" fmla="*/ 1576551 w 4162096"/>
                  <a:gd name="connsiteY12" fmla="*/ 1082566 h 1618593"/>
                  <a:gd name="connsiteX13" fmla="*/ 1545020 w 4162096"/>
                  <a:gd name="connsiteY13" fmla="*/ 609600 h 1618593"/>
                  <a:gd name="connsiteX14" fmla="*/ 0 w 4162096"/>
                  <a:gd name="connsiteY14" fmla="*/ 0 h 1618593"/>
                  <a:gd name="connsiteX15" fmla="*/ 872358 w 4162096"/>
                  <a:gd name="connsiteY15" fmla="*/ 210207 h 1618593"/>
                  <a:gd name="connsiteX16" fmla="*/ 872358 w 4162096"/>
                  <a:gd name="connsiteY16" fmla="*/ 210207 h 1618593"/>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15" fmla="*/ 441434 w 3731172"/>
                  <a:gd name="connsiteY15"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441434 w 3731172"/>
                  <a:gd name="connsiteY14" fmla="*/ 10510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357351 w 3731172"/>
                  <a:gd name="connsiteY14" fmla="*/ 115613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0990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47144 w 3731172"/>
                  <a:gd name="connsiteY14" fmla="*/ 6306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14096 w 3731172"/>
                  <a:gd name="connsiteY13" fmla="*/ 420413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56137 w 3731172"/>
                  <a:gd name="connsiteY13" fmla="*/ 441434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882869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68165 w 3731172"/>
                  <a:gd name="connsiteY0" fmla="*/ 73572 h 1418896"/>
                  <a:gd name="connsiteX1" fmla="*/ 451945 w 3731172"/>
                  <a:gd name="connsiteY1" fmla="*/ 0 h 1418896"/>
                  <a:gd name="connsiteX2" fmla="*/ 1881352 w 3731172"/>
                  <a:gd name="connsiteY2" fmla="*/ 599089 h 1418896"/>
                  <a:gd name="connsiteX3" fmla="*/ 3363310 w 3731172"/>
                  <a:gd name="connsiteY3" fmla="*/ 0 h 1418896"/>
                  <a:gd name="connsiteX4" fmla="*/ 3584027 w 3731172"/>
                  <a:gd name="connsiteY4" fmla="*/ 73572 h 1418896"/>
                  <a:gd name="connsiteX5" fmla="*/ 2627586 w 3731172"/>
                  <a:gd name="connsiteY5" fmla="*/ 441434 h 1418896"/>
                  <a:gd name="connsiteX6" fmla="*/ 2596055 w 3731172"/>
                  <a:gd name="connsiteY6" fmla="*/ 914400 h 1418896"/>
                  <a:gd name="connsiteX7" fmla="*/ 3731172 w 3731172"/>
                  <a:gd name="connsiteY7" fmla="*/ 1345324 h 1418896"/>
                  <a:gd name="connsiteX8" fmla="*/ 3447393 w 3731172"/>
                  <a:gd name="connsiteY8" fmla="*/ 1408386 h 1418896"/>
                  <a:gd name="connsiteX9" fmla="*/ 1870841 w 3731172"/>
                  <a:gd name="connsiteY9" fmla="*/ 746234 h 1418896"/>
                  <a:gd name="connsiteX10" fmla="*/ 262758 w 3731172"/>
                  <a:gd name="connsiteY10" fmla="*/ 1418896 h 1418896"/>
                  <a:gd name="connsiteX11" fmla="*/ 0 w 3731172"/>
                  <a:gd name="connsiteY11" fmla="*/ 1324303 h 1418896"/>
                  <a:gd name="connsiteX12" fmla="*/ 1145627 w 3731172"/>
                  <a:gd name="connsiteY12" fmla="*/ 903890 h 1418896"/>
                  <a:gd name="connsiteX13" fmla="*/ 1145626 w 3731172"/>
                  <a:gd name="connsiteY13" fmla="*/ 451945 h 1418896"/>
                  <a:gd name="connsiteX14" fmla="*/ 189185 w 3731172"/>
                  <a:gd name="connsiteY14" fmla="*/ 84081 h 1418896"/>
                  <a:gd name="connsiteX15" fmla="*/ 168165 w 3731172"/>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575034 w 3710151"/>
                  <a:gd name="connsiteY6" fmla="*/ 91440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06565 w 3710151"/>
                  <a:gd name="connsiteY6" fmla="*/ 924910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06565 w 3710151"/>
                  <a:gd name="connsiteY5" fmla="*/ 441434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5151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60331 w 3710151"/>
                  <a:gd name="connsiteY2" fmla="*/ 599089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124605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12460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47144 w 3710151"/>
                  <a:gd name="connsiteY0" fmla="*/ 73572 h 1418896"/>
                  <a:gd name="connsiteX1" fmla="*/ 430924 w 3710151"/>
                  <a:gd name="connsiteY1" fmla="*/ 0 h 1418896"/>
                  <a:gd name="connsiteX2" fmla="*/ 1838028 w 3710151"/>
                  <a:gd name="connsiteY2" fmla="*/ 591655 h 1418896"/>
                  <a:gd name="connsiteX3" fmla="*/ 3342289 w 3710151"/>
                  <a:gd name="connsiteY3" fmla="*/ 0 h 1418896"/>
                  <a:gd name="connsiteX4" fmla="*/ 3563006 w 3710151"/>
                  <a:gd name="connsiteY4" fmla="*/ 73572 h 1418896"/>
                  <a:gd name="connsiteX5" fmla="*/ 2617717 w 3710151"/>
                  <a:gd name="connsiteY5" fmla="*/ 448868 h 1418896"/>
                  <a:gd name="connsiteX6" fmla="*/ 2610282 w 3710151"/>
                  <a:gd name="connsiteY6" fmla="*/ 902607 h 1418896"/>
                  <a:gd name="connsiteX7" fmla="*/ 3710151 w 3710151"/>
                  <a:gd name="connsiteY7" fmla="*/ 1345324 h 1418896"/>
                  <a:gd name="connsiteX8" fmla="*/ 3426372 w 3710151"/>
                  <a:gd name="connsiteY8" fmla="*/ 1408386 h 1418896"/>
                  <a:gd name="connsiteX9" fmla="*/ 1849820 w 3710151"/>
                  <a:gd name="connsiteY9" fmla="*/ 746234 h 1418896"/>
                  <a:gd name="connsiteX10" fmla="*/ 241737 w 3710151"/>
                  <a:gd name="connsiteY10" fmla="*/ 1418896 h 1418896"/>
                  <a:gd name="connsiteX11" fmla="*/ 0 w 3710151"/>
                  <a:gd name="connsiteY11" fmla="*/ 1334814 h 1418896"/>
                  <a:gd name="connsiteX12" fmla="*/ 1098586 w 3710151"/>
                  <a:gd name="connsiteY12" fmla="*/ 903890 h 1418896"/>
                  <a:gd name="connsiteX13" fmla="*/ 1087434 w 3710151"/>
                  <a:gd name="connsiteY13" fmla="*/ 451945 h 1418896"/>
                  <a:gd name="connsiteX14" fmla="*/ 168164 w 3710151"/>
                  <a:gd name="connsiteY14" fmla="*/ 84081 h 1418896"/>
                  <a:gd name="connsiteX15" fmla="*/ 147144 w 3710151"/>
                  <a:gd name="connsiteY15" fmla="*/ 73572 h 1418896"/>
                  <a:gd name="connsiteX0" fmla="*/ 162012 w 3725019"/>
                  <a:gd name="connsiteY0" fmla="*/ 73572 h 1418896"/>
                  <a:gd name="connsiteX1" fmla="*/ 445792 w 3725019"/>
                  <a:gd name="connsiteY1" fmla="*/ 0 h 1418896"/>
                  <a:gd name="connsiteX2" fmla="*/ 1852896 w 3725019"/>
                  <a:gd name="connsiteY2" fmla="*/ 591655 h 1418896"/>
                  <a:gd name="connsiteX3" fmla="*/ 3357157 w 3725019"/>
                  <a:gd name="connsiteY3" fmla="*/ 0 h 1418896"/>
                  <a:gd name="connsiteX4" fmla="*/ 3577874 w 3725019"/>
                  <a:gd name="connsiteY4" fmla="*/ 73572 h 1418896"/>
                  <a:gd name="connsiteX5" fmla="*/ 2632585 w 3725019"/>
                  <a:gd name="connsiteY5" fmla="*/ 448868 h 1418896"/>
                  <a:gd name="connsiteX6" fmla="*/ 2625150 w 3725019"/>
                  <a:gd name="connsiteY6" fmla="*/ 902607 h 1418896"/>
                  <a:gd name="connsiteX7" fmla="*/ 3725019 w 3725019"/>
                  <a:gd name="connsiteY7" fmla="*/ 1345324 h 1418896"/>
                  <a:gd name="connsiteX8" fmla="*/ 3441240 w 3725019"/>
                  <a:gd name="connsiteY8" fmla="*/ 1408386 h 1418896"/>
                  <a:gd name="connsiteX9" fmla="*/ 1864688 w 3725019"/>
                  <a:gd name="connsiteY9" fmla="*/ 746234 h 1418896"/>
                  <a:gd name="connsiteX10" fmla="*/ 256605 w 3725019"/>
                  <a:gd name="connsiteY10" fmla="*/ 1418896 h 1418896"/>
                  <a:gd name="connsiteX11" fmla="*/ 0 w 3725019"/>
                  <a:gd name="connsiteY11" fmla="*/ 1331097 h 1418896"/>
                  <a:gd name="connsiteX12" fmla="*/ 1113454 w 3725019"/>
                  <a:gd name="connsiteY12" fmla="*/ 903890 h 1418896"/>
                  <a:gd name="connsiteX13" fmla="*/ 1102302 w 3725019"/>
                  <a:gd name="connsiteY13" fmla="*/ 451945 h 1418896"/>
                  <a:gd name="connsiteX14" fmla="*/ 183032 w 3725019"/>
                  <a:gd name="connsiteY14" fmla="*/ 84081 h 1418896"/>
                  <a:gd name="connsiteX15" fmla="*/ 162012 w 3725019"/>
                  <a:gd name="connsiteY15" fmla="*/ 73572 h 1418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3725019" h="1418896">
                    <a:moveTo>
                      <a:pt x="162012" y="73572"/>
                    </a:moveTo>
                    <a:lnTo>
                      <a:pt x="445792" y="0"/>
                    </a:lnTo>
                    <a:lnTo>
                      <a:pt x="1852896" y="591655"/>
                    </a:lnTo>
                    <a:lnTo>
                      <a:pt x="3357157" y="0"/>
                    </a:lnTo>
                    <a:lnTo>
                      <a:pt x="3577874" y="73572"/>
                    </a:lnTo>
                    <a:lnTo>
                      <a:pt x="2632585" y="448868"/>
                    </a:lnTo>
                    <a:lnTo>
                      <a:pt x="2625150" y="902607"/>
                    </a:lnTo>
                    <a:lnTo>
                      <a:pt x="3725019" y="1345324"/>
                    </a:lnTo>
                    <a:lnTo>
                      <a:pt x="3441240" y="1408386"/>
                    </a:lnTo>
                    <a:lnTo>
                      <a:pt x="1864688" y="746234"/>
                    </a:lnTo>
                    <a:lnTo>
                      <a:pt x="256605" y="1418896"/>
                    </a:lnTo>
                    <a:lnTo>
                      <a:pt x="0" y="1331097"/>
                    </a:lnTo>
                    <a:lnTo>
                      <a:pt x="1113454" y="903890"/>
                    </a:lnTo>
                    <a:cubicBezTo>
                      <a:pt x="1113454" y="760249"/>
                      <a:pt x="1102302" y="595586"/>
                      <a:pt x="1102302" y="451945"/>
                    </a:cubicBezTo>
                    <a:lnTo>
                      <a:pt x="183032" y="84081"/>
                    </a:lnTo>
                    <a:cubicBezTo>
                      <a:pt x="26317" y="21019"/>
                      <a:pt x="169019" y="77075"/>
                      <a:pt x="162012" y="73572"/>
                    </a:cubicBezTo>
                    <a:close/>
                  </a:path>
                </a:pathLst>
              </a:custGeom>
              <a:solidFill>
                <a:schemeClr val="accent1">
                  <a:lumMod val="60000"/>
                  <a:lumOff val="40000"/>
                </a:schemeClr>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grpSp>
      <p:sp>
        <p:nvSpPr>
          <p:cNvPr id="49" name="TextBox 48">
            <a:extLst>
              <a:ext uri="{FF2B5EF4-FFF2-40B4-BE49-F238E27FC236}">
                <a16:creationId xmlns:a16="http://schemas.microsoft.com/office/drawing/2014/main" id="{69D2E734-2ED4-C909-683D-8C3C50FFFD20}"/>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19871886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6C0F-FE29-4BC2-BC0C-654E4ADAB28D}"/>
              </a:ext>
            </a:extLst>
          </p:cNvPr>
          <p:cNvSpPr>
            <a:spLocks noGrp="1"/>
          </p:cNvSpPr>
          <p:nvPr>
            <p:ph type="title"/>
          </p:nvPr>
        </p:nvSpPr>
        <p:spPr/>
        <p:txBody>
          <a:bodyPr/>
          <a:lstStyle/>
          <a:p>
            <a:r>
              <a:rPr lang="en-IN" dirty="0"/>
              <a:t>Propagation delay</a:t>
            </a:r>
          </a:p>
        </p:txBody>
      </p:sp>
      <p:sp>
        <p:nvSpPr>
          <p:cNvPr id="3" name="Content Placeholder 2">
            <a:extLst>
              <a:ext uri="{FF2B5EF4-FFF2-40B4-BE49-F238E27FC236}">
                <a16:creationId xmlns:a16="http://schemas.microsoft.com/office/drawing/2014/main" id="{E23F311B-0187-0462-0466-0A69AE56B821}"/>
              </a:ext>
            </a:extLst>
          </p:cNvPr>
          <p:cNvSpPr>
            <a:spLocks noGrp="1"/>
          </p:cNvSpPr>
          <p:nvPr>
            <p:ph idx="1"/>
          </p:nvPr>
        </p:nvSpPr>
        <p:spPr/>
        <p:txBody>
          <a:bodyPr/>
          <a:lstStyle/>
          <a:p>
            <a:r>
              <a:rPr lang="en-US" dirty="0"/>
              <a:t>It turns out that propagation delay is always going to be very small given the very high propagation speed. When does it matter?</a:t>
            </a:r>
            <a:endParaRPr lang="en-US" dirty="0">
              <a:effectLst/>
            </a:endParaRPr>
          </a:p>
          <a:p>
            <a:endParaRPr lang="en-IN" dirty="0"/>
          </a:p>
        </p:txBody>
      </p:sp>
    </p:spTree>
    <p:extLst>
      <p:ext uri="{BB962C8B-B14F-4D97-AF65-F5344CB8AC3E}">
        <p14:creationId xmlns:p14="http://schemas.microsoft.com/office/powerpoint/2010/main" val="30073884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BBF0A-CE09-05F2-CAA1-D7D7D62B62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9DAA23-3FBD-B64B-0369-1FB757DB46F7}"/>
              </a:ext>
            </a:extLst>
          </p:cNvPr>
          <p:cNvSpPr>
            <a:spLocks noGrp="1"/>
          </p:cNvSpPr>
          <p:nvPr>
            <p:ph type="title"/>
          </p:nvPr>
        </p:nvSpPr>
        <p:spPr/>
        <p:txBody>
          <a:bodyPr/>
          <a:lstStyle/>
          <a:p>
            <a:r>
              <a:rPr lang="en-IN" dirty="0"/>
              <a:t>Propagation delay</a:t>
            </a:r>
          </a:p>
        </p:txBody>
      </p:sp>
      <p:sp>
        <p:nvSpPr>
          <p:cNvPr id="3" name="Content Placeholder 2">
            <a:extLst>
              <a:ext uri="{FF2B5EF4-FFF2-40B4-BE49-F238E27FC236}">
                <a16:creationId xmlns:a16="http://schemas.microsoft.com/office/drawing/2014/main" id="{9A14E6C9-BADF-8EEE-DF37-B45BB3239D5A}"/>
              </a:ext>
            </a:extLst>
          </p:cNvPr>
          <p:cNvSpPr>
            <a:spLocks noGrp="1"/>
          </p:cNvSpPr>
          <p:nvPr>
            <p:ph idx="1"/>
          </p:nvPr>
        </p:nvSpPr>
        <p:spPr/>
        <p:txBody>
          <a:bodyPr/>
          <a:lstStyle/>
          <a:p>
            <a:r>
              <a:rPr lang="en-US" dirty="0"/>
              <a:t>It turns out that propagation delay is always going to be very small given the very high propagation speed. When does it matter?</a:t>
            </a:r>
            <a:endParaRPr lang="en-US" dirty="0">
              <a:effectLst/>
            </a:endParaRPr>
          </a:p>
          <a:p>
            <a:pPr lvl="1"/>
            <a:r>
              <a:rPr lang="en-US" dirty="0"/>
              <a:t>The propagation delay matters when two gateways are very far from each other, e.g., two gateways connected using a geostationary satellite link.</a:t>
            </a:r>
            <a:endParaRPr lang="en-US" dirty="0">
              <a:effectLst/>
            </a:endParaRPr>
          </a:p>
          <a:p>
            <a:endParaRPr lang="en-IN" dirty="0"/>
          </a:p>
        </p:txBody>
      </p:sp>
    </p:spTree>
    <p:extLst>
      <p:ext uri="{BB962C8B-B14F-4D97-AF65-F5344CB8AC3E}">
        <p14:creationId xmlns:p14="http://schemas.microsoft.com/office/powerpoint/2010/main" val="93259462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5A2FA7-E718-0476-9716-D65DDA9B6D08}"/>
              </a:ext>
            </a:extLst>
          </p:cNvPr>
          <p:cNvSpPr>
            <a:spLocks noGrp="1"/>
          </p:cNvSpPr>
          <p:nvPr>
            <p:ph type="title"/>
          </p:nvPr>
        </p:nvSpPr>
        <p:spPr/>
        <p:txBody>
          <a:bodyPr/>
          <a:lstStyle/>
          <a:p>
            <a:r>
              <a:rPr lang="en-IN" dirty="0"/>
              <a:t>Transmission and propagation delay</a:t>
            </a:r>
          </a:p>
        </p:txBody>
      </p:sp>
      <p:sp>
        <p:nvSpPr>
          <p:cNvPr id="3" name="Content Placeholder 2">
            <a:extLst>
              <a:ext uri="{FF2B5EF4-FFF2-40B4-BE49-F238E27FC236}">
                <a16:creationId xmlns:a16="http://schemas.microsoft.com/office/drawing/2014/main" id="{547B3E20-C1CC-3D79-40F6-AD4BF6C39D7C}"/>
              </a:ext>
            </a:extLst>
          </p:cNvPr>
          <p:cNvSpPr>
            <a:spLocks noGrp="1"/>
          </p:cNvSpPr>
          <p:nvPr>
            <p:ph idx="1"/>
          </p:nvPr>
        </p:nvSpPr>
        <p:spPr/>
        <p:txBody>
          <a:bodyPr>
            <a:normAutofit fontScale="92500" lnSpcReduction="10000"/>
          </a:bodyPr>
          <a:lstStyle/>
          <a:p>
            <a:r>
              <a:rPr lang="en-US" dirty="0"/>
              <a:t>The transmission delay is the time spent in putting the packet from host/gateway to transmission link. It depends on the size of the packet and the transmission rate of the transmitting link. For example, if the transmission rate is 1 Kbps, then it will require 1 second to put the entire 1 kb packet on the transmission link. </a:t>
            </a:r>
          </a:p>
          <a:p>
            <a:endParaRPr lang="en-US" dirty="0"/>
          </a:p>
          <a:p>
            <a:r>
              <a:rPr lang="en-US" dirty="0"/>
              <a:t>After a bit is on the transmission link, it can travel at the speed of light to the next hop on the link. Because of the super high propagation speed, It’s possible that the first bit can reach the other end of the link even before the gateway/host managed to put the second bit on the link. Notice, that in the store and forward transmission a gateway doesn’t forward the packet until the arrival of the entire packet.</a:t>
            </a:r>
            <a:endParaRPr lang="en-US" dirty="0">
              <a:effectLst/>
            </a:endParaRP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DD15F2A2-FF9B-D182-380A-C38F6EA52982}"/>
                  </a:ext>
                </a:extLst>
              </p14:cNvPr>
              <p14:cNvContentPartPr/>
              <p14:nvPr/>
            </p14:nvContentPartPr>
            <p14:xfrm>
              <a:off x="8602200" y="223560"/>
              <a:ext cx="2802600" cy="684720"/>
            </p14:xfrm>
          </p:contentPart>
        </mc:Choice>
        <mc:Fallback xmlns="">
          <p:pic>
            <p:nvPicPr>
              <p:cNvPr id="4" name="Ink 3">
                <a:extLst>
                  <a:ext uri="{FF2B5EF4-FFF2-40B4-BE49-F238E27FC236}">
                    <a16:creationId xmlns:a16="http://schemas.microsoft.com/office/drawing/2014/main" id="{DD15F2A2-FF9B-D182-380A-C38F6EA52982}"/>
                  </a:ext>
                </a:extLst>
              </p:cNvPr>
              <p:cNvPicPr/>
              <p:nvPr/>
            </p:nvPicPr>
            <p:blipFill>
              <a:blip r:embed="rId3"/>
              <a:stretch>
                <a:fillRect/>
              </a:stretch>
            </p:blipFill>
            <p:spPr>
              <a:xfrm>
                <a:off x="8592840" y="214200"/>
                <a:ext cx="2821320" cy="703440"/>
              </a:xfrm>
              <a:prstGeom prst="rect">
                <a:avLst/>
              </a:prstGeom>
            </p:spPr>
          </p:pic>
        </mc:Fallback>
      </mc:AlternateContent>
    </p:spTree>
    <p:extLst>
      <p:ext uri="{BB962C8B-B14F-4D97-AF65-F5344CB8AC3E}">
        <p14:creationId xmlns:p14="http://schemas.microsoft.com/office/powerpoint/2010/main" val="4263686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A6D1-64C9-966E-541D-5A9F7B467DB1}"/>
              </a:ext>
            </a:extLst>
          </p:cNvPr>
          <p:cNvSpPr>
            <a:spLocks noGrp="1"/>
          </p:cNvSpPr>
          <p:nvPr>
            <p:ph type="title"/>
          </p:nvPr>
        </p:nvSpPr>
        <p:spPr/>
        <p:txBody>
          <a:bodyPr/>
          <a:lstStyle/>
          <a:p>
            <a:r>
              <a:rPr lang="en-IN" dirty="0"/>
              <a:t>Nodal delay</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12B7F29-9DBD-4DE4-F687-16A6FA75575E}"/>
                  </a:ext>
                </a:extLst>
              </p:cNvPr>
              <p:cNvSpPr>
                <a:spLocks noGrp="1"/>
              </p:cNvSpPr>
              <p:nvPr>
                <p:ph idx="1"/>
              </p:nvPr>
            </p:nvSpPr>
            <p:spPr/>
            <p:txBody>
              <a:bodyPr/>
              <a:lstStyle/>
              <a:p>
                <a:r>
                  <a:rPr lang="en-IN" dirty="0"/>
                  <a:t>Nodal delay is the delay at one node (host/gateway)</a:t>
                </a:r>
              </a:p>
              <a:p>
                <a:endParaRPr lang="en-IN" dirty="0"/>
              </a:p>
              <a:p>
                <a:pPr marL="0" indent="0">
                  <a:buNone/>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𝑝𝑟𝑜𝑐</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𝑞𝑢𝑒𝑢𝑒</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𝑡𝑟𝑎𝑛𝑠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𝑝𝑟𝑜𝑝</m:t>
                          </m:r>
                        </m:sub>
                      </m:sSub>
                    </m:oMath>
                  </m:oMathPara>
                </a14:m>
                <a:endParaRPr lang="en-IN" dirty="0"/>
              </a:p>
            </p:txBody>
          </p:sp>
        </mc:Choice>
        <mc:Fallback xmlns="">
          <p:sp>
            <p:nvSpPr>
              <p:cNvPr id="3" name="Content Placeholder 2">
                <a:extLst>
                  <a:ext uri="{FF2B5EF4-FFF2-40B4-BE49-F238E27FC236}">
                    <a16:creationId xmlns:a16="http://schemas.microsoft.com/office/drawing/2014/main" id="{E12B7F29-9DBD-4DE4-F687-16A6FA75575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735084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10DAA-602C-65F3-FB02-75C858F97E4C}"/>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2BD94C8-EF2D-29A7-A564-0BE089560364}"/>
                  </a:ext>
                </a:extLst>
              </p:cNvPr>
              <p:cNvSpPr>
                <a:spLocks noGrp="1"/>
              </p:cNvSpPr>
              <p:nvPr>
                <p:ph idx="1"/>
              </p:nvPr>
            </p:nvSpPr>
            <p:spPr/>
            <p:txBody>
              <a:bodyPr/>
              <a:lstStyle/>
              <a:p>
                <a:r>
                  <a:rPr lang="en-IN" dirty="0"/>
                  <a:t>Packet size = 1 kb</a:t>
                </a:r>
              </a:p>
              <a:p>
                <a:r>
                  <a:rPr lang="en-IN" dirty="0"/>
                  <a:t>Link transmission rate = 1 Mbps</a:t>
                </a:r>
              </a:p>
              <a:p>
                <a:r>
                  <a:rPr lang="en-IN" dirty="0"/>
                  <a:t>Link length 200 km</a:t>
                </a:r>
              </a:p>
              <a:p>
                <a:r>
                  <a:rPr lang="en-IN" dirty="0"/>
                  <a:t>Propagation speed 200000 km/s</a:t>
                </a:r>
              </a:p>
              <a:p>
                <a:r>
                  <a:rPr lang="en-IN" dirty="0"/>
                  <a:t>Processing time = 1 </a:t>
                </a:r>
                <a:r>
                  <a:rPr lang="en-IN" dirty="0" err="1"/>
                  <a:t>ms</a:t>
                </a:r>
                <a:endParaRPr lang="en-IN" dirty="0"/>
              </a:p>
              <a:p>
                <a:r>
                  <a:rPr lang="en-IN" dirty="0"/>
                  <a:t>Queueing delay = 3 </a:t>
                </a:r>
                <a:r>
                  <a:rPr lang="en-IN" dirty="0" err="1"/>
                  <a:t>ms</a:t>
                </a:r>
                <a:endParaRPr lang="en-IN" dirty="0"/>
              </a:p>
              <a:p>
                <a:pPr marL="0" indent="0">
                  <a:buNone/>
                </a:pPr>
                <a:endParaRPr lang="en-IN" b="0" i="1" dirty="0">
                  <a:latin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 ?</m:t>
                      </m:r>
                    </m:oMath>
                  </m:oMathPara>
                </a14:m>
                <a:endParaRPr lang="en-IN" dirty="0"/>
              </a:p>
              <a:p>
                <a:endParaRPr lang="en-IN" dirty="0"/>
              </a:p>
            </p:txBody>
          </p:sp>
        </mc:Choice>
        <mc:Fallback xmlns="">
          <p:sp>
            <p:nvSpPr>
              <p:cNvPr id="3" name="Content Placeholder 2">
                <a:extLst>
                  <a:ext uri="{FF2B5EF4-FFF2-40B4-BE49-F238E27FC236}">
                    <a16:creationId xmlns:a16="http://schemas.microsoft.com/office/drawing/2014/main" id="{F2BD94C8-EF2D-29A7-A564-0BE08956036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96540832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FB4B3-AAFD-FFD5-5436-43F28A455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D85FE-15A5-6D63-6649-2A4B72F8B803}"/>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4D61CDF-BB89-C9F7-1001-F4DC9B1100F4}"/>
                  </a:ext>
                </a:extLst>
              </p:cNvPr>
              <p:cNvSpPr>
                <a:spLocks noGrp="1"/>
              </p:cNvSpPr>
              <p:nvPr>
                <p:ph idx="1"/>
              </p:nvPr>
            </p:nvSpPr>
            <p:spPr/>
            <p:txBody>
              <a:bodyPr/>
              <a:lstStyle/>
              <a:p>
                <a:r>
                  <a:rPr lang="en-IN" dirty="0"/>
                  <a:t>Packet size = 1 kb</a:t>
                </a:r>
              </a:p>
              <a:p>
                <a:r>
                  <a:rPr lang="en-IN" dirty="0"/>
                  <a:t>Link transmission rate = 1 Mbps</a:t>
                </a:r>
              </a:p>
              <a:p>
                <a:r>
                  <a:rPr lang="en-IN" dirty="0"/>
                  <a:t>Link length 200 km</a:t>
                </a:r>
              </a:p>
              <a:p>
                <a:r>
                  <a:rPr lang="en-IN" dirty="0"/>
                  <a:t>Propagation speed 200000 km/s</a:t>
                </a:r>
              </a:p>
              <a:p>
                <a:r>
                  <a:rPr lang="en-IN" dirty="0"/>
                  <a:t>Processing time = 1 </a:t>
                </a:r>
                <a:r>
                  <a:rPr lang="en-IN" dirty="0" err="1"/>
                  <a:t>ms</a:t>
                </a:r>
                <a:endParaRPr lang="en-IN" dirty="0"/>
              </a:p>
              <a:p>
                <a:r>
                  <a:rPr lang="en-IN" dirty="0"/>
                  <a:t>Queueing delay = 3 </a:t>
                </a:r>
                <a:r>
                  <a:rPr lang="en-IN" dirty="0" err="1"/>
                  <a:t>ms</a:t>
                </a:r>
                <a:endParaRPr lang="en-IN" dirty="0"/>
              </a:p>
              <a:p>
                <a:pPr marL="0" indent="0">
                  <a:buNone/>
                </a:pPr>
                <a:endParaRPr lang="en-IN" b="0" i="1" dirty="0">
                  <a:latin typeface="Cambria Math" panose="02040503050406030204" pitchFamily="18" charset="0"/>
                </a:endParaRPr>
              </a:p>
              <a:p>
                <a:pPr marL="0" indent="0">
                  <a:buNone/>
                </a:pP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𝑛𝑜𝑑𝑎𝑙</m:t>
                        </m:r>
                      </m:sub>
                    </m:sSub>
                    <m:r>
                      <a:rPr lang="en-IN" b="0" i="1" smtClean="0">
                        <a:latin typeface="Cambria Math" panose="02040503050406030204" pitchFamily="18" charset="0"/>
                      </a:rPr>
                      <m:t>=1</m:t>
                    </m:r>
                    <m:r>
                      <a:rPr lang="en-IN" b="0" i="1" smtClean="0">
                        <a:latin typeface="Cambria Math" panose="02040503050406030204" pitchFamily="18" charset="0"/>
                      </a:rPr>
                      <m:t>𝑚𝑠</m:t>
                    </m:r>
                    <m:r>
                      <a:rPr lang="en-IN" b="0" i="1" smtClean="0">
                        <a:latin typeface="Cambria Math" panose="02040503050406030204" pitchFamily="18" charset="0"/>
                      </a:rPr>
                      <m:t>+3</m:t>
                    </m:r>
                    <m:r>
                      <a:rPr lang="en-IN" b="0" i="1" smtClean="0">
                        <a:latin typeface="Cambria Math" panose="02040503050406030204" pitchFamily="18" charset="0"/>
                      </a:rPr>
                      <m:t>𝑚𝑠</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1 </m:t>
                        </m:r>
                        <m:r>
                          <a:rPr lang="en-IN" b="0" i="1" smtClean="0">
                            <a:latin typeface="Cambria Math" panose="02040503050406030204" pitchFamily="18" charset="0"/>
                          </a:rPr>
                          <m:t>𝑘𝑏</m:t>
                        </m:r>
                      </m:num>
                      <m:den>
                        <m:r>
                          <a:rPr lang="en-IN" b="0" i="1" smtClean="0">
                            <a:latin typeface="Cambria Math" panose="02040503050406030204" pitchFamily="18" charset="0"/>
                          </a:rPr>
                          <m:t>1 </m:t>
                        </m:r>
                        <m:r>
                          <a:rPr lang="en-IN" b="0" i="1" smtClean="0">
                            <a:latin typeface="Cambria Math" panose="02040503050406030204" pitchFamily="18" charset="0"/>
                          </a:rPr>
                          <m:t>𝑚𝑏</m:t>
                        </m:r>
                      </m:den>
                    </m:f>
                    <m:r>
                      <a:rPr lang="en-IN" b="0" i="1" smtClean="0">
                        <a:latin typeface="Cambria Math" panose="02040503050406030204" pitchFamily="18" charset="0"/>
                      </a:rPr>
                      <m:t> </m:t>
                    </m:r>
                    <m:r>
                      <a:rPr lang="en-IN" b="0" i="1" smtClean="0">
                        <a:latin typeface="Cambria Math" panose="02040503050406030204" pitchFamily="18" charset="0"/>
                      </a:rPr>
                      <m:t>𝑠</m:t>
                    </m:r>
                    <m:r>
                      <a:rPr lang="en-IN" b="0" i="1" smtClean="0">
                        <a:latin typeface="Cambria Math" panose="02040503050406030204" pitchFamily="18" charset="0"/>
                      </a:rPr>
                      <m:t>+</m:t>
                    </m:r>
                    <m:f>
                      <m:fPr>
                        <m:ctrlPr>
                          <a:rPr lang="en-IN" b="0" i="1" smtClean="0">
                            <a:latin typeface="Cambria Math" panose="02040503050406030204" pitchFamily="18" charset="0"/>
                          </a:rPr>
                        </m:ctrlPr>
                      </m:fPr>
                      <m:num>
                        <m:r>
                          <a:rPr lang="en-IN" b="0" i="1" smtClean="0">
                            <a:latin typeface="Cambria Math" panose="02040503050406030204" pitchFamily="18" charset="0"/>
                          </a:rPr>
                          <m:t>200 </m:t>
                        </m:r>
                        <m:r>
                          <a:rPr lang="en-IN" b="0" i="1" smtClean="0">
                            <a:latin typeface="Cambria Math" panose="02040503050406030204" pitchFamily="18" charset="0"/>
                          </a:rPr>
                          <m:t>𝑘𝑚</m:t>
                        </m:r>
                      </m:num>
                      <m:den>
                        <m:r>
                          <a:rPr lang="en-IN" b="0" i="1" smtClean="0">
                            <a:latin typeface="Cambria Math" panose="02040503050406030204" pitchFamily="18" charset="0"/>
                          </a:rPr>
                          <m:t>200000 </m:t>
                        </m:r>
                        <m:r>
                          <a:rPr lang="en-IN" b="0" i="1" smtClean="0">
                            <a:latin typeface="Cambria Math" panose="02040503050406030204" pitchFamily="18" charset="0"/>
                          </a:rPr>
                          <m:t>𝑘𝑚</m:t>
                        </m:r>
                      </m:den>
                    </m:f>
                    <m:r>
                      <a:rPr lang="en-IN" b="0" i="1" smtClean="0">
                        <a:latin typeface="Cambria Math" panose="02040503050406030204" pitchFamily="18" charset="0"/>
                      </a:rPr>
                      <m:t>𝑠</m:t>
                    </m:r>
                    <m:r>
                      <a:rPr lang="en-IN" b="0" i="0" smtClean="0">
                        <a:latin typeface="Cambria Math" panose="02040503050406030204" pitchFamily="18" charset="0"/>
                      </a:rPr>
                      <m:t> </m:t>
                    </m:r>
                  </m:oMath>
                </a14:m>
                <a:r>
                  <a:rPr lang="en-IN" dirty="0"/>
                  <a:t>= 6 </a:t>
                </a:r>
                <a:r>
                  <a:rPr lang="en-IN" dirty="0" err="1"/>
                  <a:t>ms</a:t>
                </a:r>
                <a:endParaRPr lang="en-IN" dirty="0"/>
              </a:p>
              <a:p>
                <a:endParaRPr lang="en-IN" dirty="0"/>
              </a:p>
            </p:txBody>
          </p:sp>
        </mc:Choice>
        <mc:Fallback xmlns="">
          <p:sp>
            <p:nvSpPr>
              <p:cNvPr id="3" name="Content Placeholder 2">
                <a:extLst>
                  <a:ext uri="{FF2B5EF4-FFF2-40B4-BE49-F238E27FC236}">
                    <a16:creationId xmlns:a16="http://schemas.microsoft.com/office/drawing/2014/main" id="{84D61CDF-BB89-C9F7-1001-F4DC9B1100F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20579920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8355A-374F-9325-7875-7F5080143A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D91083-C34C-F867-4BA3-A7CD283F6ABA}"/>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FAC75D5F-FEFB-A530-C5F5-B96A88A6DB66}"/>
              </a:ext>
            </a:extLst>
          </p:cNvPr>
          <p:cNvSpPr>
            <a:spLocks noGrp="1"/>
          </p:cNvSpPr>
          <p:nvPr>
            <p:ph idx="1"/>
          </p:nvPr>
        </p:nvSpPr>
        <p:spPr/>
        <p:txBody>
          <a:bodyPr>
            <a:normAutofit/>
          </a:bodyPr>
          <a:lstStyle/>
          <a:p>
            <a:pPr marL="0" indent="0">
              <a:buNone/>
            </a:pPr>
            <a:r>
              <a:rPr lang="en-IN" dirty="0"/>
              <a:t>       </a:t>
            </a:r>
          </a:p>
          <a:p>
            <a:endParaRPr lang="en-IN" dirty="0"/>
          </a:p>
          <a:p>
            <a:r>
              <a:rPr lang="en-IN" dirty="0"/>
              <a:t>Number packets 1000</a:t>
            </a:r>
          </a:p>
          <a:p>
            <a:r>
              <a:rPr lang="en-IN" dirty="0"/>
              <a:t>Packet size 1 Mb</a:t>
            </a:r>
          </a:p>
          <a:p>
            <a:r>
              <a:rPr lang="en-IN" dirty="0"/>
              <a:t>Propagation speed 200000 km/s</a:t>
            </a:r>
          </a:p>
          <a:p>
            <a:r>
              <a:rPr lang="en-IN" dirty="0"/>
              <a:t>Processing time = 0 </a:t>
            </a:r>
            <a:r>
              <a:rPr lang="en-IN" dirty="0" err="1"/>
              <a:t>ms</a:t>
            </a:r>
            <a:endParaRPr lang="en-IN" dirty="0"/>
          </a:p>
          <a:p>
            <a:r>
              <a:rPr lang="en-IN" dirty="0"/>
              <a:t>No other traffic at G</a:t>
            </a:r>
          </a:p>
          <a:p>
            <a:r>
              <a:rPr lang="en-IN" dirty="0"/>
              <a:t>Total transmission time = ?</a:t>
            </a:r>
          </a:p>
        </p:txBody>
      </p:sp>
      <p:sp>
        <p:nvSpPr>
          <p:cNvPr id="4" name="Oval 3">
            <a:extLst>
              <a:ext uri="{FF2B5EF4-FFF2-40B4-BE49-F238E27FC236}">
                <a16:creationId xmlns:a16="http://schemas.microsoft.com/office/drawing/2014/main" id="{BCCD31A3-F82B-03D1-8D07-1899ABC4617A}"/>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5FD28BA6-ACF4-654A-6BBC-9BA926A3444A}"/>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C032FB3-C491-4889-28DD-F36231FBB0A1}"/>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8" name="Straight Arrow Connector 7">
            <a:extLst>
              <a:ext uri="{FF2B5EF4-FFF2-40B4-BE49-F238E27FC236}">
                <a16:creationId xmlns:a16="http://schemas.microsoft.com/office/drawing/2014/main" id="{746E11BF-51FE-04FD-5CEB-8A5FAEB7234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D2D4E4A-DAF4-0EB4-278B-947A2A1304E8}"/>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D6403BE-7CAF-640D-5F37-C8FDE51777C9}"/>
              </a:ext>
            </a:extLst>
          </p:cNvPr>
          <p:cNvSpPr txBox="1"/>
          <p:nvPr/>
        </p:nvSpPr>
        <p:spPr>
          <a:xfrm>
            <a:off x="3559629" y="1603600"/>
            <a:ext cx="1523991" cy="369332"/>
          </a:xfrm>
          <a:prstGeom prst="rect">
            <a:avLst/>
          </a:prstGeom>
          <a:noFill/>
        </p:spPr>
        <p:txBody>
          <a:bodyPr wrap="square" rtlCol="0">
            <a:spAutoFit/>
          </a:bodyPr>
          <a:lstStyle/>
          <a:p>
            <a:r>
              <a:rPr lang="en-IN" dirty="0"/>
              <a:t>100  Kbps</a:t>
            </a:r>
          </a:p>
        </p:txBody>
      </p:sp>
      <p:sp>
        <p:nvSpPr>
          <p:cNvPr id="12" name="TextBox 11">
            <a:extLst>
              <a:ext uri="{FF2B5EF4-FFF2-40B4-BE49-F238E27FC236}">
                <a16:creationId xmlns:a16="http://schemas.microsoft.com/office/drawing/2014/main" id="{35B1A159-F705-325D-82A3-2668CA941BDA}"/>
              </a:ext>
            </a:extLst>
          </p:cNvPr>
          <p:cNvSpPr txBox="1"/>
          <p:nvPr/>
        </p:nvSpPr>
        <p:spPr>
          <a:xfrm>
            <a:off x="686888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1B8ABB19-2332-8089-83A0-602E2FF9CBE4}"/>
              </a:ext>
            </a:extLst>
          </p:cNvPr>
          <p:cNvSpPr txBox="1"/>
          <p:nvPr/>
        </p:nvSpPr>
        <p:spPr>
          <a:xfrm>
            <a:off x="3603172" y="2006372"/>
            <a:ext cx="1523991" cy="369332"/>
          </a:xfrm>
          <a:prstGeom prst="rect">
            <a:avLst/>
          </a:prstGeom>
          <a:noFill/>
        </p:spPr>
        <p:txBody>
          <a:bodyPr wrap="square" rtlCol="0">
            <a:spAutoFit/>
          </a:bodyPr>
          <a:lstStyle/>
          <a:p>
            <a:r>
              <a:rPr lang="en-IN" dirty="0"/>
              <a:t>10 m</a:t>
            </a:r>
          </a:p>
        </p:txBody>
      </p:sp>
      <p:sp>
        <p:nvSpPr>
          <p:cNvPr id="14" name="TextBox 13">
            <a:extLst>
              <a:ext uri="{FF2B5EF4-FFF2-40B4-BE49-F238E27FC236}">
                <a16:creationId xmlns:a16="http://schemas.microsoft.com/office/drawing/2014/main" id="{5EF3ADEB-F23C-6550-2C7A-1E4CBFD12E8C}"/>
              </a:ext>
            </a:extLst>
          </p:cNvPr>
          <p:cNvSpPr txBox="1"/>
          <p:nvPr/>
        </p:nvSpPr>
        <p:spPr>
          <a:xfrm>
            <a:off x="6651170" y="2006372"/>
            <a:ext cx="1523991" cy="369332"/>
          </a:xfrm>
          <a:prstGeom prst="rect">
            <a:avLst/>
          </a:prstGeom>
          <a:noFill/>
        </p:spPr>
        <p:txBody>
          <a:bodyPr wrap="square" rtlCol="0">
            <a:spAutoFit/>
          </a:bodyPr>
          <a:lstStyle/>
          <a:p>
            <a:r>
              <a:rPr lang="en-IN" dirty="0"/>
              <a:t>20 m</a:t>
            </a:r>
          </a:p>
        </p:txBody>
      </p:sp>
    </p:spTree>
    <p:extLst>
      <p:ext uri="{BB962C8B-B14F-4D97-AF65-F5344CB8AC3E}">
        <p14:creationId xmlns:p14="http://schemas.microsoft.com/office/powerpoint/2010/main" val="25322324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C0F68-1811-BF30-6B2F-72ECD823811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6383ED-C68E-3AC5-A148-C64B0FD58512}"/>
              </a:ext>
            </a:extLst>
          </p:cNvPr>
          <p:cNvSpPr>
            <a:spLocks noGrp="1"/>
          </p:cNvSpPr>
          <p:nvPr>
            <p:ph type="title"/>
          </p:nvPr>
        </p:nvSpPr>
        <p:spPr/>
        <p:txBody>
          <a:bodyPr/>
          <a:lstStyle/>
          <a:p>
            <a:r>
              <a:rPr lang="en-IN" dirty="0"/>
              <a:t>Example</a:t>
            </a:r>
          </a:p>
        </p:txBody>
      </p:sp>
      <p:sp>
        <p:nvSpPr>
          <p:cNvPr id="3" name="Content Placeholder 2">
            <a:extLst>
              <a:ext uri="{FF2B5EF4-FFF2-40B4-BE49-F238E27FC236}">
                <a16:creationId xmlns:a16="http://schemas.microsoft.com/office/drawing/2014/main" id="{AF96E314-F1DB-B19F-2580-88C030F983E1}"/>
              </a:ext>
            </a:extLst>
          </p:cNvPr>
          <p:cNvSpPr>
            <a:spLocks noGrp="1"/>
          </p:cNvSpPr>
          <p:nvPr>
            <p:ph idx="1"/>
          </p:nvPr>
        </p:nvSpPr>
        <p:spPr/>
        <p:txBody>
          <a:bodyPr>
            <a:normAutofit fontScale="77500" lnSpcReduction="20000"/>
          </a:bodyPr>
          <a:lstStyle/>
          <a:p>
            <a:pPr marL="0" indent="0">
              <a:buNone/>
            </a:pPr>
            <a:r>
              <a:rPr lang="en-IN" dirty="0"/>
              <a:t>       </a:t>
            </a:r>
          </a:p>
          <a:p>
            <a:endParaRPr lang="en-IN" dirty="0"/>
          </a:p>
          <a:p>
            <a:r>
              <a:rPr lang="en-IN" dirty="0"/>
              <a:t>Number packets 1000</a:t>
            </a:r>
          </a:p>
          <a:p>
            <a:r>
              <a:rPr lang="en-IN" dirty="0"/>
              <a:t>Packet size 1 Mb</a:t>
            </a:r>
          </a:p>
          <a:p>
            <a:r>
              <a:rPr lang="en-IN" dirty="0"/>
              <a:t>Propagation speed 200000 km/s</a:t>
            </a:r>
          </a:p>
          <a:p>
            <a:r>
              <a:rPr lang="en-IN" dirty="0"/>
              <a:t>Processing time = 0 </a:t>
            </a:r>
            <a:r>
              <a:rPr lang="en-IN" dirty="0" err="1"/>
              <a:t>ms</a:t>
            </a:r>
            <a:endParaRPr lang="en-IN" dirty="0"/>
          </a:p>
          <a:p>
            <a:r>
              <a:rPr lang="en-IN" dirty="0"/>
              <a:t>No other traffic at G</a:t>
            </a:r>
          </a:p>
          <a:p>
            <a:r>
              <a:rPr lang="en-IN" dirty="0"/>
              <a:t>Total transmission time = (10 * 1000) + 1 seconds</a:t>
            </a:r>
          </a:p>
          <a:p>
            <a:pPr lvl="1"/>
            <a:r>
              <a:rPr lang="en-IN" dirty="0"/>
              <a:t>Each packet takes 10 seconds to arrive at G</a:t>
            </a:r>
          </a:p>
          <a:p>
            <a:pPr lvl="1"/>
            <a:r>
              <a:rPr lang="en-IN" dirty="0"/>
              <a:t>G waits until the entire packet arrives</a:t>
            </a:r>
          </a:p>
          <a:p>
            <a:pPr lvl="1"/>
            <a:r>
              <a:rPr lang="en-IN" dirty="0"/>
              <a:t>The first packet can be transferred from G to R, while the second packet from S to G is in transit</a:t>
            </a:r>
          </a:p>
          <a:p>
            <a:pPr lvl="1"/>
            <a:r>
              <a:rPr lang="en-IN" dirty="0"/>
              <a:t>propagation delay is negligible </a:t>
            </a:r>
          </a:p>
        </p:txBody>
      </p:sp>
      <p:sp>
        <p:nvSpPr>
          <p:cNvPr id="4" name="Oval 3">
            <a:extLst>
              <a:ext uri="{FF2B5EF4-FFF2-40B4-BE49-F238E27FC236}">
                <a16:creationId xmlns:a16="http://schemas.microsoft.com/office/drawing/2014/main" id="{E38A29D6-1C5B-F9EC-7302-EC0171590CCC}"/>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E0AB7282-98A9-A249-83D9-E1E34EF8F2F6}"/>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AC98E09-3C43-7636-F090-18F321D5E61C}"/>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8" name="Straight Arrow Connector 7">
            <a:extLst>
              <a:ext uri="{FF2B5EF4-FFF2-40B4-BE49-F238E27FC236}">
                <a16:creationId xmlns:a16="http://schemas.microsoft.com/office/drawing/2014/main" id="{16691B36-F0DF-64FA-41A7-C81A16A63AAC}"/>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EA37CBCB-34E0-70F6-23C5-80F29D79A73F}"/>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6D5426-3D62-7E00-CFAD-A69688B1F867}"/>
              </a:ext>
            </a:extLst>
          </p:cNvPr>
          <p:cNvSpPr txBox="1"/>
          <p:nvPr/>
        </p:nvSpPr>
        <p:spPr>
          <a:xfrm>
            <a:off x="3559629" y="1603600"/>
            <a:ext cx="1523991" cy="369332"/>
          </a:xfrm>
          <a:prstGeom prst="rect">
            <a:avLst/>
          </a:prstGeom>
          <a:noFill/>
        </p:spPr>
        <p:txBody>
          <a:bodyPr wrap="square" rtlCol="0">
            <a:spAutoFit/>
          </a:bodyPr>
          <a:lstStyle/>
          <a:p>
            <a:r>
              <a:rPr lang="en-IN" dirty="0"/>
              <a:t>100  Kbps</a:t>
            </a:r>
          </a:p>
        </p:txBody>
      </p:sp>
      <p:sp>
        <p:nvSpPr>
          <p:cNvPr id="12" name="TextBox 11">
            <a:extLst>
              <a:ext uri="{FF2B5EF4-FFF2-40B4-BE49-F238E27FC236}">
                <a16:creationId xmlns:a16="http://schemas.microsoft.com/office/drawing/2014/main" id="{18D7D2FD-DA5B-BB0D-CDAB-8A13AB8018C6}"/>
              </a:ext>
            </a:extLst>
          </p:cNvPr>
          <p:cNvSpPr txBox="1"/>
          <p:nvPr/>
        </p:nvSpPr>
        <p:spPr>
          <a:xfrm>
            <a:off x="686888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92F906B0-5D20-4268-7466-D5217AA05FB3}"/>
              </a:ext>
            </a:extLst>
          </p:cNvPr>
          <p:cNvSpPr txBox="1"/>
          <p:nvPr/>
        </p:nvSpPr>
        <p:spPr>
          <a:xfrm>
            <a:off x="3603172" y="2006372"/>
            <a:ext cx="1523991" cy="369332"/>
          </a:xfrm>
          <a:prstGeom prst="rect">
            <a:avLst/>
          </a:prstGeom>
          <a:noFill/>
        </p:spPr>
        <p:txBody>
          <a:bodyPr wrap="square" rtlCol="0">
            <a:spAutoFit/>
          </a:bodyPr>
          <a:lstStyle/>
          <a:p>
            <a:r>
              <a:rPr lang="en-IN" dirty="0"/>
              <a:t>10 m</a:t>
            </a:r>
          </a:p>
        </p:txBody>
      </p:sp>
      <p:sp>
        <p:nvSpPr>
          <p:cNvPr id="14" name="TextBox 13">
            <a:extLst>
              <a:ext uri="{FF2B5EF4-FFF2-40B4-BE49-F238E27FC236}">
                <a16:creationId xmlns:a16="http://schemas.microsoft.com/office/drawing/2014/main" id="{D3E5352F-C953-56FA-50FF-A0E9682B543C}"/>
              </a:ext>
            </a:extLst>
          </p:cNvPr>
          <p:cNvSpPr txBox="1"/>
          <p:nvPr/>
        </p:nvSpPr>
        <p:spPr>
          <a:xfrm>
            <a:off x="6651170" y="2006372"/>
            <a:ext cx="1523991" cy="369332"/>
          </a:xfrm>
          <a:prstGeom prst="rect">
            <a:avLst/>
          </a:prstGeom>
          <a:noFill/>
        </p:spPr>
        <p:txBody>
          <a:bodyPr wrap="square" rtlCol="0">
            <a:spAutoFit/>
          </a:bodyPr>
          <a:lstStyle/>
          <a:p>
            <a:r>
              <a:rPr lang="en-IN" dirty="0"/>
              <a:t>20 m</a:t>
            </a:r>
          </a:p>
        </p:txBody>
      </p:sp>
    </p:spTree>
    <p:extLst>
      <p:ext uri="{BB962C8B-B14F-4D97-AF65-F5344CB8AC3E}">
        <p14:creationId xmlns:p14="http://schemas.microsoft.com/office/powerpoint/2010/main" val="17989339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E858-A550-C370-C662-BD9966E40E28}"/>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FC42EB32-86E4-3457-9ACD-D225F6240C11}"/>
              </a:ext>
            </a:extLst>
          </p:cNvPr>
          <p:cNvSpPr>
            <a:spLocks noGrp="1"/>
          </p:cNvSpPr>
          <p:nvPr>
            <p:ph idx="1"/>
          </p:nvPr>
        </p:nvSpPr>
        <p:spPr/>
        <p:txBody>
          <a:bodyPr>
            <a:normAutofit lnSpcReduction="10000"/>
          </a:bodyPr>
          <a:lstStyle/>
          <a:p>
            <a:r>
              <a:rPr lang="en-US" dirty="0"/>
              <a:t>Unlike other delays queuing delay can vary from packet to packet</a:t>
            </a:r>
          </a:p>
          <a:p>
            <a:r>
              <a:rPr lang="en-US" dirty="0"/>
              <a:t>If 10 packets arrive at an empty queue at the same time</a:t>
            </a:r>
          </a:p>
          <a:p>
            <a:pPr lvl="1"/>
            <a:r>
              <a:rPr lang="en-US" dirty="0"/>
              <a:t>The first packet will receive no queuing delay </a:t>
            </a:r>
          </a:p>
          <a:p>
            <a:pPr lvl="1"/>
            <a:r>
              <a:rPr lang="en-US" dirty="0"/>
              <a:t>The last packet will suffer from a relatively large delay </a:t>
            </a:r>
          </a:p>
          <a:p>
            <a:r>
              <a:rPr lang="en-US" dirty="0"/>
              <a:t>Usually, we measure the average queuing delay.</a:t>
            </a:r>
          </a:p>
          <a:p>
            <a:pPr lvl="1"/>
            <a:r>
              <a:rPr lang="en-US" dirty="0"/>
              <a:t>All packets are of size L</a:t>
            </a:r>
          </a:p>
          <a:p>
            <a:pPr lvl="1"/>
            <a:r>
              <a:rPr lang="en-US" dirty="0"/>
              <a:t>packets arrive at an average rate A packets/sec at a queue</a:t>
            </a:r>
          </a:p>
          <a:p>
            <a:pPr lvl="1"/>
            <a:r>
              <a:rPr lang="en-US" dirty="0"/>
              <a:t>R bits/sec is the transmission rate</a:t>
            </a:r>
          </a:p>
          <a:p>
            <a:pPr lvl="1"/>
            <a:r>
              <a:rPr lang="en-US" dirty="0">
                <a:solidFill>
                  <a:schemeClr val="accent1"/>
                </a:solidFill>
              </a:rPr>
              <a:t>LA/R </a:t>
            </a:r>
            <a:r>
              <a:rPr lang="en-US" dirty="0"/>
              <a:t>is called the </a:t>
            </a:r>
            <a:r>
              <a:rPr lang="en-US" dirty="0">
                <a:solidFill>
                  <a:schemeClr val="accent1"/>
                </a:solidFill>
              </a:rPr>
              <a:t>traffic intensity</a:t>
            </a:r>
          </a:p>
          <a:p>
            <a:pPr lvl="1"/>
            <a:r>
              <a:rPr lang="en-US" dirty="0"/>
              <a:t>if </a:t>
            </a:r>
            <a:r>
              <a:rPr lang="en-US" dirty="0">
                <a:solidFill>
                  <a:schemeClr val="accent1"/>
                </a:solidFill>
              </a:rPr>
              <a:t>LA/R &gt; 1 </a:t>
            </a:r>
            <a:r>
              <a:rPr lang="en-US" dirty="0"/>
              <a:t>then the data is arriving at a higher rate than it can be transmitted</a:t>
            </a:r>
          </a:p>
          <a:p>
            <a:pPr lvl="2"/>
            <a:r>
              <a:rPr lang="en-US" dirty="0"/>
              <a:t>In this case, the packets will suffer from infinite delay, assuming the queue size is infinite</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2D26D2A-F195-CF3B-EF53-AA37F2D9A61D}"/>
                  </a:ext>
                </a:extLst>
              </p14:cNvPr>
              <p14:cNvContentPartPr/>
              <p14:nvPr/>
            </p14:nvContentPartPr>
            <p14:xfrm>
              <a:off x="5716080" y="185040"/>
              <a:ext cx="3695040" cy="1400040"/>
            </p14:xfrm>
          </p:contentPart>
        </mc:Choice>
        <mc:Fallback xmlns="">
          <p:pic>
            <p:nvPicPr>
              <p:cNvPr id="4" name="Ink 3">
                <a:extLst>
                  <a:ext uri="{FF2B5EF4-FFF2-40B4-BE49-F238E27FC236}">
                    <a16:creationId xmlns:a16="http://schemas.microsoft.com/office/drawing/2014/main" id="{02D26D2A-F195-CF3B-EF53-AA37F2D9A61D}"/>
                  </a:ext>
                </a:extLst>
              </p:cNvPr>
              <p:cNvPicPr/>
              <p:nvPr/>
            </p:nvPicPr>
            <p:blipFill>
              <a:blip r:embed="rId3"/>
              <a:stretch>
                <a:fillRect/>
              </a:stretch>
            </p:blipFill>
            <p:spPr>
              <a:xfrm>
                <a:off x="5706720" y="175680"/>
                <a:ext cx="3713760" cy="1418760"/>
              </a:xfrm>
              <a:prstGeom prst="rect">
                <a:avLst/>
              </a:prstGeom>
            </p:spPr>
          </p:pic>
        </mc:Fallback>
      </mc:AlternateContent>
    </p:spTree>
    <p:extLst>
      <p:ext uri="{BB962C8B-B14F-4D97-AF65-F5344CB8AC3E}">
        <p14:creationId xmlns:p14="http://schemas.microsoft.com/office/powerpoint/2010/main" val="45306536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45B4FB-2A01-99DF-281A-457B6FF93BA2}"/>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019A2524-31B6-0BBA-4BD5-984977F5D82E}"/>
              </a:ext>
            </a:extLst>
          </p:cNvPr>
          <p:cNvSpPr>
            <a:spLocks noGrp="1"/>
          </p:cNvSpPr>
          <p:nvPr>
            <p:ph idx="1"/>
          </p:nvPr>
        </p:nvSpPr>
        <p:spPr/>
        <p:txBody>
          <a:bodyPr/>
          <a:lstStyle/>
          <a:p>
            <a:r>
              <a:rPr lang="en-US" dirty="0"/>
              <a:t>On the other hand, if </a:t>
            </a:r>
            <a:r>
              <a:rPr lang="en-US" dirty="0">
                <a:solidFill>
                  <a:schemeClr val="accent1"/>
                </a:solidFill>
              </a:rPr>
              <a:t>LA/R &lt;= 1</a:t>
            </a:r>
            <a:r>
              <a:rPr lang="en-US" dirty="0"/>
              <a:t>, the nature of arriving traffic impacts the queuing delay</a:t>
            </a:r>
          </a:p>
          <a:p>
            <a:pPr lvl="1"/>
            <a:r>
              <a:rPr lang="en-US" dirty="0">
                <a:solidFill>
                  <a:srgbClr val="FF0000"/>
                </a:solidFill>
              </a:rPr>
              <a:t>In which case there will be no queuing delay </a:t>
            </a:r>
          </a:p>
          <a:p>
            <a:pPr marL="914400" lvl="2" indent="0">
              <a:buNone/>
            </a:pPr>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A26AB778-9DFF-BDB6-B816-8B17B301919E}"/>
                  </a:ext>
                </a:extLst>
              </p14:cNvPr>
              <p14:cNvContentPartPr/>
              <p14:nvPr/>
            </p14:nvContentPartPr>
            <p14:xfrm>
              <a:off x="489240" y="155160"/>
              <a:ext cx="11513520" cy="6216480"/>
            </p14:xfrm>
          </p:contentPart>
        </mc:Choice>
        <mc:Fallback xmlns="">
          <p:pic>
            <p:nvPicPr>
              <p:cNvPr id="4" name="Ink 3">
                <a:extLst>
                  <a:ext uri="{FF2B5EF4-FFF2-40B4-BE49-F238E27FC236}">
                    <a16:creationId xmlns:a16="http://schemas.microsoft.com/office/drawing/2014/main" id="{A26AB778-9DFF-BDB6-B816-8B17B301919E}"/>
                  </a:ext>
                </a:extLst>
              </p:cNvPr>
              <p:cNvPicPr/>
              <p:nvPr/>
            </p:nvPicPr>
            <p:blipFill>
              <a:blip r:embed="rId3"/>
              <a:stretch>
                <a:fillRect/>
              </a:stretch>
            </p:blipFill>
            <p:spPr>
              <a:xfrm>
                <a:off x="479880" y="145800"/>
                <a:ext cx="11532240" cy="6235200"/>
              </a:xfrm>
              <a:prstGeom prst="rect">
                <a:avLst/>
              </a:prstGeom>
            </p:spPr>
          </p:pic>
        </mc:Fallback>
      </mc:AlternateContent>
    </p:spTree>
    <p:extLst>
      <p:ext uri="{BB962C8B-B14F-4D97-AF65-F5344CB8AC3E}">
        <p14:creationId xmlns:p14="http://schemas.microsoft.com/office/powerpoint/2010/main" val="323471855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AD9B9-E077-1A04-28B8-9EA51B15D21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644D17-7597-7351-AAF5-E84813738564}"/>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701807BB-705C-ACC8-6244-BA52942A0DBD}"/>
              </a:ext>
            </a:extLst>
          </p:cNvPr>
          <p:cNvSpPr>
            <a:spLocks noGrp="1"/>
          </p:cNvSpPr>
          <p:nvPr>
            <p:ph idx="1"/>
          </p:nvPr>
        </p:nvSpPr>
        <p:spPr/>
        <p:txBody>
          <a:bodyPr/>
          <a:lstStyle/>
          <a:p>
            <a:r>
              <a:rPr lang="en-US" dirty="0"/>
              <a:t>On the other hand, if </a:t>
            </a:r>
            <a:r>
              <a:rPr lang="en-US" dirty="0">
                <a:solidFill>
                  <a:schemeClr val="accent1"/>
                </a:solidFill>
              </a:rPr>
              <a:t>LA/R &lt;= 1</a:t>
            </a:r>
            <a:r>
              <a:rPr lang="en-US" dirty="0"/>
              <a:t>, the nature of arriving traffic impacts the queuing delay</a:t>
            </a:r>
          </a:p>
          <a:p>
            <a:pPr lvl="1"/>
            <a:r>
              <a:rPr lang="en-US" dirty="0"/>
              <a:t>In which case there will be no queuing delay </a:t>
            </a:r>
          </a:p>
          <a:p>
            <a:pPr lvl="2"/>
            <a:r>
              <a:rPr lang="en-US" dirty="0"/>
              <a:t>If packets arrive at a fixed interval of L/R then there will be no queuing delay.</a:t>
            </a:r>
          </a:p>
          <a:p>
            <a:pPr lvl="2"/>
            <a:endParaRPr lang="en-US" dirty="0"/>
          </a:p>
        </p:txBody>
      </p:sp>
    </p:spTree>
    <p:extLst>
      <p:ext uri="{BB962C8B-B14F-4D97-AF65-F5344CB8AC3E}">
        <p14:creationId xmlns:p14="http://schemas.microsoft.com/office/powerpoint/2010/main" val="12822105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3E74-7FBB-E17A-BD61-D198E031EDFE}"/>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A0CE4747-BEB7-CC88-E6B5-70C4F3E155FF}"/>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4DBD494E-304B-B910-5DA1-456901C4B774}"/>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044ABD11-BA65-C154-DE87-ED68CCB28522}"/>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58D9830B-0C8B-3369-F22A-10D3869B1A25}"/>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5AD58972-BF7A-359B-6F04-21EF905EBCA7}"/>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9A4215BC-A3BA-DCFD-436F-47B13C51B6FE}"/>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1337868F-B8BE-8619-3235-54A6291530B7}"/>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4F201138-87E2-3424-958A-2FAC3E0DD6BE}"/>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62ADE0BA-ED8A-90D1-2C41-E41FA608D58F}"/>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084524B6-A731-B450-0588-2B9FE6AEAD59}"/>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E45AB2AA-CFBE-8C9F-D996-0821AE328581}"/>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A54B6A30-695C-BA6E-FA28-DE7227976544}"/>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EC71F37-96BD-107B-57CB-390A0698A14C}"/>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99B1B1DF-00F9-7714-7C9E-8EAB7D4DFB4E}"/>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D6CE7763-3AE5-40B9-C9A9-CDD8ED9BEE19}"/>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B6F8ACF-F34A-A2A7-7679-3BE643CA86AA}"/>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746182A0-9BC7-D215-0B28-02259A8A81CA}"/>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64340497-20AD-F525-867D-1A07F2B0B33D}"/>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5DA7F6DC-9204-7B4B-47A3-7CD9F5F45C45}"/>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195DE3F-CA8B-23A5-E218-9556157A8BF3}"/>
                  </a:ext>
                </a:extLst>
              </p:cNvPr>
              <p:cNvSpPr txBox="1"/>
              <p:nvPr/>
            </p:nvSpPr>
            <p:spPr>
              <a:xfrm>
                <a:off x="576943" y="3929744"/>
                <a:ext cx="6237513" cy="1477328"/>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nine seconds.</a:t>
                </a:r>
              </a:p>
              <a:p>
                <a:r>
                  <a:rPr lang="en-IN" dirty="0"/>
                  <a:t>Packet size 1 Mb.</a:t>
                </a:r>
              </a:p>
              <a:p>
                <a:r>
                  <a:rPr lang="en-IN" dirty="0"/>
                  <a:t>Each source transmits 10 packets.</a:t>
                </a:r>
              </a:p>
              <a:p>
                <a:r>
                  <a:rPr lang="en-IN" dirty="0">
                    <a:solidFill>
                      <a:srgbClr val="FF0000"/>
                    </a:solidFill>
                  </a:rPr>
                  <a:t>What is the average queuing delay after the complete transfer?</a:t>
                </a:r>
              </a:p>
              <a:p>
                <a:endParaRPr lang="en-IN" dirty="0"/>
              </a:p>
            </p:txBody>
          </p:sp>
        </mc:Choice>
        <mc:Fallback xmlns="">
          <p:sp>
            <p:nvSpPr>
              <p:cNvPr id="30" name="TextBox 29">
                <a:extLst>
                  <a:ext uri="{FF2B5EF4-FFF2-40B4-BE49-F238E27FC236}">
                    <a16:creationId xmlns:a16="http://schemas.microsoft.com/office/drawing/2014/main" id="{0195DE3F-CA8B-23A5-E218-9556157A8BF3}"/>
                  </a:ext>
                </a:extLst>
              </p:cNvPr>
              <p:cNvSpPr txBox="1">
                <a:spLocks noRot="1" noChangeAspect="1" noMove="1" noResize="1" noEditPoints="1" noAdjustHandles="1" noChangeArrowheads="1" noChangeShapeType="1" noTextEdit="1"/>
              </p:cNvSpPr>
              <p:nvPr/>
            </p:nvSpPr>
            <p:spPr>
              <a:xfrm>
                <a:off x="576943" y="3929744"/>
                <a:ext cx="6237513" cy="1477328"/>
              </a:xfrm>
              <a:prstGeom prst="rect">
                <a:avLst/>
              </a:prstGeom>
              <a:blipFill>
                <a:blip r:embed="rId2"/>
                <a:stretch>
                  <a:fillRect l="-880" t="-247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EB1A537-E22B-7907-E602-698DF535AD05}"/>
                  </a:ext>
                </a:extLst>
              </p14:cNvPr>
              <p14:cNvContentPartPr/>
              <p14:nvPr/>
            </p14:nvContentPartPr>
            <p14:xfrm>
              <a:off x="7526160" y="2980800"/>
              <a:ext cx="1528920" cy="921600"/>
            </p14:xfrm>
          </p:contentPart>
        </mc:Choice>
        <mc:Fallback xmlns="">
          <p:pic>
            <p:nvPicPr>
              <p:cNvPr id="3" name="Ink 2">
                <a:extLst>
                  <a:ext uri="{FF2B5EF4-FFF2-40B4-BE49-F238E27FC236}">
                    <a16:creationId xmlns:a16="http://schemas.microsoft.com/office/drawing/2014/main" id="{DEB1A537-E22B-7907-E602-698DF535AD05}"/>
                  </a:ext>
                </a:extLst>
              </p:cNvPr>
              <p:cNvPicPr/>
              <p:nvPr/>
            </p:nvPicPr>
            <p:blipFill>
              <a:blip r:embed="rId4"/>
              <a:stretch>
                <a:fillRect/>
              </a:stretch>
            </p:blipFill>
            <p:spPr>
              <a:xfrm>
                <a:off x="7516800" y="2971440"/>
                <a:ext cx="1547640" cy="940320"/>
              </a:xfrm>
              <a:prstGeom prst="rect">
                <a:avLst/>
              </a:prstGeom>
            </p:spPr>
          </p:pic>
        </mc:Fallback>
      </mc:AlternateContent>
    </p:spTree>
    <p:extLst>
      <p:ext uri="{BB962C8B-B14F-4D97-AF65-F5344CB8AC3E}">
        <p14:creationId xmlns:p14="http://schemas.microsoft.com/office/powerpoint/2010/main" val="3423024595"/>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BCE30-6EBC-09F7-0241-5ED0CB2E51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56C366-7A70-4434-5D9D-A5F24D97A8C7}"/>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950CFDCB-329C-54FB-4336-8B6620FA7137}"/>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FB0780A6-421C-907F-07B2-78E07C34BB70}"/>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7C9B40AC-8AF2-DCE7-DC82-A082399B7EE4}"/>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1BF9BF0E-6831-04F9-2845-DE6C1EAB0E2D}"/>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BADDDC1C-4FA5-F50E-6085-C7AB342ECFFB}"/>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6A28F24C-0AD4-E29A-F64E-2437B88D04BB}"/>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CEEBE33C-9BD0-7CEC-DFDB-8F89689C6FA8}"/>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DDA65214-5D1D-7BF4-353B-CAF351E7FB34}"/>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A209F0B5-4354-F563-EAFE-3E7BB02CEC42}"/>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E30946B0-C27D-C967-6545-57C6AFCD3F4D}"/>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5F691283-1C90-FC9C-6A30-43C64CF1F41A}"/>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9C5BED36-4EC2-A581-4DF5-08F10F8F02E6}"/>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3577653B-1522-3A11-C256-CACE5F37509A}"/>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B84611B9-E970-FCAF-05EE-BCAA261B2773}"/>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E7D0002B-AA97-AD9E-68B2-572B18E67EC3}"/>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2DA6109-4901-7C58-A5F4-97781C5720D2}"/>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D1091CE6-4EF1-81FC-1A96-752F8AD318CE}"/>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FE08B137-6FF0-2AC2-25CE-E4199A93270A}"/>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EC404B7D-38E1-7159-C84F-FCF222EF7618}"/>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6194850-13BF-29EF-123A-C86AA184EA2D}"/>
                  </a:ext>
                </a:extLst>
              </p:cNvPr>
              <p:cNvSpPr txBox="1"/>
              <p:nvPr/>
            </p:nvSpPr>
            <p:spPr>
              <a:xfrm>
                <a:off x="576943" y="3929744"/>
                <a:ext cx="6237513" cy="2585323"/>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nine seconds.</a:t>
                </a:r>
              </a:p>
              <a:p>
                <a:r>
                  <a:rPr lang="en-IN" dirty="0"/>
                  <a:t>Packet size 1 Mb.</a:t>
                </a:r>
              </a:p>
              <a:p>
                <a:r>
                  <a:rPr lang="en-IN" dirty="0"/>
                  <a:t>Each source transmits 10 packets.</a:t>
                </a:r>
              </a:p>
              <a:p>
                <a:r>
                  <a:rPr lang="en-IN" dirty="0"/>
                  <a:t>What is the average queuing delay after the complete transfer?</a:t>
                </a:r>
              </a:p>
              <a:p>
                <a:endParaRPr lang="en-IN" dirty="0"/>
              </a:p>
              <a:p>
                <a:r>
                  <a:rPr lang="en-IN" dirty="0"/>
                  <a:t>After every nine seconds, five packets will arrive at G.</a:t>
                </a:r>
              </a:p>
              <a:p>
                <a:r>
                  <a:rPr lang="en-IN" dirty="0"/>
                  <a:t>Delay received by the packets = 0 + 1 + 2 + 3 + 4 = 10 seconds</a:t>
                </a:r>
              </a:p>
              <a:p>
                <a:r>
                  <a:rPr lang="en-IN" dirty="0"/>
                  <a:t>It will happen 10 times. Total number of packets = 50.</a:t>
                </a:r>
              </a:p>
              <a:p>
                <a:r>
                  <a:rPr lang="en-IN" dirty="0"/>
                  <a:t>Average queueing delay = (10 * 10) / 50  = 2 seconds</a:t>
                </a:r>
              </a:p>
            </p:txBody>
          </p:sp>
        </mc:Choice>
        <mc:Fallback xmlns="">
          <p:sp>
            <p:nvSpPr>
              <p:cNvPr id="30" name="TextBox 29">
                <a:extLst>
                  <a:ext uri="{FF2B5EF4-FFF2-40B4-BE49-F238E27FC236}">
                    <a16:creationId xmlns:a16="http://schemas.microsoft.com/office/drawing/2014/main" id="{96194850-13BF-29EF-123A-C86AA184EA2D}"/>
                  </a:ext>
                </a:extLst>
              </p:cNvPr>
              <p:cNvSpPr txBox="1">
                <a:spLocks noRot="1" noChangeAspect="1" noMove="1" noResize="1" noEditPoints="1" noAdjustHandles="1" noChangeArrowheads="1" noChangeShapeType="1" noTextEdit="1"/>
              </p:cNvSpPr>
              <p:nvPr/>
            </p:nvSpPr>
            <p:spPr>
              <a:xfrm>
                <a:off x="576943" y="3929744"/>
                <a:ext cx="6237513" cy="2585323"/>
              </a:xfrm>
              <a:prstGeom prst="rect">
                <a:avLst/>
              </a:prstGeom>
              <a:blipFill>
                <a:blip r:embed="rId2"/>
                <a:stretch>
                  <a:fillRect l="-880" t="-1415" b="-2830"/>
                </a:stretch>
              </a:blipFill>
            </p:spPr>
            <p:txBody>
              <a:bodyPr/>
              <a:lstStyle/>
              <a:p>
                <a:r>
                  <a:rPr lang="en-IN">
                    <a:noFill/>
                  </a:rPr>
                  <a:t> </a:t>
                </a:r>
              </a:p>
            </p:txBody>
          </p:sp>
        </mc:Fallback>
      </mc:AlternateContent>
    </p:spTree>
    <p:extLst>
      <p:ext uri="{BB962C8B-B14F-4D97-AF65-F5344CB8AC3E}">
        <p14:creationId xmlns:p14="http://schemas.microsoft.com/office/powerpoint/2010/main" val="34169747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C4044-711D-810B-26EB-20BDD75A4E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94E9E18-4C12-1DCD-FFA8-0E85F5A8535A}"/>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1A8CCEB0-915E-09B0-CDD4-688645AF743E}"/>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86E509C2-51CA-5D11-5803-BB542630C491}"/>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D6EC211A-12AB-33A4-0663-3F5107BD4DDC}"/>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59346BEA-7398-8FF3-2360-0100EAB59CC7}"/>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ECACB2A3-C34A-45F7-42B8-D94833717180}"/>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792FE4A3-F434-96AA-2A49-0C00AA35B9AF}"/>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59EDA9B8-830D-EDF4-BF69-94F3A66556C5}"/>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8F17F9FD-A4C5-1C3D-FF8D-F8C4D8C6ED1A}"/>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E729D844-D2FE-FBEF-D4AD-2AB97B2093D1}"/>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49FA1581-1124-B046-0D5A-55DCA134FFCA}"/>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2206802A-5616-ADC7-1C3D-C1D57AE6A2B3}"/>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04C32F50-C68B-1F60-D2FA-A2C376D00D55}"/>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AA321577-7213-635A-6CD5-973EDBA91184}"/>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3E5A6-E851-C3DA-76BA-57D2761E078C}"/>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648C7E42-7648-C342-D07C-4C086F90B0B0}"/>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BF9CD1B2-3972-AD0D-21A1-AAB7E400D034}"/>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E5E30551-9B99-ADE1-3023-655D9CBF3837}"/>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1752D9C5-1687-1510-3C78-CA7649A40739}"/>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967C073E-173B-6678-E0AA-EF60555CFB92}"/>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9731B786-34A3-71E5-7550-FF06A27E2FC4}"/>
                  </a:ext>
                </a:extLst>
              </p:cNvPr>
              <p:cNvSpPr txBox="1"/>
              <p:nvPr/>
            </p:nvSpPr>
            <p:spPr>
              <a:xfrm>
                <a:off x="576943" y="3929744"/>
                <a:ext cx="6237513" cy="1477328"/>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four seconds.</a:t>
                </a:r>
              </a:p>
              <a:p>
                <a:r>
                  <a:rPr lang="en-IN" dirty="0"/>
                  <a:t>Packet size 1 Mb.</a:t>
                </a:r>
              </a:p>
              <a:p>
                <a:r>
                  <a:rPr lang="en-IN" dirty="0"/>
                  <a:t>Each source transmits 3 packets.</a:t>
                </a:r>
              </a:p>
              <a:p>
                <a:r>
                  <a:rPr lang="en-IN" dirty="0"/>
                  <a:t>What is the average queuing delay after the complete transfer?</a:t>
                </a:r>
              </a:p>
              <a:p>
                <a:endParaRPr lang="en-IN" dirty="0"/>
              </a:p>
            </p:txBody>
          </p:sp>
        </mc:Choice>
        <mc:Fallback xmlns="">
          <p:sp>
            <p:nvSpPr>
              <p:cNvPr id="30" name="TextBox 29">
                <a:extLst>
                  <a:ext uri="{FF2B5EF4-FFF2-40B4-BE49-F238E27FC236}">
                    <a16:creationId xmlns:a16="http://schemas.microsoft.com/office/drawing/2014/main" id="{9731B786-34A3-71E5-7550-FF06A27E2FC4}"/>
                  </a:ext>
                </a:extLst>
              </p:cNvPr>
              <p:cNvSpPr txBox="1">
                <a:spLocks noRot="1" noChangeAspect="1" noMove="1" noResize="1" noEditPoints="1" noAdjustHandles="1" noChangeArrowheads="1" noChangeShapeType="1" noTextEdit="1"/>
              </p:cNvSpPr>
              <p:nvPr/>
            </p:nvSpPr>
            <p:spPr>
              <a:xfrm>
                <a:off x="576943" y="3929744"/>
                <a:ext cx="6237513" cy="1477328"/>
              </a:xfrm>
              <a:prstGeom prst="rect">
                <a:avLst/>
              </a:prstGeom>
              <a:blipFill>
                <a:blip r:embed="rId2"/>
                <a:stretch>
                  <a:fillRect l="-880" t="-2479"/>
                </a:stretch>
              </a:blipFill>
            </p:spPr>
            <p:txBody>
              <a:bodyPr/>
              <a:lstStyle/>
              <a:p>
                <a:r>
                  <a:rPr lang="en-IN">
                    <a:noFill/>
                  </a:rPr>
                  <a:t> </a:t>
                </a:r>
              </a:p>
            </p:txBody>
          </p:sp>
        </mc:Fallback>
      </mc:AlternateContent>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B4AE5E6-FA70-0280-364E-C70B9FC30A3B}"/>
                  </a:ext>
                </a:extLst>
              </p14:cNvPr>
              <p14:cNvContentPartPr/>
              <p14:nvPr/>
            </p14:nvContentPartPr>
            <p14:xfrm>
              <a:off x="7741440" y="3209760"/>
              <a:ext cx="4005000" cy="2260080"/>
            </p14:xfrm>
          </p:contentPart>
        </mc:Choice>
        <mc:Fallback xmlns="">
          <p:pic>
            <p:nvPicPr>
              <p:cNvPr id="3" name="Ink 2">
                <a:extLst>
                  <a:ext uri="{FF2B5EF4-FFF2-40B4-BE49-F238E27FC236}">
                    <a16:creationId xmlns:a16="http://schemas.microsoft.com/office/drawing/2014/main" id="{DB4AE5E6-FA70-0280-364E-C70B9FC30A3B}"/>
                  </a:ext>
                </a:extLst>
              </p:cNvPr>
              <p:cNvPicPr/>
              <p:nvPr/>
            </p:nvPicPr>
            <p:blipFill>
              <a:blip r:embed="rId4"/>
              <a:stretch>
                <a:fillRect/>
              </a:stretch>
            </p:blipFill>
            <p:spPr>
              <a:xfrm>
                <a:off x="7732080" y="3200400"/>
                <a:ext cx="4023720" cy="2278800"/>
              </a:xfrm>
              <a:prstGeom prst="rect">
                <a:avLst/>
              </a:prstGeom>
            </p:spPr>
          </p:pic>
        </mc:Fallback>
      </mc:AlternateContent>
    </p:spTree>
    <p:extLst>
      <p:ext uri="{BB962C8B-B14F-4D97-AF65-F5344CB8AC3E}">
        <p14:creationId xmlns:p14="http://schemas.microsoft.com/office/powerpoint/2010/main" val="859648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4740DD-44FA-2080-A1DA-1628096973E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42FC25-97AF-74BC-AB27-9BF2B8BF27B8}"/>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C1E8B797-98B9-7C42-30D0-4D84BF078127}"/>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7C327E74-759E-BC22-84F5-D6D5D356976C}"/>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AAB110B-0DAD-09A6-C514-D7C17F44A3E9}"/>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08C54D91-F729-6BA1-9D07-792C00E58E0A}"/>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6341F114-6855-02D4-7DBC-857CD224645D}"/>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D4A286F5-E95E-28C6-7FB6-978C49A5FFF7}"/>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DB7B4BD8-3632-86FE-F59A-9B1040222A87}"/>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242385AA-4F97-0090-FD9A-35444868B95E}"/>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7F30ACB8-3186-7B91-4D46-91A68AB99230}"/>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E1F46A1C-4FFF-D555-7E7A-36268223E445}"/>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207E973E-0837-E761-1641-479F60C20B00}"/>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7BCEFC23-7EE7-A8B5-0540-28DCE1CD4B13}"/>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6C85A169-C271-1807-7A63-13763A5AB09D}"/>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3F97922-5ADE-019F-BF23-9FEDA0EA2C38}"/>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CD2CC1F-4890-B7F5-FD44-D122D444B259}"/>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9D42B7DF-31CD-C534-81B3-696DBCAD0953}"/>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5EDDCB76-5382-52C4-D732-B28806B49BA7}"/>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1C9C5F98-5985-2C00-E0CF-6497A451369D}"/>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D1EB71A3-56E6-1988-F9B3-96372C6A798C}"/>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p:sp>
        <p:nvSpPr>
          <p:cNvPr id="11" name="TextBox 10">
            <a:extLst>
              <a:ext uri="{FF2B5EF4-FFF2-40B4-BE49-F238E27FC236}">
                <a16:creationId xmlns:a16="http://schemas.microsoft.com/office/drawing/2014/main" id="{FE55B7B9-DF1F-2E91-FAAB-9C192406E2D2}"/>
              </a:ext>
            </a:extLst>
          </p:cNvPr>
          <p:cNvSpPr txBox="1"/>
          <p:nvPr/>
        </p:nvSpPr>
        <p:spPr>
          <a:xfrm>
            <a:off x="108860" y="1948542"/>
            <a:ext cx="5042127" cy="4524315"/>
          </a:xfrm>
          <a:prstGeom prst="rect">
            <a:avLst/>
          </a:prstGeom>
          <a:noFill/>
        </p:spPr>
        <p:txBody>
          <a:bodyPr wrap="square" rtlCol="0">
            <a:spAutoFit/>
          </a:bodyPr>
          <a:lstStyle/>
          <a:p>
            <a:r>
              <a:rPr lang="en-IN" dirty="0"/>
              <a:t>Packet                Arrival               Processing   Delay</a:t>
            </a:r>
          </a:p>
          <a:p>
            <a:r>
              <a:rPr lang="en-IN" dirty="0"/>
              <a:t>1                             1                            1               0</a:t>
            </a:r>
          </a:p>
          <a:p>
            <a:r>
              <a:rPr lang="en-IN" dirty="0"/>
              <a:t>2 	              1                            2               1</a:t>
            </a:r>
          </a:p>
          <a:p>
            <a:r>
              <a:rPr lang="en-IN" dirty="0"/>
              <a:t>3                             1                            3               2       </a:t>
            </a:r>
          </a:p>
          <a:p>
            <a:r>
              <a:rPr lang="en-IN" dirty="0"/>
              <a:t>4                             1                            4               3</a:t>
            </a:r>
          </a:p>
          <a:p>
            <a:r>
              <a:rPr lang="en-IN" dirty="0"/>
              <a:t>5                             1                            5               4</a:t>
            </a:r>
          </a:p>
          <a:p>
            <a:r>
              <a:rPr lang="en-IN" dirty="0"/>
              <a:t>6                             5                            6               1</a:t>
            </a:r>
          </a:p>
          <a:p>
            <a:r>
              <a:rPr lang="en-IN" dirty="0"/>
              <a:t>7                             5                            7               2</a:t>
            </a:r>
          </a:p>
          <a:p>
            <a:r>
              <a:rPr lang="en-IN" dirty="0"/>
              <a:t>8                             5                            8               3</a:t>
            </a:r>
          </a:p>
          <a:p>
            <a:r>
              <a:rPr lang="en-IN" dirty="0"/>
              <a:t>9                             5                            9               4</a:t>
            </a:r>
          </a:p>
          <a:p>
            <a:r>
              <a:rPr lang="en-IN" dirty="0"/>
              <a:t>10                           5                           10              5</a:t>
            </a:r>
          </a:p>
          <a:p>
            <a:r>
              <a:rPr lang="en-IN" dirty="0"/>
              <a:t>11                           9                           11              2</a:t>
            </a:r>
          </a:p>
          <a:p>
            <a:r>
              <a:rPr lang="en-IN" dirty="0"/>
              <a:t>12                           9                           12              3</a:t>
            </a:r>
          </a:p>
          <a:p>
            <a:r>
              <a:rPr lang="en-IN" dirty="0"/>
              <a:t>13                           9                           13              4</a:t>
            </a:r>
          </a:p>
          <a:p>
            <a:r>
              <a:rPr lang="en-IN" dirty="0"/>
              <a:t>14                           9                           14              5</a:t>
            </a:r>
          </a:p>
          <a:p>
            <a:r>
              <a:rPr lang="en-IN" dirty="0"/>
              <a:t>15                           9                           15              6</a:t>
            </a:r>
          </a:p>
        </p:txBody>
      </p:sp>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2C3EFC-2210-6F18-0F52-E16C07421DDB}"/>
                  </a:ext>
                </a:extLst>
              </p:cNvPr>
              <p:cNvSpPr txBox="1"/>
              <p:nvPr/>
            </p:nvSpPr>
            <p:spPr>
              <a:xfrm>
                <a:off x="5366654" y="3929744"/>
                <a:ext cx="6237513" cy="1477328"/>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four seconds.</a:t>
                </a:r>
              </a:p>
              <a:p>
                <a:r>
                  <a:rPr lang="en-IN" dirty="0"/>
                  <a:t>Packet size 1 Mb.</a:t>
                </a:r>
              </a:p>
              <a:p>
                <a:r>
                  <a:rPr lang="en-IN" dirty="0"/>
                  <a:t>Each source transmits 3 packets.</a:t>
                </a:r>
              </a:p>
              <a:p>
                <a:r>
                  <a:rPr lang="en-IN" dirty="0"/>
                  <a:t>What is the average queuing delay after the complete transfer?</a:t>
                </a:r>
              </a:p>
              <a:p>
                <a:endParaRPr lang="en-IN" dirty="0"/>
              </a:p>
            </p:txBody>
          </p:sp>
        </mc:Choice>
        <mc:Fallback xmlns="">
          <p:sp>
            <p:nvSpPr>
              <p:cNvPr id="12" name="TextBox 11">
                <a:extLst>
                  <a:ext uri="{FF2B5EF4-FFF2-40B4-BE49-F238E27FC236}">
                    <a16:creationId xmlns:a16="http://schemas.microsoft.com/office/drawing/2014/main" id="{342C3EFC-2210-6F18-0F52-E16C07421DDB}"/>
                  </a:ext>
                </a:extLst>
              </p:cNvPr>
              <p:cNvSpPr txBox="1">
                <a:spLocks noRot="1" noChangeAspect="1" noMove="1" noResize="1" noEditPoints="1" noAdjustHandles="1" noChangeArrowheads="1" noChangeShapeType="1" noTextEdit="1"/>
              </p:cNvSpPr>
              <p:nvPr/>
            </p:nvSpPr>
            <p:spPr>
              <a:xfrm>
                <a:off x="5366654" y="3929744"/>
                <a:ext cx="6237513" cy="1477328"/>
              </a:xfrm>
              <a:prstGeom prst="rect">
                <a:avLst/>
              </a:prstGeom>
              <a:blipFill>
                <a:blip r:embed="rId2"/>
                <a:stretch>
                  <a:fillRect l="-781" t="-2479"/>
                </a:stretch>
              </a:blipFill>
            </p:spPr>
            <p:txBody>
              <a:bodyPr/>
              <a:lstStyle/>
              <a:p>
                <a:r>
                  <a:rPr lang="en-IN">
                    <a:noFill/>
                  </a:rPr>
                  <a:t> </a:t>
                </a:r>
              </a:p>
            </p:txBody>
          </p:sp>
        </mc:Fallback>
      </mc:AlternateContent>
    </p:spTree>
    <p:extLst>
      <p:ext uri="{BB962C8B-B14F-4D97-AF65-F5344CB8AC3E}">
        <p14:creationId xmlns:p14="http://schemas.microsoft.com/office/powerpoint/2010/main" val="46594560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A68B4-EA50-903D-3BE7-E2B1A9F7E2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717E2B-4C01-EC0F-2778-B89D5E0B0AA5}"/>
              </a:ext>
            </a:extLst>
          </p:cNvPr>
          <p:cNvSpPr>
            <a:spLocks noGrp="1"/>
          </p:cNvSpPr>
          <p:nvPr>
            <p:ph type="title"/>
          </p:nvPr>
        </p:nvSpPr>
        <p:spPr/>
        <p:txBody>
          <a:bodyPr/>
          <a:lstStyle/>
          <a:p>
            <a:r>
              <a:rPr lang="en-IN" dirty="0"/>
              <a:t>Queuing delay</a:t>
            </a:r>
          </a:p>
        </p:txBody>
      </p:sp>
      <p:sp>
        <p:nvSpPr>
          <p:cNvPr id="4" name="Oval 3">
            <a:extLst>
              <a:ext uri="{FF2B5EF4-FFF2-40B4-BE49-F238E27FC236}">
                <a16:creationId xmlns:a16="http://schemas.microsoft.com/office/drawing/2014/main" id="{B3B1F2DE-8B8B-0B95-10A1-52A250FB77FC}"/>
              </a:ext>
            </a:extLst>
          </p:cNvPr>
          <p:cNvSpPr/>
          <p:nvPr/>
        </p:nvSpPr>
        <p:spPr>
          <a:xfrm>
            <a:off x="486591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3</a:t>
            </a:r>
            <a:endParaRPr lang="en-IN" dirty="0"/>
          </a:p>
        </p:txBody>
      </p:sp>
      <p:sp>
        <p:nvSpPr>
          <p:cNvPr id="5" name="Oval 4">
            <a:extLst>
              <a:ext uri="{FF2B5EF4-FFF2-40B4-BE49-F238E27FC236}">
                <a16:creationId xmlns:a16="http://schemas.microsoft.com/office/drawing/2014/main" id="{875925EC-003E-E0EE-124A-6B4BFB5E15AC}"/>
              </a:ext>
            </a:extLst>
          </p:cNvPr>
          <p:cNvSpPr/>
          <p:nvPr/>
        </p:nvSpPr>
        <p:spPr>
          <a:xfrm>
            <a:off x="1096190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R</a:t>
            </a:r>
          </a:p>
        </p:txBody>
      </p:sp>
      <p:sp>
        <p:nvSpPr>
          <p:cNvPr id="6" name="Flowchart: Summing Junction 5">
            <a:extLst>
              <a:ext uri="{FF2B5EF4-FFF2-40B4-BE49-F238E27FC236}">
                <a16:creationId xmlns:a16="http://schemas.microsoft.com/office/drawing/2014/main" id="{2E9750D8-1271-09C3-5C70-9A57DC0C87F5}"/>
              </a:ext>
            </a:extLst>
          </p:cNvPr>
          <p:cNvSpPr/>
          <p:nvPr/>
        </p:nvSpPr>
        <p:spPr>
          <a:xfrm>
            <a:off x="782682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73D56C9C-86B2-5FEF-8696-AB92EDB864C5}"/>
              </a:ext>
            </a:extLst>
          </p:cNvPr>
          <p:cNvCxnSpPr>
            <a:stCxn id="4" idx="6"/>
          </p:cNvCxnSpPr>
          <p:nvPr/>
        </p:nvCxnSpPr>
        <p:spPr>
          <a:xfrm flipV="1">
            <a:off x="559525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9025B61-0ABF-635E-0674-4791152034FC}"/>
              </a:ext>
            </a:extLst>
          </p:cNvPr>
          <p:cNvCxnSpPr>
            <a:stCxn id="6" idx="6"/>
            <a:endCxn id="5" idx="2"/>
          </p:cNvCxnSpPr>
          <p:nvPr/>
        </p:nvCxnSpPr>
        <p:spPr>
          <a:xfrm>
            <a:off x="855617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479D7C19-B1C6-0575-CF7B-5AA3A96BA078}"/>
              </a:ext>
            </a:extLst>
          </p:cNvPr>
          <p:cNvSpPr txBox="1"/>
          <p:nvPr/>
        </p:nvSpPr>
        <p:spPr>
          <a:xfrm>
            <a:off x="9329053" y="1581830"/>
            <a:ext cx="1088573" cy="369332"/>
          </a:xfrm>
          <a:prstGeom prst="rect">
            <a:avLst/>
          </a:prstGeom>
          <a:noFill/>
        </p:spPr>
        <p:txBody>
          <a:bodyPr wrap="square" rtlCol="0">
            <a:spAutoFit/>
          </a:bodyPr>
          <a:lstStyle/>
          <a:p>
            <a:r>
              <a:rPr lang="en-IN" dirty="0"/>
              <a:t>1 Mbps</a:t>
            </a:r>
          </a:p>
        </p:txBody>
      </p:sp>
      <p:sp>
        <p:nvSpPr>
          <p:cNvPr id="13" name="TextBox 12">
            <a:extLst>
              <a:ext uri="{FF2B5EF4-FFF2-40B4-BE49-F238E27FC236}">
                <a16:creationId xmlns:a16="http://schemas.microsoft.com/office/drawing/2014/main" id="{244B14DC-5E42-6908-2908-5DDFF0E9266E}"/>
              </a:ext>
            </a:extLst>
          </p:cNvPr>
          <p:cNvSpPr txBox="1"/>
          <p:nvPr/>
        </p:nvSpPr>
        <p:spPr>
          <a:xfrm>
            <a:off x="6117769" y="1668915"/>
            <a:ext cx="1088573" cy="369332"/>
          </a:xfrm>
          <a:prstGeom prst="rect">
            <a:avLst/>
          </a:prstGeom>
          <a:noFill/>
        </p:spPr>
        <p:txBody>
          <a:bodyPr wrap="square" rtlCol="0">
            <a:spAutoFit/>
          </a:bodyPr>
          <a:lstStyle/>
          <a:p>
            <a:r>
              <a:rPr lang="en-IN" dirty="0"/>
              <a:t>1 Mbps</a:t>
            </a:r>
          </a:p>
        </p:txBody>
      </p:sp>
      <p:sp>
        <p:nvSpPr>
          <p:cNvPr id="14" name="Oval 13">
            <a:extLst>
              <a:ext uri="{FF2B5EF4-FFF2-40B4-BE49-F238E27FC236}">
                <a16:creationId xmlns:a16="http://schemas.microsoft.com/office/drawing/2014/main" id="{9FCD276E-D0E5-04F3-1ACF-398D66A0E5BA}"/>
              </a:ext>
            </a:extLst>
          </p:cNvPr>
          <p:cNvSpPr/>
          <p:nvPr/>
        </p:nvSpPr>
        <p:spPr>
          <a:xfrm>
            <a:off x="4876799" y="5333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1</a:t>
            </a:r>
            <a:endParaRPr lang="en-IN" dirty="0"/>
          </a:p>
        </p:txBody>
      </p:sp>
      <p:sp>
        <p:nvSpPr>
          <p:cNvPr id="15" name="Oval 14">
            <a:extLst>
              <a:ext uri="{FF2B5EF4-FFF2-40B4-BE49-F238E27FC236}">
                <a16:creationId xmlns:a16="http://schemas.microsoft.com/office/drawing/2014/main" id="{32B781AF-664F-B22F-3282-AE365BD0A2F0}"/>
              </a:ext>
            </a:extLst>
          </p:cNvPr>
          <p:cNvSpPr/>
          <p:nvPr/>
        </p:nvSpPr>
        <p:spPr>
          <a:xfrm>
            <a:off x="4855029" y="1186542"/>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2</a:t>
            </a:r>
            <a:endParaRPr lang="en-IN" dirty="0"/>
          </a:p>
        </p:txBody>
      </p:sp>
      <p:sp>
        <p:nvSpPr>
          <p:cNvPr id="16" name="Oval 15">
            <a:extLst>
              <a:ext uri="{FF2B5EF4-FFF2-40B4-BE49-F238E27FC236}">
                <a16:creationId xmlns:a16="http://schemas.microsoft.com/office/drawing/2014/main" id="{6D604FFD-3800-60C1-C4FC-1348AA7CF1DE}"/>
              </a:ext>
            </a:extLst>
          </p:cNvPr>
          <p:cNvSpPr/>
          <p:nvPr/>
        </p:nvSpPr>
        <p:spPr>
          <a:xfrm>
            <a:off x="4876799" y="2394856"/>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4</a:t>
            </a:r>
            <a:endParaRPr lang="en-IN" dirty="0"/>
          </a:p>
        </p:txBody>
      </p:sp>
      <p:sp>
        <p:nvSpPr>
          <p:cNvPr id="17" name="Oval 16">
            <a:extLst>
              <a:ext uri="{FF2B5EF4-FFF2-40B4-BE49-F238E27FC236}">
                <a16:creationId xmlns:a16="http://schemas.microsoft.com/office/drawing/2014/main" id="{AE571E77-443D-6761-39B8-50569B615D35}"/>
              </a:ext>
            </a:extLst>
          </p:cNvPr>
          <p:cNvSpPr/>
          <p:nvPr/>
        </p:nvSpPr>
        <p:spPr>
          <a:xfrm>
            <a:off x="4865911" y="3113314"/>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r>
              <a:rPr lang="en-IN" baseline="-25000" dirty="0"/>
              <a:t>5</a:t>
            </a:r>
            <a:endParaRPr lang="en-IN" dirty="0"/>
          </a:p>
        </p:txBody>
      </p:sp>
      <p:cxnSp>
        <p:nvCxnSpPr>
          <p:cNvPr id="19" name="Straight Arrow Connector 18">
            <a:extLst>
              <a:ext uri="{FF2B5EF4-FFF2-40B4-BE49-F238E27FC236}">
                <a16:creationId xmlns:a16="http://schemas.microsoft.com/office/drawing/2014/main" id="{3A593783-7FD9-B5D0-B0B3-B0F1D6029430}"/>
              </a:ext>
            </a:extLst>
          </p:cNvPr>
          <p:cNvCxnSpPr>
            <a:stCxn id="14" idx="6"/>
            <a:endCxn id="6" idx="1"/>
          </p:cNvCxnSpPr>
          <p:nvPr/>
        </p:nvCxnSpPr>
        <p:spPr>
          <a:xfrm>
            <a:off x="5606142" y="772884"/>
            <a:ext cx="2327495" cy="94340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E7A2B2BB-44DD-3366-2D2A-854E0AD5FEA0}"/>
              </a:ext>
            </a:extLst>
          </p:cNvPr>
          <p:cNvCxnSpPr>
            <a:stCxn id="15" idx="6"/>
            <a:endCxn id="6" idx="2"/>
          </p:cNvCxnSpPr>
          <p:nvPr/>
        </p:nvCxnSpPr>
        <p:spPr>
          <a:xfrm>
            <a:off x="5584372" y="1426028"/>
            <a:ext cx="2242455" cy="56231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33B48A40-6C12-AFAC-4B7D-E8C3D8CF2BC5}"/>
              </a:ext>
            </a:extLst>
          </p:cNvPr>
          <p:cNvCxnSpPr>
            <a:stCxn id="16" idx="6"/>
            <a:endCxn id="6" idx="3"/>
          </p:cNvCxnSpPr>
          <p:nvPr/>
        </p:nvCxnSpPr>
        <p:spPr>
          <a:xfrm flipV="1">
            <a:off x="5606142" y="2260395"/>
            <a:ext cx="2327495" cy="37394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3A5FC60A-A6EC-405F-0759-2C6E879DF1BD}"/>
              </a:ext>
            </a:extLst>
          </p:cNvPr>
          <p:cNvCxnSpPr>
            <a:stCxn id="17" idx="7"/>
            <a:endCxn id="6" idx="3"/>
          </p:cNvCxnSpPr>
          <p:nvPr/>
        </p:nvCxnSpPr>
        <p:spPr>
          <a:xfrm flipV="1">
            <a:off x="5488444" y="2260395"/>
            <a:ext cx="2445193" cy="92306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F4F2F284-418F-B935-2F69-5829CF6E6075}"/>
              </a:ext>
            </a:extLst>
          </p:cNvPr>
          <p:cNvSpPr txBox="1"/>
          <p:nvPr/>
        </p:nvSpPr>
        <p:spPr>
          <a:xfrm>
            <a:off x="6270169" y="2920773"/>
            <a:ext cx="1088573" cy="369332"/>
          </a:xfrm>
          <a:prstGeom prst="rect">
            <a:avLst/>
          </a:prstGeom>
          <a:noFill/>
        </p:spPr>
        <p:txBody>
          <a:bodyPr wrap="square" rtlCol="0">
            <a:spAutoFit/>
          </a:bodyPr>
          <a:lstStyle/>
          <a:p>
            <a:r>
              <a:rPr lang="en-IN" dirty="0"/>
              <a:t>1 Mbps</a:t>
            </a:r>
          </a:p>
        </p:txBody>
      </p:sp>
      <p:sp>
        <p:nvSpPr>
          <p:cNvPr id="27" name="TextBox 26">
            <a:extLst>
              <a:ext uri="{FF2B5EF4-FFF2-40B4-BE49-F238E27FC236}">
                <a16:creationId xmlns:a16="http://schemas.microsoft.com/office/drawing/2014/main" id="{236CF4CD-CF26-DFA2-F1F8-8419221AA5EB}"/>
              </a:ext>
            </a:extLst>
          </p:cNvPr>
          <p:cNvSpPr txBox="1"/>
          <p:nvPr/>
        </p:nvSpPr>
        <p:spPr>
          <a:xfrm>
            <a:off x="5725883" y="2191430"/>
            <a:ext cx="1088573" cy="369332"/>
          </a:xfrm>
          <a:prstGeom prst="rect">
            <a:avLst/>
          </a:prstGeom>
          <a:noFill/>
        </p:spPr>
        <p:txBody>
          <a:bodyPr wrap="square" rtlCol="0">
            <a:spAutoFit/>
          </a:bodyPr>
          <a:lstStyle/>
          <a:p>
            <a:r>
              <a:rPr lang="en-IN" dirty="0"/>
              <a:t>1 Mbps</a:t>
            </a:r>
          </a:p>
        </p:txBody>
      </p:sp>
      <p:sp>
        <p:nvSpPr>
          <p:cNvPr id="28" name="TextBox 27">
            <a:extLst>
              <a:ext uri="{FF2B5EF4-FFF2-40B4-BE49-F238E27FC236}">
                <a16:creationId xmlns:a16="http://schemas.microsoft.com/office/drawing/2014/main" id="{B9CC0A12-6645-8948-D4DD-ACC210C2258D}"/>
              </a:ext>
            </a:extLst>
          </p:cNvPr>
          <p:cNvSpPr txBox="1"/>
          <p:nvPr/>
        </p:nvSpPr>
        <p:spPr>
          <a:xfrm>
            <a:off x="5878283" y="1233485"/>
            <a:ext cx="1088573" cy="369332"/>
          </a:xfrm>
          <a:prstGeom prst="rect">
            <a:avLst/>
          </a:prstGeom>
          <a:noFill/>
        </p:spPr>
        <p:txBody>
          <a:bodyPr wrap="square" rtlCol="0">
            <a:spAutoFit/>
          </a:bodyPr>
          <a:lstStyle/>
          <a:p>
            <a:r>
              <a:rPr lang="en-IN" dirty="0"/>
              <a:t>1 Mbps</a:t>
            </a:r>
          </a:p>
        </p:txBody>
      </p:sp>
      <p:sp>
        <p:nvSpPr>
          <p:cNvPr id="29" name="TextBox 28">
            <a:extLst>
              <a:ext uri="{FF2B5EF4-FFF2-40B4-BE49-F238E27FC236}">
                <a16:creationId xmlns:a16="http://schemas.microsoft.com/office/drawing/2014/main" id="{AB0C0C2A-C922-CEBC-A8CE-7EA961B3891C}"/>
              </a:ext>
            </a:extLst>
          </p:cNvPr>
          <p:cNvSpPr txBox="1"/>
          <p:nvPr/>
        </p:nvSpPr>
        <p:spPr>
          <a:xfrm>
            <a:off x="6030683" y="678315"/>
            <a:ext cx="1088573" cy="369332"/>
          </a:xfrm>
          <a:prstGeom prst="rect">
            <a:avLst/>
          </a:prstGeom>
          <a:noFill/>
        </p:spPr>
        <p:txBody>
          <a:bodyPr wrap="square" rtlCol="0">
            <a:spAutoFit/>
          </a:bodyPr>
          <a:lstStyle/>
          <a:p>
            <a:r>
              <a:rPr lang="en-IN" dirty="0"/>
              <a:t>1 Mbps</a:t>
            </a:r>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0531FC48-E2DA-D0A0-7E19-F3B7F75614B9}"/>
                  </a:ext>
                </a:extLst>
              </p:cNvPr>
              <p:cNvSpPr txBox="1"/>
              <p:nvPr/>
            </p:nvSpPr>
            <p:spPr>
              <a:xfrm>
                <a:off x="576943" y="3929744"/>
                <a:ext cx="8392886" cy="2585323"/>
              </a:xfrm>
              <a:prstGeom prst="rect">
                <a:avLst/>
              </a:prstGeom>
              <a:noFill/>
            </p:spPr>
            <p:txBody>
              <a:bodyPr wrap="square" rtlCol="0">
                <a:spAutoFit/>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1</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2</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3</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4</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𝑆</m:t>
                        </m:r>
                      </m:e>
                      <m:sub>
                        <m:r>
                          <a:rPr lang="en-IN" b="0" i="1" smtClean="0">
                            <a:latin typeface="Cambria Math" panose="02040503050406030204" pitchFamily="18" charset="0"/>
                          </a:rPr>
                          <m:t>5</m:t>
                        </m:r>
                      </m:sub>
                    </m:sSub>
                  </m:oMath>
                </a14:m>
                <a:r>
                  <a:rPr lang="en-IN" dirty="0"/>
                  <a:t> transmit a packet after every four seconds.</a:t>
                </a:r>
              </a:p>
              <a:p>
                <a:r>
                  <a:rPr lang="en-IN" dirty="0"/>
                  <a:t>Packet size 1 Mb.</a:t>
                </a:r>
              </a:p>
              <a:p>
                <a:r>
                  <a:rPr lang="en-IN" dirty="0"/>
                  <a:t>Each source transmits 3 packets.</a:t>
                </a:r>
              </a:p>
              <a:p>
                <a:r>
                  <a:rPr lang="en-IN" dirty="0"/>
                  <a:t>What is the average queuing delay after the complete transfer?</a:t>
                </a:r>
              </a:p>
              <a:p>
                <a:endParaRPr lang="en-IN" dirty="0"/>
              </a:p>
              <a:p>
                <a:r>
                  <a:rPr lang="en-IN" dirty="0"/>
                  <a:t>Delay experienced by first batch of packets = 0 + 1 + 2 + 3 + 4 = 10 seconds</a:t>
                </a:r>
              </a:p>
              <a:p>
                <a:r>
                  <a:rPr lang="en-IN" dirty="0"/>
                  <a:t>Delay experienced by second batch of packets = 1 + 2 + 3 + 4 + 5 = 15 seconds</a:t>
                </a:r>
              </a:p>
              <a:p>
                <a:r>
                  <a:rPr lang="en-IN" dirty="0"/>
                  <a:t>Delay experienced by third batch of packets = 2 + 3 + 4 + 5 + 6 = 20 seconds</a:t>
                </a:r>
              </a:p>
              <a:p>
                <a:r>
                  <a:rPr lang="en-IN" dirty="0"/>
                  <a:t>Average delay = 45 / 15 = 3 seconds</a:t>
                </a:r>
              </a:p>
            </p:txBody>
          </p:sp>
        </mc:Choice>
        <mc:Fallback xmlns="">
          <p:sp>
            <p:nvSpPr>
              <p:cNvPr id="30" name="TextBox 29">
                <a:extLst>
                  <a:ext uri="{FF2B5EF4-FFF2-40B4-BE49-F238E27FC236}">
                    <a16:creationId xmlns:a16="http://schemas.microsoft.com/office/drawing/2014/main" id="{0531FC48-E2DA-D0A0-7E19-F3B7F75614B9}"/>
                  </a:ext>
                </a:extLst>
              </p:cNvPr>
              <p:cNvSpPr txBox="1">
                <a:spLocks noRot="1" noChangeAspect="1" noMove="1" noResize="1" noEditPoints="1" noAdjustHandles="1" noChangeArrowheads="1" noChangeShapeType="1" noTextEdit="1"/>
              </p:cNvSpPr>
              <p:nvPr/>
            </p:nvSpPr>
            <p:spPr>
              <a:xfrm>
                <a:off x="576943" y="3929744"/>
                <a:ext cx="8392886" cy="2585323"/>
              </a:xfrm>
              <a:prstGeom prst="rect">
                <a:avLst/>
              </a:prstGeom>
              <a:blipFill>
                <a:blip r:embed="rId2"/>
                <a:stretch>
                  <a:fillRect l="-654" t="-1415" b="-2830"/>
                </a:stretch>
              </a:blipFill>
            </p:spPr>
            <p:txBody>
              <a:bodyPr/>
              <a:lstStyle/>
              <a:p>
                <a:r>
                  <a:rPr lang="en-IN">
                    <a:noFill/>
                  </a:rPr>
                  <a:t> </a:t>
                </a:r>
              </a:p>
            </p:txBody>
          </p:sp>
        </mc:Fallback>
      </mc:AlternateContent>
    </p:spTree>
    <p:extLst>
      <p:ext uri="{BB962C8B-B14F-4D97-AF65-F5344CB8AC3E}">
        <p14:creationId xmlns:p14="http://schemas.microsoft.com/office/powerpoint/2010/main" val="1350108773"/>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26DD7-668C-6465-2BEF-A997F713216F}"/>
              </a:ext>
            </a:extLst>
          </p:cNvPr>
          <p:cNvSpPr>
            <a:spLocks noGrp="1"/>
          </p:cNvSpPr>
          <p:nvPr>
            <p:ph type="title"/>
          </p:nvPr>
        </p:nvSpPr>
        <p:spPr/>
        <p:txBody>
          <a:bodyPr/>
          <a:lstStyle/>
          <a:p>
            <a:r>
              <a:rPr lang="en-IN" dirty="0"/>
              <a:t>Queuing delay</a:t>
            </a:r>
          </a:p>
        </p:txBody>
      </p:sp>
      <p:sp>
        <p:nvSpPr>
          <p:cNvPr id="3" name="Content Placeholder 2">
            <a:extLst>
              <a:ext uri="{FF2B5EF4-FFF2-40B4-BE49-F238E27FC236}">
                <a16:creationId xmlns:a16="http://schemas.microsoft.com/office/drawing/2014/main" id="{944C41EE-E5BD-1914-E149-90B973F012DB}"/>
              </a:ext>
            </a:extLst>
          </p:cNvPr>
          <p:cNvSpPr>
            <a:spLocks noGrp="1"/>
          </p:cNvSpPr>
          <p:nvPr>
            <p:ph idx="1"/>
          </p:nvPr>
        </p:nvSpPr>
        <p:spPr>
          <a:xfrm>
            <a:off x="838200" y="1825625"/>
            <a:ext cx="7848600" cy="4351338"/>
          </a:xfrm>
        </p:spPr>
        <p:txBody>
          <a:bodyPr>
            <a:normAutofit lnSpcReduction="10000"/>
          </a:bodyPr>
          <a:lstStyle/>
          <a:p>
            <a:r>
              <a:rPr lang="en-US" dirty="0"/>
              <a:t>Typically, the packets arrive randomly in bursts </a:t>
            </a:r>
          </a:p>
          <a:p>
            <a:pPr lvl="1"/>
            <a:r>
              <a:rPr lang="en-US" dirty="0"/>
              <a:t>In this case, </a:t>
            </a:r>
            <a:r>
              <a:rPr lang="en-US" dirty="0">
                <a:solidFill>
                  <a:schemeClr val="accent1"/>
                </a:solidFill>
              </a:rPr>
              <a:t>LA/R</a:t>
            </a:r>
            <a:r>
              <a:rPr lang="en-US" dirty="0"/>
              <a:t> is not sufficient to fully characterize the queuing delay, but it still provides useful intuition.</a:t>
            </a:r>
          </a:p>
          <a:p>
            <a:pPr lvl="2"/>
            <a:r>
              <a:rPr lang="en-US" dirty="0"/>
              <a:t>If the traffic intensity is close to zero, the queuing delay is nearly zero. </a:t>
            </a:r>
          </a:p>
          <a:p>
            <a:pPr lvl="2"/>
            <a:r>
              <a:rPr lang="en-US" dirty="0"/>
              <a:t>Queuing delay rises sharply as the traffic intensity reaches 1. This happens because packets arrive almost continuously, so any burst of arrivals quickly builds up in the queue.</a:t>
            </a:r>
          </a:p>
          <a:p>
            <a:endParaRPr lang="en-US" dirty="0"/>
          </a:p>
          <a:p>
            <a:r>
              <a:rPr lang="en-US" dirty="0"/>
              <a:t>This is similar to road traffic: near peak hours, even a small increase in cars can cause a large jump in wait times.</a:t>
            </a:r>
            <a:endParaRPr lang="en-IN" dirty="0"/>
          </a:p>
        </p:txBody>
      </p:sp>
      <p:grpSp>
        <p:nvGrpSpPr>
          <p:cNvPr id="4" name="Group 3">
            <a:extLst>
              <a:ext uri="{FF2B5EF4-FFF2-40B4-BE49-F238E27FC236}">
                <a16:creationId xmlns:a16="http://schemas.microsoft.com/office/drawing/2014/main" id="{0940E4DF-88F6-C6CC-5617-BA506432552C}"/>
              </a:ext>
            </a:extLst>
          </p:cNvPr>
          <p:cNvGrpSpPr/>
          <p:nvPr/>
        </p:nvGrpSpPr>
        <p:grpSpPr>
          <a:xfrm>
            <a:off x="8698322" y="1549400"/>
            <a:ext cx="3246937" cy="2992869"/>
            <a:chOff x="7232377" y="708301"/>
            <a:chExt cx="3769920" cy="3402168"/>
          </a:xfrm>
        </p:grpSpPr>
        <p:sp>
          <p:nvSpPr>
            <p:cNvPr id="5" name="Rectangle 61">
              <a:extLst>
                <a:ext uri="{FF2B5EF4-FFF2-40B4-BE49-F238E27FC236}">
                  <a16:creationId xmlns:a16="http://schemas.microsoft.com/office/drawing/2014/main" id="{04BDCE6F-BCB4-0200-4F3C-B240B962D4A3}"/>
                </a:ext>
              </a:extLst>
            </p:cNvPr>
            <p:cNvSpPr>
              <a:spLocks noChangeArrowheads="1"/>
            </p:cNvSpPr>
            <p:nvPr/>
          </p:nvSpPr>
          <p:spPr bwMode="auto">
            <a:xfrm>
              <a:off x="7381311" y="3605438"/>
              <a:ext cx="2911022"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traffic intensity = </a:t>
              </a:r>
              <a:r>
                <a:rPr kumimoji="0" lang="en-US" altLang="en-US" sz="1600" b="0" i="1"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LA/R</a:t>
              </a:r>
            </a:p>
          </p:txBody>
        </p:sp>
        <p:sp>
          <p:nvSpPr>
            <p:cNvPr id="6" name="Rectangle 61">
              <a:extLst>
                <a:ext uri="{FF2B5EF4-FFF2-40B4-BE49-F238E27FC236}">
                  <a16:creationId xmlns:a16="http://schemas.microsoft.com/office/drawing/2014/main" id="{85D09C86-989F-F94D-6FFD-2767F5A9379F}"/>
                </a:ext>
              </a:extLst>
            </p:cNvPr>
            <p:cNvSpPr>
              <a:spLocks noChangeArrowheads="1"/>
            </p:cNvSpPr>
            <p:nvPr/>
          </p:nvSpPr>
          <p:spPr bwMode="auto">
            <a:xfrm rot="-5400000">
              <a:off x="6114777" y="2075824"/>
              <a:ext cx="2740025"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srgbClr val="000099"/>
                  </a:solidFill>
                  <a:effectLst/>
                  <a:uLnTx/>
                  <a:uFillTx/>
                  <a:latin typeface="Calibri" panose="020F0502020204030204"/>
                  <a:ea typeface="ＭＳ Ｐゴシック" panose="020B0600070205080204" pitchFamily="34" charset="-128"/>
                  <a:cs typeface="+mn-cs"/>
                </a:rPr>
                <a:t>average  queueing delay</a:t>
              </a:r>
            </a:p>
          </p:txBody>
        </p:sp>
        <p:cxnSp>
          <p:nvCxnSpPr>
            <p:cNvPr id="7" name="Straight Connector 6">
              <a:extLst>
                <a:ext uri="{FF2B5EF4-FFF2-40B4-BE49-F238E27FC236}">
                  <a16:creationId xmlns:a16="http://schemas.microsoft.com/office/drawing/2014/main" id="{0096F213-FEDE-2012-F6EF-07BA51C57415}"/>
                </a:ext>
              </a:extLst>
            </p:cNvPr>
            <p:cNvCxnSpPr/>
            <p:nvPr/>
          </p:nvCxnSpPr>
          <p:spPr>
            <a:xfrm>
              <a:off x="7616120" y="3540100"/>
              <a:ext cx="33861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D4587FCB-F2F0-5FE0-F1C7-1040BF2A9D86}"/>
                </a:ext>
              </a:extLst>
            </p:cNvPr>
            <p:cNvCxnSpPr>
              <a:cxnSpLocks/>
            </p:cNvCxnSpPr>
            <p:nvPr/>
          </p:nvCxnSpPr>
          <p:spPr>
            <a:xfrm flipV="1">
              <a:off x="7601372" y="1041103"/>
              <a:ext cx="0" cy="250593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 name="Freeform 6">
              <a:extLst>
                <a:ext uri="{FF2B5EF4-FFF2-40B4-BE49-F238E27FC236}">
                  <a16:creationId xmlns:a16="http://schemas.microsoft.com/office/drawing/2014/main" id="{DE700075-36BC-FB0D-5803-4093532D131E}"/>
                </a:ext>
              </a:extLst>
            </p:cNvPr>
            <p:cNvSpPr/>
            <p:nvPr/>
          </p:nvSpPr>
          <p:spPr>
            <a:xfrm>
              <a:off x="7616120" y="708301"/>
              <a:ext cx="2743200" cy="2816942"/>
            </a:xfrm>
            <a:custGeom>
              <a:avLst/>
              <a:gdLst>
                <a:gd name="connsiteX0" fmla="*/ 0 w 2743200"/>
                <a:gd name="connsiteY0" fmla="*/ 2816942 h 2824866"/>
                <a:gd name="connsiteX1" fmla="*/ 663677 w 2743200"/>
                <a:gd name="connsiteY1" fmla="*/ 2802193 h 2824866"/>
                <a:gd name="connsiteX2" fmla="*/ 1976284 w 2743200"/>
                <a:gd name="connsiteY2" fmla="*/ 2625212 h 2824866"/>
                <a:gd name="connsiteX3" fmla="*/ 2551471 w 2743200"/>
                <a:gd name="connsiteY3" fmla="*/ 1946787 h 2824866"/>
                <a:gd name="connsiteX4" fmla="*/ 2743200 w 2743200"/>
                <a:gd name="connsiteY4" fmla="*/ 0 h 2824866"/>
                <a:gd name="connsiteX0" fmla="*/ 0 w 2743200"/>
                <a:gd name="connsiteY0" fmla="*/ 2816942 h 2821238"/>
                <a:gd name="connsiteX1" fmla="*/ 663677 w 2743200"/>
                <a:gd name="connsiteY1" fmla="*/ 2802193 h 2821238"/>
                <a:gd name="connsiteX2" fmla="*/ 1976284 w 2743200"/>
                <a:gd name="connsiteY2" fmla="*/ 2625212 h 2821238"/>
                <a:gd name="connsiteX3" fmla="*/ 2551471 w 2743200"/>
                <a:gd name="connsiteY3" fmla="*/ 1946787 h 2821238"/>
                <a:gd name="connsiteX4" fmla="*/ 2743200 w 2743200"/>
                <a:gd name="connsiteY4" fmla="*/ 0 h 2821238"/>
                <a:gd name="connsiteX0" fmla="*/ 0 w 2743200"/>
                <a:gd name="connsiteY0" fmla="*/ 2816942 h 2816942"/>
                <a:gd name="connsiteX1" fmla="*/ 663677 w 2743200"/>
                <a:gd name="connsiteY1" fmla="*/ 2802193 h 2816942"/>
                <a:gd name="connsiteX2" fmla="*/ 1976284 w 2743200"/>
                <a:gd name="connsiteY2" fmla="*/ 2625212 h 2816942"/>
                <a:gd name="connsiteX3" fmla="*/ 2551471 w 2743200"/>
                <a:gd name="connsiteY3" fmla="*/ 1946787 h 2816942"/>
                <a:gd name="connsiteX4" fmla="*/ 2743200 w 2743200"/>
                <a:gd name="connsiteY4" fmla="*/ 0 h 281694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743200" h="2816942">
                  <a:moveTo>
                    <a:pt x="0" y="2816942"/>
                  </a:moveTo>
                  <a:cubicBezTo>
                    <a:pt x="363998" y="2816020"/>
                    <a:pt x="477171" y="2811923"/>
                    <a:pt x="663677" y="2802193"/>
                  </a:cubicBezTo>
                  <a:cubicBezTo>
                    <a:pt x="850183" y="2792463"/>
                    <a:pt x="1661652" y="2767780"/>
                    <a:pt x="1976284" y="2625212"/>
                  </a:cubicBezTo>
                  <a:cubicBezTo>
                    <a:pt x="2290916" y="2482644"/>
                    <a:pt x="2423652" y="2384322"/>
                    <a:pt x="2551471" y="1946787"/>
                  </a:cubicBezTo>
                  <a:cubicBezTo>
                    <a:pt x="2679290" y="1509252"/>
                    <a:pt x="2711245" y="754626"/>
                    <a:pt x="2743200" y="0"/>
                  </a:cubicBezTo>
                </a:path>
              </a:pathLst>
            </a:custGeom>
            <a:noFill/>
            <a:ln w="254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32336283-C0C8-5087-3355-26DA7997B2EB}"/>
                </a:ext>
              </a:extLst>
            </p:cNvPr>
            <p:cNvCxnSpPr>
              <a:cxnSpLocks/>
            </p:cNvCxnSpPr>
            <p:nvPr/>
          </p:nvCxnSpPr>
          <p:spPr>
            <a:xfrm flipV="1">
              <a:off x="10442559" y="1034169"/>
              <a:ext cx="0" cy="2505931"/>
            </a:xfrm>
            <a:prstGeom prst="line">
              <a:avLst/>
            </a:prstGeom>
            <a:ln>
              <a:solidFill>
                <a:schemeClr val="tx1"/>
              </a:solidFill>
              <a:prstDash val="dash"/>
            </a:ln>
          </p:spPr>
          <p:style>
            <a:lnRef idx="1">
              <a:schemeClr val="accent1"/>
            </a:lnRef>
            <a:fillRef idx="0">
              <a:schemeClr val="accent1"/>
            </a:fillRef>
            <a:effectRef idx="0">
              <a:schemeClr val="accent1"/>
            </a:effectRef>
            <a:fontRef idx="minor">
              <a:schemeClr val="tx1"/>
            </a:fontRef>
          </p:style>
        </p:cxnSp>
        <p:sp>
          <p:nvSpPr>
            <p:cNvPr id="11" name="Rectangle 61">
              <a:extLst>
                <a:ext uri="{FF2B5EF4-FFF2-40B4-BE49-F238E27FC236}">
                  <a16:creationId xmlns:a16="http://schemas.microsoft.com/office/drawing/2014/main" id="{949782B9-0E44-69BE-E82B-5C767070A184}"/>
                </a:ext>
              </a:extLst>
            </p:cNvPr>
            <p:cNvSpPr>
              <a:spLocks noChangeArrowheads="1"/>
            </p:cNvSpPr>
            <p:nvPr/>
          </p:nvSpPr>
          <p:spPr bwMode="auto">
            <a:xfrm>
              <a:off x="10214306" y="3605644"/>
              <a:ext cx="509587"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342900" marR="0" lvl="0" indent="-342900" algn="ctr" defTabSz="914400" rtl="0" eaLnBrk="1" fontAlgn="auto" latinLnBrk="0" hangingPunct="1">
                <a:lnSpc>
                  <a:spcPct val="85000"/>
                </a:lnSpc>
                <a:spcBef>
                  <a:spcPts val="0"/>
                </a:spcBef>
                <a:spcAft>
                  <a:spcPts val="0"/>
                </a:spcAft>
                <a:buClr>
                  <a:srgbClr val="ED7D31"/>
                </a:buClr>
                <a:buSzPct val="85000"/>
                <a:buFont typeface="Wingdings" pitchFamily="2" charset="2"/>
                <a:buNone/>
                <a:tabLst/>
                <a:defRPr/>
              </a:pPr>
              <a:r>
                <a:rPr kumimoji="0" lang="en-US" altLang="en-US" sz="1600" b="0" i="0"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rPr>
                <a:t>1</a:t>
              </a:r>
              <a:endParaRPr kumimoji="0" lang="en-US" altLang="en-US" sz="1600" b="0" i="1" u="none" strike="noStrike" kern="1200" cap="none" spc="0" normalizeH="0" baseline="0" noProof="0" dirty="0">
                <a:ln>
                  <a:noFill/>
                </a:ln>
                <a:solidFill>
                  <a:prstClr val="black"/>
                </a:solidFill>
                <a:effectLst/>
                <a:uLnTx/>
                <a:uFillTx/>
                <a:latin typeface="Calibri" panose="020F0502020204030204"/>
                <a:ea typeface="ＭＳ Ｐゴシック" panose="020B0600070205080204" pitchFamily="34" charset="-128"/>
                <a:cs typeface="+mn-cs"/>
              </a:endParaRPr>
            </a:p>
          </p:txBody>
        </p:sp>
      </p:grpSp>
      <p:sp>
        <p:nvSpPr>
          <p:cNvPr id="12" name="TextBox 11">
            <a:extLst>
              <a:ext uri="{FF2B5EF4-FFF2-40B4-BE49-F238E27FC236}">
                <a16:creationId xmlns:a16="http://schemas.microsoft.com/office/drawing/2014/main" id="{AD43A302-BCDA-8C2B-CBC8-CA953A5D4DFE}"/>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48932378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E2C516-E56D-75A2-4ED9-9117FECFD9EA}"/>
              </a:ext>
            </a:extLst>
          </p:cNvPr>
          <p:cNvSpPr>
            <a:spLocks noGrp="1"/>
          </p:cNvSpPr>
          <p:nvPr>
            <p:ph type="title"/>
          </p:nvPr>
        </p:nvSpPr>
        <p:spPr/>
        <p:txBody>
          <a:bodyPr/>
          <a:lstStyle/>
          <a:p>
            <a:r>
              <a:rPr lang="en-IN" dirty="0"/>
              <a:t>End-to-End delay (no queuing)</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386173D-EAAE-CE60-F068-08C522C922A4}"/>
                  </a:ext>
                </a:extLst>
              </p:cNvPr>
              <p:cNvSpPr>
                <a:spLocks noGrp="1"/>
              </p:cNvSpPr>
              <p:nvPr>
                <p:ph idx="1"/>
              </p:nvPr>
            </p:nvSpPr>
            <p:spPr/>
            <p:txBody>
              <a:bodyPr/>
              <a:lstStyle/>
              <a:p>
                <a:r>
                  <a:rPr lang="en-US" dirty="0"/>
                  <a:t>There are N-1 gateways between two communicating hosts</a:t>
                </a:r>
              </a:p>
              <a:p>
                <a:r>
                  <a:rPr lang="en-US" dirty="0"/>
                  <a:t>Processing time is the same at each node</a:t>
                </a:r>
              </a:p>
              <a:p>
                <a:r>
                  <a:rPr lang="en-US" dirty="0"/>
                  <a:t>Distances between consecutive nodes are roughly equal</a:t>
                </a:r>
              </a:p>
              <a:p>
                <a:r>
                  <a:rPr lang="en-US" dirty="0"/>
                  <a:t>All links have the same transmission speed</a:t>
                </a:r>
              </a:p>
              <a:p>
                <a:r>
                  <a:rPr lang="en-US" dirty="0"/>
                  <a:t>Queuing delay = 0</a:t>
                </a:r>
              </a:p>
              <a:p>
                <a:pPr marL="0" indent="0">
                  <a:buNone/>
                </a:pPr>
                <a:endParaRPr lang="en-US" dirty="0"/>
              </a:p>
              <a:p>
                <a:pPr marL="0" indent="0">
                  <a:buNone/>
                </a:pPr>
                <a:r>
                  <a:rPr lang="en-US"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𝑒𝑛𝑑</m:t>
                        </m:r>
                        <m:r>
                          <a:rPr lang="en-IN" b="0" i="1" smtClean="0">
                            <a:latin typeface="Cambria Math" panose="02040503050406030204" pitchFamily="18" charset="0"/>
                          </a:rPr>
                          <m:t>_</m:t>
                        </m:r>
                        <m:r>
                          <a:rPr lang="en-IN" b="0" i="1" smtClean="0">
                            <a:latin typeface="Cambria Math" panose="02040503050406030204" pitchFamily="18" charset="0"/>
                          </a:rPr>
                          <m:t>𝑡𝑜</m:t>
                        </m:r>
                        <m:r>
                          <a:rPr lang="en-IN" b="0" i="1" smtClean="0">
                            <a:latin typeface="Cambria Math" panose="02040503050406030204" pitchFamily="18" charset="0"/>
                          </a:rPr>
                          <m:t>_</m:t>
                        </m:r>
                        <m:r>
                          <a:rPr lang="en-IN" b="0" i="1" smtClean="0">
                            <a:latin typeface="Cambria Math" panose="02040503050406030204" pitchFamily="18" charset="0"/>
                          </a:rPr>
                          <m:t>𝑒𝑛𝑑</m:t>
                        </m:r>
                      </m:sub>
                    </m:sSub>
                    <m:r>
                      <a:rPr lang="en-IN" b="0" i="1" smtClean="0">
                        <a:latin typeface="Cambria Math" panose="02040503050406030204" pitchFamily="18" charset="0"/>
                      </a:rPr>
                      <m:t>=</m:t>
                    </m:r>
                    <m:r>
                      <a:rPr lang="en-IN" b="0" i="1" smtClean="0">
                        <a:latin typeface="Cambria Math" panose="02040503050406030204" pitchFamily="18" charset="0"/>
                      </a:rPr>
                      <m:t>𝑁</m:t>
                    </m:r>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𝑝𝑟𝑜𝑐</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𝑡𝑟𝑎𝑛𝑠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𝑑</m:t>
                        </m:r>
                      </m:e>
                      <m:sub>
                        <m:r>
                          <a:rPr lang="en-IN" b="0" i="1" smtClean="0">
                            <a:latin typeface="Cambria Math" panose="02040503050406030204" pitchFamily="18" charset="0"/>
                          </a:rPr>
                          <m:t>𝑝𝑟𝑜𝑝</m:t>
                        </m:r>
                      </m:sub>
                    </m:sSub>
                    <m:r>
                      <a:rPr lang="en-IN" b="0" i="1" smtClean="0">
                        <a:latin typeface="Cambria Math" panose="02040503050406030204" pitchFamily="18" charset="0"/>
                      </a:rPr>
                      <m:t>)</m:t>
                    </m:r>
                  </m:oMath>
                </a14:m>
                <a:br>
                  <a:rPr lang="en-US" dirty="0"/>
                </a:br>
                <a:endParaRPr lang="en-IN" dirty="0"/>
              </a:p>
            </p:txBody>
          </p:sp>
        </mc:Choice>
        <mc:Fallback xmlns="">
          <p:sp>
            <p:nvSpPr>
              <p:cNvPr id="3" name="Content Placeholder 2">
                <a:extLst>
                  <a:ext uri="{FF2B5EF4-FFF2-40B4-BE49-F238E27FC236}">
                    <a16:creationId xmlns:a16="http://schemas.microsoft.com/office/drawing/2014/main" id="{6386173D-EAAE-CE60-F068-08C522C922A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19423412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66D902-10DC-9B4D-F9F5-742892ABBA1E}"/>
              </a:ext>
            </a:extLst>
          </p:cNvPr>
          <p:cNvSpPr>
            <a:spLocks noGrp="1"/>
          </p:cNvSpPr>
          <p:nvPr>
            <p:ph type="title"/>
          </p:nvPr>
        </p:nvSpPr>
        <p:spPr/>
        <p:txBody>
          <a:bodyPr/>
          <a:lstStyle/>
          <a:p>
            <a:r>
              <a:rPr lang="en-IN" dirty="0"/>
              <a:t>Traceroute</a:t>
            </a:r>
          </a:p>
        </p:txBody>
      </p:sp>
      <p:sp>
        <p:nvSpPr>
          <p:cNvPr id="3" name="Content Placeholder 2">
            <a:extLst>
              <a:ext uri="{FF2B5EF4-FFF2-40B4-BE49-F238E27FC236}">
                <a16:creationId xmlns:a16="http://schemas.microsoft.com/office/drawing/2014/main" id="{79C4A228-DA86-2749-9EC8-FD6D84150290}"/>
              </a:ext>
            </a:extLst>
          </p:cNvPr>
          <p:cNvSpPr>
            <a:spLocks noGrp="1"/>
          </p:cNvSpPr>
          <p:nvPr>
            <p:ph idx="1"/>
          </p:nvPr>
        </p:nvSpPr>
        <p:spPr/>
        <p:txBody>
          <a:bodyPr>
            <a:normAutofit/>
          </a:bodyPr>
          <a:lstStyle/>
          <a:p>
            <a:r>
              <a:rPr lang="en-US" dirty="0"/>
              <a:t>Identifies the gateways between two communicating hosts.</a:t>
            </a:r>
          </a:p>
          <a:p>
            <a:pPr lvl="1"/>
            <a:r>
              <a:rPr lang="en-US" dirty="0"/>
              <a:t>Takes the destination host as input.</a:t>
            </a:r>
          </a:p>
          <a:p>
            <a:pPr lvl="1"/>
            <a:r>
              <a:rPr lang="en-US" dirty="0"/>
              <a:t>Sends special packets with time-to-live (TTL) values = 1, 2, …, N.</a:t>
            </a:r>
          </a:p>
          <a:p>
            <a:pPr lvl="1"/>
            <a:r>
              <a:rPr lang="en-US" dirty="0"/>
              <a:t>When a gateway receives a packet whose TTL expires:</a:t>
            </a:r>
          </a:p>
          <a:p>
            <a:pPr lvl="2"/>
            <a:r>
              <a:rPr lang="en-US" dirty="0"/>
              <a:t>It stops forwarding and replies with its identity to the source.</a:t>
            </a:r>
          </a:p>
          <a:p>
            <a:pPr lvl="1"/>
            <a:r>
              <a:rPr lang="en-US" dirty="0"/>
              <a:t>Destination also replies when it receives its packet.</a:t>
            </a:r>
          </a:p>
          <a:p>
            <a:r>
              <a:rPr lang="en-US" dirty="0"/>
              <a:t>Output:</a:t>
            </a:r>
          </a:p>
          <a:p>
            <a:pPr lvl="1"/>
            <a:r>
              <a:rPr lang="en-US" dirty="0"/>
              <a:t>The identity of each intermediate gateway</a:t>
            </a:r>
          </a:p>
          <a:p>
            <a:pPr lvl="1"/>
            <a:r>
              <a:rPr lang="en-US" dirty="0"/>
              <a:t>Round-trip time (RTT) to each gateway</a:t>
            </a:r>
          </a:p>
          <a:p>
            <a:r>
              <a:rPr lang="en-US" dirty="0"/>
              <a:t>Traceroute repeats this process 3 times for each hop.</a:t>
            </a:r>
          </a:p>
          <a:p>
            <a:endParaRPr lang="en-IN" dirty="0"/>
          </a:p>
        </p:txBody>
      </p:sp>
    </p:spTree>
    <p:extLst>
      <p:ext uri="{BB962C8B-B14F-4D97-AF65-F5344CB8AC3E}">
        <p14:creationId xmlns:p14="http://schemas.microsoft.com/office/powerpoint/2010/main" val="420170853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822A20-10CA-CAFB-1E9F-E6AB0968AB4A}"/>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80E972AF-2F01-5C4D-D819-118AB5E11592}"/>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does the round trip time to each hop vary among different probes?</a:t>
            </a:r>
          </a:p>
          <a:p>
            <a:endParaRPr lang="en-IN" dirty="0"/>
          </a:p>
        </p:txBody>
      </p:sp>
    </p:spTree>
    <p:extLst>
      <p:ext uri="{BB962C8B-B14F-4D97-AF65-F5344CB8AC3E}">
        <p14:creationId xmlns:p14="http://schemas.microsoft.com/office/powerpoint/2010/main" val="32929859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5CA604-3A4C-C6B7-19FB-6E1F7B3186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06DD95-5A47-A353-C083-6D05D68FD21B}"/>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8294A3B8-AEA6-2514-4C45-54BBD8294885}"/>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does the round trip time to each hop vary among different probes?</a:t>
            </a:r>
          </a:p>
          <a:p>
            <a:r>
              <a:rPr lang="en-IN" dirty="0"/>
              <a:t>Packets may receive different queuing or processing delays.</a:t>
            </a:r>
          </a:p>
        </p:txBody>
      </p:sp>
    </p:spTree>
    <p:extLst>
      <p:ext uri="{BB962C8B-B14F-4D97-AF65-F5344CB8AC3E}">
        <p14:creationId xmlns:p14="http://schemas.microsoft.com/office/powerpoint/2010/main" val="32044126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A6C03D-3D81-AAE6-C0EE-994767E372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8B55D4-6A45-47DD-6A0A-B9B2BC8326C9}"/>
              </a:ext>
            </a:extLst>
          </p:cNvPr>
          <p:cNvSpPr>
            <a:spLocks noGrp="1"/>
          </p:cNvSpPr>
          <p:nvPr>
            <p:ph type="title"/>
          </p:nvPr>
        </p:nvSpPr>
        <p:spPr/>
        <p:txBody>
          <a:bodyPr/>
          <a:lstStyle/>
          <a:p>
            <a:r>
              <a:rPr lang="en-IN" dirty="0"/>
              <a:t>Traceroute</a:t>
            </a:r>
          </a:p>
        </p:txBody>
      </p:sp>
      <p:sp>
        <p:nvSpPr>
          <p:cNvPr id="4" name="TextBox 3">
            <a:extLst>
              <a:ext uri="{FF2B5EF4-FFF2-40B4-BE49-F238E27FC236}">
                <a16:creationId xmlns:a16="http://schemas.microsoft.com/office/drawing/2014/main" id="{CC27AD3A-2002-4275-D946-0E5AABA3816D}"/>
              </a:ext>
            </a:extLst>
          </p:cNvPr>
          <p:cNvSpPr txBox="1"/>
          <p:nvPr/>
        </p:nvSpPr>
        <p:spPr>
          <a:xfrm>
            <a:off x="968829" y="1690688"/>
            <a:ext cx="10613571" cy="4893647"/>
          </a:xfrm>
          <a:prstGeom prst="rect">
            <a:avLst/>
          </a:prstGeom>
          <a:noFill/>
        </p:spPr>
        <p:txBody>
          <a:bodyPr wrap="square" rtlCol="0">
            <a:spAutoFit/>
          </a:bodyPr>
          <a:lstStyle/>
          <a:p>
            <a:r>
              <a:rPr lang="en-IN" dirty="0"/>
              <a:t>traceroute www.chatgpt.com</a:t>
            </a:r>
          </a:p>
          <a:p>
            <a:r>
              <a:rPr lang="en-IN" dirty="0"/>
              <a:t>traceroute to www.chatgpt.com (104.18.32.47), 30 hops max, 60 byte packets</a:t>
            </a:r>
          </a:p>
          <a:p>
            <a:r>
              <a:rPr lang="en-IN" dirty="0"/>
              <a:t> 1  DESKTOP-OHR9MU3.mshome.net (172.20.240.1)  5.552 </a:t>
            </a:r>
            <a:r>
              <a:rPr lang="en-IN" dirty="0" err="1"/>
              <a:t>ms</a:t>
            </a:r>
            <a:r>
              <a:rPr lang="en-IN" dirty="0"/>
              <a:t>  5.378 </a:t>
            </a:r>
            <a:r>
              <a:rPr lang="en-IN" dirty="0" err="1"/>
              <a:t>ms</a:t>
            </a:r>
            <a:r>
              <a:rPr lang="en-IN" dirty="0"/>
              <a:t>  5.168 </a:t>
            </a:r>
            <a:r>
              <a:rPr lang="en-IN" dirty="0" err="1"/>
              <a:t>ms</a:t>
            </a:r>
            <a:endParaRPr lang="en-IN" dirty="0"/>
          </a:p>
          <a:p>
            <a:r>
              <a:rPr lang="en-IN" dirty="0"/>
              <a:t> 2  ralink.dlink.com (192.168.0.1)  7.411 </a:t>
            </a:r>
            <a:r>
              <a:rPr lang="en-IN" dirty="0" err="1"/>
              <a:t>ms</a:t>
            </a:r>
            <a:r>
              <a:rPr lang="en-IN" dirty="0"/>
              <a:t>  6.369 </a:t>
            </a:r>
            <a:r>
              <a:rPr lang="en-IN" dirty="0" err="1"/>
              <a:t>ms</a:t>
            </a:r>
            <a:r>
              <a:rPr lang="en-IN" dirty="0"/>
              <a:t>  7.077 </a:t>
            </a:r>
            <a:r>
              <a:rPr lang="en-IN" dirty="0" err="1"/>
              <a:t>ms</a:t>
            </a:r>
            <a:endParaRPr lang="en-IN" dirty="0"/>
          </a:p>
          <a:p>
            <a:r>
              <a:rPr lang="en-IN" dirty="0"/>
              <a:t> 3  192.168.1.2 (192.168.1.2)  7.424 </a:t>
            </a:r>
            <a:r>
              <a:rPr lang="en-IN" dirty="0" err="1"/>
              <a:t>ms</a:t>
            </a:r>
            <a:r>
              <a:rPr lang="en-IN" dirty="0"/>
              <a:t>  7.353 </a:t>
            </a:r>
            <a:r>
              <a:rPr lang="en-IN" dirty="0" err="1"/>
              <a:t>ms</a:t>
            </a:r>
            <a:r>
              <a:rPr lang="en-IN" dirty="0"/>
              <a:t>  4.443 </a:t>
            </a:r>
            <a:r>
              <a:rPr lang="en-IN" dirty="0" err="1"/>
              <a:t>ms</a:t>
            </a:r>
            <a:endParaRPr lang="en-IN" dirty="0"/>
          </a:p>
          <a:p>
            <a:r>
              <a:rPr lang="en-IN" dirty="0"/>
              <a:t> 4  vpn.iiitd.edu.in (192.168.1.3)  4.086 </a:t>
            </a:r>
            <a:r>
              <a:rPr lang="en-IN" dirty="0" err="1"/>
              <a:t>ms</a:t>
            </a:r>
            <a:r>
              <a:rPr lang="en-IN" dirty="0"/>
              <a:t>  4.400 </a:t>
            </a:r>
            <a:r>
              <a:rPr lang="en-IN" dirty="0" err="1"/>
              <a:t>ms</a:t>
            </a:r>
            <a:r>
              <a:rPr lang="en-IN" dirty="0"/>
              <a:t>  4.343 </a:t>
            </a:r>
            <a:r>
              <a:rPr lang="en-IN" dirty="0" err="1"/>
              <a:t>ms</a:t>
            </a:r>
            <a:endParaRPr lang="en-IN" dirty="0"/>
          </a:p>
          <a:p>
            <a:r>
              <a:rPr lang="en-IN" dirty="0"/>
              <a:t> 5  103.25.231.1 (103.25.231.1)  4.409 </a:t>
            </a:r>
            <a:r>
              <a:rPr lang="en-IN" dirty="0" err="1"/>
              <a:t>ms</a:t>
            </a:r>
            <a:r>
              <a:rPr lang="en-IN" dirty="0"/>
              <a:t>  4.631 </a:t>
            </a:r>
            <a:r>
              <a:rPr lang="en-IN" dirty="0" err="1"/>
              <a:t>ms</a:t>
            </a:r>
            <a:r>
              <a:rPr lang="en-IN" dirty="0"/>
              <a:t>  4.651 </a:t>
            </a:r>
            <a:r>
              <a:rPr lang="en-IN" dirty="0" err="1"/>
              <a:t>ms</a:t>
            </a:r>
            <a:endParaRPr lang="en-IN" dirty="0"/>
          </a:p>
          <a:p>
            <a:r>
              <a:rPr lang="en-IN" dirty="0"/>
              <a:t> 6  * * *</a:t>
            </a:r>
          </a:p>
          <a:p>
            <a:r>
              <a:rPr lang="en-IN" dirty="0"/>
              <a:t> 7  10.119.234.162 (10.119.234.162)  4.056 </a:t>
            </a:r>
            <a:r>
              <a:rPr lang="en-IN" dirty="0" err="1"/>
              <a:t>ms</a:t>
            </a:r>
            <a:r>
              <a:rPr lang="en-IN" dirty="0"/>
              <a:t>  29.300 </a:t>
            </a:r>
            <a:r>
              <a:rPr lang="en-IN" dirty="0" err="1"/>
              <a:t>ms</a:t>
            </a:r>
            <a:r>
              <a:rPr lang="en-IN" dirty="0"/>
              <a:t>  29.254 </a:t>
            </a:r>
            <a:r>
              <a:rPr lang="en-IN" dirty="0" err="1"/>
              <a:t>ms</a:t>
            </a:r>
            <a:endParaRPr lang="en-IN" dirty="0"/>
          </a:p>
          <a:p>
            <a:r>
              <a:rPr lang="en-IN" dirty="0"/>
              <a:t> 8  103.218.244.94 (103.218.244.94)  57.768 </a:t>
            </a:r>
            <a:r>
              <a:rPr lang="en-IN" dirty="0" err="1"/>
              <a:t>ms</a:t>
            </a:r>
            <a:r>
              <a:rPr lang="en-IN" dirty="0"/>
              <a:t>  57.747 </a:t>
            </a:r>
            <a:r>
              <a:rPr lang="en-IN" dirty="0" err="1"/>
              <a:t>ms</a:t>
            </a:r>
            <a:r>
              <a:rPr lang="en-IN" dirty="0"/>
              <a:t>  57.713 </a:t>
            </a:r>
            <a:r>
              <a:rPr lang="en-IN" dirty="0" err="1"/>
              <a:t>ms</a:t>
            </a:r>
            <a:endParaRPr lang="en-IN" dirty="0"/>
          </a:p>
          <a:p>
            <a:r>
              <a:rPr lang="en-IN" dirty="0"/>
              <a:t> 9  104.23.231.7 (104.23.231.7)  79.175 </a:t>
            </a:r>
            <a:r>
              <a:rPr lang="en-IN" dirty="0" err="1"/>
              <a:t>ms</a:t>
            </a:r>
            <a:r>
              <a:rPr lang="en-IN" dirty="0"/>
              <a:t> 104.23.231.5 (104.23.231.5)  61.477 </a:t>
            </a:r>
            <a:r>
              <a:rPr lang="en-IN" dirty="0" err="1"/>
              <a:t>ms</a:t>
            </a:r>
            <a:r>
              <a:rPr lang="en-IN" dirty="0"/>
              <a:t> 104.23.231.7 (104.23.231.7)  79.083 </a:t>
            </a:r>
            <a:r>
              <a:rPr lang="en-IN" dirty="0" err="1"/>
              <a:t>ms</a:t>
            </a:r>
            <a:endParaRPr lang="en-IN" dirty="0"/>
          </a:p>
          <a:p>
            <a:pPr marL="342900" indent="-342900">
              <a:buAutoNum type="arabicPlain" startAt="10"/>
            </a:pPr>
            <a:r>
              <a:rPr lang="en-IN" dirty="0"/>
              <a:t>104.18.32.47 (104.18.32.47)  55.607 </a:t>
            </a:r>
            <a:r>
              <a:rPr lang="en-IN" dirty="0" err="1"/>
              <a:t>ms</a:t>
            </a:r>
            <a:r>
              <a:rPr lang="en-IN" dirty="0"/>
              <a:t>  55.586 </a:t>
            </a:r>
            <a:r>
              <a:rPr lang="en-IN" dirty="0" err="1"/>
              <a:t>ms</a:t>
            </a:r>
            <a:r>
              <a:rPr lang="en-IN" dirty="0"/>
              <a:t>  55.558 </a:t>
            </a:r>
            <a:r>
              <a:rPr lang="en-IN" dirty="0" err="1"/>
              <a:t>ms</a:t>
            </a:r>
            <a:endParaRPr lang="en-IN" dirty="0"/>
          </a:p>
          <a:p>
            <a:pPr marL="342900" indent="-342900">
              <a:buAutoNum type="arabicPlain" startAt="10"/>
            </a:pPr>
            <a:endParaRPr lang="en-IN" dirty="0"/>
          </a:p>
          <a:p>
            <a:endParaRPr lang="en-IN" dirty="0"/>
          </a:p>
          <a:p>
            <a:r>
              <a:rPr lang="en-IN" sz="2400" dirty="0"/>
              <a:t>Why did we get replies from three different gateways at the ninth hop?</a:t>
            </a:r>
          </a:p>
          <a:p>
            <a:r>
              <a:rPr lang="en-IN" dirty="0"/>
              <a:t>Packets may reach the destination through different routes depending on the load.</a:t>
            </a:r>
          </a:p>
        </p:txBody>
      </p:sp>
    </p:spTree>
    <p:extLst>
      <p:ext uri="{BB962C8B-B14F-4D97-AF65-F5344CB8AC3E}">
        <p14:creationId xmlns:p14="http://schemas.microsoft.com/office/powerpoint/2010/main" val="208901615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B9F56-510E-E7BC-8006-DACC6574ED9B}"/>
              </a:ext>
            </a:extLst>
          </p:cNvPr>
          <p:cNvSpPr>
            <a:spLocks noGrp="1"/>
          </p:cNvSpPr>
          <p:nvPr>
            <p:ph type="title"/>
          </p:nvPr>
        </p:nvSpPr>
        <p:spPr/>
        <p:txBody>
          <a:bodyPr/>
          <a:lstStyle/>
          <a:p>
            <a:r>
              <a:rPr lang="en-IN" dirty="0" err="1"/>
              <a:t>whois</a:t>
            </a:r>
            <a:endParaRPr lang="en-IN" dirty="0"/>
          </a:p>
        </p:txBody>
      </p:sp>
      <p:sp>
        <p:nvSpPr>
          <p:cNvPr id="3" name="Content Placeholder 2">
            <a:extLst>
              <a:ext uri="{FF2B5EF4-FFF2-40B4-BE49-F238E27FC236}">
                <a16:creationId xmlns:a16="http://schemas.microsoft.com/office/drawing/2014/main" id="{936929A9-886A-C7CB-59D0-D7BFD1EFFA95}"/>
              </a:ext>
            </a:extLst>
          </p:cNvPr>
          <p:cNvSpPr>
            <a:spLocks noGrp="1"/>
          </p:cNvSpPr>
          <p:nvPr>
            <p:ph idx="1"/>
          </p:nvPr>
        </p:nvSpPr>
        <p:spPr/>
        <p:txBody>
          <a:bodyPr/>
          <a:lstStyle/>
          <a:p>
            <a:r>
              <a:rPr lang="en-IN" dirty="0" err="1"/>
              <a:t>whois</a:t>
            </a:r>
            <a:r>
              <a:rPr lang="en-IN" dirty="0"/>
              <a:t> 103.218.244.94</a:t>
            </a:r>
          </a:p>
          <a:p>
            <a:r>
              <a:rPr lang="en-US" dirty="0" err="1"/>
              <a:t>whois</a:t>
            </a:r>
            <a:r>
              <a:rPr lang="en-US" dirty="0"/>
              <a:t> retrieves the public registry record for an IP address</a:t>
            </a:r>
          </a:p>
          <a:p>
            <a:pPr lvl="1"/>
            <a:r>
              <a:rPr lang="en-US" dirty="0"/>
              <a:t>Organization name</a:t>
            </a:r>
          </a:p>
          <a:p>
            <a:pPr lvl="1"/>
            <a:r>
              <a:rPr lang="en-US" dirty="0"/>
              <a:t>Country/region</a:t>
            </a:r>
          </a:p>
          <a:p>
            <a:pPr lvl="1"/>
            <a:r>
              <a:rPr lang="en-US" dirty="0"/>
              <a:t>Contact info </a:t>
            </a:r>
          </a:p>
          <a:p>
            <a:pPr lvl="1"/>
            <a:r>
              <a:rPr lang="en-US" dirty="0"/>
              <a:t>Network allocation details</a:t>
            </a:r>
          </a:p>
          <a:p>
            <a:pPr lvl="1"/>
            <a:endParaRPr lang="en-IN" dirty="0"/>
          </a:p>
        </p:txBody>
      </p:sp>
    </p:spTree>
    <p:extLst>
      <p:ext uri="{BB962C8B-B14F-4D97-AF65-F5344CB8AC3E}">
        <p14:creationId xmlns:p14="http://schemas.microsoft.com/office/powerpoint/2010/main" val="68823486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B71A2-F459-7B51-1C86-20E2F68E6A05}"/>
              </a:ext>
            </a:extLst>
          </p:cNvPr>
          <p:cNvSpPr>
            <a:spLocks noGrp="1"/>
          </p:cNvSpPr>
          <p:nvPr>
            <p:ph type="title"/>
          </p:nvPr>
        </p:nvSpPr>
        <p:spPr/>
        <p:txBody>
          <a:bodyPr/>
          <a:lstStyle/>
          <a:p>
            <a:r>
              <a:rPr lang="en-IN" dirty="0"/>
              <a:t>Throughput</a:t>
            </a:r>
          </a:p>
        </p:txBody>
      </p:sp>
      <p:sp>
        <p:nvSpPr>
          <p:cNvPr id="3" name="Content Placeholder 2">
            <a:extLst>
              <a:ext uri="{FF2B5EF4-FFF2-40B4-BE49-F238E27FC236}">
                <a16:creationId xmlns:a16="http://schemas.microsoft.com/office/drawing/2014/main" id="{177465DB-EDBC-8F82-9CEC-EDDF14CD96A7}"/>
              </a:ext>
            </a:extLst>
          </p:cNvPr>
          <p:cNvSpPr>
            <a:spLocks noGrp="1"/>
          </p:cNvSpPr>
          <p:nvPr>
            <p:ph idx="1"/>
          </p:nvPr>
        </p:nvSpPr>
        <p:spPr/>
        <p:txBody>
          <a:bodyPr>
            <a:normAutofit/>
          </a:bodyPr>
          <a:lstStyle/>
          <a:p>
            <a:r>
              <a:rPr lang="en-US" dirty="0"/>
              <a:t>Throughput is usually measured for a continuous stream of data, such as file transfer, video streaming, and similar applications.</a:t>
            </a:r>
          </a:p>
          <a:p>
            <a:endParaRPr lang="en-US" dirty="0"/>
          </a:p>
          <a:p>
            <a:r>
              <a:rPr lang="en-US" dirty="0"/>
              <a:t>If A is sending a file to B, the instantaneous throughput at any instant of time is the rate at which B is receiving the file.</a:t>
            </a:r>
          </a:p>
          <a:p>
            <a:endParaRPr lang="en-US" dirty="0"/>
          </a:p>
          <a:p>
            <a:r>
              <a:rPr lang="en-US" dirty="0"/>
              <a:t>If A is sending a file of size F bits and B receives the entire file after T seconds, the average throughput is: </a:t>
            </a:r>
          </a:p>
          <a:p>
            <a:pPr lvl="1"/>
            <a:r>
              <a:rPr lang="en-US" dirty="0"/>
              <a:t>Average throughput = F / T.</a:t>
            </a:r>
          </a:p>
          <a:p>
            <a:pPr marL="0" indent="0">
              <a:buNone/>
            </a:pPr>
            <a:endParaRPr lang="en-IN" dirty="0"/>
          </a:p>
        </p:txBody>
      </p:sp>
    </p:spTree>
    <p:extLst>
      <p:ext uri="{BB962C8B-B14F-4D97-AF65-F5344CB8AC3E}">
        <p14:creationId xmlns:p14="http://schemas.microsoft.com/office/powerpoint/2010/main" val="169125016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6A16B5-85AF-A11A-1DEC-F744ED39C5EA}"/>
              </a:ext>
            </a:extLst>
          </p:cNvPr>
          <p:cNvSpPr>
            <a:spLocks noGrp="1"/>
          </p:cNvSpPr>
          <p:nvPr>
            <p:ph type="title"/>
          </p:nvPr>
        </p:nvSpPr>
        <p:spPr/>
        <p:txBody>
          <a:bodyPr/>
          <a:lstStyle/>
          <a:p>
            <a:r>
              <a:rPr lang="en-IN" dirty="0"/>
              <a:t>Throughput</a:t>
            </a:r>
          </a:p>
        </p:txBody>
      </p:sp>
      <p:sp>
        <p:nvSpPr>
          <p:cNvPr id="3" name="Content Placeholder 2">
            <a:extLst>
              <a:ext uri="{FF2B5EF4-FFF2-40B4-BE49-F238E27FC236}">
                <a16:creationId xmlns:a16="http://schemas.microsoft.com/office/drawing/2014/main" id="{BB43EAF7-3886-2A18-B37C-48D82BB3290C}"/>
              </a:ext>
            </a:extLst>
          </p:cNvPr>
          <p:cNvSpPr>
            <a:spLocks noGrp="1"/>
          </p:cNvSpPr>
          <p:nvPr>
            <p:ph idx="1"/>
          </p:nvPr>
        </p:nvSpPr>
        <p:spPr/>
        <p:txBody>
          <a:bodyPr/>
          <a:lstStyle/>
          <a:p>
            <a:r>
              <a:rPr lang="en-US" dirty="0"/>
              <a:t>For real time applications, it’s desirable to have an instantaneous throughput to stay consistently above a certain threshold. </a:t>
            </a:r>
          </a:p>
          <a:p>
            <a:pPr lvl="1"/>
            <a:r>
              <a:rPr lang="en-US" dirty="0"/>
              <a:t>For example, internet telephony typically requires over 24 Kbps.</a:t>
            </a:r>
          </a:p>
        </p:txBody>
      </p:sp>
    </p:spTree>
    <p:extLst>
      <p:ext uri="{BB962C8B-B14F-4D97-AF65-F5344CB8AC3E}">
        <p14:creationId xmlns:p14="http://schemas.microsoft.com/office/powerpoint/2010/main" val="250118919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784FA-E363-1650-981F-51CCBA2E1E3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E66C32-A429-63AE-59C5-5A38A79DD699}"/>
                  </a:ext>
                </a:extLst>
              </p:cNvPr>
              <p:cNvSpPr>
                <a:spLocks noGrp="1"/>
              </p:cNvSpPr>
              <p:nvPr>
                <p:ph idx="1"/>
              </p:nvPr>
            </p:nvSpPr>
            <p:spPr/>
            <p:txBody>
              <a:bodyPr>
                <a:normAutofit fontScale="92500" lnSpcReduction="10000"/>
              </a:bodyPr>
              <a:lstStyle/>
              <a:p>
                <a:pPr marL="0" indent="0">
                  <a:buNone/>
                </a:pPr>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endParaRPr lang="en-IN" dirty="0"/>
              </a:p>
              <a:p>
                <a:pPr lvl="1"/>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endParaRPr lang="en-IN" dirty="0"/>
              </a:p>
              <a:p>
                <a:endParaRPr lang="en-IN" dirty="0"/>
              </a:p>
              <a:p>
                <a:pPr marL="0" indent="0">
                  <a:buNone/>
                </a:pPr>
                <a:r>
                  <a:rPr lang="en-US" dirty="0"/>
                  <a:t>Assuming no propagation delay, packet drops, store-and-forward delays, retransmissions, etc.</a:t>
                </a:r>
                <a:endParaRPr lang="en-IN" dirty="0"/>
              </a:p>
            </p:txBody>
          </p:sp>
        </mc:Choice>
        <mc:Fallback xmlns="">
          <p:sp>
            <p:nvSpPr>
              <p:cNvPr id="3" name="Content Placeholder 2">
                <a:extLst>
                  <a:ext uri="{FF2B5EF4-FFF2-40B4-BE49-F238E27FC236}">
                    <a16:creationId xmlns:a16="http://schemas.microsoft.com/office/drawing/2014/main" id="{A6E66C32-A429-63AE-59C5-5A38A79DD699}"/>
                  </a:ext>
                </a:extLst>
              </p:cNvPr>
              <p:cNvSpPr>
                <a:spLocks noGrp="1" noRot="1" noChangeAspect="1" noMove="1" noResize="1" noEditPoints="1" noAdjustHandles="1" noChangeArrowheads="1" noChangeShapeType="1" noTextEdit="1"/>
              </p:cNvSpPr>
              <p:nvPr>
                <p:ph idx="1"/>
              </p:nvPr>
            </p:nvSpPr>
            <p:spPr>
              <a:blipFill>
                <a:blip r:embed="rId2"/>
                <a:stretch>
                  <a:fillRect l="-1043"/>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D995F454-FE48-803C-10F9-F444D6E8ACA7}"/>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4AC70C39-F406-E81D-8387-60CDF738561D}"/>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C2696958-4FC3-2E16-95BA-9C2AAD8F037F}"/>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16684810-DC74-2087-B6DA-CE66B999739B}"/>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FAAAA85E-36B5-4E49-3FD4-56DA1FCFAA31}"/>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CF9AD63-A12B-D0A2-EE5C-CDCE7848705E}"/>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8CF9AD63-A12B-D0A2-EE5C-CDCE7848705E}"/>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F4B1EC46-E009-E595-AA53-54FC08466C9A}"/>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F4B1EC46-E009-E595-AA53-54FC08466C9A}"/>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280171046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041008-C61E-A064-FE61-7AC5C75393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FE33C0-9F85-AAAF-C920-1D4575E82500}"/>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FAB380F-2CFC-8D9B-F443-7EE1BE07D2F8}"/>
                  </a:ext>
                </a:extLst>
              </p:cNvPr>
              <p:cNvSpPr>
                <a:spLocks noGrp="1"/>
              </p:cNvSpPr>
              <p:nvPr>
                <p:ph idx="1"/>
              </p:nvPr>
            </p:nvSpPr>
            <p:spPr/>
            <p:txBody>
              <a:bodyPr>
                <a:normAutofit lnSpcReduction="10000"/>
              </a:bodyPr>
              <a:lstStyle/>
              <a:p>
                <a:pPr marL="0" indent="0">
                  <a:buNone/>
                </a:pPr>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endParaRPr lang="en-IN" dirty="0"/>
              </a:p>
              <a:p>
                <a:pPr lvl="1"/>
                <a:r>
                  <a:rPr lang="en-IN" dirty="0"/>
                  <a:t>if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endParaRPr lang="en-IN" dirty="0"/>
              </a:p>
              <a:p>
                <a:r>
                  <a:rPr lang="en-IN" dirty="0"/>
                  <a:t>In which case, the throughput would be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dirty="0"/>
              </a:p>
              <a:p>
                <a:pPr lvl="1"/>
                <a:r>
                  <a:rPr lang="en-IN" dirty="0"/>
                  <a:t>if </a:t>
                </a:r>
                <a14:m>
                  <m:oMath xmlns:m="http://schemas.openxmlformats.org/officeDocument/2006/math">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b="0" i="1" smtClean="0">
                            <a:latin typeface="Cambria Math" panose="02040503050406030204" pitchFamily="18" charset="0"/>
                          </a:rPr>
                          <m:t>𝐶</m:t>
                        </m:r>
                      </m:sub>
                    </m:sSub>
                    <m:r>
                      <a:rPr lang="en-IN" i="1">
                        <a:latin typeface="Cambria Math" panose="02040503050406030204" pitchFamily="18" charset="0"/>
                      </a:rPr>
                      <m:t>≤</m:t>
                    </m:r>
                    <m:sSub>
                      <m:sSubPr>
                        <m:ctrlPr>
                          <a:rPr lang="en-IN" i="1">
                            <a:latin typeface="Cambria Math" panose="02040503050406030204" pitchFamily="18" charset="0"/>
                          </a:rPr>
                        </m:ctrlPr>
                      </m:sSubPr>
                      <m:e>
                        <m:r>
                          <a:rPr lang="en-IN" i="1">
                            <a:latin typeface="Cambria Math" panose="02040503050406030204" pitchFamily="18" charset="0"/>
                          </a:rPr>
                          <m:t>𝑅</m:t>
                        </m:r>
                      </m:e>
                      <m:sub>
                        <m:r>
                          <a:rPr lang="en-IN" b="0" i="1" smtClean="0">
                            <a:latin typeface="Cambria Math" panose="02040503050406030204" pitchFamily="18" charset="0"/>
                          </a:rPr>
                          <m:t>𝑆</m:t>
                        </m:r>
                      </m:sub>
                    </m:sSub>
                  </m:oMath>
                </a14:m>
                <a:endParaRPr lang="en-IN" dirty="0"/>
              </a:p>
              <a:p>
                <a:pPr lvl="1"/>
                <a:endParaRPr lang="en-IN" dirty="0"/>
              </a:p>
              <a:p>
                <a:pPr marL="0" indent="0">
                  <a:buNone/>
                </a:pPr>
                <a:r>
                  <a:rPr lang="en-US" dirty="0"/>
                  <a:t>Assuming no propagation delay, packet drops, store-and-forward delays, retransmissions, etc.</a:t>
                </a:r>
                <a:endParaRPr lang="en-IN" dirty="0"/>
              </a:p>
            </p:txBody>
          </p:sp>
        </mc:Choice>
        <mc:Fallback xmlns="">
          <p:sp>
            <p:nvSpPr>
              <p:cNvPr id="3" name="Content Placeholder 2">
                <a:extLst>
                  <a:ext uri="{FF2B5EF4-FFF2-40B4-BE49-F238E27FC236}">
                    <a16:creationId xmlns:a16="http://schemas.microsoft.com/office/drawing/2014/main" id="{EFAB380F-2CFC-8D9B-F443-7EE1BE07D2F8}"/>
                  </a:ext>
                </a:extLst>
              </p:cNvPr>
              <p:cNvSpPr>
                <a:spLocks noGrp="1" noRot="1" noChangeAspect="1" noMove="1" noResize="1" noEditPoints="1" noAdjustHandles="1" noChangeArrowheads="1" noChangeShapeType="1" noTextEdit="1"/>
              </p:cNvSpPr>
              <p:nvPr>
                <p:ph idx="1"/>
              </p:nvPr>
            </p:nvSpPr>
            <p:spPr>
              <a:blipFill>
                <a:blip r:embed="rId2"/>
                <a:stretch>
                  <a:fillRect l="-1217" b="-280"/>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F1C76520-5823-0C5C-4187-45835F635F7A}"/>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C3A34DF8-3711-416C-69A2-1996EAF68841}"/>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AEE40BB0-D670-B1AC-B7AC-3F1D01262B66}"/>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7F4DEB94-8509-852A-D9F2-E07EC9DED21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28C9DF6F-2937-A29E-4B82-4B4984EF83FC}"/>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EF4AC34-A996-8BE5-8B25-29156B9C9418}"/>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CEF4AC34-A996-8BE5-8B25-29156B9C9418}"/>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DD4BED9-92C1-DAE3-240B-CF6660F2CB81}"/>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3DD4BED9-92C1-DAE3-240B-CF6660F2CB81}"/>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397857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D3B83-1D88-44E7-F691-BB4D805BE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8FE87-5CFF-D9EF-08E1-195EC7AF6FD5}"/>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D46D9BB-B76D-DDF8-2FD4-12582FBEE121}"/>
                  </a:ext>
                </a:extLst>
              </p:cNvPr>
              <p:cNvSpPr>
                <a:spLocks noGrp="1"/>
              </p:cNvSpPr>
              <p:nvPr>
                <p:ph idx="1"/>
              </p:nvPr>
            </p:nvSpPr>
            <p:spPr>
              <a:xfrm>
                <a:off x="838200" y="1814739"/>
                <a:ext cx="10515600" cy="4351338"/>
              </a:xfrm>
            </p:spPr>
            <p:txBody>
              <a:bodyPr>
                <a:normAutofit/>
              </a:bodyPr>
              <a:lstStyle/>
              <a:p>
                <a:pPr marL="0" indent="0">
                  <a:buNone/>
                </a:pPr>
                <a:endParaRPr lang="en-IN" dirty="0"/>
              </a:p>
              <a:p>
                <a:endParaRPr lang="en-IN" dirty="0"/>
              </a:p>
              <a:p>
                <a:r>
                  <a:rPr lang="en-US" dirty="0"/>
                  <a:t>For a simple two-line network, throughput is:</a:t>
                </a:r>
              </a:p>
              <a:p>
                <a:pPr lvl="1"/>
                <a:r>
                  <a:rPr lang="en-US" dirty="0"/>
                  <a:t>throughput = </a:t>
                </a:r>
                <a14:m>
                  <m:oMath xmlns:m="http://schemas.openxmlformats.org/officeDocument/2006/math">
                    <m:r>
                      <m:rPr>
                        <m:sty m:val="p"/>
                      </m:rPr>
                      <a:rPr lang="en-IN" b="0" i="0" smtClean="0">
                        <a:latin typeface="Cambria Math" panose="02040503050406030204" pitchFamily="18" charset="0"/>
                      </a:rPr>
                      <m:t>min</m:t>
                    </m:r>
                    <m:r>
                      <a:rPr lang="en-IN" b="0" i="1" smtClean="0">
                        <a:latin typeface="Cambria Math" panose="02040503050406030204" pitchFamily="18" charset="0"/>
                      </a:rPr>
                      <m:t>⁡(</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r>
                      <a:rPr lang="en-IN" b="0" i="1" smtClean="0">
                        <a:latin typeface="Cambria Math" panose="02040503050406030204" pitchFamily="18" charset="0"/>
                      </a:rPr>
                      <m:t>,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r>
                      <a:rPr lang="en-IN" b="0" i="1" smtClean="0">
                        <a:latin typeface="Cambria Math" panose="02040503050406030204" pitchFamily="18" charset="0"/>
                      </a:rPr>
                      <m:t>)</m:t>
                    </m:r>
                  </m:oMath>
                </a14:m>
                <a:endParaRPr lang="en-US" dirty="0"/>
              </a:p>
            </p:txBody>
          </p:sp>
        </mc:Choice>
        <mc:Fallback xmlns="">
          <p:sp>
            <p:nvSpPr>
              <p:cNvPr id="3" name="Content Placeholder 2">
                <a:extLst>
                  <a:ext uri="{FF2B5EF4-FFF2-40B4-BE49-F238E27FC236}">
                    <a16:creationId xmlns:a16="http://schemas.microsoft.com/office/drawing/2014/main" id="{6D46D9BB-B76D-DDF8-2FD4-12582FBEE121}"/>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3F9F8F60-F7DE-7D54-ADD2-DB02E8375381}"/>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2D9B22C8-A5C8-6DF8-CBD3-BAA581D4DD42}"/>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E42B2349-28BF-7988-2EC8-35C4CD3DA3F2}"/>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97AC9FD1-5488-481C-4F7B-32425EB8DC9B}"/>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8E3583AA-C7CA-93EB-AAD6-B8E2D92F72DD}"/>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2A9921-62E3-7574-4711-134111FB89F0}"/>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D02A9921-62E3-7574-4711-134111FB89F0}"/>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5B1545E-FFB6-320C-E8E6-0687930052E4}"/>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25B1545E-FFB6-320C-E8E6-0687930052E4}"/>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21149128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B1CB6-9445-245A-48CA-C29DBEFAD532}"/>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D3F87B8E-31F6-D764-286B-27A726E1C3DD}"/>
              </a:ext>
            </a:extLst>
          </p:cNvPr>
          <p:cNvSpPr>
            <a:spLocks noGrp="1"/>
          </p:cNvSpPr>
          <p:nvPr>
            <p:ph idx="1"/>
          </p:nvPr>
        </p:nvSpPr>
        <p:spPr/>
        <p:txBody>
          <a:bodyPr/>
          <a:lstStyle/>
          <a:p>
            <a:r>
              <a:rPr lang="en-US" dirty="0"/>
              <a:t>A bottleneck link during the transmission of data from A to B is the link in the path whose available data rate for this communication is the smallest among all links.</a:t>
            </a:r>
            <a:endParaRPr lang="en-IN" dirty="0"/>
          </a:p>
        </p:txBody>
      </p:sp>
    </p:spTree>
    <p:extLst>
      <p:ext uri="{BB962C8B-B14F-4D97-AF65-F5344CB8AC3E}">
        <p14:creationId xmlns:p14="http://schemas.microsoft.com/office/powerpoint/2010/main" val="1856978438"/>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923B4-B9C3-0E63-862F-FB81D25382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9E4DEFF-31B1-CCCD-0F90-9DC4BCA2D9D6}"/>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E52BDF5-D756-7BE8-F89E-EBE1E9FEF7C3}"/>
                  </a:ext>
                </a:extLst>
              </p:cNvPr>
              <p:cNvSpPr>
                <a:spLocks noGrp="1"/>
              </p:cNvSpPr>
              <p:nvPr>
                <p:ph idx="1"/>
              </p:nvPr>
            </p:nvSpPr>
            <p:spPr>
              <a:xfrm>
                <a:off x="838200" y="1814739"/>
                <a:ext cx="10515600" cy="4351338"/>
              </a:xfrm>
            </p:spPr>
            <p:txBody>
              <a:bodyPr>
                <a:normAutofit/>
              </a:bodyPr>
              <a:lstStyle/>
              <a:p>
                <a:pPr marL="0" indent="0">
                  <a:buNone/>
                </a:pPr>
                <a:endParaRPr lang="en-IN" dirty="0"/>
              </a:p>
              <a:p>
                <a:endParaRPr lang="en-IN" dirty="0"/>
              </a:p>
              <a:p>
                <a:r>
                  <a:rPr lang="en-US" dirty="0"/>
                  <a:t>What is the average throughput and time required to transfer the file from S to C, given:</a:t>
                </a:r>
              </a:p>
              <a:p>
                <a:pPr lvl="1"/>
                <a:r>
                  <a:rPr lang="en-US" dirty="0"/>
                  <a:t>F = 32 Mb</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𝑆</m:t>
                        </m:r>
                      </m:sub>
                    </m:sSub>
                  </m:oMath>
                </a14:m>
                <a:r>
                  <a:rPr lang="en-US" dirty="0"/>
                  <a:t> = 2 Mbps</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endParaRPr lang="en-US" dirty="0">
                  <a:effectLst/>
                </a:endParaRPr>
              </a:p>
            </p:txBody>
          </p:sp>
        </mc:Choice>
        <mc:Fallback xmlns="">
          <p:sp>
            <p:nvSpPr>
              <p:cNvPr id="3" name="Content Placeholder 2">
                <a:extLst>
                  <a:ext uri="{FF2B5EF4-FFF2-40B4-BE49-F238E27FC236}">
                    <a16:creationId xmlns:a16="http://schemas.microsoft.com/office/drawing/2014/main" id="{1E52BDF5-D756-7BE8-F89E-EBE1E9FEF7C3}"/>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r="-522"/>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5C31F191-483E-7393-D11D-F0547CA2B216}"/>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97CF5EED-8F9E-728C-CADA-C2E63BFD9F3C}"/>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F5C56337-C63D-C731-7352-8D0111399A80}"/>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B729463D-38CF-7AB5-F8AD-DD7D9F9260A9}"/>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D4935AF-437B-CE8A-D73A-F504823333F9}"/>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8FBE93-9597-15A8-9021-45522B9BB836}"/>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388FBE93-9597-15A8-9021-45522B9BB836}"/>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B3AC67A-EFC7-3937-C53B-C064FFCB4FE7}"/>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5B3AC67A-EFC7-3937-C53B-C064FFCB4FE7}"/>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176332562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6A8B9D-5354-B4AC-F81F-052D4AAA08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CF7485-0A7C-16A3-8BF3-3A296310206F}"/>
              </a:ext>
            </a:extLst>
          </p:cNvPr>
          <p:cNvSpPr>
            <a:spLocks noGrp="1"/>
          </p:cNvSpPr>
          <p:nvPr>
            <p:ph type="title"/>
          </p:nvPr>
        </p:nvSpPr>
        <p:spPr/>
        <p:txBody>
          <a:bodyPr/>
          <a:lstStyle/>
          <a:p>
            <a:r>
              <a:rPr lang="en-IN" dirty="0"/>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335DEFC-B6C4-1FA6-FC75-9DB30756D722}"/>
                  </a:ext>
                </a:extLst>
              </p:cNvPr>
              <p:cNvSpPr>
                <a:spLocks noGrp="1"/>
              </p:cNvSpPr>
              <p:nvPr>
                <p:ph idx="1"/>
              </p:nvPr>
            </p:nvSpPr>
            <p:spPr>
              <a:xfrm>
                <a:off x="838200" y="1814739"/>
                <a:ext cx="10515600" cy="4351338"/>
              </a:xfrm>
            </p:spPr>
            <p:txBody>
              <a:bodyPr>
                <a:normAutofit lnSpcReduction="10000"/>
              </a:bodyPr>
              <a:lstStyle/>
              <a:p>
                <a:pPr marL="0" indent="0">
                  <a:buNone/>
                </a:pPr>
                <a:endParaRPr lang="en-IN" dirty="0"/>
              </a:p>
              <a:p>
                <a:endParaRPr lang="en-IN" dirty="0"/>
              </a:p>
              <a:p>
                <a:r>
                  <a:rPr lang="en-US" dirty="0"/>
                  <a:t>What is the average throughput and time required to transfer the file from S to C, given:</a:t>
                </a:r>
              </a:p>
              <a:p>
                <a:pPr lvl="1"/>
                <a:r>
                  <a:rPr lang="en-US" dirty="0"/>
                  <a:t>F = 32 Mb</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𝑆</m:t>
                        </m:r>
                      </m:sub>
                    </m:sSub>
                  </m:oMath>
                </a14:m>
                <a:r>
                  <a:rPr lang="en-US" dirty="0"/>
                  <a:t> = 2 Mbps</a:t>
                </a:r>
              </a:p>
              <a:p>
                <a:pPr lvl="1"/>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r>
                  <a:rPr lang="en-US" dirty="0">
                    <a:effectLst/>
                  </a:rPr>
                  <a:t>Answer:</a:t>
                </a:r>
              </a:p>
              <a:p>
                <a:pPr lvl="1"/>
                <a:r>
                  <a:rPr lang="en-US" dirty="0"/>
                  <a:t>1 Mbps</a:t>
                </a:r>
              </a:p>
              <a:p>
                <a:pPr lvl="1"/>
                <a:r>
                  <a:rPr lang="en-US" dirty="0">
                    <a:effectLst/>
                  </a:rPr>
                  <a:t>32 seconds</a:t>
                </a:r>
              </a:p>
            </p:txBody>
          </p:sp>
        </mc:Choice>
        <mc:Fallback xmlns="">
          <p:sp>
            <p:nvSpPr>
              <p:cNvPr id="3" name="Content Placeholder 2">
                <a:extLst>
                  <a:ext uri="{FF2B5EF4-FFF2-40B4-BE49-F238E27FC236}">
                    <a16:creationId xmlns:a16="http://schemas.microsoft.com/office/drawing/2014/main" id="{A335DEFC-B6C4-1FA6-FC75-9DB30756D722}"/>
                  </a:ext>
                </a:extLst>
              </p:cNvPr>
              <p:cNvSpPr>
                <a:spLocks noGrp="1" noRot="1" noChangeAspect="1" noMove="1" noResize="1" noEditPoints="1" noAdjustHandles="1" noChangeArrowheads="1" noChangeShapeType="1" noTextEdit="1"/>
              </p:cNvSpPr>
              <p:nvPr>
                <p:ph idx="1"/>
              </p:nvPr>
            </p:nvSpPr>
            <p:spPr>
              <a:xfrm>
                <a:off x="838200" y="1814739"/>
                <a:ext cx="10515600" cy="4351338"/>
              </a:xfrm>
              <a:blipFill>
                <a:blip r:embed="rId2"/>
                <a:stretch>
                  <a:fillRect l="-1043" r="-522"/>
                </a:stretch>
              </a:blipFill>
            </p:spPr>
            <p:txBody>
              <a:bodyPr/>
              <a:lstStyle/>
              <a:p>
                <a:r>
                  <a:rPr lang="en-IN">
                    <a:noFill/>
                  </a:rPr>
                  <a:t> </a:t>
                </a:r>
              </a:p>
            </p:txBody>
          </p:sp>
        </mc:Fallback>
      </mc:AlternateContent>
      <p:sp>
        <p:nvSpPr>
          <p:cNvPr id="4" name="Oval 3">
            <a:extLst>
              <a:ext uri="{FF2B5EF4-FFF2-40B4-BE49-F238E27FC236}">
                <a16:creationId xmlns:a16="http://schemas.microsoft.com/office/drawing/2014/main" id="{1EC368D0-4823-88A5-83E6-38016DDFDE7B}"/>
              </a:ext>
            </a:extLst>
          </p:cNvPr>
          <p:cNvSpPr/>
          <p:nvPr/>
        </p:nvSpPr>
        <p:spPr>
          <a:xfrm>
            <a:off x="2405743" y="1785255"/>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S</a:t>
            </a:r>
          </a:p>
        </p:txBody>
      </p:sp>
      <p:sp>
        <p:nvSpPr>
          <p:cNvPr id="5" name="Oval 4">
            <a:extLst>
              <a:ext uri="{FF2B5EF4-FFF2-40B4-BE49-F238E27FC236}">
                <a16:creationId xmlns:a16="http://schemas.microsoft.com/office/drawing/2014/main" id="{D11E8B99-C510-80B4-C9AD-A4585E69CF4C}"/>
              </a:ext>
            </a:extLst>
          </p:cNvPr>
          <p:cNvSpPr/>
          <p:nvPr/>
        </p:nvSpPr>
        <p:spPr>
          <a:xfrm>
            <a:off x="8501737" y="1752598"/>
            <a:ext cx="729343" cy="47897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C</a:t>
            </a:r>
          </a:p>
        </p:txBody>
      </p:sp>
      <p:sp>
        <p:nvSpPr>
          <p:cNvPr id="6" name="Flowchart: Summing Junction 5">
            <a:extLst>
              <a:ext uri="{FF2B5EF4-FFF2-40B4-BE49-F238E27FC236}">
                <a16:creationId xmlns:a16="http://schemas.microsoft.com/office/drawing/2014/main" id="{5E7492B4-3665-A848-5BEE-C088EB957662}"/>
              </a:ext>
            </a:extLst>
          </p:cNvPr>
          <p:cNvSpPr/>
          <p:nvPr/>
        </p:nvSpPr>
        <p:spPr>
          <a:xfrm>
            <a:off x="5366657" y="1603600"/>
            <a:ext cx="729343" cy="769483"/>
          </a:xfrm>
          <a:prstGeom prst="flowChartSummingJunction">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t>G</a:t>
            </a:r>
          </a:p>
        </p:txBody>
      </p:sp>
      <p:cxnSp>
        <p:nvCxnSpPr>
          <p:cNvPr id="7" name="Straight Arrow Connector 6">
            <a:extLst>
              <a:ext uri="{FF2B5EF4-FFF2-40B4-BE49-F238E27FC236}">
                <a16:creationId xmlns:a16="http://schemas.microsoft.com/office/drawing/2014/main" id="{0695A18D-6C9F-7794-5F6F-52DBF5835C24}"/>
              </a:ext>
            </a:extLst>
          </p:cNvPr>
          <p:cNvCxnSpPr>
            <a:stCxn id="4" idx="6"/>
          </p:cNvCxnSpPr>
          <p:nvPr/>
        </p:nvCxnSpPr>
        <p:spPr>
          <a:xfrm flipV="1">
            <a:off x="3135086" y="2013855"/>
            <a:ext cx="2144485" cy="108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2E6EB1F-B106-7623-1EFB-C6DFD99F62ED}"/>
              </a:ext>
            </a:extLst>
          </p:cNvPr>
          <p:cNvCxnSpPr>
            <a:stCxn id="6" idx="6"/>
            <a:endCxn id="5" idx="2"/>
          </p:cNvCxnSpPr>
          <p:nvPr/>
        </p:nvCxnSpPr>
        <p:spPr>
          <a:xfrm>
            <a:off x="6096000" y="1988342"/>
            <a:ext cx="2405737" cy="374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D59E165-541C-565C-3E2C-8F48EE2418C8}"/>
                  </a:ext>
                </a:extLst>
              </p:cNvPr>
              <p:cNvSpPr txBox="1"/>
              <p:nvPr/>
            </p:nvSpPr>
            <p:spPr>
              <a:xfrm>
                <a:off x="3559629" y="1603600"/>
                <a:ext cx="1523991"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dirty="0" smtClean="0">
                              <a:latin typeface="Cambria Math" panose="02040503050406030204" pitchFamily="18" charset="0"/>
                            </a:rPr>
                          </m:ctrlPr>
                        </m:sSubPr>
                        <m:e>
                          <m:r>
                            <a:rPr lang="en-IN" b="0" i="1" dirty="0" smtClean="0">
                              <a:latin typeface="Cambria Math" panose="02040503050406030204" pitchFamily="18" charset="0"/>
                            </a:rPr>
                            <m:t>𝑅</m:t>
                          </m:r>
                        </m:e>
                        <m:sub>
                          <m:r>
                            <a:rPr lang="en-IN" b="0" i="1" dirty="0" smtClean="0">
                              <a:latin typeface="Cambria Math" panose="02040503050406030204" pitchFamily="18" charset="0"/>
                            </a:rPr>
                            <m:t>𝑠</m:t>
                          </m:r>
                        </m:sub>
                      </m:sSub>
                    </m:oMath>
                  </m:oMathPara>
                </a14:m>
                <a:endParaRPr lang="en-IN" dirty="0"/>
              </a:p>
            </p:txBody>
          </p:sp>
        </mc:Choice>
        <mc:Fallback xmlns="">
          <p:sp>
            <p:nvSpPr>
              <p:cNvPr id="9" name="TextBox 8">
                <a:extLst>
                  <a:ext uri="{FF2B5EF4-FFF2-40B4-BE49-F238E27FC236}">
                    <a16:creationId xmlns:a16="http://schemas.microsoft.com/office/drawing/2014/main" id="{0D59E165-541C-565C-3E2C-8F48EE2418C8}"/>
                  </a:ext>
                </a:extLst>
              </p:cNvPr>
              <p:cNvSpPr txBox="1">
                <a:spLocks noRot="1" noChangeAspect="1" noMove="1" noResize="1" noEditPoints="1" noAdjustHandles="1" noChangeArrowheads="1" noChangeShapeType="1" noTextEdit="1"/>
              </p:cNvSpPr>
              <p:nvPr/>
            </p:nvSpPr>
            <p:spPr>
              <a:xfrm>
                <a:off x="3559629" y="1603600"/>
                <a:ext cx="1523991" cy="369332"/>
              </a:xfrm>
              <a:prstGeom prst="rect">
                <a:avLst/>
              </a:prstGeom>
              <a:blipFill>
                <a:blip r:embed="rId3"/>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7875F54-1D2C-6C29-03F6-CDBAA90657A8}"/>
                  </a:ext>
                </a:extLst>
              </p:cNvPr>
              <p:cNvSpPr txBox="1"/>
              <p:nvPr/>
            </p:nvSpPr>
            <p:spPr>
              <a:xfrm>
                <a:off x="6868883" y="1581830"/>
                <a:ext cx="1088573"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m:oMathPara>
                </a14:m>
                <a:endParaRPr lang="en-IN" dirty="0"/>
              </a:p>
            </p:txBody>
          </p:sp>
        </mc:Choice>
        <mc:Fallback xmlns="">
          <p:sp>
            <p:nvSpPr>
              <p:cNvPr id="10" name="TextBox 9">
                <a:extLst>
                  <a:ext uri="{FF2B5EF4-FFF2-40B4-BE49-F238E27FC236}">
                    <a16:creationId xmlns:a16="http://schemas.microsoft.com/office/drawing/2014/main" id="{07875F54-1D2C-6C29-03F6-CDBAA90657A8}"/>
                  </a:ext>
                </a:extLst>
              </p:cNvPr>
              <p:cNvSpPr txBox="1">
                <a:spLocks noRot="1" noChangeAspect="1" noMove="1" noResize="1" noEditPoints="1" noAdjustHandles="1" noChangeArrowheads="1" noChangeShapeType="1" noTextEdit="1"/>
              </p:cNvSpPr>
              <p:nvPr/>
            </p:nvSpPr>
            <p:spPr>
              <a:xfrm>
                <a:off x="6868883" y="1581830"/>
                <a:ext cx="1088573" cy="369332"/>
              </a:xfrm>
              <a:prstGeom prst="rect">
                <a:avLst/>
              </a:prstGeom>
              <a:blipFill>
                <a:blip r:embed="rId4"/>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424895477"/>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34E6CF-6C48-121B-212B-E5D2727FA36A}"/>
              </a:ext>
            </a:extLst>
          </p:cNvPr>
          <p:cNvSpPr>
            <a:spLocks noGrp="1"/>
          </p:cNvSpPr>
          <p:nvPr>
            <p:ph type="title"/>
          </p:nvPr>
        </p:nvSpPr>
        <p:spPr/>
        <p:txBody>
          <a:bodyPr/>
          <a:lstStyle/>
          <a:p>
            <a:r>
              <a:rPr lang="en-IN" dirty="0"/>
              <a:t>Throughput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C3D1DC-86FF-0E18-1EF3-7895BA0AE85E}"/>
                  </a:ext>
                </a:extLst>
              </p:cNvPr>
              <p:cNvSpPr>
                <a:spLocks noGrp="1"/>
              </p:cNvSpPr>
              <p:nvPr>
                <p:ph idx="1"/>
              </p:nvPr>
            </p:nvSpPr>
            <p:spPr/>
            <p:txBody>
              <a:bodyPr/>
              <a:lstStyle/>
              <a:p>
                <a:r>
                  <a:rPr lang="en-IN" dirty="0"/>
                  <a:t>If there are n links between the server and client, with transmission rate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 what will be throughput, assuming no other data traffic on these links?</a:t>
                </a:r>
              </a:p>
            </p:txBody>
          </p:sp>
        </mc:Choice>
        <mc:Fallback xmlns="">
          <p:sp>
            <p:nvSpPr>
              <p:cNvPr id="3" name="Content Placeholder 2">
                <a:extLst>
                  <a:ext uri="{FF2B5EF4-FFF2-40B4-BE49-F238E27FC236}">
                    <a16:creationId xmlns:a16="http://schemas.microsoft.com/office/drawing/2014/main" id="{CDC3D1DC-86FF-0E18-1EF3-7895BA0AE85E}"/>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1415387662"/>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DC9502-DC63-C6EC-7550-A6F4A111FC6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6A7DF5-84F1-EB45-36F6-98A9D9CC30B4}"/>
              </a:ext>
            </a:extLst>
          </p:cNvPr>
          <p:cNvSpPr>
            <a:spLocks noGrp="1"/>
          </p:cNvSpPr>
          <p:nvPr>
            <p:ph type="title"/>
          </p:nvPr>
        </p:nvSpPr>
        <p:spPr/>
        <p:txBody>
          <a:bodyPr/>
          <a:lstStyle/>
          <a:p>
            <a:r>
              <a:rPr lang="en-IN" dirty="0"/>
              <a:t>Throughput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DCA6C35-40D2-1E92-243C-9BC8D22D4339}"/>
                  </a:ext>
                </a:extLst>
              </p:cNvPr>
              <p:cNvSpPr>
                <a:spLocks noGrp="1"/>
              </p:cNvSpPr>
              <p:nvPr>
                <p:ph idx="1"/>
              </p:nvPr>
            </p:nvSpPr>
            <p:spPr/>
            <p:txBody>
              <a:bodyPr/>
              <a:lstStyle/>
              <a:p>
                <a:r>
                  <a:rPr lang="en-IN" dirty="0"/>
                  <a:t>If there are </a:t>
                </a:r>
                <a14:m>
                  <m:oMath xmlns:m="http://schemas.openxmlformats.org/officeDocument/2006/math">
                    <m:r>
                      <a:rPr lang="en-IN" i="1" dirty="0" smtClean="0">
                        <a:solidFill>
                          <a:schemeClr val="accent1"/>
                        </a:solidFill>
                        <a:latin typeface="Cambria Math" panose="02040503050406030204" pitchFamily="18" charset="0"/>
                      </a:rPr>
                      <m:t>𝑛</m:t>
                    </m:r>
                  </m:oMath>
                </a14:m>
                <a:r>
                  <a:rPr lang="en-IN" dirty="0"/>
                  <a:t> links between the server and client, with transmission rate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 what will be throughput, assuming no other data traffic on these links?</a:t>
                </a:r>
              </a:p>
              <a:p>
                <a:pPr lvl="1"/>
                <a:r>
                  <a:rPr lang="en-IN" dirty="0"/>
                  <a:t>min(</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1</m:t>
                        </m:r>
                      </m:sub>
                    </m:sSub>
                    <m:r>
                      <a:rPr lang="en-IN" b="0" i="1" smtClean="0">
                        <a:latin typeface="Cambria Math" panose="02040503050406030204" pitchFamily="18" charset="0"/>
                      </a:rPr>
                      <m:t>, …, </m:t>
                    </m:r>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𝑛</m:t>
                        </m:r>
                      </m:sub>
                    </m:sSub>
                  </m:oMath>
                </a14:m>
                <a:r>
                  <a:rPr lang="en-IN" dirty="0"/>
                  <a:t>)</a:t>
                </a:r>
              </a:p>
            </p:txBody>
          </p:sp>
        </mc:Choice>
        <mc:Fallback xmlns="">
          <p:sp>
            <p:nvSpPr>
              <p:cNvPr id="3" name="Content Placeholder 2">
                <a:extLst>
                  <a:ext uri="{FF2B5EF4-FFF2-40B4-BE49-F238E27FC236}">
                    <a16:creationId xmlns:a16="http://schemas.microsoft.com/office/drawing/2014/main" id="{ADCA6C35-40D2-1E92-243C-9BC8D22D4339}"/>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1788403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B67EF5-3B0C-8F3D-97F4-5138041B8048}"/>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83954E6-389B-8B40-E067-D6D6CDC588E4}"/>
                  </a:ext>
                </a:extLst>
              </p:cNvPr>
              <p:cNvSpPr>
                <a:spLocks noGrp="1"/>
              </p:cNvSpPr>
              <p:nvPr>
                <p:ph idx="1"/>
              </p:nvPr>
            </p:nvSpPr>
            <p:spPr/>
            <p:txBody>
              <a:bodyPr/>
              <a:lstStyle/>
              <a:p>
                <a:r>
                  <a:rPr lang="en-US" dirty="0"/>
                  <a:t>In the Internet core, link transmission rates are usually much higher than both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and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endParaRPr lang="en-IN" b="0" dirty="0"/>
              </a:p>
              <a:p>
                <a:pPr lvl="1"/>
                <a:r>
                  <a:rPr lang="en-US" dirty="0"/>
                  <a:t>Throughput is therefore often limited by: min(</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𝑐</m:t>
                        </m:r>
                      </m:sub>
                    </m:sSub>
                  </m:oMath>
                </a14:m>
                <a:r>
                  <a:rPr lang="en-US" dirty="0"/>
                  <a:t>)</a:t>
                </a:r>
              </a:p>
              <a:p>
                <a:pPr lvl="1"/>
                <a:endParaRPr lang="en-US" dirty="0"/>
              </a:p>
              <a:p>
                <a:r>
                  <a:rPr lang="en-US" dirty="0"/>
                  <a:t>In today’s Internet, the bottleneck is often the last-mile links connecting end users to the network.</a:t>
                </a:r>
                <a:endParaRPr lang="en-IN" dirty="0"/>
              </a:p>
            </p:txBody>
          </p:sp>
        </mc:Choice>
        <mc:Fallback xmlns="">
          <p:sp>
            <p:nvSpPr>
              <p:cNvPr id="3" name="Content Placeholder 2">
                <a:extLst>
                  <a:ext uri="{FF2B5EF4-FFF2-40B4-BE49-F238E27FC236}">
                    <a16:creationId xmlns:a16="http://schemas.microsoft.com/office/drawing/2014/main" id="{E83954E6-389B-8B40-E067-D6D6CDC588E4}"/>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en-IN">
                    <a:noFill/>
                  </a:rPr>
                  <a:t> </a:t>
                </a:r>
              </a:p>
            </p:txBody>
          </p:sp>
        </mc:Fallback>
      </mc:AlternateContent>
    </p:spTree>
    <p:extLst>
      <p:ext uri="{BB962C8B-B14F-4D97-AF65-F5344CB8AC3E}">
        <p14:creationId xmlns:p14="http://schemas.microsoft.com/office/powerpoint/2010/main" val="42820154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B44DAA-718F-1F22-B892-AE829D025A88}"/>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3FE9480-63A9-560E-5079-57E2442768BC}"/>
                  </a:ext>
                </a:extLst>
              </p:cNvPr>
              <p:cNvSpPr>
                <a:spLocks noGrp="1"/>
              </p:cNvSpPr>
              <p:nvPr>
                <p:ph idx="1"/>
              </p:nvPr>
            </p:nvSpPr>
            <p:spPr>
              <a:xfrm>
                <a:off x="838200" y="1825625"/>
                <a:ext cx="5375259"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200 Mbps</a:t>
                </a:r>
              </a:p>
              <a:p>
                <a:r>
                  <a:rPr lang="en-US" dirty="0"/>
                  <a:t>What are the bottleneck links?</a:t>
                </a:r>
              </a:p>
              <a:p>
                <a:r>
                  <a:rPr lang="en-US" dirty="0"/>
                  <a:t>What would be the download rates at each client?</a:t>
                </a:r>
              </a:p>
              <a:p>
                <a:endParaRPr lang="en-IN" dirty="0"/>
              </a:p>
            </p:txBody>
          </p:sp>
        </mc:Choice>
        <mc:Fallback xmlns="">
          <p:sp>
            <p:nvSpPr>
              <p:cNvPr id="3" name="Content Placeholder 2">
                <a:extLst>
                  <a:ext uri="{FF2B5EF4-FFF2-40B4-BE49-F238E27FC236}">
                    <a16:creationId xmlns:a16="http://schemas.microsoft.com/office/drawing/2014/main" id="{03FE9480-63A9-560E-5079-57E2442768BC}"/>
                  </a:ext>
                </a:extLst>
              </p:cNvPr>
              <p:cNvSpPr>
                <a:spLocks noGrp="1" noRot="1" noChangeAspect="1" noMove="1" noResize="1" noEditPoints="1" noAdjustHandles="1" noChangeArrowheads="1" noChangeShapeType="1" noTextEdit="1"/>
              </p:cNvSpPr>
              <p:nvPr>
                <p:ph idx="1"/>
              </p:nvPr>
            </p:nvSpPr>
            <p:spPr>
              <a:xfrm>
                <a:off x="838200" y="1825625"/>
                <a:ext cx="5375259" cy="4351338"/>
              </a:xfrm>
              <a:blipFill>
                <a:blip r:embed="rId2"/>
                <a:stretch>
                  <a:fillRect l="-2043"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2DCE27DA-5E28-2FDA-81E7-330FB33CE4B7}"/>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F19A4A63-D644-3C60-FFDB-4424941E6AA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FC4B806E-05D1-ECB0-61EC-F47E4C498A01}"/>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114CD9F6-DEA9-E252-C498-7E8B6785BDF0}"/>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231F31F6-9550-09CC-EBF0-F8E069E7CD18}"/>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74E76D83-4E5A-CE75-3349-717C0FA46C8E}"/>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5A102717-F0C5-0A02-AB57-6C9B127E3EA1}"/>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531D8CFA-F65B-D6A2-F7E3-8445E7650BE2}"/>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F26382E5-8993-9771-220C-1F395D81C8F7}"/>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E3A85903-BBBE-76A4-61D3-D2D9D0A38BC2}"/>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AB7883CC-0A15-5FA0-8F21-E4C71F9FE760}"/>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E9325512-4067-322E-AAB1-04FF2CE55CAB}"/>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FD401C58-FD75-CCB2-F4B0-E880C1D768A7}"/>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84F30EAC-3045-024F-D453-B5751044FFB4}"/>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8C5B5DAC-7472-4223-5042-D603D49830E7}"/>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AC136EE5-0469-43D7-57F7-DDAEA323C7B8}"/>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41B1F601-4180-9314-FBC9-8AAA6FA2C072}"/>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117A2ED7-9238-F4A0-74B6-65BEBB0C9828}"/>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7A7A9CF4-EA19-8BF4-7F30-A956D14E10AD}"/>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795A1AEA-B847-FACC-EFB7-853AEEEE3B1C}"/>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1DB8EDEA-A021-E930-10C9-1B80C59F3519}"/>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A815731D-34D9-631E-3C61-67617A6BF32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0B9DCFAB-A80B-7334-33FB-4F677B885BC8}"/>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FB4F2AD4-FCCE-6052-7E06-8FA7CC414896}"/>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DA893B03-0BA1-C00B-85CE-A56F4C2104A4}"/>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767ABE62-D97B-EED5-FB4B-D3D1FDAD3413}"/>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5D9BE103-3F16-E7C7-9382-BE4E6A725073}"/>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A9A11769-62B0-BB3E-59E6-E6085A8E7EA3}"/>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7B7D3641-AF62-DD70-C40C-7015F928C646}"/>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90C35686-CE7B-F06E-E01F-48F9A4B93BF1}"/>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8C51C469-8504-5358-CF39-95ABED340FB8}"/>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666631CD-B147-A84B-F50D-3BA89A421245}"/>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BDC30D7D-D58D-4457-0B5F-957D7F5FB596}"/>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4A1DA85D-0851-817D-7E1C-E561C9EDFEE5}"/>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B2B990C9-0839-FF9C-7411-922E29420D24}"/>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8BCA7AB6-221A-63EC-BA28-32CA945A52B0}"/>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9C973254-1F41-5D33-D25C-CCDC021F9F9A}"/>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DF254202-CD18-2D6E-749D-0BC5CB9E3630}"/>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625D8E48-EAD8-28E5-6339-E1540D269873}"/>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7620B354-A5A2-62EC-A2CD-C94C83A3106F}"/>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38A0D177-07A3-D030-EE53-BB1D1C099E2D}"/>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FEB80CC4-19C2-4EDA-880D-97EBFFD3EBC2}"/>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53FFEEC8-4058-CC7B-C11B-ACCD68DD04E2}"/>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A1F9E98E-FB3D-A050-A1FE-6F8C0D854A8A}"/>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0F065F6D-B0AF-5377-D24B-FD2DF6F7CFCF}"/>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A18E2F5E-D2BC-B87A-A290-BF4628BB580E}"/>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3F4E2E93-7EAF-D5B1-1A86-C90CBC453D8E}"/>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23BEF2DF-A0F0-DD7F-7D53-55022329DB58}"/>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451FA586-4D9B-1ABB-B033-4B99517E1597}"/>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F48A8A41-50A3-F1A0-F434-9A60419F9DC2}"/>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876EF4A8-9294-C3A4-8D26-A8062E841DAF}"/>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55C36408-510B-9922-B7EB-63651AC97AC6}"/>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853602A2-B826-04F1-62C2-4CB3C582B6A8}"/>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0002CB7D-F1DD-8D54-5CA2-2FBAA8F1F0E4}"/>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CB24813E-B0E4-E08E-0EDD-FBC2E701A888}"/>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ABA71BA9-514A-9F6C-594E-795704756168}"/>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68CB4E7D-5F99-D9C6-F366-AA1D8315C2CA}"/>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09C3793B-461B-D7B7-3BAE-0D4F43124CD6}"/>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5EC03970-D345-5250-8DE2-97AF9FB9BB31}"/>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0ADC5167-EC6F-239A-9B39-8714E902C515}"/>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B3F090E3-02B9-5D55-D666-DC166AB54105}"/>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FF9AFE3D-B261-D034-319F-589A8B427B26}"/>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554CD6E5-5560-FBF5-9C84-47C309B10E2E}"/>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8FE8E6EC-C46F-4608-1E26-BA0CAF8B12BF}"/>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284CDDD6-5322-76C4-423F-D09812CAB72E}"/>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3068F45E-F8A6-D3D3-0458-51ACD7A6C48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1ECF9BEB-1D9E-FA92-2086-C373B4F9AABD}"/>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DCB660C1-3C77-577C-D13E-0245C36280DC}"/>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47382267-BA57-FBB0-36E2-B4CE3020521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51A81E35-B47E-4F12-5C9F-72794C4A1EC8}"/>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6D855547-916E-52EB-2838-B3C6E084C1A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235E9757-EE9B-D942-66EB-C61E38469A22}"/>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87D4E792-81F8-04D4-AF29-9CFFE19A464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57444371-A9E5-E5D9-E27B-750099409DFC}"/>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A536DF71-F972-1CD3-E0BE-4A458A5C53E8}"/>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98DE52D5-6B64-D81F-D4B2-39777524B9E4}"/>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9D1C32F6-2C2A-3FE8-4024-10957402E9E3}"/>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C60FEE76-1F44-5F1D-0AE0-397BE6831EAB}"/>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B353FC0B-E9D1-F543-F035-96A5E66C402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127DD939-9997-BFF9-3B5B-0E6E05A4F250}"/>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5F38F0FA-6E9D-9A11-3603-47707783BE51}"/>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EDE89F94-B6D7-84D9-018B-A0064B6F9FEE}"/>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97584822-B910-81B9-4AD5-94389FBCF96F}"/>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8AD4900E-145E-96D2-C5A4-A13758617B3C}"/>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EC87FE42-E76C-F69E-DB06-3648AA7DF0AD}"/>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6A8EA439-3875-991D-5CFD-F2DD9DF5FC70}"/>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510555F3-2568-1E44-C5F9-015031116B58}"/>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8A2A8A9E-0EBD-1F49-07AD-C63F2A64FD35}"/>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B109BF71-B67C-4FC5-8004-B66079F99259}"/>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93B8159C-79C1-EB38-A8C6-CF323173E1A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6E056705-895D-866D-8ECD-9865EE5BC985}"/>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D82C47B8-121B-5249-0584-C373CC59D99B}"/>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403DD59B-908F-4D38-1FD2-F66AD0AB2B8E}"/>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64F19F22-E5CF-F545-CCC2-88BE39B92495}"/>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65F64184-42EF-5128-C034-E2DA4B594C8E}"/>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CAB65F7A-F22E-DBA1-C7F2-F19EC63B4D8C}"/>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45AC6BAE-C128-DD76-9D0A-516A586C39B5}"/>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8D21A0D-8A25-CB55-4D59-DEC412380FBB}"/>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E53256F4-D8C5-0646-7BB8-AD4633E951B9}"/>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B70F7418-9B45-54D1-8ACE-56A2B14387FC}"/>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E051BCFC-31AE-1428-AD22-E53CF9D79B3F}"/>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9927CA96-5AE0-CD0A-3CAA-671E639B5F38}"/>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91EC8866-77F3-958E-E77E-3C8794596CF5}"/>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A2FCA286-F3BB-0DB5-3A62-4848BE38CABD}"/>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D50F3880-C4A0-43CE-5296-9A2F5A74F621}"/>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EF5C68DA-2A8C-8C11-1A7F-C76FF50BF822}"/>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45ED654E-95AC-990B-145E-E2E15F660D9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C636F7DC-3E6B-F413-DED5-5D8C3B800655}"/>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09651A27-5980-AD81-34A3-6DAC5D5B9522}"/>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D91491E5-610E-038A-83CE-4FF8DB5FAF83}"/>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1064BB7F-EC99-A675-C1B7-BC98DB368E92}"/>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43F0AAA2-0107-DAAF-3987-F961CA2ACEA8}"/>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810D91B6-6A30-8ED1-E4D5-ABBBCEDA8B2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AE8F1289-A9E1-A8D2-02E0-6A1B649842CC}"/>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123E776-A2CC-17E0-6D5A-8C389CB21357}"/>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09D3F51E-F149-B30A-80EC-701DA6BF49DF}"/>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1A8CBA9-0F03-9C3D-266B-892B8C131BE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0A0B0C63-5DAC-A3D0-AA97-A55BBAEFC1C8}"/>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77504B7F-D24E-FB3B-4D5C-8A4B42E828B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A3712F0B-E344-DBD7-F55A-E0639EDEE8E0}"/>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5371C623-EA56-92D9-E180-8460130016D1}"/>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D6887ACF-CBB6-137C-9AA7-A1B625E8ADDD}"/>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458F2F40-E84F-19A0-DF1B-1AFDC95D4922}"/>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97801760-AE02-3979-B8AC-06DE0FAF961D}"/>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E8C6D758-CA7A-5BD7-D02D-193536D03520}"/>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DFEE369A-2CFD-4909-9C50-0481BD40CF4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FA8A0A20-7970-0318-CAE2-898C10EF389C}"/>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44733907-1136-41C8-A478-DFFA88ABD7AB}"/>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58F996C1-D766-AF00-7E57-68683AE1FDE2}"/>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3BF36F3E-CFDA-0AEA-149E-49ECCB8B0383}"/>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301B7736-EDDD-A0D2-A8B5-77B50ED91A57}"/>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6B319F72-DE11-6D80-38F3-50C10B7079F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0E1335D4-9F8F-207B-3D0B-E20C8B4E2924}"/>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760306D0-F48D-78D9-417C-CD28DB713760}"/>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34EAA85C-5CD2-4307-EF5B-1254A9D70D85}"/>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41272B2B-0078-7C31-0BE8-A32809A78DB3}"/>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10B66D04-89A1-9BAF-3AFB-88066F9ACC44}"/>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E3A26C8B-D2F7-4581-F46C-50EE3F5F1F1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5B496FEB-5514-BDC7-6536-E396B429DAF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7D4E69FB-EA5D-5191-3B30-CDFA9CF2308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E13FD026-2A75-452F-A922-2A987AC8A89C}"/>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9E42A753-7C04-7DCD-83C4-04824B3523EE}"/>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F4B77C0B-E42E-E9B1-24FB-F9F8C7BC1CD2}"/>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801740F5-32BF-BB21-72CF-06826B585227}"/>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23802A72-6525-BBC5-522F-DED35A749F5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266C82DE-D375-6133-FBCF-1A4472B2DADE}"/>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E718A14A-E1B9-FD4C-806A-A6BEA3FD6D4E}"/>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7E8F07F6-E3A9-D2D0-A51A-1F1EA5F1F2E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BB518475-81D8-B628-D43D-17E2C76AB39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0416413D-DE4E-0822-CDDB-493A8A67842A}"/>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187FF009-5D75-CEB9-AD57-B8F705C4F7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B0BCBBE8-937A-E6CE-183E-B4169EF023C1}"/>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C803E0D1-C089-3438-FA2B-46A8055B8365}"/>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6D7CA13B-80B0-ED64-76F0-5ACCFE43162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60EB3C62-6B4D-6B17-03E1-86C1C1DD3E8C}"/>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1D6E08AA-BA2A-EB0F-2ED1-06FF23926369}"/>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243366712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DB2050-244E-D8DA-7C0E-42D87AA1B70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33E5F1E-FD23-10AB-0A72-5A04527FB93A}"/>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81E237A-327E-FF13-3611-34BFCD66F6A1}"/>
                  </a:ext>
                </a:extLst>
              </p:cNvPr>
              <p:cNvSpPr>
                <a:spLocks noGrp="1"/>
              </p:cNvSpPr>
              <p:nvPr>
                <p:ph idx="1"/>
              </p:nvPr>
            </p:nvSpPr>
            <p:spPr>
              <a:xfrm>
                <a:off x="838200" y="1825625"/>
                <a:ext cx="6171461"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200 Mbps</a:t>
                </a:r>
              </a:p>
              <a:p>
                <a:r>
                  <a:rPr lang="en-US" dirty="0"/>
                  <a:t>What are the bottleneck links? </a:t>
                </a:r>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endParaRPr lang="en-US" dirty="0"/>
              </a:p>
              <a:p>
                <a:r>
                  <a:rPr lang="en-US" dirty="0"/>
                  <a:t>What would be the download rates at each client? 1 Mbps</a:t>
                </a:r>
              </a:p>
              <a:p>
                <a:endParaRPr lang="en-IN" dirty="0"/>
              </a:p>
            </p:txBody>
          </p:sp>
        </mc:Choice>
        <mc:Fallback xmlns="">
          <p:sp>
            <p:nvSpPr>
              <p:cNvPr id="3" name="Content Placeholder 2">
                <a:extLst>
                  <a:ext uri="{FF2B5EF4-FFF2-40B4-BE49-F238E27FC236}">
                    <a16:creationId xmlns:a16="http://schemas.microsoft.com/office/drawing/2014/main" id="{281E237A-327E-FF13-3611-34BFCD66F6A1}"/>
                  </a:ext>
                </a:extLst>
              </p:cNvPr>
              <p:cNvSpPr>
                <a:spLocks noGrp="1" noRot="1" noChangeAspect="1" noMove="1" noResize="1" noEditPoints="1" noAdjustHandles="1" noChangeArrowheads="1" noChangeShapeType="1" noTextEdit="1"/>
              </p:cNvSpPr>
              <p:nvPr>
                <p:ph idx="1"/>
              </p:nvPr>
            </p:nvSpPr>
            <p:spPr>
              <a:xfrm>
                <a:off x="838200" y="1825625"/>
                <a:ext cx="6171461" cy="4351338"/>
              </a:xfrm>
              <a:blipFill>
                <a:blip r:embed="rId2"/>
                <a:stretch>
                  <a:fillRect l="-1779"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2488DD45-8F54-7D3E-9996-AE02F977D193}"/>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806778FE-68B4-8D4B-7CF5-05F1585138E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52D8EADC-E8D7-D363-444F-5C8E49E7B820}"/>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9A4A42D9-B88D-EA2F-D661-5792581AA8B6}"/>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F554A42D-7BE8-5EEA-68BF-02B2DE6A205D}"/>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161F7FCB-9C2B-7717-FE84-3F1D23556DBC}"/>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E53F8929-C5AE-9FDA-620C-A439334CF3EE}"/>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C4B7464F-3878-43B1-4379-875BBFEB31DE}"/>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02C4AD31-083C-DF22-C439-5216AA321A57}"/>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E6AC6862-AAD9-141F-075E-BE7D821BA30D}"/>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8DED44B9-529D-E891-EEEF-E152310C01B3}"/>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7A329E38-EB74-5FB4-7961-AE8D7F6ECC25}"/>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22A4A840-D9F6-3C91-0059-3A1CC6203626}"/>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2753EEFD-C489-9E4A-4B96-A9963449284E}"/>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D22FBC50-647F-89EC-A0D9-11327EEBBEA3}"/>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F9E1CEA1-CDA0-2718-774D-6A8A05B3CFF9}"/>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DCE27459-603F-C336-EA73-32ED247244DB}"/>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DB568A75-C2C9-DECF-FA4F-348DB8BFB326}"/>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A95EE7DE-DBDD-1C86-2453-31C16C5768F2}"/>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74B3926F-C55A-8E5A-DAEC-05252DCC74A6}"/>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5AA81B91-726C-A980-A6CC-A94FDB88E869}"/>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F01A0373-0C6E-4D73-3481-6862EE9FB3D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A50EBC95-A02A-BF28-4BB6-133495673E8E}"/>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AB03CC54-C58B-5F58-0CE1-366C988C3599}"/>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140A6A80-B27F-1D0B-66AB-FBFB57270D3B}"/>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72CE5D2A-842C-EBD8-F681-A7DCF221BE68}"/>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2914C93A-EAFB-EA76-4F3C-B3A3BFF3C2B4}"/>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B81D79D8-9D10-44B6-6D8E-3FFE54E20AA8}"/>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99D1EF10-8745-E452-1E07-6A3E874D24B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FC66BD9A-86E3-9450-4A76-F148BB17EAC5}"/>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6BE7A8C1-B373-EC31-B623-18E2ADF48054}"/>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91897BD9-B661-A8B5-562F-F3D83AFD3FC2}"/>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46219F79-D5C9-43A0-C295-1D581FC2BB23}"/>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097DBF49-A3F3-C1C0-EDC7-B0D6C8ABF869}"/>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10C33BE8-17EF-79F0-776B-1EC3707C0F25}"/>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4A34E121-FEE7-7C19-24B0-2018EEB9B7F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4A2B904D-EE2E-DA28-0156-6A510E0CA82A}"/>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ABC1C164-235D-8E07-7B76-A29785B9D30F}"/>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33A77C15-143E-2148-99AD-2E2CE4B277E6}"/>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D8CC0FCD-2ACA-A9C7-5917-B6F962C7D05C}"/>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3C67F765-F9C4-3B0D-098D-9917F7A98077}"/>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ADCDAD1E-05D7-9D77-F60B-5EA1CCADE76E}"/>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6022921B-3A43-171A-8141-3319DD2ED72B}"/>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EACA73D5-06D8-2D0E-BEBB-E82C943E9224}"/>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6CE6EDF9-875A-ABD6-302B-D8B0C3C61C82}"/>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D0DD8DB7-5CBE-44BD-431D-8A5B704AC2FF}"/>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68054B98-2AE0-0B29-03FB-4647FA770670}"/>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707597DF-2C4F-CE32-2CD1-36D0B4B29A61}"/>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1F164080-741D-D473-56B7-C8F92FFACC5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ACFD89FC-2B5C-43D3-34F3-4517B8BC2004}"/>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C2CDC060-C8CB-D272-3630-C2D52B320717}"/>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9DCD194C-E25E-DF0A-BF5F-03BD24529485}"/>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90ED9203-214E-17F6-2FA7-029DCF212AB9}"/>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FBBFAD5F-25A7-D503-D0A1-725561FBE913}"/>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FEA3B74E-0EF3-C4DB-33BD-25AF483F10C5}"/>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0FC0ED06-E61A-A4B1-2905-64C846586E98}"/>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60BB3DF8-82A5-7639-1F6C-D0752E9F5329}"/>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4C1182DF-8EC9-B22F-A931-B41A5187CC97}"/>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872E47D2-61C9-95F8-1A47-E41A9D04D4CC}"/>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91B0610F-C896-9710-1CF6-F8C9A8AE2574}"/>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E4B4F24F-A919-9D68-000B-F7C6DF791F52}"/>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86FBB817-AB1C-DA08-9834-179075A4B394}"/>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BC2A42A8-1D99-5050-F8C3-4D63D8E73730}"/>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E770C96A-9DDB-478D-8232-338D4F4C677E}"/>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FCE69F95-A8DB-57AE-2587-478E895CBB75}"/>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4A50358E-9C8F-617A-FF32-448C50509737}"/>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EA72C71A-4D01-2D0B-6E0F-71B0B2ECA79C}"/>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2890AE48-F77D-A07A-6EF9-BB265BF5E751}"/>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A928B399-A422-F997-31D3-46FD71B9EC37}"/>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AFA63B4E-9909-E9CA-A164-7860670EC84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4E2A49C5-2FCD-3BC7-1544-764E65EF0CB9}"/>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6B12DBF2-CB30-C951-8B29-9825E6E85727}"/>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B1FAD756-6715-899E-42EF-B543E48A10C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D41C6A05-39B4-EDF0-5E8B-7A8D5C766B91}"/>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3A3FE8AD-B072-678C-B918-E8FB9F245CC8}"/>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AAB5DE2B-BE9D-0C1E-D429-670447582AEE}"/>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3F256BDD-5E08-D2CA-6C4F-4CE63DFA2A88}"/>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68C0EA42-4B6F-7967-7B87-F83B726D9404}"/>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CC8EA3BE-5DCA-7015-22B7-5AF2C876737D}"/>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00F3A047-779D-A77B-8A4C-6045EA1FF035}"/>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CDF425CD-9581-5020-5139-70E0F5F46820}"/>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13C36E22-B1D2-DCDC-4DE0-8EDC8714B08C}"/>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538A8D81-A269-9879-FC76-A465F947DF36}"/>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0AA08B51-7444-7290-F836-C24C53089247}"/>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AB258C65-B8BF-6450-6B08-AF5D2E43693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0C528408-4515-4D4E-C57B-A4A846AA916E}"/>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C9A77310-3359-47F8-BCEF-388FA03D67E9}"/>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06AA7B20-4F6A-4B78-5FBE-20A8244E9810}"/>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363F6C43-E7FB-B885-7B71-24AF0DDDBF5A}"/>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209B583C-2870-CACC-9944-D2DCA4C19D5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C060A1E9-4078-80B8-0204-19E7722775C1}"/>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67F8F7E8-3768-B71F-618F-FAF925421EB0}"/>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2FCFCDCB-D043-3B6F-655C-1777F14C00F7}"/>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246DF89E-0C10-E8A9-A532-4A438978427D}"/>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FAC00821-9C44-6467-C8AA-FAD48741F5E4}"/>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1AA68E9A-D685-C036-DF50-F59DAB256C30}"/>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255BB482-67CD-B55C-9182-A40E66A3C4B9}"/>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2FA0C86-FD7B-FAC6-3179-A38E72B70B36}"/>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36B191CA-8113-A5D1-6A15-43700FD08B9A}"/>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0A6B9C9E-A6C6-B86A-5587-935E5DC3DD85}"/>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E3306483-5A32-F36F-3520-7DB74765BA64}"/>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AB518DF2-A861-8FB1-8322-2A7F456F50C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755E5EE0-5BAB-1420-E655-98F1BC348904}"/>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085B5360-51AE-DBF7-0B03-924724ECA5B8}"/>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7D7BDBF9-4610-4BE8-4349-473D782B559D}"/>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C9B4981F-3EEF-E768-89CB-B679BD0B8470}"/>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7238A0FC-FF2F-29F3-E25A-52351AB9F0CC}"/>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B80CC60D-0A59-736A-75A1-19CBD1F9D4E9}"/>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2EAF2DB3-FEB8-959A-C70F-BEE2DB963801}"/>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041E16AB-FB16-6D59-AEC0-6786A6141B50}"/>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21291E65-1622-6555-F251-A90E8607437F}"/>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1B054E52-084D-0850-C097-0CA83A171003}"/>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1967DC21-5BE1-007E-3199-3AB1A07D34A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D925BE27-F655-1A43-2767-DE9B69DE3FA6}"/>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9D1D55A-B450-E0D8-58EA-0BB027A4362F}"/>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6D1E3264-9CC1-DE31-8F60-42915CF0360D}"/>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DC286F1-8983-F914-E6C0-72195E86A2B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772053AE-0CDF-F5E1-6E45-DA7B98AA3EB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EEC9732D-6E53-A274-9FD8-CE0898000CD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A64C0788-0D04-6B5B-A70D-BF55A1E90176}"/>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7604DFAF-A8F5-4520-36D0-EB03B03BA7C3}"/>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3422AA11-94CB-7D50-60F4-9BA4A94DED1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39EE6752-84A8-EE22-E6DC-9766C5272B7A}"/>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224EA37F-02F2-E9A7-65E6-2C26FD39DE50}"/>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8F5B3745-C2D2-5C33-D067-C6E55584C7DF}"/>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30CF1C02-EF41-3E63-B828-CCE2DAFAEAC3}"/>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66DFF052-7CD7-CCC4-96C2-663DCD9BB85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01D5B2EC-D1A5-6E67-0B87-AEDAFFF8A0D9}"/>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508BAE24-EEC7-7647-C8D6-C2F33AB1F07E}"/>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384F3999-A200-A081-895E-350CEF1BBE88}"/>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81C52BBF-E2A6-87DF-6E85-6F48921F83E9}"/>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9B337732-1359-ACBF-A353-E753E3EC325E}"/>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882EBEAC-371D-41CC-080A-E79937ADF4A2}"/>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FFF7207-7B69-E3D1-2ACA-641104531058}"/>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601E7F1D-D312-3467-F31A-2F75B13D6402}"/>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EBB2A934-22B2-7863-B8AE-9613CB65BA91}"/>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A46DFF03-5CFA-B6D3-E2A4-7F884569367A}"/>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53FD92C8-5105-9325-0A8B-ED0408150145}"/>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54CE5C50-37BC-16B7-2001-021E57A5430A}"/>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A6273772-153A-B74F-EDFB-2DE57B68ED9D}"/>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D5E6730D-7D45-2953-917E-C6A3AEEADF1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2B1A3B7E-19AF-F265-4E9F-F3BBEE3E71FA}"/>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D8BD5A41-286B-18F9-84F9-CBB77D2EEE07}"/>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E226DE05-E111-1EE2-EC61-95E3F5A72F64}"/>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0F9A0FF9-209A-F3A8-70AC-D2C5D0A9AD0D}"/>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2DABE4C7-5A15-1775-9621-8743DEAA92F4}"/>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39AE63F8-36B9-68C4-2FD6-FD2FF3AF3A86}"/>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D33B0F03-AAF4-71AC-CA49-DC3B8F636E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1D846D0C-E3E5-BE61-187B-1F68507FB812}"/>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7C96B33E-756E-01C6-B7AC-0576EFF37CB8}"/>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59E87D0E-E32A-F954-B45C-790EDA4CB6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9177F61C-17A2-F70D-F2E7-3280F7FD818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FE5A1B1D-414E-62BF-5AE0-231FAEC47017}"/>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7A4691F5-5FE4-4BB7-83EB-7E569CBC18E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95C0BC8C-2A13-BBF7-A74C-1E3CB9310CA9}"/>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BE9EBB57-D156-1FE1-CA2B-18FCBA1A7DE1}"/>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218388578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38466-65A3-6A49-9418-8CF44B86BB7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BDAF01-FE64-81B7-8C4F-F0365C9C4B7A}"/>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0C5CA82F-7334-D1D0-4D12-932F6721F0F1}"/>
                  </a:ext>
                </a:extLst>
              </p:cNvPr>
              <p:cNvSpPr>
                <a:spLocks noGrp="1"/>
              </p:cNvSpPr>
              <p:nvPr>
                <p:ph idx="1"/>
              </p:nvPr>
            </p:nvSpPr>
            <p:spPr>
              <a:xfrm>
                <a:off x="838200" y="1825625"/>
                <a:ext cx="6281057"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5 Mbps</a:t>
                </a:r>
              </a:p>
              <a:p>
                <a:r>
                  <a:rPr lang="en-US" dirty="0"/>
                  <a:t>What are the bottleneck links? </a:t>
                </a:r>
              </a:p>
              <a:p>
                <a:r>
                  <a:rPr lang="en-US" dirty="0"/>
                  <a:t>What would be the download rates at each client? </a:t>
                </a:r>
              </a:p>
              <a:p>
                <a:endParaRPr lang="en-IN" dirty="0"/>
              </a:p>
            </p:txBody>
          </p:sp>
        </mc:Choice>
        <mc:Fallback xmlns="">
          <p:sp>
            <p:nvSpPr>
              <p:cNvPr id="3" name="Content Placeholder 2">
                <a:extLst>
                  <a:ext uri="{FF2B5EF4-FFF2-40B4-BE49-F238E27FC236}">
                    <a16:creationId xmlns:a16="http://schemas.microsoft.com/office/drawing/2014/main" id="{0C5CA82F-7334-D1D0-4D12-932F6721F0F1}"/>
                  </a:ext>
                </a:extLst>
              </p:cNvPr>
              <p:cNvSpPr>
                <a:spLocks noGrp="1" noRot="1" noChangeAspect="1" noMove="1" noResize="1" noEditPoints="1" noAdjustHandles="1" noChangeArrowheads="1" noChangeShapeType="1" noTextEdit="1"/>
              </p:cNvSpPr>
              <p:nvPr>
                <p:ph idx="1"/>
              </p:nvPr>
            </p:nvSpPr>
            <p:spPr>
              <a:xfrm>
                <a:off x="838200" y="1825625"/>
                <a:ext cx="6281057" cy="4351338"/>
              </a:xfrm>
              <a:blipFill>
                <a:blip r:embed="rId2"/>
                <a:stretch>
                  <a:fillRect l="-1748" t="-224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D80D7D06-9AE2-83E2-EBEE-774D3AF75DAE}"/>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BAC14788-4C3C-AC66-E033-00AF4870B64C}"/>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7E174020-3959-A8D3-BDE6-49FD022331A5}"/>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4DBC0EC0-5DFE-887C-32A6-735C9E0AAC74}"/>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82E12F2F-F603-70DD-56BD-D94B89CC1575}"/>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257D8181-15B8-D613-2EBC-314596732E59}"/>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35BEC0C3-C9E1-E73B-7EC1-F9F4F93256AA}"/>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6EF1B3F2-5276-B51B-2F5F-897A2BEEF0C6}"/>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4000671B-7961-2218-FE82-0AE3E30D31E5}"/>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C046D95C-9174-93D6-830A-DC194AA2D6D7}"/>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A0BDC39F-EAEA-945C-259B-322E391EF1CC}"/>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FA5D86D7-3074-8113-3424-481A81029F67}"/>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FF845543-F4A2-B5D2-6A22-CC620477867A}"/>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810C8DBB-2E89-3C16-E92C-BD601A3DABBB}"/>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DBB11647-F4F5-74A3-1B06-D277817CF196}"/>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69DF70D9-0079-5757-8250-3DCE8FA6891C}"/>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C4040760-DCF6-0381-5890-04950361886F}"/>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44AE41AF-5961-BE41-15F8-DE7060F69A03}"/>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2CC192A0-088C-C12A-43AF-462180FCF85E}"/>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FAF22AD4-0D57-89CE-61B8-7FAFD2A599E3}"/>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E2EAF8BF-82A7-5DE4-C185-731951600661}"/>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9E1A973D-C791-DF82-4878-F2F935FD2BE0}"/>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6FA7E036-51EA-7DB7-3E3D-56AC15703A9A}"/>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D6C8DCBA-B590-3F0A-7D91-D87714DE6595}"/>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A5A177F7-BBCC-6089-4855-457B8543B85C}"/>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9D88D624-4221-25EE-D695-B16A488A02E5}"/>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CC897E63-7902-B367-BEB3-CEBFA3466C2E}"/>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14A69C15-137D-16DD-179B-08C214EB546C}"/>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E427BE83-D5FC-A9EE-7A66-65C4EC748C8B}"/>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A88B404E-319E-E18A-47E0-860CFC0BFA96}"/>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8585AAF7-C1E8-7EB6-79F9-7A3A5CC3725E}"/>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B4D2D2DD-FAB5-2FE6-A79F-3C5FFC59D792}"/>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294121E4-F1BF-C0AE-C182-C41568E236DC}"/>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A94A50C3-675F-08F6-8120-3109ECDAB687}"/>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040D94C5-3F92-5AF2-DA19-BF0F612B84C3}"/>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3A0DA12A-DF1E-2ADD-3D53-DF8750C5A6F1}"/>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59C0C161-1DBF-63AB-B822-C67A4C8DB7B8}"/>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834C7E71-6578-40E8-91B4-58E461837525}"/>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A57916C4-8DFF-C37C-510C-EFC885F13839}"/>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B9E71A03-BC75-5778-1DB7-BE2492F56037}"/>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DC913FDC-31EA-38EB-9261-C674104AC2EC}"/>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AF98CFE1-FE7B-334A-BE89-682BCDE269AC}"/>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90AEA054-C0D2-7026-65C2-70C3BC32FB82}"/>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C1EEFBD4-77A0-F0CD-849E-8113A40AC088}"/>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A0098B67-E260-A220-E26B-FB7A7268A03A}"/>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C47BC50B-B74C-207F-5C06-1264924104B3}"/>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29B48FEE-55B0-A9D0-5FF5-B5B7E24EBFFB}"/>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4535DCA9-B8A8-B942-FF1F-551AC1833210}"/>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3DAC49DC-EDEC-5DA4-F127-86E9DD6DC0F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B6ED0680-2AD1-4D4C-8FD9-29AF62F7CB49}"/>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58864EF6-19D7-A857-6F6D-43AA62EBAC2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50392114-4150-364E-E002-EE6563D12A74}"/>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3FC2EFB9-D44D-6076-B07B-872700F8C4C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18434F11-72D0-0444-0AC8-B7507B028CF8}"/>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A2DAE69F-CE55-DD17-3F72-C7ADFDD5903B}"/>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3C4905D5-BA30-5884-4156-4BE2F8483F3C}"/>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92C19656-134A-6B56-DF39-E819D9C0BD55}"/>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7206443D-CAEE-B081-4892-95358E1FF730}"/>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1B4FC297-1D24-B883-8F8D-0DF387F4790E}"/>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E6B2B9BC-9DC7-59D5-C507-173104DE65C7}"/>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C1EF4A2C-24B0-E037-E319-73F02C8A66E9}"/>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F0944609-7DD9-663A-9B82-CB1DE4337F72}"/>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5B6AE20B-A865-4BCB-4032-904B5B97BB7E}"/>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E680543D-3349-0DDA-4842-B76C86F9A23A}"/>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E6A3C5FC-2E6F-EFAB-7C07-C65AA3B0B241}"/>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93DFE636-D934-7BE0-0D3B-B50EA2527A42}"/>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9793347D-0F6B-E309-53EF-1C6B06118221}"/>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9A5F4747-4B2E-DAFC-1CF1-56D821A86767}"/>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E0195930-84B3-4A6F-BE79-3BF1E73E000C}"/>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F6C6823E-0739-47AC-31CD-094C297BAD99}"/>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9289E908-78B0-E1FA-18D6-2C17996E9021}"/>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DD35E766-A77E-D276-6BCB-AA1867514DD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F6C6AD67-DF2E-AB7E-B9C3-550078A063A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2C80E033-30B9-BEB3-334D-BC70AC7BAFE4}"/>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8AB7D851-672C-77C5-A1A9-7E2F88021D0B}"/>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AB91E368-38D7-EA02-4EA3-C6A408DDA3F4}"/>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432D2DBB-B656-6BB6-BD62-29222AE05BDD}"/>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94CB3736-CC99-4CA8-3F94-51851A9D759E}"/>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D286215B-2A44-EDA2-8E73-AEAFCA81167B}"/>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37EBA617-85F4-B0AE-64E6-8E95AA22E5C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8B5E1334-66B8-A8AB-A881-A15F9CAB9A88}"/>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075207C7-CD24-2160-A3A2-4CD6DE65D67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4864CCAD-8E44-9FDB-B771-4AC8C65FF311}"/>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0B6F74E9-D28B-8E94-A8EB-E6F3992E9B33}"/>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18A9F563-1AB4-E57B-323E-4751FE8196FE}"/>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56210E2E-A40A-E99C-4603-D88012B1582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DA57915E-5A47-65DA-9F10-E828D6B461DD}"/>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C4EA3F95-9006-E4FB-5601-18724000392A}"/>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1DA253B4-8777-9C01-72B0-988AB655E580}"/>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E46509C8-6CDB-A918-8A45-D1CEA34A8C34}"/>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37A3E2BF-B484-8890-8D29-593C3A130094}"/>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5AE1360A-BA1D-1D7B-92CB-257E454FB60C}"/>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16C84FEC-A665-79D0-375C-B5B1C8426948}"/>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2E07517D-7C37-84D9-D386-078FA6C79CFE}"/>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1898BE4D-F4F7-0F1E-4C14-DF48C027C88A}"/>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7B50D9E2-A385-042D-1D98-6A13E27E9C72}"/>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6271AFDE-1DD1-778B-2E4F-75353A27CB90}"/>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75260353-E6A5-63D6-5DBF-16C429B4396A}"/>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978E5B4A-CBBD-CCA4-F608-199D94E7784B}"/>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D7DC3091-8292-E1B5-9624-260378CC39EE}"/>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4303B146-F7B9-CB3E-FD02-DA84E9E69BFA}"/>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9BEF96C6-3487-C3C6-78C6-810D18C6BDE3}"/>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14A42A57-1E47-8975-CB66-83B6A2AB242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3F487A67-536C-78FF-3A82-BAF4D243F7BE}"/>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018A292C-A8D4-7A13-55F1-CE2F75DA7AC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793CAD1F-63E2-0C94-7ED2-6818C00D7D38}"/>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E13DD142-60BC-3024-CE5A-9B36549425B1}"/>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AEF36D3E-859E-5DF8-01FF-EAA417F82096}"/>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E0E0D444-E2C9-9E49-CE74-834617ACB73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0FE94F73-FD3D-DE01-AEC3-4AE8540E013B}"/>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2EF064D2-B55D-5480-94FD-FAFE6AD2CA1F}"/>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299C0329-0186-BCB5-4B58-D6B10721D447}"/>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DEBAF90A-B878-38A7-4570-D6E3BF3CBDD1}"/>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B97868D3-0EBF-AD09-C42C-3A81035400B5}"/>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E6E60B1A-63AB-CEE3-D70C-DDF708995176}"/>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F3AA7586-D068-24EA-934E-958BF33ED603}"/>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11CFB446-9BBE-5950-674C-1AB1B1ACE30D}"/>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A5F55D9C-0B1B-0ADE-64AB-43ADAB44E0CD}"/>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EB5A1BBA-FF05-CAC2-E206-213C63EE4229}"/>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11F630FB-8F46-9C44-A22F-F4FADD5EA338}"/>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4D5FFE77-E42D-261E-32BB-F59734C27286}"/>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869A1BF6-CCE2-EC0C-D3B8-8F283F2D2AB5}"/>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9B31D226-591E-3BF7-8BB1-80B46A067389}"/>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D6E79CE6-D245-3B4A-7462-3F5F024469EC}"/>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81837EE6-50EC-9E5A-B582-F07D1BD90938}"/>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8D9FC785-624A-6019-837C-2E4A430E90B0}"/>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47961105-99E1-A5BD-037D-6D421E32B671}"/>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31A313AA-7D57-7A60-0641-8D0DF5AD817B}"/>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2E8E9E3C-BCD2-3924-9FE1-D90DC783CA7F}"/>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AEDE3DDC-DFEB-7370-491D-0BB2554879AF}"/>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94C227D9-CDC8-BECC-513C-288A14AF5EC2}"/>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A6A810C5-CA06-7D67-D057-120BF17B59DD}"/>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12C76E8A-F9F8-C3DF-6125-505E3763AABA}"/>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0140F96-E03F-AF9F-BA9D-3512F1F0F2F5}"/>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734FDE24-36FE-6B98-DB7F-9251A241828D}"/>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9643DA38-576C-8458-0D54-5DCC6A8F8300}"/>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E86A2DA7-1A0B-5EE7-B463-CE28B60DF5F6}"/>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4C7C7022-2990-4916-0256-D35188836F1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98298745-BD0E-32D2-C2CF-80EB88092EFF}"/>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F598353A-2549-2F3E-BD3E-2249BDA57E17}"/>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2DDEF903-5D12-3001-7F4A-0A64CD104C32}"/>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6D7DCA8F-DA85-6CFC-10F5-E360E7A2B572}"/>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7E0E2003-C043-1C5B-97EE-4D37AE9053BF}"/>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53206A2D-E18F-8AF8-ADEB-4B2BEF29FBB0}"/>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E72D7084-ABD1-DA0F-6B67-4AD930B234FC}"/>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CD847BC6-F6F3-7447-4F70-A05D532B126A}"/>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C71EDB3D-8A03-7B54-078A-973EE4E77E22}"/>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F9380C76-C6FB-F6F5-39D0-22774F86290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A8CDC7E6-6E93-B713-8C8C-8680DB0F81E0}"/>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9E87A454-ACE0-2C0A-28BC-F764121D15F7}"/>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4F7A4EC8-4317-FDA8-ED0C-D7DA0FF9A8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3131D081-A977-9F6B-1ECA-BCE77096103A}"/>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8AF1AA29-FF8B-5E2B-C2D5-811E622E1C32}"/>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92E030C3-CAC0-3198-BDB5-146B8AB63FC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4540EAC8-0D1C-4FFC-54C8-5B32F8CCE7F6}"/>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577A1DB3-9C41-3101-55A2-C50C1A01953D}"/>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375680424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7B81CB-6AEA-B823-B08A-80E622BC51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A400D8-4954-B977-B3E0-5171F6DA2F2E}"/>
              </a:ext>
            </a:extLst>
          </p:cNvPr>
          <p:cNvSpPr>
            <a:spLocks noGrp="1"/>
          </p:cNvSpPr>
          <p:nvPr>
            <p:ph type="title"/>
          </p:nvPr>
        </p:nvSpPr>
        <p:spPr/>
        <p:txBody>
          <a:bodyPr/>
          <a:lstStyle/>
          <a:p>
            <a:r>
              <a:rPr lang="en-IN" dirty="0"/>
              <a:t>The real internet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C938393-9A13-1D5E-ECB0-33A730EB0E66}"/>
                  </a:ext>
                </a:extLst>
              </p:cNvPr>
              <p:cNvSpPr>
                <a:spLocks noGrp="1"/>
              </p:cNvSpPr>
              <p:nvPr>
                <p:ph idx="1"/>
              </p:nvPr>
            </p:nvSpPr>
            <p:spPr>
              <a:xfrm>
                <a:off x="838200" y="1825625"/>
                <a:ext cx="5652989" cy="4351338"/>
              </a:xfrm>
            </p:spPr>
            <p:txBody>
              <a:bodyPr/>
              <a:lstStyle/>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𝑠</m:t>
                        </m:r>
                      </m:sub>
                    </m:sSub>
                  </m:oMath>
                </a14:m>
                <a:r>
                  <a:rPr lang="en-US" dirty="0"/>
                  <a:t> = 2 Mbps</a:t>
                </a:r>
              </a:p>
              <a:p>
                <a14:m>
                  <m:oMath xmlns:m="http://schemas.openxmlformats.org/officeDocument/2006/math">
                    <m:sSub>
                      <m:sSubPr>
                        <m:ctrlPr>
                          <a:rPr lang="en-IN" b="0" i="1" smtClean="0">
                            <a:latin typeface="Cambria Math" panose="02040503050406030204" pitchFamily="18" charset="0"/>
                          </a:rPr>
                        </m:ctrlPr>
                      </m:sSubPr>
                      <m:e>
                        <m:r>
                          <a:rPr lang="en-IN" b="0" i="1" smtClean="0">
                            <a:latin typeface="Cambria Math" panose="02040503050406030204" pitchFamily="18" charset="0"/>
                          </a:rPr>
                          <m:t>𝑅</m:t>
                        </m:r>
                      </m:e>
                      <m:sub>
                        <m:r>
                          <a:rPr lang="en-IN" b="0" i="1" smtClean="0">
                            <a:latin typeface="Cambria Math" panose="02040503050406030204" pitchFamily="18" charset="0"/>
                          </a:rPr>
                          <m:t>𝐶</m:t>
                        </m:r>
                      </m:sub>
                    </m:sSub>
                  </m:oMath>
                </a14:m>
                <a:r>
                  <a:rPr lang="en-US" dirty="0"/>
                  <a:t> = 1 Mbps</a:t>
                </a:r>
              </a:p>
              <a:p>
                <a14:m>
                  <m:oMath xmlns:m="http://schemas.openxmlformats.org/officeDocument/2006/math">
                    <m:r>
                      <a:rPr lang="en-IN" b="0" i="1" smtClean="0">
                        <a:latin typeface="Cambria Math" panose="02040503050406030204" pitchFamily="18" charset="0"/>
                      </a:rPr>
                      <m:t>𝑅</m:t>
                    </m:r>
                  </m:oMath>
                </a14:m>
                <a:r>
                  <a:rPr lang="en-US" dirty="0"/>
                  <a:t> = 5 Mbps</a:t>
                </a:r>
              </a:p>
              <a:p>
                <a:r>
                  <a:rPr lang="en-US" dirty="0"/>
                  <a:t>What is the bottleneck link? R</a:t>
                </a:r>
              </a:p>
              <a:p>
                <a:r>
                  <a:rPr lang="en-US" dirty="0"/>
                  <a:t>What would be the download rates at each client? 500 Kbps</a:t>
                </a:r>
              </a:p>
              <a:p>
                <a:endParaRPr lang="en-IN" dirty="0"/>
              </a:p>
            </p:txBody>
          </p:sp>
        </mc:Choice>
        <mc:Fallback xmlns="">
          <p:sp>
            <p:nvSpPr>
              <p:cNvPr id="3" name="Content Placeholder 2">
                <a:extLst>
                  <a:ext uri="{FF2B5EF4-FFF2-40B4-BE49-F238E27FC236}">
                    <a16:creationId xmlns:a16="http://schemas.microsoft.com/office/drawing/2014/main" id="{2C938393-9A13-1D5E-ECB0-33A730EB0E66}"/>
                  </a:ext>
                </a:extLst>
              </p:cNvPr>
              <p:cNvSpPr>
                <a:spLocks noGrp="1" noRot="1" noChangeAspect="1" noMove="1" noResize="1" noEditPoints="1" noAdjustHandles="1" noChangeArrowheads="1" noChangeShapeType="1" noTextEdit="1"/>
              </p:cNvSpPr>
              <p:nvPr>
                <p:ph idx="1"/>
              </p:nvPr>
            </p:nvSpPr>
            <p:spPr>
              <a:xfrm>
                <a:off x="838200" y="1825625"/>
                <a:ext cx="5652989" cy="4351338"/>
              </a:xfrm>
              <a:blipFill>
                <a:blip r:embed="rId2"/>
                <a:stretch>
                  <a:fillRect l="-1942" t="-2241" r="-971"/>
                </a:stretch>
              </a:blipFill>
            </p:spPr>
            <p:txBody>
              <a:bodyPr/>
              <a:lstStyle/>
              <a:p>
                <a:r>
                  <a:rPr lang="en-IN">
                    <a:noFill/>
                  </a:rPr>
                  <a:t> </a:t>
                </a:r>
              </a:p>
            </p:txBody>
          </p:sp>
        </mc:Fallback>
      </mc:AlternateContent>
      <p:grpSp>
        <p:nvGrpSpPr>
          <p:cNvPr id="4" name="Group 3">
            <a:extLst>
              <a:ext uri="{FF2B5EF4-FFF2-40B4-BE49-F238E27FC236}">
                <a16:creationId xmlns:a16="http://schemas.microsoft.com/office/drawing/2014/main" id="{3AE7589A-3EBD-9561-9B19-23D6FE762A68}"/>
              </a:ext>
            </a:extLst>
          </p:cNvPr>
          <p:cNvGrpSpPr/>
          <p:nvPr/>
        </p:nvGrpSpPr>
        <p:grpSpPr>
          <a:xfrm>
            <a:off x="6803544" y="911944"/>
            <a:ext cx="4754562" cy="5021997"/>
            <a:chOff x="6096000" y="1390614"/>
            <a:chExt cx="4754562" cy="5021997"/>
          </a:xfrm>
        </p:grpSpPr>
        <p:sp>
          <p:nvSpPr>
            <p:cNvPr id="5" name="Text Box 44">
              <a:extLst>
                <a:ext uri="{FF2B5EF4-FFF2-40B4-BE49-F238E27FC236}">
                  <a16:creationId xmlns:a16="http://schemas.microsoft.com/office/drawing/2014/main" id="{FA1F5EEE-F0C4-8FCF-2E1E-F41C68FA2599}"/>
                </a:ext>
              </a:extLst>
            </p:cNvPr>
            <p:cNvSpPr txBox="1">
              <a:spLocks noChangeArrowheads="1"/>
            </p:cNvSpPr>
            <p:nvPr/>
          </p:nvSpPr>
          <p:spPr bwMode="auto">
            <a:xfrm>
              <a:off x="6096000" y="5581614"/>
              <a:ext cx="4754562"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10 connections (fairly) share backbone bottleneck link </a:t>
              </a:r>
              <a:r>
                <a:rPr kumimoji="0" lang="en-US" altLang="en-US" sz="2400" b="0" i="1"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24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 </a:t>
              </a: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bits/sec</a:t>
              </a:r>
            </a:p>
          </p:txBody>
        </p:sp>
        <p:sp>
          <p:nvSpPr>
            <p:cNvPr id="6" name="Freeform 296">
              <a:extLst>
                <a:ext uri="{FF2B5EF4-FFF2-40B4-BE49-F238E27FC236}">
                  <a16:creationId xmlns:a16="http://schemas.microsoft.com/office/drawing/2014/main" id="{3F7B248D-965E-C8A5-DE39-793B304D397A}"/>
                </a:ext>
              </a:extLst>
            </p:cNvPr>
            <p:cNvSpPr>
              <a:spLocks/>
            </p:cNvSpPr>
            <p:nvPr/>
          </p:nvSpPr>
          <p:spPr bwMode="auto">
            <a:xfrm>
              <a:off x="6742112" y="2666964"/>
              <a:ext cx="3127375" cy="1498600"/>
            </a:xfrm>
            <a:custGeom>
              <a:avLst/>
              <a:gdLst>
                <a:gd name="T0" fmla="*/ 2147483647 w 1877"/>
                <a:gd name="T1" fmla="*/ 2147483647 h 917"/>
                <a:gd name="T2" fmla="*/ 2147483647 w 1877"/>
                <a:gd name="T3" fmla="*/ 2147483647 h 917"/>
                <a:gd name="T4" fmla="*/ 2147483647 w 1877"/>
                <a:gd name="T5" fmla="*/ 2147483647 h 917"/>
                <a:gd name="T6" fmla="*/ 2147483647 w 1877"/>
                <a:gd name="T7" fmla="*/ 2147483647 h 917"/>
                <a:gd name="T8" fmla="*/ 2147483647 w 1877"/>
                <a:gd name="T9" fmla="*/ 2147483647 h 917"/>
                <a:gd name="T10" fmla="*/ 2147483647 w 1877"/>
                <a:gd name="T11" fmla="*/ 2147483647 h 917"/>
                <a:gd name="T12" fmla="*/ 2147483647 w 1877"/>
                <a:gd name="T13" fmla="*/ 2147483647 h 917"/>
                <a:gd name="T14" fmla="*/ 2147483647 w 1877"/>
                <a:gd name="T15" fmla="*/ 2147483647 h 917"/>
                <a:gd name="T16" fmla="*/ 2147483647 w 1877"/>
                <a:gd name="T17" fmla="*/ 2147483647 h 917"/>
                <a:gd name="T18" fmla="*/ 2147483647 w 1877"/>
                <a:gd name="T19" fmla="*/ 2147483647 h 917"/>
                <a:gd name="T20" fmla="*/ 2147483647 w 1877"/>
                <a:gd name="T21" fmla="*/ 2147483647 h 917"/>
                <a:gd name="T22" fmla="*/ 2147483647 w 1877"/>
                <a:gd name="T23" fmla="*/ 2147483647 h 917"/>
                <a:gd name="T24" fmla="*/ 2147483647 w 1877"/>
                <a:gd name="T25" fmla="*/ 2147483647 h 917"/>
                <a:gd name="T26" fmla="*/ 2147483647 w 1877"/>
                <a:gd name="T27" fmla="*/ 2147483647 h 917"/>
                <a:gd name="T28" fmla="*/ 2147483647 w 1877"/>
                <a:gd name="T29" fmla="*/ 2147483647 h 917"/>
                <a:gd name="T30" fmla="*/ 2147483647 w 1877"/>
                <a:gd name="T31" fmla="*/ 2147483647 h 917"/>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w 1877"/>
                <a:gd name="T49" fmla="*/ 0 h 917"/>
                <a:gd name="T50" fmla="*/ 1877 w 1877"/>
                <a:gd name="T51" fmla="*/ 917 h 917"/>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T48" t="T49" r="T50" b="T51"/>
              <a:pathLst>
                <a:path w="1877" h="917">
                  <a:moveTo>
                    <a:pt x="889" y="23"/>
                  </a:moveTo>
                  <a:cubicBezTo>
                    <a:pt x="804" y="39"/>
                    <a:pt x="771" y="98"/>
                    <a:pt x="692" y="109"/>
                  </a:cubicBezTo>
                  <a:cubicBezTo>
                    <a:pt x="613" y="120"/>
                    <a:pt x="511" y="81"/>
                    <a:pt x="415" y="91"/>
                  </a:cubicBezTo>
                  <a:cubicBezTo>
                    <a:pt x="319" y="101"/>
                    <a:pt x="174" y="126"/>
                    <a:pt x="112" y="170"/>
                  </a:cubicBezTo>
                  <a:cubicBezTo>
                    <a:pt x="51" y="214"/>
                    <a:pt x="66" y="294"/>
                    <a:pt x="50" y="353"/>
                  </a:cubicBezTo>
                  <a:cubicBezTo>
                    <a:pt x="34" y="412"/>
                    <a:pt x="0" y="479"/>
                    <a:pt x="14" y="528"/>
                  </a:cubicBezTo>
                  <a:cubicBezTo>
                    <a:pt x="29" y="577"/>
                    <a:pt x="57" y="608"/>
                    <a:pt x="139" y="650"/>
                  </a:cubicBezTo>
                  <a:cubicBezTo>
                    <a:pt x="221" y="692"/>
                    <a:pt x="372" y="742"/>
                    <a:pt x="505" y="781"/>
                  </a:cubicBezTo>
                  <a:cubicBezTo>
                    <a:pt x="638" y="820"/>
                    <a:pt x="789" y="866"/>
                    <a:pt x="933" y="886"/>
                  </a:cubicBezTo>
                  <a:cubicBezTo>
                    <a:pt x="1077" y="906"/>
                    <a:pt x="1246" y="917"/>
                    <a:pt x="1370" y="901"/>
                  </a:cubicBezTo>
                  <a:cubicBezTo>
                    <a:pt x="1494" y="885"/>
                    <a:pt x="1594" y="839"/>
                    <a:pt x="1676" y="793"/>
                  </a:cubicBezTo>
                  <a:cubicBezTo>
                    <a:pt x="1758" y="747"/>
                    <a:pt x="1843" y="720"/>
                    <a:pt x="1860" y="624"/>
                  </a:cubicBezTo>
                  <a:cubicBezTo>
                    <a:pt x="1877" y="528"/>
                    <a:pt x="1835" y="306"/>
                    <a:pt x="1776" y="219"/>
                  </a:cubicBezTo>
                  <a:cubicBezTo>
                    <a:pt x="1717" y="132"/>
                    <a:pt x="1599" y="134"/>
                    <a:pt x="1503" y="100"/>
                  </a:cubicBezTo>
                  <a:cubicBezTo>
                    <a:pt x="1407" y="66"/>
                    <a:pt x="1302" y="26"/>
                    <a:pt x="1200" y="13"/>
                  </a:cubicBezTo>
                  <a:cubicBezTo>
                    <a:pt x="1098" y="0"/>
                    <a:pt x="974" y="7"/>
                    <a:pt x="889" y="23"/>
                  </a:cubicBezTo>
                  <a:close/>
                </a:path>
              </a:pathLst>
            </a:custGeom>
            <a:solidFill>
              <a:srgbClr val="9CDFF9"/>
            </a:solidFill>
            <a:ln>
              <a:noFill/>
            </a:ln>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 name="Text Box 35">
              <a:extLst>
                <a:ext uri="{FF2B5EF4-FFF2-40B4-BE49-F238E27FC236}">
                  <a16:creationId xmlns:a16="http://schemas.microsoft.com/office/drawing/2014/main" id="{FEDA4FED-CDA6-F04C-82C7-14BF1CB6B2DE}"/>
                </a:ext>
              </a:extLst>
            </p:cNvPr>
            <p:cNvSpPr txBox="1">
              <a:spLocks noChangeArrowheads="1"/>
            </p:cNvSpPr>
            <p:nvPr/>
          </p:nvSpPr>
          <p:spPr bwMode="auto">
            <a:xfrm>
              <a:off x="6605587" y="2290727"/>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 name="Oval 40">
              <a:extLst>
                <a:ext uri="{FF2B5EF4-FFF2-40B4-BE49-F238E27FC236}">
                  <a16:creationId xmlns:a16="http://schemas.microsoft.com/office/drawing/2014/main" id="{E0FC7013-CAE4-1858-BB43-69A0029201E8}"/>
                </a:ext>
              </a:extLst>
            </p:cNvPr>
            <p:cNvSpPr>
              <a:spLocks noChangeArrowheads="1"/>
            </p:cNvSpPr>
            <p:nvPr/>
          </p:nvSpPr>
          <p:spPr bwMode="auto">
            <a:xfrm rot="5400000">
              <a:off x="8470106" y="3718683"/>
              <a:ext cx="50800" cy="525462"/>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9" name="Rectangle 41">
              <a:extLst>
                <a:ext uri="{FF2B5EF4-FFF2-40B4-BE49-F238E27FC236}">
                  <a16:creationId xmlns:a16="http://schemas.microsoft.com/office/drawing/2014/main" id="{0A9880D7-10CD-ED44-4881-10C7AF2F45D4}"/>
                </a:ext>
              </a:extLst>
            </p:cNvPr>
            <p:cNvSpPr>
              <a:spLocks noChangeArrowheads="1"/>
            </p:cNvSpPr>
            <p:nvPr/>
          </p:nvSpPr>
          <p:spPr bwMode="auto">
            <a:xfrm rot="5400000">
              <a:off x="8003381" y="3224971"/>
              <a:ext cx="984250" cy="525462"/>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0" name="Oval 42">
              <a:extLst>
                <a:ext uri="{FF2B5EF4-FFF2-40B4-BE49-F238E27FC236}">
                  <a16:creationId xmlns:a16="http://schemas.microsoft.com/office/drawing/2014/main" id="{427DB41F-5680-F6D4-F617-2A551B537B46}"/>
                </a:ext>
              </a:extLst>
            </p:cNvPr>
            <p:cNvSpPr>
              <a:spLocks noChangeArrowheads="1"/>
            </p:cNvSpPr>
            <p:nvPr/>
          </p:nvSpPr>
          <p:spPr bwMode="auto">
            <a:xfrm rot="5400000">
              <a:off x="8474075" y="2739989"/>
              <a:ext cx="52387" cy="525463"/>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 name="Rectangle 43">
              <a:extLst>
                <a:ext uri="{FF2B5EF4-FFF2-40B4-BE49-F238E27FC236}">
                  <a16:creationId xmlns:a16="http://schemas.microsoft.com/office/drawing/2014/main" id="{AC45EED4-1316-677A-2CF7-8F519A83A082}"/>
                </a:ext>
              </a:extLst>
            </p:cNvPr>
            <p:cNvSpPr>
              <a:spLocks noChangeArrowheads="1"/>
            </p:cNvSpPr>
            <p:nvPr/>
          </p:nvSpPr>
          <p:spPr bwMode="auto">
            <a:xfrm rot="5400000">
              <a:off x="8474075" y="3711539"/>
              <a:ext cx="31750" cy="511175"/>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2" name="Oval 31">
              <a:extLst>
                <a:ext uri="{FF2B5EF4-FFF2-40B4-BE49-F238E27FC236}">
                  <a16:creationId xmlns:a16="http://schemas.microsoft.com/office/drawing/2014/main" id="{26A1614E-7FFE-3711-6DA7-663ADFD181D5}"/>
                </a:ext>
              </a:extLst>
            </p:cNvPr>
            <p:cNvSpPr>
              <a:spLocks noChangeArrowheads="1"/>
            </p:cNvSpPr>
            <p:nvPr/>
          </p:nvSpPr>
          <p:spPr bwMode="auto">
            <a:xfrm rot="1792560">
              <a:off x="7480300" y="2614577"/>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3" name="Rectangle 32">
              <a:extLst>
                <a:ext uri="{FF2B5EF4-FFF2-40B4-BE49-F238E27FC236}">
                  <a16:creationId xmlns:a16="http://schemas.microsoft.com/office/drawing/2014/main" id="{9A6A7D32-CFB7-9E05-FFB8-D3F3EE651D40}"/>
                </a:ext>
              </a:extLst>
            </p:cNvPr>
            <p:cNvSpPr>
              <a:spLocks noChangeArrowheads="1"/>
            </p:cNvSpPr>
            <p:nvPr/>
          </p:nvSpPr>
          <p:spPr bwMode="auto">
            <a:xfrm rot="1792560">
              <a:off x="6815137" y="2411377"/>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4" name="Oval 33">
              <a:extLst>
                <a:ext uri="{FF2B5EF4-FFF2-40B4-BE49-F238E27FC236}">
                  <a16:creationId xmlns:a16="http://schemas.microsoft.com/office/drawing/2014/main" id="{FC3012DA-1706-F2C3-6CFD-D00C2AAD88EC}"/>
                </a:ext>
              </a:extLst>
            </p:cNvPr>
            <p:cNvSpPr>
              <a:spLocks noChangeArrowheads="1"/>
            </p:cNvSpPr>
            <p:nvPr/>
          </p:nvSpPr>
          <p:spPr bwMode="auto">
            <a:xfrm rot="1792560">
              <a:off x="6850062" y="22113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 name="Rectangle 34">
              <a:extLst>
                <a:ext uri="{FF2B5EF4-FFF2-40B4-BE49-F238E27FC236}">
                  <a16:creationId xmlns:a16="http://schemas.microsoft.com/office/drawing/2014/main" id="{B5633277-5990-572B-95C8-16C614839A69}"/>
                </a:ext>
              </a:extLst>
            </p:cNvPr>
            <p:cNvSpPr>
              <a:spLocks noChangeArrowheads="1"/>
            </p:cNvSpPr>
            <p:nvPr/>
          </p:nvSpPr>
          <p:spPr bwMode="auto">
            <a:xfrm rot="1792560">
              <a:off x="7477125" y="2611402"/>
              <a:ext cx="23812"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6" name="Line 456">
              <a:extLst>
                <a:ext uri="{FF2B5EF4-FFF2-40B4-BE49-F238E27FC236}">
                  <a16:creationId xmlns:a16="http://schemas.microsoft.com/office/drawing/2014/main" id="{2847E5A3-E24D-D92D-8E39-5D587445FBD2}"/>
                </a:ext>
              </a:extLst>
            </p:cNvPr>
            <p:cNvSpPr>
              <a:spLocks noChangeShapeType="1"/>
            </p:cNvSpPr>
            <p:nvPr/>
          </p:nvSpPr>
          <p:spPr bwMode="auto">
            <a:xfrm rot="1792560">
              <a:off x="6686550" y="2482814"/>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7" name="Oval 469">
              <a:extLst>
                <a:ext uri="{FF2B5EF4-FFF2-40B4-BE49-F238E27FC236}">
                  <a16:creationId xmlns:a16="http://schemas.microsoft.com/office/drawing/2014/main" id="{D1E03E06-ABCA-B3A0-222D-6B7388F7308C}"/>
                </a:ext>
              </a:extLst>
            </p:cNvPr>
            <p:cNvSpPr>
              <a:spLocks noChangeArrowheads="1"/>
            </p:cNvSpPr>
            <p:nvPr/>
          </p:nvSpPr>
          <p:spPr bwMode="auto">
            <a:xfrm rot="2768172">
              <a:off x="7989887" y="2617752"/>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8" name="Rectangle 470">
              <a:extLst>
                <a:ext uri="{FF2B5EF4-FFF2-40B4-BE49-F238E27FC236}">
                  <a16:creationId xmlns:a16="http://schemas.microsoft.com/office/drawing/2014/main" id="{5648131D-479E-0DA9-4DD2-9CB10C52B203}"/>
                </a:ext>
              </a:extLst>
            </p:cNvPr>
            <p:cNvSpPr>
              <a:spLocks noChangeArrowheads="1"/>
            </p:cNvSpPr>
            <p:nvPr/>
          </p:nvSpPr>
          <p:spPr bwMode="auto">
            <a:xfrm rot="2768172">
              <a:off x="7268369" y="2285170"/>
              <a:ext cx="915988"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19" name="Oval 471">
              <a:extLst>
                <a:ext uri="{FF2B5EF4-FFF2-40B4-BE49-F238E27FC236}">
                  <a16:creationId xmlns:a16="http://schemas.microsoft.com/office/drawing/2014/main" id="{AC69933C-D1AB-F056-7D38-E60E7C5CBD4F}"/>
                </a:ext>
              </a:extLst>
            </p:cNvPr>
            <p:cNvSpPr>
              <a:spLocks noChangeArrowheads="1"/>
            </p:cNvSpPr>
            <p:nvPr/>
          </p:nvSpPr>
          <p:spPr bwMode="auto">
            <a:xfrm rot="2768172">
              <a:off x="7419975" y="195893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0" name="Rectangle 472">
              <a:extLst>
                <a:ext uri="{FF2B5EF4-FFF2-40B4-BE49-F238E27FC236}">
                  <a16:creationId xmlns:a16="http://schemas.microsoft.com/office/drawing/2014/main" id="{736AD13B-1839-401D-0542-967E0E1CF544}"/>
                </a:ext>
              </a:extLst>
            </p:cNvPr>
            <p:cNvSpPr>
              <a:spLocks noChangeArrowheads="1"/>
            </p:cNvSpPr>
            <p:nvPr/>
          </p:nvSpPr>
          <p:spPr bwMode="auto">
            <a:xfrm rot="2768172">
              <a:off x="7989887" y="2609814"/>
              <a:ext cx="30163" cy="138113"/>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1" name="Line 473">
              <a:extLst>
                <a:ext uri="{FF2B5EF4-FFF2-40B4-BE49-F238E27FC236}">
                  <a16:creationId xmlns:a16="http://schemas.microsoft.com/office/drawing/2014/main" id="{2E34F458-171E-F705-BF0A-2E04CB70035C}"/>
                </a:ext>
              </a:extLst>
            </p:cNvPr>
            <p:cNvSpPr>
              <a:spLocks noChangeShapeType="1"/>
            </p:cNvSpPr>
            <p:nvPr/>
          </p:nvSpPr>
          <p:spPr bwMode="auto">
            <a:xfrm rot="2768172">
              <a:off x="7111999" y="2341527"/>
              <a:ext cx="11969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2" name="Oval 476">
              <a:extLst>
                <a:ext uri="{FF2B5EF4-FFF2-40B4-BE49-F238E27FC236}">
                  <a16:creationId xmlns:a16="http://schemas.microsoft.com/office/drawing/2014/main" id="{D22E2B5B-592A-07C1-8F45-0634E22F2562}"/>
                </a:ext>
              </a:extLst>
            </p:cNvPr>
            <p:cNvSpPr>
              <a:spLocks noChangeArrowheads="1"/>
            </p:cNvSpPr>
            <p:nvPr/>
          </p:nvSpPr>
          <p:spPr bwMode="auto">
            <a:xfrm rot="19807440" flipH="1">
              <a:off x="6943725" y="4467189"/>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3" name="Rectangle 477">
              <a:extLst>
                <a:ext uri="{FF2B5EF4-FFF2-40B4-BE49-F238E27FC236}">
                  <a16:creationId xmlns:a16="http://schemas.microsoft.com/office/drawing/2014/main" id="{B46BF907-F36D-E846-5292-83323BB84464}"/>
                </a:ext>
              </a:extLst>
            </p:cNvPr>
            <p:cNvSpPr>
              <a:spLocks noChangeArrowheads="1"/>
            </p:cNvSpPr>
            <p:nvPr/>
          </p:nvSpPr>
          <p:spPr bwMode="auto">
            <a:xfrm rot="19807440" flipH="1">
              <a:off x="6916737" y="4263989"/>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4" name="Oval 478">
              <a:extLst>
                <a:ext uri="{FF2B5EF4-FFF2-40B4-BE49-F238E27FC236}">
                  <a16:creationId xmlns:a16="http://schemas.microsoft.com/office/drawing/2014/main" id="{75C6F07F-16A1-9135-61E0-F7EF33807FAD}"/>
                </a:ext>
              </a:extLst>
            </p:cNvPr>
            <p:cNvSpPr>
              <a:spLocks noChangeArrowheads="1"/>
            </p:cNvSpPr>
            <p:nvPr/>
          </p:nvSpPr>
          <p:spPr bwMode="auto">
            <a:xfrm rot="19807440" flipH="1">
              <a:off x="7575550" y="4063964"/>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5" name="Rectangle 479">
              <a:extLst>
                <a:ext uri="{FF2B5EF4-FFF2-40B4-BE49-F238E27FC236}">
                  <a16:creationId xmlns:a16="http://schemas.microsoft.com/office/drawing/2014/main" id="{731A08D1-73C4-F3F7-C869-FFCBB383E576}"/>
                </a:ext>
              </a:extLst>
            </p:cNvPr>
            <p:cNvSpPr>
              <a:spLocks noChangeArrowheads="1"/>
            </p:cNvSpPr>
            <p:nvPr/>
          </p:nvSpPr>
          <p:spPr bwMode="auto">
            <a:xfrm rot="19807440" flipH="1">
              <a:off x="6959600" y="4464014"/>
              <a:ext cx="23812" cy="153988"/>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6" name="Line 480">
              <a:extLst>
                <a:ext uri="{FF2B5EF4-FFF2-40B4-BE49-F238E27FC236}">
                  <a16:creationId xmlns:a16="http://schemas.microsoft.com/office/drawing/2014/main" id="{528C3AA6-0E86-EB3B-E84D-2913F6B2DBF4}"/>
                </a:ext>
              </a:extLst>
            </p:cNvPr>
            <p:cNvSpPr>
              <a:spLocks noChangeShapeType="1"/>
            </p:cNvSpPr>
            <p:nvPr/>
          </p:nvSpPr>
          <p:spPr bwMode="auto">
            <a:xfrm rot="19807440" flipH="1">
              <a:off x="6821487" y="4335427"/>
              <a:ext cx="9556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27" name="Oval 483">
              <a:extLst>
                <a:ext uri="{FF2B5EF4-FFF2-40B4-BE49-F238E27FC236}">
                  <a16:creationId xmlns:a16="http://schemas.microsoft.com/office/drawing/2014/main" id="{4CB29F56-1366-DEBB-7047-117B493E892C}"/>
                </a:ext>
              </a:extLst>
            </p:cNvPr>
            <p:cNvSpPr>
              <a:spLocks noChangeArrowheads="1"/>
            </p:cNvSpPr>
            <p:nvPr/>
          </p:nvSpPr>
          <p:spPr bwMode="auto">
            <a:xfrm rot="18831828" flipV="1">
              <a:off x="8197850" y="4240177"/>
              <a:ext cx="47625" cy="142875"/>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8" name="Rectangle 484">
              <a:extLst>
                <a:ext uri="{FF2B5EF4-FFF2-40B4-BE49-F238E27FC236}">
                  <a16:creationId xmlns:a16="http://schemas.microsoft.com/office/drawing/2014/main" id="{351CC95E-E9B9-0F94-128A-D92503EBBFEC}"/>
                </a:ext>
              </a:extLst>
            </p:cNvPr>
            <p:cNvSpPr>
              <a:spLocks noChangeArrowheads="1"/>
            </p:cNvSpPr>
            <p:nvPr/>
          </p:nvSpPr>
          <p:spPr bwMode="auto">
            <a:xfrm rot="18831828" flipV="1">
              <a:off x="7475537" y="4571964"/>
              <a:ext cx="917575" cy="142875"/>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29" name="Oval 485">
              <a:extLst>
                <a:ext uri="{FF2B5EF4-FFF2-40B4-BE49-F238E27FC236}">
                  <a16:creationId xmlns:a16="http://schemas.microsoft.com/office/drawing/2014/main" id="{2E15724E-A209-774E-81DD-F4BE75822020}"/>
                </a:ext>
              </a:extLst>
            </p:cNvPr>
            <p:cNvSpPr>
              <a:spLocks noChangeArrowheads="1"/>
            </p:cNvSpPr>
            <p:nvPr/>
          </p:nvSpPr>
          <p:spPr bwMode="auto">
            <a:xfrm rot="18831828" flipV="1">
              <a:off x="7629525" y="4898989"/>
              <a:ext cx="47625" cy="142875"/>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0" name="Rectangle 486">
              <a:extLst>
                <a:ext uri="{FF2B5EF4-FFF2-40B4-BE49-F238E27FC236}">
                  <a16:creationId xmlns:a16="http://schemas.microsoft.com/office/drawing/2014/main" id="{842AAD33-2815-D46C-3F96-04E70BE88D37}"/>
                </a:ext>
              </a:extLst>
            </p:cNvPr>
            <p:cNvSpPr>
              <a:spLocks noChangeArrowheads="1"/>
            </p:cNvSpPr>
            <p:nvPr/>
          </p:nvSpPr>
          <p:spPr bwMode="auto">
            <a:xfrm rot="18831828" flipV="1">
              <a:off x="8197850" y="4249702"/>
              <a:ext cx="30162" cy="138112"/>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1" name="Line 487">
              <a:extLst>
                <a:ext uri="{FF2B5EF4-FFF2-40B4-BE49-F238E27FC236}">
                  <a16:creationId xmlns:a16="http://schemas.microsoft.com/office/drawing/2014/main" id="{FB4E68E6-8680-440B-0D24-1C74C9FF12A8}"/>
                </a:ext>
              </a:extLst>
            </p:cNvPr>
            <p:cNvSpPr>
              <a:spLocks noChangeShapeType="1"/>
            </p:cNvSpPr>
            <p:nvPr/>
          </p:nvSpPr>
          <p:spPr bwMode="auto">
            <a:xfrm rot="18831828" flipV="1">
              <a:off x="7319962" y="4657690"/>
              <a:ext cx="1196975" cy="0"/>
            </a:xfrm>
            <a:prstGeom prst="line">
              <a:avLst/>
            </a:prstGeom>
            <a:noFill/>
            <a:ln w="38100">
              <a:solidFill>
                <a:srgbClr val="FF3300"/>
              </a:solidFill>
              <a:round/>
              <a:headEnd type="triangle" w="med" len="me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2" name="Oval 500">
              <a:extLst>
                <a:ext uri="{FF2B5EF4-FFF2-40B4-BE49-F238E27FC236}">
                  <a16:creationId xmlns:a16="http://schemas.microsoft.com/office/drawing/2014/main" id="{24D38894-86BE-C98F-3DFC-262238D00EBF}"/>
                </a:ext>
              </a:extLst>
            </p:cNvPr>
            <p:cNvSpPr>
              <a:spLocks noChangeArrowheads="1"/>
            </p:cNvSpPr>
            <p:nvPr/>
          </p:nvSpPr>
          <p:spPr bwMode="auto">
            <a:xfrm rot="19807440" flipH="1">
              <a:off x="9150350" y="2586002"/>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3" name="Rectangle 501">
              <a:extLst>
                <a:ext uri="{FF2B5EF4-FFF2-40B4-BE49-F238E27FC236}">
                  <a16:creationId xmlns:a16="http://schemas.microsoft.com/office/drawing/2014/main" id="{E0DA60CE-EB09-19B6-2B6C-DB273D3F488A}"/>
                </a:ext>
              </a:extLst>
            </p:cNvPr>
            <p:cNvSpPr>
              <a:spLocks noChangeArrowheads="1"/>
            </p:cNvSpPr>
            <p:nvPr/>
          </p:nvSpPr>
          <p:spPr bwMode="auto">
            <a:xfrm rot="19807440" flipH="1">
              <a:off x="9123362" y="2382802"/>
              <a:ext cx="730250"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4" name="Oval 502">
              <a:extLst>
                <a:ext uri="{FF2B5EF4-FFF2-40B4-BE49-F238E27FC236}">
                  <a16:creationId xmlns:a16="http://schemas.microsoft.com/office/drawing/2014/main" id="{E51DA3FB-75FD-6F6A-84EC-72268444C4B0}"/>
                </a:ext>
              </a:extLst>
            </p:cNvPr>
            <p:cNvSpPr>
              <a:spLocks noChangeArrowheads="1"/>
            </p:cNvSpPr>
            <p:nvPr/>
          </p:nvSpPr>
          <p:spPr bwMode="auto">
            <a:xfrm rot="19807440" flipH="1">
              <a:off x="9782175" y="2182777"/>
              <a:ext cx="36512"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5" name="Rectangle 503">
              <a:extLst>
                <a:ext uri="{FF2B5EF4-FFF2-40B4-BE49-F238E27FC236}">
                  <a16:creationId xmlns:a16="http://schemas.microsoft.com/office/drawing/2014/main" id="{07E67D6A-FA33-C48A-B323-03156C2D857B}"/>
                </a:ext>
              </a:extLst>
            </p:cNvPr>
            <p:cNvSpPr>
              <a:spLocks noChangeArrowheads="1"/>
            </p:cNvSpPr>
            <p:nvPr/>
          </p:nvSpPr>
          <p:spPr bwMode="auto">
            <a:xfrm rot="19807440" flipH="1">
              <a:off x="9166225" y="2582827"/>
              <a:ext cx="25400" cy="153987"/>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6" name="Line 504">
              <a:extLst>
                <a:ext uri="{FF2B5EF4-FFF2-40B4-BE49-F238E27FC236}">
                  <a16:creationId xmlns:a16="http://schemas.microsoft.com/office/drawing/2014/main" id="{B77A4908-383E-8A4C-A94B-993BB7F65EB6}"/>
                </a:ext>
              </a:extLst>
            </p:cNvPr>
            <p:cNvSpPr>
              <a:spLocks noChangeShapeType="1"/>
            </p:cNvSpPr>
            <p:nvPr/>
          </p:nvSpPr>
          <p:spPr bwMode="auto">
            <a:xfrm rot="19807440" flipH="1">
              <a:off x="9028112" y="2454239"/>
              <a:ext cx="955675" cy="0"/>
            </a:xfrm>
            <a:prstGeom prst="line">
              <a:avLst/>
            </a:prstGeom>
            <a:noFill/>
            <a:ln w="38100">
              <a:solidFill>
                <a:srgbClr val="FF3300"/>
              </a:solidFill>
              <a:round/>
              <a:headEnd/>
              <a:tailEn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37" name="Oval 507">
              <a:extLst>
                <a:ext uri="{FF2B5EF4-FFF2-40B4-BE49-F238E27FC236}">
                  <a16:creationId xmlns:a16="http://schemas.microsoft.com/office/drawing/2014/main" id="{5DC5E56E-FFD5-4F30-D0EA-6D118A68FBCA}"/>
                </a:ext>
              </a:extLst>
            </p:cNvPr>
            <p:cNvSpPr>
              <a:spLocks noChangeArrowheads="1"/>
            </p:cNvSpPr>
            <p:nvPr/>
          </p:nvSpPr>
          <p:spPr bwMode="auto">
            <a:xfrm rot="1792560">
              <a:off x="9907587" y="4546564"/>
              <a:ext cx="38100" cy="158750"/>
            </a:xfrm>
            <a:prstGeom prst="ellipse">
              <a:avLst/>
            </a:prstGeom>
            <a:gradFill rotWithShape="1">
              <a:gsLst>
                <a:gs pos="0">
                  <a:srgbClr val="FFFFFF"/>
                </a:gs>
                <a:gs pos="50000">
                  <a:srgbClr val="B2B2B2"/>
                </a:gs>
                <a:gs pos="100000">
                  <a:srgbClr val="FFFFFF"/>
                </a:gs>
              </a:gsLst>
              <a:lin ang="5400000" scaled="1"/>
            </a:gradFill>
            <a:ln w="9525">
              <a:solidFill>
                <a:srgbClr val="000000"/>
              </a:solidFill>
              <a:round/>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8" name="Rectangle 508">
              <a:extLst>
                <a:ext uri="{FF2B5EF4-FFF2-40B4-BE49-F238E27FC236}">
                  <a16:creationId xmlns:a16="http://schemas.microsoft.com/office/drawing/2014/main" id="{EDBFAD63-79D8-F56D-8B0D-D9577B6CFCF8}"/>
                </a:ext>
              </a:extLst>
            </p:cNvPr>
            <p:cNvSpPr>
              <a:spLocks noChangeArrowheads="1"/>
            </p:cNvSpPr>
            <p:nvPr/>
          </p:nvSpPr>
          <p:spPr bwMode="auto">
            <a:xfrm rot="1792560">
              <a:off x="9240837" y="4341777"/>
              <a:ext cx="731838" cy="158750"/>
            </a:xfrm>
            <a:prstGeom prst="rect">
              <a:avLst/>
            </a:prstGeom>
            <a:gradFill rotWithShape="1">
              <a:gsLst>
                <a:gs pos="0">
                  <a:srgbClr val="FFFFFF"/>
                </a:gs>
                <a:gs pos="50000">
                  <a:srgbClr val="B2B2B2"/>
                </a:gs>
                <a:gs pos="100000">
                  <a:srgbClr val="FFFFFF"/>
                </a:gs>
              </a:gsLst>
              <a:lin ang="5400000" scaled="1"/>
            </a:gradFill>
            <a:ln w="9525">
              <a:solidFill>
                <a:srgbClr val="000000"/>
              </a:solid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39" name="Oval 509">
              <a:extLst>
                <a:ext uri="{FF2B5EF4-FFF2-40B4-BE49-F238E27FC236}">
                  <a16:creationId xmlns:a16="http://schemas.microsoft.com/office/drawing/2014/main" id="{152EE8B2-0161-D405-5DBB-8105E5FE48F5}"/>
                </a:ext>
              </a:extLst>
            </p:cNvPr>
            <p:cNvSpPr>
              <a:spLocks noChangeArrowheads="1"/>
            </p:cNvSpPr>
            <p:nvPr/>
          </p:nvSpPr>
          <p:spPr bwMode="auto">
            <a:xfrm rot="1792560">
              <a:off x="9275762" y="4141752"/>
              <a:ext cx="38100" cy="158750"/>
            </a:xfrm>
            <a:prstGeom prst="ellipse">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0" name="Rectangle 510">
              <a:extLst>
                <a:ext uri="{FF2B5EF4-FFF2-40B4-BE49-F238E27FC236}">
                  <a16:creationId xmlns:a16="http://schemas.microsoft.com/office/drawing/2014/main" id="{BB58B929-8CD6-CC40-DFCD-53847032343D}"/>
                </a:ext>
              </a:extLst>
            </p:cNvPr>
            <p:cNvSpPr>
              <a:spLocks noChangeArrowheads="1"/>
            </p:cNvSpPr>
            <p:nvPr/>
          </p:nvSpPr>
          <p:spPr bwMode="auto">
            <a:xfrm rot="1792560">
              <a:off x="9902825" y="4543389"/>
              <a:ext cx="25400" cy="152400"/>
            </a:xfrm>
            <a:prstGeom prst="rect">
              <a:avLst/>
            </a:prstGeom>
            <a:gradFill rotWithShape="1">
              <a:gsLst>
                <a:gs pos="0">
                  <a:srgbClr val="FFFFFF"/>
                </a:gs>
                <a:gs pos="50000">
                  <a:srgbClr val="B2B2B2"/>
                </a:gs>
                <a:gs pos="100000">
                  <a:srgbClr val="FFFFFF"/>
                </a:gs>
              </a:gsLst>
              <a:lin ang="5400000" scaled="1"/>
            </a:gradFill>
            <a:ln w="9525">
              <a:noFill/>
              <a:miter lim="800000"/>
              <a:headEnd/>
              <a:tailEnd/>
            </a:ln>
            <a:effectLst/>
          </p:spPr>
          <p:txBody>
            <a:bodyPr wrap="none" anchor="ct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charset="0"/>
                <a:cs typeface="ＭＳ Ｐゴシック" charset="0"/>
              </a:endParaRPr>
            </a:p>
          </p:txBody>
        </p:sp>
        <p:sp>
          <p:nvSpPr>
            <p:cNvPr id="41" name="Line 511">
              <a:extLst>
                <a:ext uri="{FF2B5EF4-FFF2-40B4-BE49-F238E27FC236}">
                  <a16:creationId xmlns:a16="http://schemas.microsoft.com/office/drawing/2014/main" id="{D0CEEA48-E6E6-D46A-7670-3357915600F7}"/>
                </a:ext>
              </a:extLst>
            </p:cNvPr>
            <p:cNvSpPr>
              <a:spLocks noChangeShapeType="1"/>
            </p:cNvSpPr>
            <p:nvPr/>
          </p:nvSpPr>
          <p:spPr bwMode="auto">
            <a:xfrm rot="1792560">
              <a:off x="9102725" y="4441789"/>
              <a:ext cx="1062037" cy="127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2" name="Text Box 513">
              <a:extLst>
                <a:ext uri="{FF2B5EF4-FFF2-40B4-BE49-F238E27FC236}">
                  <a16:creationId xmlns:a16="http://schemas.microsoft.com/office/drawing/2014/main" id="{8CE32082-32DF-CB83-6E9C-37A64BA8678D}"/>
                </a:ext>
              </a:extLst>
            </p:cNvPr>
            <p:cNvSpPr txBox="1">
              <a:spLocks noChangeArrowheads="1"/>
            </p:cNvSpPr>
            <p:nvPr/>
          </p:nvSpPr>
          <p:spPr bwMode="auto">
            <a:xfrm>
              <a:off x="7575550" y="1849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3" name="Text Box 514">
              <a:extLst>
                <a:ext uri="{FF2B5EF4-FFF2-40B4-BE49-F238E27FC236}">
                  <a16:creationId xmlns:a16="http://schemas.microsoft.com/office/drawing/2014/main" id="{21783D9C-4037-32C3-67D2-1E357126B393}"/>
                </a:ext>
              </a:extLst>
            </p:cNvPr>
            <p:cNvSpPr txBox="1">
              <a:spLocks noChangeArrowheads="1"/>
            </p:cNvSpPr>
            <p:nvPr/>
          </p:nvSpPr>
          <p:spPr bwMode="auto">
            <a:xfrm>
              <a:off x="9402762" y="2357402"/>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s</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4" name="Freeform 515">
              <a:extLst>
                <a:ext uri="{FF2B5EF4-FFF2-40B4-BE49-F238E27FC236}">
                  <a16:creationId xmlns:a16="http://schemas.microsoft.com/office/drawing/2014/main" id="{F1BAD706-6238-2451-AB00-B8F3772358EA}"/>
                </a:ext>
              </a:extLst>
            </p:cNvPr>
            <p:cNvSpPr>
              <a:spLocks/>
            </p:cNvSpPr>
            <p:nvPr/>
          </p:nvSpPr>
          <p:spPr bwMode="auto">
            <a:xfrm>
              <a:off x="7569200" y="2717764"/>
              <a:ext cx="800100" cy="1381125"/>
            </a:xfrm>
            <a:custGeom>
              <a:avLst/>
              <a:gdLst>
                <a:gd name="T0" fmla="*/ 0 w 504"/>
                <a:gd name="T1" fmla="*/ 0 h 870"/>
                <a:gd name="T2" fmla="*/ 2147483647 w 504"/>
                <a:gd name="T3" fmla="*/ 2147483647 h 870"/>
                <a:gd name="T4" fmla="*/ 2147483647 w 504"/>
                <a:gd name="T5" fmla="*/ 2147483647 h 870"/>
                <a:gd name="T6" fmla="*/ 2147483647 w 504"/>
                <a:gd name="T7" fmla="*/ 2147483647 h 870"/>
                <a:gd name="T8" fmla="*/ 2147483647 w 504"/>
                <a:gd name="T9" fmla="*/ 2147483647 h 870"/>
                <a:gd name="T10" fmla="*/ 2147483647 w 504"/>
                <a:gd name="T11" fmla="*/ 2147483647 h 870"/>
                <a:gd name="T12" fmla="*/ 2147483647 w 504"/>
                <a:gd name="T13" fmla="*/ 2147483647 h 870"/>
                <a:gd name="T14" fmla="*/ 2147483647 w 504"/>
                <a:gd name="T15" fmla="*/ 2147483647 h 870"/>
                <a:gd name="T16" fmla="*/ 2147483647 w 504"/>
                <a:gd name="T17" fmla="*/ 2147483647 h 870"/>
                <a:gd name="T18" fmla="*/ 2147483647 w 504"/>
                <a:gd name="T19" fmla="*/ 2147483647 h 87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504"/>
                <a:gd name="T31" fmla="*/ 0 h 870"/>
                <a:gd name="T32" fmla="*/ 504 w 504"/>
                <a:gd name="T33" fmla="*/ 870 h 87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504" h="870">
                  <a:moveTo>
                    <a:pt x="0" y="0"/>
                  </a:moveTo>
                  <a:cubicBezTo>
                    <a:pt x="21" y="11"/>
                    <a:pt x="79" y="44"/>
                    <a:pt x="129" y="63"/>
                  </a:cubicBezTo>
                  <a:cubicBezTo>
                    <a:pt x="179" y="82"/>
                    <a:pt x="255" y="102"/>
                    <a:pt x="299" y="112"/>
                  </a:cubicBezTo>
                  <a:cubicBezTo>
                    <a:pt x="343" y="122"/>
                    <a:pt x="362" y="116"/>
                    <a:pt x="392" y="121"/>
                  </a:cubicBezTo>
                  <a:cubicBezTo>
                    <a:pt x="417" y="124"/>
                    <a:pt x="469" y="100"/>
                    <a:pt x="479" y="145"/>
                  </a:cubicBezTo>
                  <a:cubicBezTo>
                    <a:pt x="490" y="191"/>
                    <a:pt x="504" y="700"/>
                    <a:pt x="490" y="772"/>
                  </a:cubicBezTo>
                  <a:cubicBezTo>
                    <a:pt x="477" y="845"/>
                    <a:pt x="447" y="842"/>
                    <a:pt x="406" y="839"/>
                  </a:cubicBezTo>
                  <a:cubicBezTo>
                    <a:pt x="365" y="836"/>
                    <a:pt x="323" y="835"/>
                    <a:pt x="286" y="833"/>
                  </a:cubicBezTo>
                  <a:cubicBezTo>
                    <a:pt x="250" y="831"/>
                    <a:pt x="226" y="822"/>
                    <a:pt x="192" y="828"/>
                  </a:cubicBezTo>
                  <a:cubicBezTo>
                    <a:pt x="158" y="834"/>
                    <a:pt x="107" y="861"/>
                    <a:pt x="84" y="870"/>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5" name="Text Box 516">
              <a:extLst>
                <a:ext uri="{FF2B5EF4-FFF2-40B4-BE49-F238E27FC236}">
                  <a16:creationId xmlns:a16="http://schemas.microsoft.com/office/drawing/2014/main" id="{36C1B42A-36C4-3AB6-043B-9063D35A8802}"/>
                </a:ext>
              </a:extLst>
            </p:cNvPr>
            <p:cNvSpPr txBox="1">
              <a:spLocks noChangeArrowheads="1"/>
            </p:cNvSpPr>
            <p:nvPr/>
          </p:nvSpPr>
          <p:spPr bwMode="auto">
            <a:xfrm>
              <a:off x="6583362" y="383306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6" name="Freeform 517">
              <a:extLst>
                <a:ext uri="{FF2B5EF4-FFF2-40B4-BE49-F238E27FC236}">
                  <a16:creationId xmlns:a16="http://schemas.microsoft.com/office/drawing/2014/main" id="{CACCC23E-62BB-C780-96BA-0F685EE4CF96}"/>
                </a:ext>
              </a:extLst>
            </p:cNvPr>
            <p:cNvSpPr>
              <a:spLocks/>
            </p:cNvSpPr>
            <p:nvPr/>
          </p:nvSpPr>
          <p:spPr bwMode="auto">
            <a:xfrm>
              <a:off x="8032750" y="2695539"/>
              <a:ext cx="431800" cy="1570038"/>
            </a:xfrm>
            <a:custGeom>
              <a:avLst/>
              <a:gdLst>
                <a:gd name="T0" fmla="*/ 0 w 272"/>
                <a:gd name="T1" fmla="*/ 0 h 989"/>
                <a:gd name="T2" fmla="*/ 2147483647 w 272"/>
                <a:gd name="T3" fmla="*/ 2147483647 h 989"/>
                <a:gd name="T4" fmla="*/ 2147483647 w 272"/>
                <a:gd name="T5" fmla="*/ 2147483647 h 989"/>
                <a:gd name="T6" fmla="*/ 2147483647 w 272"/>
                <a:gd name="T7" fmla="*/ 2147483647 h 989"/>
                <a:gd name="T8" fmla="*/ 2147483647 w 272"/>
                <a:gd name="T9" fmla="*/ 2147483647 h 989"/>
                <a:gd name="T10" fmla="*/ 2147483647 w 272"/>
                <a:gd name="T11" fmla="*/ 2147483647 h 989"/>
                <a:gd name="T12" fmla="*/ 2147483647 w 272"/>
                <a:gd name="T13" fmla="*/ 2147483647 h 989"/>
                <a:gd name="T14" fmla="*/ 0 60000 65536"/>
                <a:gd name="T15" fmla="*/ 0 60000 65536"/>
                <a:gd name="T16" fmla="*/ 0 60000 65536"/>
                <a:gd name="T17" fmla="*/ 0 60000 65536"/>
                <a:gd name="T18" fmla="*/ 0 60000 65536"/>
                <a:gd name="T19" fmla="*/ 0 60000 65536"/>
                <a:gd name="T20" fmla="*/ 0 60000 65536"/>
                <a:gd name="T21" fmla="*/ 0 w 272"/>
                <a:gd name="T22" fmla="*/ 0 h 989"/>
                <a:gd name="T23" fmla="*/ 272 w 272"/>
                <a:gd name="T24" fmla="*/ 989 h 989"/>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272" h="989">
                  <a:moveTo>
                    <a:pt x="0" y="0"/>
                  </a:moveTo>
                  <a:cubicBezTo>
                    <a:pt x="15" y="13"/>
                    <a:pt x="49" y="56"/>
                    <a:pt x="92" y="80"/>
                  </a:cubicBezTo>
                  <a:cubicBezTo>
                    <a:pt x="231" y="84"/>
                    <a:pt x="204" y="89"/>
                    <a:pt x="257" y="147"/>
                  </a:cubicBezTo>
                  <a:cubicBezTo>
                    <a:pt x="270" y="295"/>
                    <a:pt x="272" y="652"/>
                    <a:pt x="268" y="774"/>
                  </a:cubicBezTo>
                  <a:cubicBezTo>
                    <a:pt x="268" y="895"/>
                    <a:pt x="261" y="853"/>
                    <a:pt x="257" y="875"/>
                  </a:cubicBezTo>
                  <a:cubicBezTo>
                    <a:pt x="251" y="894"/>
                    <a:pt x="257" y="889"/>
                    <a:pt x="242" y="908"/>
                  </a:cubicBezTo>
                  <a:cubicBezTo>
                    <a:pt x="227" y="927"/>
                    <a:pt x="183" y="972"/>
                    <a:pt x="167" y="98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7" name="Freeform 518">
              <a:extLst>
                <a:ext uri="{FF2B5EF4-FFF2-40B4-BE49-F238E27FC236}">
                  <a16:creationId xmlns:a16="http://schemas.microsoft.com/office/drawing/2014/main" id="{C5BE12C6-1444-E527-117F-AA456296574B}"/>
                </a:ext>
              </a:extLst>
            </p:cNvPr>
            <p:cNvSpPr>
              <a:spLocks/>
            </p:cNvSpPr>
            <p:nvPr/>
          </p:nvSpPr>
          <p:spPr bwMode="auto">
            <a:xfrm>
              <a:off x="8616950" y="2679664"/>
              <a:ext cx="638175" cy="1538288"/>
            </a:xfrm>
            <a:custGeom>
              <a:avLst/>
              <a:gdLst>
                <a:gd name="T0" fmla="*/ 2147483647 w 402"/>
                <a:gd name="T1" fmla="*/ 0 h 969"/>
                <a:gd name="T2" fmla="*/ 2147483647 w 402"/>
                <a:gd name="T3" fmla="*/ 2147483647 h 969"/>
                <a:gd name="T4" fmla="*/ 2147483647 w 402"/>
                <a:gd name="T5" fmla="*/ 2147483647 h 969"/>
                <a:gd name="T6" fmla="*/ 2147483647 w 402"/>
                <a:gd name="T7" fmla="*/ 2147483647 h 969"/>
                <a:gd name="T8" fmla="*/ 2147483647 w 402"/>
                <a:gd name="T9" fmla="*/ 2147483647 h 969"/>
                <a:gd name="T10" fmla="*/ 2147483647 w 402"/>
                <a:gd name="T11" fmla="*/ 2147483647 h 969"/>
                <a:gd name="T12" fmla="*/ 2147483647 w 402"/>
                <a:gd name="T13" fmla="*/ 2147483647 h 969"/>
                <a:gd name="T14" fmla="*/ 2147483647 w 402"/>
                <a:gd name="T15" fmla="*/ 2147483647 h 969"/>
                <a:gd name="T16" fmla="*/ 2147483647 w 402"/>
                <a:gd name="T17" fmla="*/ 2147483647 h 969"/>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402"/>
                <a:gd name="T28" fmla="*/ 0 h 969"/>
                <a:gd name="T29" fmla="*/ 402 w 402"/>
                <a:gd name="T30" fmla="*/ 969 h 969"/>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402" h="969">
                  <a:moveTo>
                    <a:pt x="306" y="0"/>
                  </a:moveTo>
                  <a:cubicBezTo>
                    <a:pt x="295" y="5"/>
                    <a:pt x="262" y="24"/>
                    <a:pt x="240" y="36"/>
                  </a:cubicBezTo>
                  <a:cubicBezTo>
                    <a:pt x="218" y="48"/>
                    <a:pt x="199" y="58"/>
                    <a:pt x="174" y="72"/>
                  </a:cubicBezTo>
                  <a:cubicBezTo>
                    <a:pt x="149" y="86"/>
                    <a:pt x="115" y="101"/>
                    <a:pt x="90" y="119"/>
                  </a:cubicBezTo>
                  <a:cubicBezTo>
                    <a:pt x="64" y="136"/>
                    <a:pt x="72" y="127"/>
                    <a:pt x="25" y="178"/>
                  </a:cubicBezTo>
                  <a:cubicBezTo>
                    <a:pt x="14" y="223"/>
                    <a:pt x="0" y="732"/>
                    <a:pt x="14" y="804"/>
                  </a:cubicBezTo>
                  <a:cubicBezTo>
                    <a:pt x="27" y="877"/>
                    <a:pt x="53" y="854"/>
                    <a:pt x="98" y="871"/>
                  </a:cubicBezTo>
                  <a:cubicBezTo>
                    <a:pt x="144" y="888"/>
                    <a:pt x="209" y="884"/>
                    <a:pt x="261" y="900"/>
                  </a:cubicBezTo>
                  <a:cubicBezTo>
                    <a:pt x="312" y="916"/>
                    <a:pt x="373" y="955"/>
                    <a:pt x="402" y="969"/>
                  </a:cubicBezTo>
                </a:path>
              </a:pathLst>
            </a:custGeom>
            <a:noFill/>
            <a:ln w="38100">
              <a:solidFill>
                <a:srgbClr val="FF3300"/>
              </a:solidFill>
              <a:round/>
              <a:headEnd/>
              <a:tailEnd/>
            </a:ln>
            <a:extLst>
              <a:ext uri="{909E8E84-426E-40DD-AFC4-6F175D3DCCD1}">
                <a14:hiddenFill xmlns:a14="http://schemas.microsoft.com/office/drawing/2010/main">
                  <a:solidFill>
                    <a:srgbClr val="FFFFFF"/>
                  </a:solidFill>
                </a14:hiddenFill>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8" name="Text Box 519">
              <a:extLst>
                <a:ext uri="{FF2B5EF4-FFF2-40B4-BE49-F238E27FC236}">
                  <a16:creationId xmlns:a16="http://schemas.microsoft.com/office/drawing/2014/main" id="{666481D8-825C-B4E8-0A7C-90CB62D003AE}"/>
                </a:ext>
              </a:extLst>
            </p:cNvPr>
            <p:cNvSpPr txBox="1">
              <a:spLocks noChangeArrowheads="1"/>
            </p:cNvSpPr>
            <p:nvPr/>
          </p:nvSpPr>
          <p:spPr bwMode="auto">
            <a:xfrm>
              <a:off x="7842250" y="4444964"/>
              <a:ext cx="676275"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49" name="Text Box 520">
              <a:extLst>
                <a:ext uri="{FF2B5EF4-FFF2-40B4-BE49-F238E27FC236}">
                  <a16:creationId xmlns:a16="http://schemas.microsoft.com/office/drawing/2014/main" id="{77655C8F-F65C-3021-5CC4-1BFE4F8AAEB4}"/>
                </a:ext>
              </a:extLst>
            </p:cNvPr>
            <p:cNvSpPr txBox="1">
              <a:spLocks noChangeArrowheads="1"/>
            </p:cNvSpPr>
            <p:nvPr/>
          </p:nvSpPr>
          <p:spPr bwMode="auto">
            <a:xfrm>
              <a:off x="9529762" y="3932202"/>
              <a:ext cx="674688" cy="584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r>
                <a:rPr kumimoji="0" lang="en-US" altLang="en-US" sz="3200" b="0" i="0" u="none" strike="noStrike" kern="1200" cap="none" spc="0" normalizeH="0" baseline="-25000" noProof="0" dirty="0">
                  <a:ln>
                    <a:noFill/>
                  </a:ln>
                  <a:solidFill>
                    <a:srgbClr val="000000"/>
                  </a:solidFill>
                  <a:effectLst/>
                  <a:uLnTx/>
                  <a:uFillTx/>
                  <a:latin typeface="Calibri" panose="020F0502020204030204"/>
                  <a:ea typeface="ＭＳ Ｐゴシック" panose="020B0600070205080204" pitchFamily="34" charset="-128"/>
                  <a:cs typeface="Arial"/>
                </a:rPr>
                <a:t>c</a:t>
              </a:r>
              <a:endPar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50" name="Text Box 521">
              <a:extLst>
                <a:ext uri="{FF2B5EF4-FFF2-40B4-BE49-F238E27FC236}">
                  <a16:creationId xmlns:a16="http://schemas.microsoft.com/office/drawing/2014/main" id="{AF9B70BF-AB80-330A-E925-DEAEDB8A0101}"/>
                </a:ext>
              </a:extLst>
            </p:cNvPr>
            <p:cNvSpPr txBox="1">
              <a:spLocks noChangeArrowheads="1"/>
            </p:cNvSpPr>
            <p:nvPr/>
          </p:nvSpPr>
          <p:spPr bwMode="auto">
            <a:xfrm>
              <a:off x="8558212" y="3303552"/>
              <a:ext cx="67627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en-US" altLang="en-US" sz="2400" b="0" i="0" u="none" strike="noStrike" kern="120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rPr>
                <a:t>R</a:t>
              </a:r>
            </a:p>
          </p:txBody>
        </p:sp>
        <p:grpSp>
          <p:nvGrpSpPr>
            <p:cNvPr id="51" name="Group 81">
              <a:extLst>
                <a:ext uri="{FF2B5EF4-FFF2-40B4-BE49-F238E27FC236}">
                  <a16:creationId xmlns:a16="http://schemas.microsoft.com/office/drawing/2014/main" id="{0BB5AAF4-DDF4-D626-EDE5-F7A2FB36C761}"/>
                </a:ext>
              </a:extLst>
            </p:cNvPr>
            <p:cNvGrpSpPr>
              <a:grpSpLocks/>
            </p:cNvGrpSpPr>
            <p:nvPr/>
          </p:nvGrpSpPr>
          <p:grpSpPr bwMode="auto">
            <a:xfrm>
              <a:off x="6435725" y="1730339"/>
              <a:ext cx="352425" cy="660400"/>
              <a:chOff x="4140" y="429"/>
              <a:chExt cx="1425" cy="2396"/>
            </a:xfrm>
          </p:grpSpPr>
          <p:sp>
            <p:nvSpPr>
              <p:cNvPr id="127" name="Freeform 82">
                <a:extLst>
                  <a:ext uri="{FF2B5EF4-FFF2-40B4-BE49-F238E27FC236}">
                    <a16:creationId xmlns:a16="http://schemas.microsoft.com/office/drawing/2014/main" id="{50E808D8-A979-4529-8CC1-96C22A07BEC9}"/>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8" name="Rectangle 83">
                <a:extLst>
                  <a:ext uri="{FF2B5EF4-FFF2-40B4-BE49-F238E27FC236}">
                    <a16:creationId xmlns:a16="http://schemas.microsoft.com/office/drawing/2014/main" id="{21BC9AB3-010A-5041-E94D-021F00702BA4}"/>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9" name="Freeform 84">
                <a:extLst>
                  <a:ext uri="{FF2B5EF4-FFF2-40B4-BE49-F238E27FC236}">
                    <a16:creationId xmlns:a16="http://schemas.microsoft.com/office/drawing/2014/main" id="{F00E4642-AFD6-E961-7C08-A8C39B1AE3DD}"/>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0" name="Freeform 85">
                <a:extLst>
                  <a:ext uri="{FF2B5EF4-FFF2-40B4-BE49-F238E27FC236}">
                    <a16:creationId xmlns:a16="http://schemas.microsoft.com/office/drawing/2014/main" id="{B2F04EA4-CFE2-677B-C8DF-63CE81E9FB46}"/>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1" name="Rectangle 86">
                <a:extLst>
                  <a:ext uri="{FF2B5EF4-FFF2-40B4-BE49-F238E27FC236}">
                    <a16:creationId xmlns:a16="http://schemas.microsoft.com/office/drawing/2014/main" id="{B81CE721-9954-FE07-8730-7D1B9504EE2C}"/>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2" name="Group 87">
                <a:extLst>
                  <a:ext uri="{FF2B5EF4-FFF2-40B4-BE49-F238E27FC236}">
                    <a16:creationId xmlns:a16="http://schemas.microsoft.com/office/drawing/2014/main" id="{C8ED886B-F9D0-7D44-D3B4-2957E346AD46}"/>
                  </a:ext>
                </a:extLst>
              </p:cNvPr>
              <p:cNvGrpSpPr>
                <a:grpSpLocks/>
              </p:cNvGrpSpPr>
              <p:nvPr/>
            </p:nvGrpSpPr>
            <p:grpSpPr bwMode="auto">
              <a:xfrm>
                <a:off x="4749" y="668"/>
                <a:ext cx="581" cy="145"/>
                <a:chOff x="614" y="2568"/>
                <a:chExt cx="725" cy="139"/>
              </a:xfrm>
            </p:grpSpPr>
            <p:sp>
              <p:nvSpPr>
                <p:cNvPr id="157" name="AutoShape 88">
                  <a:extLst>
                    <a:ext uri="{FF2B5EF4-FFF2-40B4-BE49-F238E27FC236}">
                      <a16:creationId xmlns:a16="http://schemas.microsoft.com/office/drawing/2014/main" id="{F42F02BA-E063-FF6F-C127-E2D8730CF061}"/>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8" name="AutoShape 89">
                  <a:extLst>
                    <a:ext uri="{FF2B5EF4-FFF2-40B4-BE49-F238E27FC236}">
                      <a16:creationId xmlns:a16="http://schemas.microsoft.com/office/drawing/2014/main" id="{F831A08D-0C3C-BC0B-E79D-F4B2AB32F814}"/>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3" name="Rectangle 90">
                <a:extLst>
                  <a:ext uri="{FF2B5EF4-FFF2-40B4-BE49-F238E27FC236}">
                    <a16:creationId xmlns:a16="http://schemas.microsoft.com/office/drawing/2014/main" id="{85BA4CDB-B9B3-7C57-0D8E-85728ECFD65B}"/>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4" name="Group 91">
                <a:extLst>
                  <a:ext uri="{FF2B5EF4-FFF2-40B4-BE49-F238E27FC236}">
                    <a16:creationId xmlns:a16="http://schemas.microsoft.com/office/drawing/2014/main" id="{9740C085-AA40-2021-D294-1EDB2A72DDE7}"/>
                  </a:ext>
                </a:extLst>
              </p:cNvPr>
              <p:cNvGrpSpPr>
                <a:grpSpLocks/>
              </p:cNvGrpSpPr>
              <p:nvPr/>
            </p:nvGrpSpPr>
            <p:grpSpPr bwMode="auto">
              <a:xfrm>
                <a:off x="4747" y="994"/>
                <a:ext cx="581" cy="134"/>
                <a:chOff x="614" y="2568"/>
                <a:chExt cx="725" cy="139"/>
              </a:xfrm>
            </p:grpSpPr>
            <p:sp>
              <p:nvSpPr>
                <p:cNvPr id="155" name="AutoShape 92">
                  <a:extLst>
                    <a:ext uri="{FF2B5EF4-FFF2-40B4-BE49-F238E27FC236}">
                      <a16:creationId xmlns:a16="http://schemas.microsoft.com/office/drawing/2014/main" id="{FF0BE6AD-7888-FABE-E944-647E747F4AEE}"/>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6" name="AutoShape 93">
                  <a:extLst>
                    <a:ext uri="{FF2B5EF4-FFF2-40B4-BE49-F238E27FC236}">
                      <a16:creationId xmlns:a16="http://schemas.microsoft.com/office/drawing/2014/main" id="{8690E255-9682-79F1-2B45-070D6DACE3D1}"/>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5" name="Rectangle 94">
                <a:extLst>
                  <a:ext uri="{FF2B5EF4-FFF2-40B4-BE49-F238E27FC236}">
                    <a16:creationId xmlns:a16="http://schemas.microsoft.com/office/drawing/2014/main" id="{7BE162D7-DE69-0CC4-6B48-0147A403E664}"/>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36" name="Rectangle 95">
                <a:extLst>
                  <a:ext uri="{FF2B5EF4-FFF2-40B4-BE49-F238E27FC236}">
                    <a16:creationId xmlns:a16="http://schemas.microsoft.com/office/drawing/2014/main" id="{CA0F174D-4C21-5FB2-A8E0-71B113A3B86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7" name="Group 96">
                <a:extLst>
                  <a:ext uri="{FF2B5EF4-FFF2-40B4-BE49-F238E27FC236}">
                    <a16:creationId xmlns:a16="http://schemas.microsoft.com/office/drawing/2014/main" id="{EAFCC222-FC90-041B-5E25-96073D67EABC}"/>
                  </a:ext>
                </a:extLst>
              </p:cNvPr>
              <p:cNvGrpSpPr>
                <a:grpSpLocks/>
              </p:cNvGrpSpPr>
              <p:nvPr/>
            </p:nvGrpSpPr>
            <p:grpSpPr bwMode="auto">
              <a:xfrm>
                <a:off x="4735" y="1627"/>
                <a:ext cx="582" cy="151"/>
                <a:chOff x="614" y="2568"/>
                <a:chExt cx="725" cy="139"/>
              </a:xfrm>
            </p:grpSpPr>
            <p:sp>
              <p:nvSpPr>
                <p:cNvPr id="153" name="AutoShape 97">
                  <a:extLst>
                    <a:ext uri="{FF2B5EF4-FFF2-40B4-BE49-F238E27FC236}">
                      <a16:creationId xmlns:a16="http://schemas.microsoft.com/office/drawing/2014/main" id="{3DD97405-41CB-2DEF-E165-3CC98503214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4" name="AutoShape 98">
                  <a:extLst>
                    <a:ext uri="{FF2B5EF4-FFF2-40B4-BE49-F238E27FC236}">
                      <a16:creationId xmlns:a16="http://schemas.microsoft.com/office/drawing/2014/main" id="{502E5C69-B18D-8D5C-261A-0676A005D6F5}"/>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38" name="Freeform 99">
                <a:extLst>
                  <a:ext uri="{FF2B5EF4-FFF2-40B4-BE49-F238E27FC236}">
                    <a16:creationId xmlns:a16="http://schemas.microsoft.com/office/drawing/2014/main" id="{AF5163FC-A8C1-6E99-2A41-1B5EF6E1202C}"/>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39" name="Group 100">
                <a:extLst>
                  <a:ext uri="{FF2B5EF4-FFF2-40B4-BE49-F238E27FC236}">
                    <a16:creationId xmlns:a16="http://schemas.microsoft.com/office/drawing/2014/main" id="{ED5B7B2D-7A4C-E057-B209-9F82292824C7}"/>
                  </a:ext>
                </a:extLst>
              </p:cNvPr>
              <p:cNvGrpSpPr>
                <a:grpSpLocks/>
              </p:cNvGrpSpPr>
              <p:nvPr/>
            </p:nvGrpSpPr>
            <p:grpSpPr bwMode="auto">
              <a:xfrm>
                <a:off x="4739" y="1327"/>
                <a:ext cx="582" cy="139"/>
                <a:chOff x="614" y="2568"/>
                <a:chExt cx="725" cy="139"/>
              </a:xfrm>
            </p:grpSpPr>
            <p:sp>
              <p:nvSpPr>
                <p:cNvPr id="151" name="AutoShape 101">
                  <a:extLst>
                    <a:ext uri="{FF2B5EF4-FFF2-40B4-BE49-F238E27FC236}">
                      <a16:creationId xmlns:a16="http://schemas.microsoft.com/office/drawing/2014/main" id="{F24437A8-E05B-7FCF-0063-CACB4A56675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2" name="AutoShape 102">
                  <a:extLst>
                    <a:ext uri="{FF2B5EF4-FFF2-40B4-BE49-F238E27FC236}">
                      <a16:creationId xmlns:a16="http://schemas.microsoft.com/office/drawing/2014/main" id="{9BE416B3-AC81-E799-7A19-019EBC4B2804}"/>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40" name="Rectangle 103">
                <a:extLst>
                  <a:ext uri="{FF2B5EF4-FFF2-40B4-BE49-F238E27FC236}">
                    <a16:creationId xmlns:a16="http://schemas.microsoft.com/office/drawing/2014/main" id="{1260F33A-EE47-1844-3C03-A57C94E0775B}"/>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1" name="Freeform 104">
                <a:extLst>
                  <a:ext uri="{FF2B5EF4-FFF2-40B4-BE49-F238E27FC236}">
                    <a16:creationId xmlns:a16="http://schemas.microsoft.com/office/drawing/2014/main" id="{71CA4654-0F5F-F107-B8D1-A233038FCC55}"/>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2" name="Freeform 105">
                <a:extLst>
                  <a:ext uri="{FF2B5EF4-FFF2-40B4-BE49-F238E27FC236}">
                    <a16:creationId xmlns:a16="http://schemas.microsoft.com/office/drawing/2014/main" id="{976E478A-EE1B-F08D-B07B-3C3DA96B7A5E}"/>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3" name="Oval 106">
                <a:extLst>
                  <a:ext uri="{FF2B5EF4-FFF2-40B4-BE49-F238E27FC236}">
                    <a16:creationId xmlns:a16="http://schemas.microsoft.com/office/drawing/2014/main" id="{6C2BBB9C-D756-9335-B698-EE2FAB2203E1}"/>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4" name="Freeform 107">
                <a:extLst>
                  <a:ext uri="{FF2B5EF4-FFF2-40B4-BE49-F238E27FC236}">
                    <a16:creationId xmlns:a16="http://schemas.microsoft.com/office/drawing/2014/main" id="{D8B07716-9748-91DE-E8F6-95DF42727E5A}"/>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5" name="AutoShape 108">
                <a:extLst>
                  <a:ext uri="{FF2B5EF4-FFF2-40B4-BE49-F238E27FC236}">
                    <a16:creationId xmlns:a16="http://schemas.microsoft.com/office/drawing/2014/main" id="{BAA018CD-EA0E-A3B5-9401-BFE9497557FF}"/>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6" name="AutoShape 109">
                <a:extLst>
                  <a:ext uri="{FF2B5EF4-FFF2-40B4-BE49-F238E27FC236}">
                    <a16:creationId xmlns:a16="http://schemas.microsoft.com/office/drawing/2014/main" id="{686F9FE0-1704-8219-9A6B-4C29D29FE36C}"/>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7" name="Oval 110">
                <a:extLst>
                  <a:ext uri="{FF2B5EF4-FFF2-40B4-BE49-F238E27FC236}">
                    <a16:creationId xmlns:a16="http://schemas.microsoft.com/office/drawing/2014/main" id="{34B08F1F-3BCE-264D-1861-0C1F91DD3A22}"/>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48" name="Oval 111">
                <a:extLst>
                  <a:ext uri="{FF2B5EF4-FFF2-40B4-BE49-F238E27FC236}">
                    <a16:creationId xmlns:a16="http://schemas.microsoft.com/office/drawing/2014/main" id="{FBC64360-A3E3-F014-5B53-54FDFE788D0C}"/>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49" name="Oval 112">
                <a:extLst>
                  <a:ext uri="{FF2B5EF4-FFF2-40B4-BE49-F238E27FC236}">
                    <a16:creationId xmlns:a16="http://schemas.microsoft.com/office/drawing/2014/main" id="{71C53CBD-2AB9-E67D-11A0-952662139005}"/>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50" name="Rectangle 113">
                <a:extLst>
                  <a:ext uri="{FF2B5EF4-FFF2-40B4-BE49-F238E27FC236}">
                    <a16:creationId xmlns:a16="http://schemas.microsoft.com/office/drawing/2014/main" id="{99AD9A80-27AF-A5B9-7F67-A9335E4C07D8}"/>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2" name="Group 114">
              <a:extLst>
                <a:ext uri="{FF2B5EF4-FFF2-40B4-BE49-F238E27FC236}">
                  <a16:creationId xmlns:a16="http://schemas.microsoft.com/office/drawing/2014/main" id="{3D7B3025-79DB-CCEE-AA1E-08F2B52CA86C}"/>
                </a:ext>
              </a:extLst>
            </p:cNvPr>
            <p:cNvGrpSpPr>
              <a:grpSpLocks/>
            </p:cNvGrpSpPr>
            <p:nvPr/>
          </p:nvGrpSpPr>
          <p:grpSpPr bwMode="auto">
            <a:xfrm>
              <a:off x="7010400" y="1390614"/>
              <a:ext cx="352425" cy="660400"/>
              <a:chOff x="4140" y="429"/>
              <a:chExt cx="1425" cy="2396"/>
            </a:xfrm>
          </p:grpSpPr>
          <p:sp>
            <p:nvSpPr>
              <p:cNvPr id="95" name="Freeform 115">
                <a:extLst>
                  <a:ext uri="{FF2B5EF4-FFF2-40B4-BE49-F238E27FC236}">
                    <a16:creationId xmlns:a16="http://schemas.microsoft.com/office/drawing/2014/main" id="{15C1D3AF-3EAA-7BF0-C577-152059C40255}"/>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6" name="Rectangle 116">
                <a:extLst>
                  <a:ext uri="{FF2B5EF4-FFF2-40B4-BE49-F238E27FC236}">
                    <a16:creationId xmlns:a16="http://schemas.microsoft.com/office/drawing/2014/main" id="{499CB94A-46D8-966E-E9FE-AD0B6D2F1177}"/>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7" name="Freeform 117">
                <a:extLst>
                  <a:ext uri="{FF2B5EF4-FFF2-40B4-BE49-F238E27FC236}">
                    <a16:creationId xmlns:a16="http://schemas.microsoft.com/office/drawing/2014/main" id="{B76E3493-8DCA-497B-1529-7B8810F8E220}"/>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8" name="Freeform 118">
                <a:extLst>
                  <a:ext uri="{FF2B5EF4-FFF2-40B4-BE49-F238E27FC236}">
                    <a16:creationId xmlns:a16="http://schemas.microsoft.com/office/drawing/2014/main" id="{59973D7C-1611-4DFA-30FF-9276DD5A7860}"/>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9" name="Rectangle 119">
                <a:extLst>
                  <a:ext uri="{FF2B5EF4-FFF2-40B4-BE49-F238E27FC236}">
                    <a16:creationId xmlns:a16="http://schemas.microsoft.com/office/drawing/2014/main" id="{810F55A9-4A4F-2231-BE7A-02EF8B633754}"/>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0" name="Group 120">
                <a:extLst>
                  <a:ext uri="{FF2B5EF4-FFF2-40B4-BE49-F238E27FC236}">
                    <a16:creationId xmlns:a16="http://schemas.microsoft.com/office/drawing/2014/main" id="{104C52CA-2F87-51F9-1DFC-7D85772407ED}"/>
                  </a:ext>
                </a:extLst>
              </p:cNvPr>
              <p:cNvGrpSpPr>
                <a:grpSpLocks/>
              </p:cNvGrpSpPr>
              <p:nvPr/>
            </p:nvGrpSpPr>
            <p:grpSpPr bwMode="auto">
              <a:xfrm>
                <a:off x="4749" y="668"/>
                <a:ext cx="581" cy="145"/>
                <a:chOff x="614" y="2568"/>
                <a:chExt cx="725" cy="139"/>
              </a:xfrm>
            </p:grpSpPr>
            <p:sp>
              <p:nvSpPr>
                <p:cNvPr id="125" name="AutoShape 121">
                  <a:extLst>
                    <a:ext uri="{FF2B5EF4-FFF2-40B4-BE49-F238E27FC236}">
                      <a16:creationId xmlns:a16="http://schemas.microsoft.com/office/drawing/2014/main" id="{08FC2D8C-406C-A6F2-BF51-B74CB9C85B5A}"/>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6" name="AutoShape 122">
                  <a:extLst>
                    <a:ext uri="{FF2B5EF4-FFF2-40B4-BE49-F238E27FC236}">
                      <a16:creationId xmlns:a16="http://schemas.microsoft.com/office/drawing/2014/main" id="{731105D7-BBFA-2852-0840-0E6BD94FAA63}"/>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1" name="Rectangle 123">
                <a:extLst>
                  <a:ext uri="{FF2B5EF4-FFF2-40B4-BE49-F238E27FC236}">
                    <a16:creationId xmlns:a16="http://schemas.microsoft.com/office/drawing/2014/main" id="{1B9FF288-3E72-C889-5924-810483EEE18F}"/>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2" name="Group 124">
                <a:extLst>
                  <a:ext uri="{FF2B5EF4-FFF2-40B4-BE49-F238E27FC236}">
                    <a16:creationId xmlns:a16="http://schemas.microsoft.com/office/drawing/2014/main" id="{FBAC4EAF-5396-B4EC-69BA-70D14A205229}"/>
                  </a:ext>
                </a:extLst>
              </p:cNvPr>
              <p:cNvGrpSpPr>
                <a:grpSpLocks/>
              </p:cNvGrpSpPr>
              <p:nvPr/>
            </p:nvGrpSpPr>
            <p:grpSpPr bwMode="auto">
              <a:xfrm>
                <a:off x="4747" y="994"/>
                <a:ext cx="581" cy="134"/>
                <a:chOff x="614" y="2568"/>
                <a:chExt cx="725" cy="139"/>
              </a:xfrm>
            </p:grpSpPr>
            <p:sp>
              <p:nvSpPr>
                <p:cNvPr id="123" name="AutoShape 125">
                  <a:extLst>
                    <a:ext uri="{FF2B5EF4-FFF2-40B4-BE49-F238E27FC236}">
                      <a16:creationId xmlns:a16="http://schemas.microsoft.com/office/drawing/2014/main" id="{F4B788D7-7F07-71EE-DF3E-E71AB7A1F3A3}"/>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4" name="AutoShape 126">
                  <a:extLst>
                    <a:ext uri="{FF2B5EF4-FFF2-40B4-BE49-F238E27FC236}">
                      <a16:creationId xmlns:a16="http://schemas.microsoft.com/office/drawing/2014/main" id="{F064287F-A974-7B19-9E97-B6B87BBCB9A0}"/>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3" name="Rectangle 127">
                <a:extLst>
                  <a:ext uri="{FF2B5EF4-FFF2-40B4-BE49-F238E27FC236}">
                    <a16:creationId xmlns:a16="http://schemas.microsoft.com/office/drawing/2014/main" id="{CD609C87-C67A-AED9-F1C9-103B29480117}"/>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4" name="Rectangle 128">
                <a:extLst>
                  <a:ext uri="{FF2B5EF4-FFF2-40B4-BE49-F238E27FC236}">
                    <a16:creationId xmlns:a16="http://schemas.microsoft.com/office/drawing/2014/main" id="{3837E84A-9789-5431-AA5E-DD4791DC2E98}"/>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5" name="Group 129">
                <a:extLst>
                  <a:ext uri="{FF2B5EF4-FFF2-40B4-BE49-F238E27FC236}">
                    <a16:creationId xmlns:a16="http://schemas.microsoft.com/office/drawing/2014/main" id="{E455FB4B-C1C6-566D-4EE6-B4316FEC4FEC}"/>
                  </a:ext>
                </a:extLst>
              </p:cNvPr>
              <p:cNvGrpSpPr>
                <a:grpSpLocks/>
              </p:cNvGrpSpPr>
              <p:nvPr/>
            </p:nvGrpSpPr>
            <p:grpSpPr bwMode="auto">
              <a:xfrm>
                <a:off x="4735" y="1627"/>
                <a:ext cx="582" cy="151"/>
                <a:chOff x="614" y="2568"/>
                <a:chExt cx="725" cy="139"/>
              </a:xfrm>
            </p:grpSpPr>
            <p:sp>
              <p:nvSpPr>
                <p:cNvPr id="121" name="AutoShape 130">
                  <a:extLst>
                    <a:ext uri="{FF2B5EF4-FFF2-40B4-BE49-F238E27FC236}">
                      <a16:creationId xmlns:a16="http://schemas.microsoft.com/office/drawing/2014/main" id="{73C06B9B-483C-0BF1-3D65-89973C42D36E}"/>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2" name="AutoShape 131">
                  <a:extLst>
                    <a:ext uri="{FF2B5EF4-FFF2-40B4-BE49-F238E27FC236}">
                      <a16:creationId xmlns:a16="http://schemas.microsoft.com/office/drawing/2014/main" id="{C910EFA4-6D9B-B023-CBC1-9669B23D8FCD}"/>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6" name="Freeform 132">
                <a:extLst>
                  <a:ext uri="{FF2B5EF4-FFF2-40B4-BE49-F238E27FC236}">
                    <a16:creationId xmlns:a16="http://schemas.microsoft.com/office/drawing/2014/main" id="{D7DF36CC-F5EB-6EEB-2857-5D775D133E95}"/>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107" name="Group 133">
                <a:extLst>
                  <a:ext uri="{FF2B5EF4-FFF2-40B4-BE49-F238E27FC236}">
                    <a16:creationId xmlns:a16="http://schemas.microsoft.com/office/drawing/2014/main" id="{FBA4FF21-4C82-24FF-6187-5E4AB43B3801}"/>
                  </a:ext>
                </a:extLst>
              </p:cNvPr>
              <p:cNvGrpSpPr>
                <a:grpSpLocks/>
              </p:cNvGrpSpPr>
              <p:nvPr/>
            </p:nvGrpSpPr>
            <p:grpSpPr bwMode="auto">
              <a:xfrm>
                <a:off x="4739" y="1327"/>
                <a:ext cx="582" cy="139"/>
                <a:chOff x="614" y="2568"/>
                <a:chExt cx="725" cy="139"/>
              </a:xfrm>
            </p:grpSpPr>
            <p:sp>
              <p:nvSpPr>
                <p:cNvPr id="119" name="AutoShape 134">
                  <a:extLst>
                    <a:ext uri="{FF2B5EF4-FFF2-40B4-BE49-F238E27FC236}">
                      <a16:creationId xmlns:a16="http://schemas.microsoft.com/office/drawing/2014/main" id="{67D3D77C-599C-4A1B-A163-913E054A0DE8}"/>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20" name="AutoShape 135">
                  <a:extLst>
                    <a:ext uri="{FF2B5EF4-FFF2-40B4-BE49-F238E27FC236}">
                      <a16:creationId xmlns:a16="http://schemas.microsoft.com/office/drawing/2014/main" id="{8508F2D4-7002-4B54-786B-A27DE2572AA2}"/>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108" name="Rectangle 136">
                <a:extLst>
                  <a:ext uri="{FF2B5EF4-FFF2-40B4-BE49-F238E27FC236}">
                    <a16:creationId xmlns:a16="http://schemas.microsoft.com/office/drawing/2014/main" id="{79795EE7-A58D-DF68-BB41-E89BDC57252A}"/>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09" name="Freeform 137">
                <a:extLst>
                  <a:ext uri="{FF2B5EF4-FFF2-40B4-BE49-F238E27FC236}">
                    <a16:creationId xmlns:a16="http://schemas.microsoft.com/office/drawing/2014/main" id="{08C71414-36B3-E554-683B-7012E91C023B}"/>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0" name="Freeform 138">
                <a:extLst>
                  <a:ext uri="{FF2B5EF4-FFF2-40B4-BE49-F238E27FC236}">
                    <a16:creationId xmlns:a16="http://schemas.microsoft.com/office/drawing/2014/main" id="{03CF7032-EA24-0786-FB8F-C3C04F483F1F}"/>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1" name="Oval 139">
                <a:extLst>
                  <a:ext uri="{FF2B5EF4-FFF2-40B4-BE49-F238E27FC236}">
                    <a16:creationId xmlns:a16="http://schemas.microsoft.com/office/drawing/2014/main" id="{4EF49471-E7E1-AA59-4ABD-63D9A139F74B}"/>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2" name="Freeform 140">
                <a:extLst>
                  <a:ext uri="{FF2B5EF4-FFF2-40B4-BE49-F238E27FC236}">
                    <a16:creationId xmlns:a16="http://schemas.microsoft.com/office/drawing/2014/main" id="{3D4534E0-AD27-4782-0B20-04D3F88975C6}"/>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3" name="AutoShape 141">
                <a:extLst>
                  <a:ext uri="{FF2B5EF4-FFF2-40B4-BE49-F238E27FC236}">
                    <a16:creationId xmlns:a16="http://schemas.microsoft.com/office/drawing/2014/main" id="{CE4EBBEC-5F5A-C379-EFBB-D2BFFC663E63}"/>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4" name="AutoShape 142">
                <a:extLst>
                  <a:ext uri="{FF2B5EF4-FFF2-40B4-BE49-F238E27FC236}">
                    <a16:creationId xmlns:a16="http://schemas.microsoft.com/office/drawing/2014/main" id="{0A9248B0-02A4-2C26-9FD2-B5BCC5160138}"/>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5" name="Oval 143">
                <a:extLst>
                  <a:ext uri="{FF2B5EF4-FFF2-40B4-BE49-F238E27FC236}">
                    <a16:creationId xmlns:a16="http://schemas.microsoft.com/office/drawing/2014/main" id="{4FC8852C-846D-AAC6-892C-3DA7C792064E}"/>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6" name="Oval 144">
                <a:extLst>
                  <a:ext uri="{FF2B5EF4-FFF2-40B4-BE49-F238E27FC236}">
                    <a16:creationId xmlns:a16="http://schemas.microsoft.com/office/drawing/2014/main" id="{F2682759-3D14-FE3D-D81C-26548258F0B3}"/>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117" name="Oval 145">
                <a:extLst>
                  <a:ext uri="{FF2B5EF4-FFF2-40B4-BE49-F238E27FC236}">
                    <a16:creationId xmlns:a16="http://schemas.microsoft.com/office/drawing/2014/main" id="{9A0310D0-028E-8EB9-24C0-9BDBBE8D651B}"/>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118" name="Rectangle 146">
                <a:extLst>
                  <a:ext uri="{FF2B5EF4-FFF2-40B4-BE49-F238E27FC236}">
                    <a16:creationId xmlns:a16="http://schemas.microsoft.com/office/drawing/2014/main" id="{463F3F18-B172-C56A-391E-077E0EB757C1}"/>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3" name="Group 147">
              <a:extLst>
                <a:ext uri="{FF2B5EF4-FFF2-40B4-BE49-F238E27FC236}">
                  <a16:creationId xmlns:a16="http://schemas.microsoft.com/office/drawing/2014/main" id="{CF00C61B-27BE-8E22-30F0-2E584EB523EB}"/>
                </a:ext>
              </a:extLst>
            </p:cNvPr>
            <p:cNvGrpSpPr>
              <a:grpSpLocks/>
            </p:cNvGrpSpPr>
            <p:nvPr/>
          </p:nvGrpSpPr>
          <p:grpSpPr bwMode="auto">
            <a:xfrm>
              <a:off x="9861550" y="1646202"/>
              <a:ext cx="352425" cy="660400"/>
              <a:chOff x="4140" y="429"/>
              <a:chExt cx="1425" cy="2396"/>
            </a:xfrm>
          </p:grpSpPr>
          <p:sp>
            <p:nvSpPr>
              <p:cNvPr id="63" name="Freeform 148">
                <a:extLst>
                  <a:ext uri="{FF2B5EF4-FFF2-40B4-BE49-F238E27FC236}">
                    <a16:creationId xmlns:a16="http://schemas.microsoft.com/office/drawing/2014/main" id="{01DE09DB-D255-8E85-3B61-56BE9AD67281}"/>
                  </a:ext>
                </a:extLst>
              </p:cNvPr>
              <p:cNvSpPr>
                <a:spLocks/>
              </p:cNvSpPr>
              <p:nvPr/>
            </p:nvSpPr>
            <p:spPr bwMode="auto">
              <a:xfrm>
                <a:off x="5268" y="433"/>
                <a:ext cx="283" cy="2286"/>
              </a:xfrm>
              <a:custGeom>
                <a:avLst/>
                <a:gdLst>
                  <a:gd name="T0" fmla="*/ 3 w 354"/>
                  <a:gd name="T1" fmla="*/ 0 h 2742"/>
                  <a:gd name="T2" fmla="*/ 15 w 354"/>
                  <a:gd name="T3" fmla="*/ 27 h 2742"/>
                  <a:gd name="T4" fmla="*/ 15 w 354"/>
                  <a:gd name="T5" fmla="*/ 205 h 2742"/>
                  <a:gd name="T6" fmla="*/ 0 w 354"/>
                  <a:gd name="T7" fmla="*/ 215 h 2742"/>
                  <a:gd name="T8" fmla="*/ 3 w 354"/>
                  <a:gd name="T9" fmla="*/ 0 h 2742"/>
                  <a:gd name="T10" fmla="*/ 0 60000 65536"/>
                  <a:gd name="T11" fmla="*/ 0 60000 65536"/>
                  <a:gd name="T12" fmla="*/ 0 60000 65536"/>
                  <a:gd name="T13" fmla="*/ 0 60000 65536"/>
                  <a:gd name="T14" fmla="*/ 0 60000 65536"/>
                  <a:gd name="T15" fmla="*/ 0 w 354"/>
                  <a:gd name="T16" fmla="*/ 0 h 2742"/>
                  <a:gd name="T17" fmla="*/ 354 w 354"/>
                  <a:gd name="T18" fmla="*/ 2742 h 2742"/>
                </a:gdLst>
                <a:ahLst/>
                <a:cxnLst>
                  <a:cxn ang="T10">
                    <a:pos x="T0" y="T1"/>
                  </a:cxn>
                  <a:cxn ang="T11">
                    <a:pos x="T2" y="T3"/>
                  </a:cxn>
                  <a:cxn ang="T12">
                    <a:pos x="T4" y="T5"/>
                  </a:cxn>
                  <a:cxn ang="T13">
                    <a:pos x="T6" y="T7"/>
                  </a:cxn>
                  <a:cxn ang="T14">
                    <a:pos x="T8" y="T9"/>
                  </a:cxn>
                </a:cxnLst>
                <a:rect l="T15" t="T16" r="T17" b="T18"/>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4" name="Rectangle 149">
                <a:extLst>
                  <a:ext uri="{FF2B5EF4-FFF2-40B4-BE49-F238E27FC236}">
                    <a16:creationId xmlns:a16="http://schemas.microsoft.com/office/drawing/2014/main" id="{AD7AE08F-A294-6056-D01F-45DC40B4385E}"/>
                  </a:ext>
                </a:extLst>
              </p:cNvPr>
              <p:cNvSpPr>
                <a:spLocks noChangeArrowheads="1"/>
              </p:cNvSpPr>
              <p:nvPr/>
            </p:nvSpPr>
            <p:spPr bwMode="auto">
              <a:xfrm>
                <a:off x="4204" y="429"/>
                <a:ext cx="1046" cy="2287"/>
              </a:xfrm>
              <a:prstGeom prst="rect">
                <a:avLst/>
              </a:pr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5" name="Freeform 150">
                <a:extLst>
                  <a:ext uri="{FF2B5EF4-FFF2-40B4-BE49-F238E27FC236}">
                    <a16:creationId xmlns:a16="http://schemas.microsoft.com/office/drawing/2014/main" id="{210522A9-7691-8FDC-C2C2-1E165FBF9448}"/>
                  </a:ext>
                </a:extLst>
              </p:cNvPr>
              <p:cNvSpPr>
                <a:spLocks/>
              </p:cNvSpPr>
              <p:nvPr/>
            </p:nvSpPr>
            <p:spPr bwMode="auto">
              <a:xfrm>
                <a:off x="5321" y="570"/>
                <a:ext cx="169" cy="2115"/>
              </a:xfrm>
              <a:custGeom>
                <a:avLst/>
                <a:gdLst>
                  <a:gd name="T0" fmla="*/ 2 w 211"/>
                  <a:gd name="T1" fmla="*/ 0 h 2537"/>
                  <a:gd name="T2" fmla="*/ 9 w 211"/>
                  <a:gd name="T3" fmla="*/ 18 h 2537"/>
                  <a:gd name="T4" fmla="*/ 2 w 211"/>
                  <a:gd name="T5" fmla="*/ 196 h 2537"/>
                  <a:gd name="T6" fmla="*/ 2 w 211"/>
                  <a:gd name="T7" fmla="*/ 0 h 2537"/>
                  <a:gd name="T8" fmla="*/ 0 60000 65536"/>
                  <a:gd name="T9" fmla="*/ 0 60000 65536"/>
                  <a:gd name="T10" fmla="*/ 0 60000 65536"/>
                  <a:gd name="T11" fmla="*/ 0 60000 65536"/>
                  <a:gd name="T12" fmla="*/ 0 w 211"/>
                  <a:gd name="T13" fmla="*/ 0 h 2537"/>
                  <a:gd name="T14" fmla="*/ 211 w 211"/>
                  <a:gd name="T15" fmla="*/ 2537 h 2537"/>
                </a:gdLst>
                <a:ahLst/>
                <a:cxnLst>
                  <a:cxn ang="T8">
                    <a:pos x="T0" y="T1"/>
                  </a:cxn>
                  <a:cxn ang="T9">
                    <a:pos x="T2" y="T3"/>
                  </a:cxn>
                  <a:cxn ang="T10">
                    <a:pos x="T4" y="T5"/>
                  </a:cxn>
                  <a:cxn ang="T11">
                    <a:pos x="T6" y="T7"/>
                  </a:cxn>
                </a:cxnLst>
                <a:rect l="T12" t="T13" r="T14" b="T15"/>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6" name="Freeform 151">
                <a:extLst>
                  <a:ext uri="{FF2B5EF4-FFF2-40B4-BE49-F238E27FC236}">
                    <a16:creationId xmlns:a16="http://schemas.microsoft.com/office/drawing/2014/main" id="{9F8F6095-0B56-9EF7-8D62-7CC4AFB157BC}"/>
                  </a:ext>
                </a:extLst>
              </p:cNvPr>
              <p:cNvSpPr>
                <a:spLocks/>
              </p:cNvSpPr>
              <p:nvPr/>
            </p:nvSpPr>
            <p:spPr bwMode="auto">
              <a:xfrm>
                <a:off x="5284" y="1640"/>
                <a:ext cx="263" cy="189"/>
              </a:xfrm>
              <a:custGeom>
                <a:avLst/>
                <a:gdLst>
                  <a:gd name="T0" fmla="*/ 2 w 328"/>
                  <a:gd name="T1" fmla="*/ 0 h 226"/>
                  <a:gd name="T2" fmla="*/ 14 w 328"/>
                  <a:gd name="T3" fmla="*/ 11 h 226"/>
                  <a:gd name="T4" fmla="*/ 14 w 328"/>
                  <a:gd name="T5" fmla="*/ 19 h 226"/>
                  <a:gd name="T6" fmla="*/ 0 w 328"/>
                  <a:gd name="T7" fmla="*/ 8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67" name="Rectangle 152">
                <a:extLst>
                  <a:ext uri="{FF2B5EF4-FFF2-40B4-BE49-F238E27FC236}">
                    <a16:creationId xmlns:a16="http://schemas.microsoft.com/office/drawing/2014/main" id="{35B0861F-BD1E-8EC2-C33D-7D4F8F2DA3B2}"/>
                  </a:ext>
                </a:extLst>
              </p:cNvPr>
              <p:cNvSpPr>
                <a:spLocks noChangeArrowheads="1"/>
              </p:cNvSpPr>
              <p:nvPr/>
            </p:nvSpPr>
            <p:spPr bwMode="auto">
              <a:xfrm>
                <a:off x="4211" y="694"/>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68" name="Group 153">
                <a:extLst>
                  <a:ext uri="{FF2B5EF4-FFF2-40B4-BE49-F238E27FC236}">
                    <a16:creationId xmlns:a16="http://schemas.microsoft.com/office/drawing/2014/main" id="{91C0BE29-1FD2-64C5-47D4-577CC027B63D}"/>
                  </a:ext>
                </a:extLst>
              </p:cNvPr>
              <p:cNvGrpSpPr>
                <a:grpSpLocks/>
              </p:cNvGrpSpPr>
              <p:nvPr/>
            </p:nvGrpSpPr>
            <p:grpSpPr bwMode="auto">
              <a:xfrm>
                <a:off x="4749" y="668"/>
                <a:ext cx="581" cy="145"/>
                <a:chOff x="614" y="2568"/>
                <a:chExt cx="725" cy="139"/>
              </a:xfrm>
            </p:grpSpPr>
            <p:sp>
              <p:nvSpPr>
                <p:cNvPr id="93" name="AutoShape 154">
                  <a:extLst>
                    <a:ext uri="{FF2B5EF4-FFF2-40B4-BE49-F238E27FC236}">
                      <a16:creationId xmlns:a16="http://schemas.microsoft.com/office/drawing/2014/main" id="{B8094631-A8A7-BD41-077F-23EA0577380F}"/>
                    </a:ext>
                  </a:extLst>
                </p:cNvPr>
                <p:cNvSpPr>
                  <a:spLocks noChangeArrowheads="1"/>
                </p:cNvSpPr>
                <p:nvPr/>
              </p:nvSpPr>
              <p:spPr bwMode="auto">
                <a:xfrm>
                  <a:off x="615" y="2560"/>
                  <a:ext cx="721" cy="149"/>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4" name="AutoShape 155">
                  <a:extLst>
                    <a:ext uri="{FF2B5EF4-FFF2-40B4-BE49-F238E27FC236}">
                      <a16:creationId xmlns:a16="http://schemas.microsoft.com/office/drawing/2014/main" id="{4A7701CA-802F-CBD8-F64A-A63939874D3C}"/>
                    </a:ext>
                  </a:extLst>
                </p:cNvPr>
                <p:cNvSpPr>
                  <a:spLocks noChangeArrowheads="1"/>
                </p:cNvSpPr>
                <p:nvPr/>
              </p:nvSpPr>
              <p:spPr bwMode="auto">
                <a:xfrm>
                  <a:off x="631" y="2582"/>
                  <a:ext cx="689" cy="110"/>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69" name="Rectangle 156">
                <a:extLst>
                  <a:ext uri="{FF2B5EF4-FFF2-40B4-BE49-F238E27FC236}">
                    <a16:creationId xmlns:a16="http://schemas.microsoft.com/office/drawing/2014/main" id="{57EB036D-D763-772A-69BE-7AE62545A8A6}"/>
                  </a:ext>
                </a:extLst>
              </p:cNvPr>
              <p:cNvSpPr>
                <a:spLocks noChangeArrowheads="1"/>
              </p:cNvSpPr>
              <p:nvPr/>
            </p:nvSpPr>
            <p:spPr bwMode="auto">
              <a:xfrm>
                <a:off x="4223" y="1016"/>
                <a:ext cx="597" cy="52"/>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0" name="Group 157">
                <a:extLst>
                  <a:ext uri="{FF2B5EF4-FFF2-40B4-BE49-F238E27FC236}">
                    <a16:creationId xmlns:a16="http://schemas.microsoft.com/office/drawing/2014/main" id="{4E487BF4-19DF-B8E2-6001-DFB195B70BC6}"/>
                  </a:ext>
                </a:extLst>
              </p:cNvPr>
              <p:cNvGrpSpPr>
                <a:grpSpLocks/>
              </p:cNvGrpSpPr>
              <p:nvPr/>
            </p:nvGrpSpPr>
            <p:grpSpPr bwMode="auto">
              <a:xfrm>
                <a:off x="4747" y="994"/>
                <a:ext cx="581" cy="134"/>
                <a:chOff x="614" y="2568"/>
                <a:chExt cx="725" cy="139"/>
              </a:xfrm>
            </p:grpSpPr>
            <p:sp>
              <p:nvSpPr>
                <p:cNvPr id="91" name="AutoShape 158">
                  <a:extLst>
                    <a:ext uri="{FF2B5EF4-FFF2-40B4-BE49-F238E27FC236}">
                      <a16:creationId xmlns:a16="http://schemas.microsoft.com/office/drawing/2014/main" id="{1AED4472-848B-65A7-872A-3611B7379409}"/>
                    </a:ext>
                  </a:extLst>
                </p:cNvPr>
                <p:cNvSpPr>
                  <a:spLocks noChangeArrowheads="1"/>
                </p:cNvSpPr>
                <p:nvPr/>
              </p:nvSpPr>
              <p:spPr bwMode="auto">
                <a:xfrm>
                  <a:off x="617" y="2567"/>
                  <a:ext cx="721" cy="137"/>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2" name="AutoShape 159">
                  <a:extLst>
                    <a:ext uri="{FF2B5EF4-FFF2-40B4-BE49-F238E27FC236}">
                      <a16:creationId xmlns:a16="http://schemas.microsoft.com/office/drawing/2014/main" id="{96DE6A63-7526-0F5D-FC9C-3BE454DE2CB4}"/>
                    </a:ext>
                  </a:extLst>
                </p:cNvPr>
                <p:cNvSpPr>
                  <a:spLocks noChangeArrowheads="1"/>
                </p:cNvSpPr>
                <p:nvPr/>
              </p:nvSpPr>
              <p:spPr bwMode="auto">
                <a:xfrm>
                  <a:off x="634" y="2585"/>
                  <a:ext cx="689" cy="102"/>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1" name="Rectangle 160">
                <a:extLst>
                  <a:ext uri="{FF2B5EF4-FFF2-40B4-BE49-F238E27FC236}">
                    <a16:creationId xmlns:a16="http://schemas.microsoft.com/office/drawing/2014/main" id="{D5811F9F-8E1D-CCFA-C06D-33B67E3DDB86}"/>
                  </a:ext>
                </a:extLst>
              </p:cNvPr>
              <p:cNvSpPr>
                <a:spLocks noChangeArrowheads="1"/>
              </p:cNvSpPr>
              <p:nvPr/>
            </p:nvSpPr>
            <p:spPr bwMode="auto">
              <a:xfrm>
                <a:off x="4217" y="13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2" name="Rectangle 161">
                <a:extLst>
                  <a:ext uri="{FF2B5EF4-FFF2-40B4-BE49-F238E27FC236}">
                    <a16:creationId xmlns:a16="http://schemas.microsoft.com/office/drawing/2014/main" id="{25EC4D12-03D7-4890-6169-1CE1A8342D41}"/>
                  </a:ext>
                </a:extLst>
              </p:cNvPr>
              <p:cNvSpPr>
                <a:spLocks noChangeArrowheads="1"/>
              </p:cNvSpPr>
              <p:nvPr/>
            </p:nvSpPr>
            <p:spPr bwMode="auto">
              <a:xfrm>
                <a:off x="4230" y="1656"/>
                <a:ext cx="597" cy="46"/>
              </a:xfrm>
              <a:prstGeom prst="rect">
                <a:avLst/>
              </a:prstGeom>
              <a:solidFill>
                <a:srgbClr val="000000"/>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3" name="Group 162">
                <a:extLst>
                  <a:ext uri="{FF2B5EF4-FFF2-40B4-BE49-F238E27FC236}">
                    <a16:creationId xmlns:a16="http://schemas.microsoft.com/office/drawing/2014/main" id="{D3C25C9F-D5E8-C5FC-5CA0-9A5EBF517796}"/>
                  </a:ext>
                </a:extLst>
              </p:cNvPr>
              <p:cNvGrpSpPr>
                <a:grpSpLocks/>
              </p:cNvGrpSpPr>
              <p:nvPr/>
            </p:nvGrpSpPr>
            <p:grpSpPr bwMode="auto">
              <a:xfrm>
                <a:off x="4735" y="1627"/>
                <a:ext cx="582" cy="151"/>
                <a:chOff x="614" y="2568"/>
                <a:chExt cx="725" cy="139"/>
              </a:xfrm>
            </p:grpSpPr>
            <p:sp>
              <p:nvSpPr>
                <p:cNvPr id="89" name="AutoShape 163">
                  <a:extLst>
                    <a:ext uri="{FF2B5EF4-FFF2-40B4-BE49-F238E27FC236}">
                      <a16:creationId xmlns:a16="http://schemas.microsoft.com/office/drawing/2014/main" id="{B2A0D68C-3A50-0495-3DE1-813E7B2D3C2B}"/>
                    </a:ext>
                  </a:extLst>
                </p:cNvPr>
                <p:cNvSpPr>
                  <a:spLocks noChangeArrowheads="1"/>
                </p:cNvSpPr>
                <p:nvPr/>
              </p:nvSpPr>
              <p:spPr bwMode="auto">
                <a:xfrm>
                  <a:off x="616" y="2568"/>
                  <a:ext cx="720"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90" name="AutoShape 164">
                  <a:extLst>
                    <a:ext uri="{FF2B5EF4-FFF2-40B4-BE49-F238E27FC236}">
                      <a16:creationId xmlns:a16="http://schemas.microsoft.com/office/drawing/2014/main" id="{621F30AB-9732-DCF4-28AB-CCEDC766EFCD}"/>
                    </a:ext>
                  </a:extLst>
                </p:cNvPr>
                <p:cNvSpPr>
                  <a:spLocks noChangeArrowheads="1"/>
                </p:cNvSpPr>
                <p:nvPr/>
              </p:nvSpPr>
              <p:spPr bwMode="auto">
                <a:xfrm>
                  <a:off x="632" y="2584"/>
                  <a:ext cx="688" cy="106"/>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4" name="Freeform 165">
                <a:extLst>
                  <a:ext uri="{FF2B5EF4-FFF2-40B4-BE49-F238E27FC236}">
                    <a16:creationId xmlns:a16="http://schemas.microsoft.com/office/drawing/2014/main" id="{5408A0F7-87B4-2BCF-B50F-7BCEAAD59720}"/>
                  </a:ext>
                </a:extLst>
              </p:cNvPr>
              <p:cNvSpPr>
                <a:spLocks/>
              </p:cNvSpPr>
              <p:nvPr/>
            </p:nvSpPr>
            <p:spPr bwMode="auto">
              <a:xfrm>
                <a:off x="5288" y="1354"/>
                <a:ext cx="263" cy="188"/>
              </a:xfrm>
              <a:custGeom>
                <a:avLst/>
                <a:gdLst>
                  <a:gd name="T0" fmla="*/ 2 w 328"/>
                  <a:gd name="T1" fmla="*/ 0 h 226"/>
                  <a:gd name="T2" fmla="*/ 14 w 328"/>
                  <a:gd name="T3" fmla="*/ 10 h 226"/>
                  <a:gd name="T4" fmla="*/ 14 w 328"/>
                  <a:gd name="T5" fmla="*/ 17 h 226"/>
                  <a:gd name="T6" fmla="*/ 0 w 328"/>
                  <a:gd name="T7" fmla="*/ 7 h 226"/>
                  <a:gd name="T8" fmla="*/ 2 w 328"/>
                  <a:gd name="T9" fmla="*/ 0 h 226"/>
                  <a:gd name="T10" fmla="*/ 0 60000 65536"/>
                  <a:gd name="T11" fmla="*/ 0 60000 65536"/>
                  <a:gd name="T12" fmla="*/ 0 60000 65536"/>
                  <a:gd name="T13" fmla="*/ 0 60000 65536"/>
                  <a:gd name="T14" fmla="*/ 0 60000 65536"/>
                  <a:gd name="T15" fmla="*/ 0 w 328"/>
                  <a:gd name="T16" fmla="*/ 0 h 226"/>
                  <a:gd name="T17" fmla="*/ 328 w 328"/>
                  <a:gd name="T18" fmla="*/ 226 h 226"/>
                </a:gdLst>
                <a:ahLst/>
                <a:cxnLst>
                  <a:cxn ang="T10">
                    <a:pos x="T0" y="T1"/>
                  </a:cxn>
                  <a:cxn ang="T11">
                    <a:pos x="T2" y="T3"/>
                  </a:cxn>
                  <a:cxn ang="T12">
                    <a:pos x="T4" y="T5"/>
                  </a:cxn>
                  <a:cxn ang="T13">
                    <a:pos x="T6" y="T7"/>
                  </a:cxn>
                  <a:cxn ang="T14">
                    <a:pos x="T8" y="T9"/>
                  </a:cxn>
                </a:cxnLst>
                <a:rect l="T15" t="T16" r="T17" b="T18"/>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nvGrpSpPr>
              <p:cNvPr id="75" name="Group 166">
                <a:extLst>
                  <a:ext uri="{FF2B5EF4-FFF2-40B4-BE49-F238E27FC236}">
                    <a16:creationId xmlns:a16="http://schemas.microsoft.com/office/drawing/2014/main" id="{5327D8F3-A59E-5FBF-AA06-507597B7DE44}"/>
                  </a:ext>
                </a:extLst>
              </p:cNvPr>
              <p:cNvGrpSpPr>
                <a:grpSpLocks/>
              </p:cNvGrpSpPr>
              <p:nvPr/>
            </p:nvGrpSpPr>
            <p:grpSpPr bwMode="auto">
              <a:xfrm>
                <a:off x="4739" y="1327"/>
                <a:ext cx="582" cy="139"/>
                <a:chOff x="614" y="2568"/>
                <a:chExt cx="725" cy="139"/>
              </a:xfrm>
            </p:grpSpPr>
            <p:sp>
              <p:nvSpPr>
                <p:cNvPr id="87" name="AutoShape 167">
                  <a:extLst>
                    <a:ext uri="{FF2B5EF4-FFF2-40B4-BE49-F238E27FC236}">
                      <a16:creationId xmlns:a16="http://schemas.microsoft.com/office/drawing/2014/main" id="{FD476D31-5A6A-E9FB-E4AB-8AA1493F90FE}"/>
                    </a:ext>
                  </a:extLst>
                </p:cNvPr>
                <p:cNvSpPr>
                  <a:spLocks noChangeArrowheads="1"/>
                </p:cNvSpPr>
                <p:nvPr/>
              </p:nvSpPr>
              <p:spPr bwMode="auto">
                <a:xfrm>
                  <a:off x="611" y="2569"/>
                  <a:ext cx="728" cy="138"/>
                </a:xfrm>
                <a:prstGeom prst="roundRect">
                  <a:avLst>
                    <a:gd name="adj" fmla="val 50000"/>
                  </a:avLst>
                </a:pr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8" name="AutoShape 168">
                  <a:extLst>
                    <a:ext uri="{FF2B5EF4-FFF2-40B4-BE49-F238E27FC236}">
                      <a16:creationId xmlns:a16="http://schemas.microsoft.com/office/drawing/2014/main" id="{9446A51F-9365-B8B9-A332-4A7F72DFBDFE}"/>
                    </a:ext>
                  </a:extLst>
                </p:cNvPr>
                <p:cNvSpPr>
                  <a:spLocks noChangeArrowheads="1"/>
                </p:cNvSpPr>
                <p:nvPr/>
              </p:nvSpPr>
              <p:spPr bwMode="auto">
                <a:xfrm>
                  <a:off x="627" y="2586"/>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sp>
            <p:nvSpPr>
              <p:cNvPr id="76" name="Rectangle 169">
                <a:extLst>
                  <a:ext uri="{FF2B5EF4-FFF2-40B4-BE49-F238E27FC236}">
                    <a16:creationId xmlns:a16="http://schemas.microsoft.com/office/drawing/2014/main" id="{4CAA394D-D0BA-A71A-8CFA-FFA0E24A990F}"/>
                  </a:ext>
                </a:extLst>
              </p:cNvPr>
              <p:cNvSpPr>
                <a:spLocks noChangeArrowheads="1"/>
              </p:cNvSpPr>
              <p:nvPr/>
            </p:nvSpPr>
            <p:spPr bwMode="auto">
              <a:xfrm>
                <a:off x="5250" y="429"/>
                <a:ext cx="71" cy="2287"/>
              </a:xfrm>
              <a:prstGeom prst="rect">
                <a:avLst/>
              </a:prstGeom>
              <a:gradFill rotWithShape="1">
                <a:gsLst>
                  <a:gs pos="0">
                    <a:srgbClr val="333333"/>
                  </a:gs>
                  <a:gs pos="50000">
                    <a:srgbClr val="DDDDDD"/>
                  </a:gs>
                  <a:gs pos="100000">
                    <a:srgbClr val="333333"/>
                  </a:gs>
                </a:gsLst>
                <a:lin ang="0" scaled="1"/>
              </a:gra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7" name="Freeform 170">
                <a:extLst>
                  <a:ext uri="{FF2B5EF4-FFF2-40B4-BE49-F238E27FC236}">
                    <a16:creationId xmlns:a16="http://schemas.microsoft.com/office/drawing/2014/main" id="{456161F2-A94B-8F3F-4183-8B007F6AEC33}"/>
                  </a:ext>
                </a:extLst>
              </p:cNvPr>
              <p:cNvSpPr>
                <a:spLocks/>
              </p:cNvSpPr>
              <p:nvPr/>
            </p:nvSpPr>
            <p:spPr bwMode="auto">
              <a:xfrm>
                <a:off x="5312" y="1007"/>
                <a:ext cx="237" cy="213"/>
              </a:xfrm>
              <a:custGeom>
                <a:avLst/>
                <a:gdLst>
                  <a:gd name="T0" fmla="*/ 2 w 296"/>
                  <a:gd name="T1" fmla="*/ 0 h 256"/>
                  <a:gd name="T2" fmla="*/ 14 w 296"/>
                  <a:gd name="T3" fmla="*/ 10 h 256"/>
                  <a:gd name="T4" fmla="*/ 14 w 296"/>
                  <a:gd name="T5" fmla="*/ 19 h 256"/>
                  <a:gd name="T6" fmla="*/ 0 w 296"/>
                  <a:gd name="T7" fmla="*/ 7 h 256"/>
                  <a:gd name="T8" fmla="*/ 2 w 296"/>
                  <a:gd name="T9" fmla="*/ 0 h 256"/>
                  <a:gd name="T10" fmla="*/ 0 60000 65536"/>
                  <a:gd name="T11" fmla="*/ 0 60000 65536"/>
                  <a:gd name="T12" fmla="*/ 0 60000 65536"/>
                  <a:gd name="T13" fmla="*/ 0 60000 65536"/>
                  <a:gd name="T14" fmla="*/ 0 60000 65536"/>
                  <a:gd name="T15" fmla="*/ 0 w 296"/>
                  <a:gd name="T16" fmla="*/ 0 h 256"/>
                  <a:gd name="T17" fmla="*/ 296 w 296"/>
                  <a:gd name="T18" fmla="*/ 256 h 256"/>
                </a:gdLst>
                <a:ahLst/>
                <a:cxnLst>
                  <a:cxn ang="T10">
                    <a:pos x="T0" y="T1"/>
                  </a:cxn>
                  <a:cxn ang="T11">
                    <a:pos x="T2" y="T3"/>
                  </a:cxn>
                  <a:cxn ang="T12">
                    <a:pos x="T4" y="T5"/>
                  </a:cxn>
                  <a:cxn ang="T13">
                    <a:pos x="T6" y="T7"/>
                  </a:cxn>
                  <a:cxn ang="T14">
                    <a:pos x="T8" y="T9"/>
                  </a:cxn>
                </a:cxnLst>
                <a:rect l="T15" t="T16" r="T17" b="T18"/>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8" name="Freeform 171">
                <a:extLst>
                  <a:ext uri="{FF2B5EF4-FFF2-40B4-BE49-F238E27FC236}">
                    <a16:creationId xmlns:a16="http://schemas.microsoft.com/office/drawing/2014/main" id="{47F1795D-4E25-12EE-B3AA-40BEEEE26F04}"/>
                  </a:ext>
                </a:extLst>
              </p:cNvPr>
              <p:cNvSpPr>
                <a:spLocks/>
              </p:cNvSpPr>
              <p:nvPr/>
            </p:nvSpPr>
            <p:spPr bwMode="auto">
              <a:xfrm>
                <a:off x="5315" y="680"/>
                <a:ext cx="244" cy="240"/>
              </a:xfrm>
              <a:custGeom>
                <a:avLst/>
                <a:gdLst>
                  <a:gd name="T0" fmla="*/ 0 w 304"/>
                  <a:gd name="T1" fmla="*/ 0 h 288"/>
                  <a:gd name="T2" fmla="*/ 14 w 304"/>
                  <a:gd name="T3" fmla="*/ 13 h 288"/>
                  <a:gd name="T4" fmla="*/ 13 w 304"/>
                  <a:gd name="T5" fmla="*/ 23 h 288"/>
                  <a:gd name="T6" fmla="*/ 2 w 304"/>
                  <a:gd name="T7" fmla="*/ 10 h 288"/>
                  <a:gd name="T8" fmla="*/ 0 w 304"/>
                  <a:gd name="T9" fmla="*/ 0 h 288"/>
                  <a:gd name="T10" fmla="*/ 0 60000 65536"/>
                  <a:gd name="T11" fmla="*/ 0 60000 65536"/>
                  <a:gd name="T12" fmla="*/ 0 60000 65536"/>
                  <a:gd name="T13" fmla="*/ 0 60000 65536"/>
                  <a:gd name="T14" fmla="*/ 0 60000 65536"/>
                  <a:gd name="T15" fmla="*/ 0 w 304"/>
                  <a:gd name="T16" fmla="*/ 0 h 288"/>
                  <a:gd name="T17" fmla="*/ 304 w 304"/>
                  <a:gd name="T18" fmla="*/ 288 h 288"/>
                </a:gdLst>
                <a:ahLst/>
                <a:cxnLst>
                  <a:cxn ang="T10">
                    <a:pos x="T0" y="T1"/>
                  </a:cxn>
                  <a:cxn ang="T11">
                    <a:pos x="T2" y="T3"/>
                  </a:cxn>
                  <a:cxn ang="T12">
                    <a:pos x="T4" y="T5"/>
                  </a:cxn>
                  <a:cxn ang="T13">
                    <a:pos x="T6" y="T7"/>
                  </a:cxn>
                  <a:cxn ang="T14">
                    <a:pos x="T8" y="T9"/>
                  </a:cxn>
                </a:cxnLst>
                <a:rect l="T15" t="T16" r="T17" b="T18"/>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79" name="Oval 172">
                <a:extLst>
                  <a:ext uri="{FF2B5EF4-FFF2-40B4-BE49-F238E27FC236}">
                    <a16:creationId xmlns:a16="http://schemas.microsoft.com/office/drawing/2014/main" id="{B64EFF85-618B-A54A-46B5-36082A274D62}"/>
                  </a:ext>
                </a:extLst>
              </p:cNvPr>
              <p:cNvSpPr>
                <a:spLocks noChangeArrowheads="1"/>
              </p:cNvSpPr>
              <p:nvPr/>
            </p:nvSpPr>
            <p:spPr bwMode="auto">
              <a:xfrm>
                <a:off x="5520" y="2612"/>
                <a:ext cx="45" cy="98"/>
              </a:xfrm>
              <a:prstGeom prst="ellipse">
                <a:avLst/>
              </a:pr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0" name="Freeform 173">
                <a:extLst>
                  <a:ext uri="{FF2B5EF4-FFF2-40B4-BE49-F238E27FC236}">
                    <a16:creationId xmlns:a16="http://schemas.microsoft.com/office/drawing/2014/main" id="{A188DDCC-7386-F8BE-5665-7351BEF329CF}"/>
                  </a:ext>
                </a:extLst>
              </p:cNvPr>
              <p:cNvSpPr>
                <a:spLocks/>
              </p:cNvSpPr>
              <p:nvPr/>
            </p:nvSpPr>
            <p:spPr bwMode="auto">
              <a:xfrm>
                <a:off x="5302" y="2614"/>
                <a:ext cx="245" cy="200"/>
              </a:xfrm>
              <a:custGeom>
                <a:avLst/>
                <a:gdLst>
                  <a:gd name="T0" fmla="*/ 0 w 306"/>
                  <a:gd name="T1" fmla="*/ 9 h 240"/>
                  <a:gd name="T2" fmla="*/ 2 w 306"/>
                  <a:gd name="T3" fmla="*/ 19 h 240"/>
                  <a:gd name="T4" fmla="*/ 14 w 306"/>
                  <a:gd name="T5" fmla="*/ 9 h 240"/>
                  <a:gd name="T6" fmla="*/ 14 w 306"/>
                  <a:gd name="T7" fmla="*/ 0 h 240"/>
                  <a:gd name="T8" fmla="*/ 0 w 306"/>
                  <a:gd name="T9" fmla="*/ 9 h 240"/>
                  <a:gd name="T10" fmla="*/ 0 60000 65536"/>
                  <a:gd name="T11" fmla="*/ 0 60000 65536"/>
                  <a:gd name="T12" fmla="*/ 0 60000 65536"/>
                  <a:gd name="T13" fmla="*/ 0 60000 65536"/>
                  <a:gd name="T14" fmla="*/ 0 60000 65536"/>
                  <a:gd name="T15" fmla="*/ 0 w 306"/>
                  <a:gd name="T16" fmla="*/ 0 h 240"/>
                  <a:gd name="T17" fmla="*/ 306 w 306"/>
                  <a:gd name="T18" fmla="*/ 240 h 240"/>
                </a:gdLst>
                <a:ahLst/>
                <a:cxnLst>
                  <a:cxn ang="T10">
                    <a:pos x="T0" y="T1"/>
                  </a:cxn>
                  <a:cxn ang="T11">
                    <a:pos x="T2" y="T3"/>
                  </a:cxn>
                  <a:cxn ang="T12">
                    <a:pos x="T4" y="T5"/>
                  </a:cxn>
                  <a:cxn ang="T13">
                    <a:pos x="T6" y="T7"/>
                  </a:cxn>
                  <a:cxn ang="T14">
                    <a:pos x="T8" y="T9"/>
                  </a:cxn>
                </a:cxnLst>
                <a:rect l="T15" t="T16" r="T17" b="T18"/>
                <a:pathLst>
                  <a:path w="306" h="240">
                    <a:moveTo>
                      <a:pt x="0" y="106"/>
                    </a:moveTo>
                    <a:lnTo>
                      <a:pt x="2" y="240"/>
                    </a:lnTo>
                    <a:lnTo>
                      <a:pt x="306" y="110"/>
                    </a:lnTo>
                    <a:lnTo>
                      <a:pt x="300" y="0"/>
                    </a:lnTo>
                    <a:lnTo>
                      <a:pt x="0" y="106"/>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1" name="AutoShape 174">
                <a:extLst>
                  <a:ext uri="{FF2B5EF4-FFF2-40B4-BE49-F238E27FC236}">
                    <a16:creationId xmlns:a16="http://schemas.microsoft.com/office/drawing/2014/main" id="{C7730FC4-BB61-812E-DE32-A0E87445A8DC}"/>
                  </a:ext>
                </a:extLst>
              </p:cNvPr>
              <p:cNvSpPr>
                <a:spLocks noChangeArrowheads="1"/>
              </p:cNvSpPr>
              <p:nvPr/>
            </p:nvSpPr>
            <p:spPr bwMode="auto">
              <a:xfrm>
                <a:off x="4140" y="2675"/>
                <a:ext cx="1200" cy="150"/>
              </a:xfrm>
              <a:prstGeom prst="roundRect">
                <a:avLst>
                  <a:gd name="adj" fmla="val 50000"/>
                </a:avLst>
              </a:prstGeom>
              <a:solidFill>
                <a:srgbClr val="DDDDDD"/>
              </a:soli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2" name="AutoShape 175">
                <a:extLst>
                  <a:ext uri="{FF2B5EF4-FFF2-40B4-BE49-F238E27FC236}">
                    <a16:creationId xmlns:a16="http://schemas.microsoft.com/office/drawing/2014/main" id="{3E46AEB1-6EE1-0FB4-CD95-A43EFC662596}"/>
                  </a:ext>
                </a:extLst>
              </p:cNvPr>
              <p:cNvSpPr>
                <a:spLocks noChangeArrowheads="1"/>
              </p:cNvSpPr>
              <p:nvPr/>
            </p:nvSpPr>
            <p:spPr bwMode="auto">
              <a:xfrm>
                <a:off x="4204" y="2710"/>
                <a:ext cx="1072" cy="81"/>
              </a:xfrm>
              <a:prstGeom prst="roundRect">
                <a:avLst>
                  <a:gd name="adj" fmla="val 50000"/>
                </a:avLst>
              </a:prstGeom>
              <a:gradFill rotWithShape="1">
                <a:gsLst>
                  <a:gs pos="0">
                    <a:srgbClr val="000000"/>
                  </a:gs>
                  <a:gs pos="100000">
                    <a:srgbClr val="808080"/>
                  </a:gs>
                </a:gsLst>
                <a:lin ang="0" scaled="1"/>
              </a:gradFill>
              <a:ln w="9525">
                <a:solidFill>
                  <a:srgbClr val="000000"/>
                </a:solidFill>
                <a:round/>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3" name="Oval 176">
                <a:extLst>
                  <a:ext uri="{FF2B5EF4-FFF2-40B4-BE49-F238E27FC236}">
                    <a16:creationId xmlns:a16="http://schemas.microsoft.com/office/drawing/2014/main" id="{5C4BC70E-D6BF-726B-3A39-53E80F260C27}"/>
                  </a:ext>
                </a:extLst>
              </p:cNvPr>
              <p:cNvSpPr>
                <a:spLocks noChangeArrowheads="1"/>
              </p:cNvSpPr>
              <p:nvPr/>
            </p:nvSpPr>
            <p:spPr bwMode="auto">
              <a:xfrm>
                <a:off x="4307" y="2382"/>
                <a:ext cx="160" cy="144"/>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4" name="Oval 177">
                <a:extLst>
                  <a:ext uri="{FF2B5EF4-FFF2-40B4-BE49-F238E27FC236}">
                    <a16:creationId xmlns:a16="http://schemas.microsoft.com/office/drawing/2014/main" id="{D204D321-E095-20B3-020B-56E14CA2BFAA}"/>
                  </a:ext>
                </a:extLst>
              </p:cNvPr>
              <p:cNvSpPr>
                <a:spLocks noChangeArrowheads="1"/>
              </p:cNvSpPr>
              <p:nvPr/>
            </p:nvSpPr>
            <p:spPr bwMode="auto">
              <a:xfrm>
                <a:off x="4487" y="2382"/>
                <a:ext cx="160" cy="144"/>
              </a:xfrm>
              <a:prstGeom prst="ellipse">
                <a:avLst/>
              </a:prstGeom>
              <a:solidFill>
                <a:srgbClr val="FF00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en-US" sz="2000" b="0" i="0" u="none" strike="noStrike" kern="0" cap="none" spc="0" normalizeH="0" baseline="0" noProof="0" dirty="0">
                  <a:ln>
                    <a:noFill/>
                  </a:ln>
                  <a:solidFill>
                    <a:srgbClr val="FF0000"/>
                  </a:solidFill>
                  <a:effectLst/>
                  <a:uLnTx/>
                  <a:uFillTx/>
                  <a:latin typeface="Calibri" panose="020F0502020204030204"/>
                  <a:ea typeface="ＭＳ Ｐゴシック" panose="020B0600070205080204" pitchFamily="34" charset="-128"/>
                  <a:cs typeface="Arial"/>
                </a:endParaRPr>
              </a:p>
            </p:txBody>
          </p:sp>
          <p:sp>
            <p:nvSpPr>
              <p:cNvPr id="85" name="Oval 178">
                <a:extLst>
                  <a:ext uri="{FF2B5EF4-FFF2-40B4-BE49-F238E27FC236}">
                    <a16:creationId xmlns:a16="http://schemas.microsoft.com/office/drawing/2014/main" id="{A7C32991-5ECF-E769-5ACC-00FEF73F450A}"/>
                  </a:ext>
                </a:extLst>
              </p:cNvPr>
              <p:cNvSpPr>
                <a:spLocks noChangeArrowheads="1"/>
              </p:cNvSpPr>
              <p:nvPr/>
            </p:nvSpPr>
            <p:spPr bwMode="auto">
              <a:xfrm>
                <a:off x="4660" y="2382"/>
                <a:ext cx="160" cy="138"/>
              </a:xfrm>
              <a:prstGeom prst="ellipse">
                <a:avLst/>
              </a:prstGeom>
              <a:solidFill>
                <a:srgbClr val="33CC33"/>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sp>
            <p:nvSpPr>
              <p:cNvPr id="86" name="Rectangle 179">
                <a:extLst>
                  <a:ext uri="{FF2B5EF4-FFF2-40B4-BE49-F238E27FC236}">
                    <a16:creationId xmlns:a16="http://schemas.microsoft.com/office/drawing/2014/main" id="{0120F1EA-B6F5-0F8D-170C-20B8473C1D3C}"/>
                  </a:ext>
                </a:extLst>
              </p:cNvPr>
              <p:cNvSpPr>
                <a:spLocks noChangeArrowheads="1"/>
              </p:cNvSpPr>
              <p:nvPr/>
            </p:nvSpPr>
            <p:spPr bwMode="auto">
              <a:xfrm>
                <a:off x="5064" y="1834"/>
                <a:ext cx="83" cy="760"/>
              </a:xfrm>
              <a:prstGeom prst="rect">
                <a:avLst/>
              </a:prstGeom>
              <a:solidFill>
                <a:srgbClr val="292929"/>
              </a:solidFill>
              <a:ln w="9525">
                <a:solidFill>
                  <a:srgbClr val="000000"/>
                </a:solidFill>
                <a:miter lim="800000"/>
                <a:headEnd/>
                <a:tailEnd/>
              </a:ln>
            </p:spPr>
            <p:txBody>
              <a:bodyPr wrap="none" anchor="ctr"/>
              <a:lstStyle>
                <a:lvl1pPr>
                  <a:defRPr sz="2400">
                    <a:solidFill>
                      <a:schemeClr val="tx1"/>
                    </a:solidFill>
                    <a:latin typeface="Arial" panose="020B0604020202020204" pitchFamily="34" charset="0"/>
                    <a:ea typeface="ＭＳ Ｐゴシック" panose="020B0600070205080204" pitchFamily="34" charset="-128"/>
                  </a:defRPr>
                </a:lvl1pPr>
                <a:lvl2pPr marL="742950" indent="-285750">
                  <a:defRPr sz="2400">
                    <a:solidFill>
                      <a:schemeClr val="tx1"/>
                    </a:solidFill>
                    <a:latin typeface="Arial" panose="020B0604020202020204" pitchFamily="34" charset="0"/>
                    <a:ea typeface="ＭＳ Ｐゴシック" panose="020B0600070205080204" pitchFamily="34" charset="-128"/>
                  </a:defRPr>
                </a:lvl2pPr>
                <a:lvl3pPr marL="1143000" indent="-228600">
                  <a:defRPr sz="2400">
                    <a:solidFill>
                      <a:schemeClr val="tx1"/>
                    </a:solidFill>
                    <a:latin typeface="Arial" panose="020B0604020202020204" pitchFamily="34" charset="0"/>
                    <a:ea typeface="ＭＳ Ｐゴシック" panose="020B0600070205080204" pitchFamily="34" charset="-128"/>
                  </a:defRPr>
                </a:lvl3pPr>
                <a:lvl4pPr marL="1600200" indent="-228600">
                  <a:defRPr sz="2400">
                    <a:solidFill>
                      <a:schemeClr val="tx1"/>
                    </a:solidFill>
                    <a:latin typeface="Arial" panose="020B0604020202020204" pitchFamily="34" charset="0"/>
                    <a:ea typeface="ＭＳ Ｐゴシック" panose="020B0600070205080204" pitchFamily="34" charset="-128"/>
                  </a:defRPr>
                </a:lvl4pPr>
                <a:lvl5pPr marL="2057400" indent="-228600">
                  <a:defRPr sz="24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alt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4" name="Group 180">
              <a:extLst>
                <a:ext uri="{FF2B5EF4-FFF2-40B4-BE49-F238E27FC236}">
                  <a16:creationId xmlns:a16="http://schemas.microsoft.com/office/drawing/2014/main" id="{5A321864-AC03-16F5-D594-927AAC010A87}"/>
                </a:ext>
              </a:extLst>
            </p:cNvPr>
            <p:cNvGrpSpPr>
              <a:grpSpLocks/>
            </p:cNvGrpSpPr>
            <p:nvPr/>
          </p:nvGrpSpPr>
          <p:grpSpPr bwMode="auto">
            <a:xfrm flipH="1">
              <a:off x="10010775" y="4435439"/>
              <a:ext cx="803275" cy="771525"/>
              <a:chOff x="-44" y="1473"/>
              <a:chExt cx="981" cy="1105"/>
            </a:xfrm>
          </p:grpSpPr>
          <p:pic>
            <p:nvPicPr>
              <p:cNvPr id="61" name="Picture 181" descr="desktop_computer_stylized_medium">
                <a:extLst>
                  <a:ext uri="{FF2B5EF4-FFF2-40B4-BE49-F238E27FC236}">
                    <a16:creationId xmlns:a16="http://schemas.microsoft.com/office/drawing/2014/main" id="{DF341DD7-8AE0-12A6-FD17-87FFD494A3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2" name="Freeform 182">
                <a:extLst>
                  <a:ext uri="{FF2B5EF4-FFF2-40B4-BE49-F238E27FC236}">
                    <a16:creationId xmlns:a16="http://schemas.microsoft.com/office/drawing/2014/main" id="{4B074B78-BA1E-7209-7F2C-F1CD3BD654F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5" name="Group 183">
              <a:extLst>
                <a:ext uri="{FF2B5EF4-FFF2-40B4-BE49-F238E27FC236}">
                  <a16:creationId xmlns:a16="http://schemas.microsoft.com/office/drawing/2014/main" id="{937A8500-987F-5FE5-794C-10AA043ED288}"/>
                </a:ext>
              </a:extLst>
            </p:cNvPr>
            <p:cNvGrpSpPr>
              <a:grpSpLocks/>
            </p:cNvGrpSpPr>
            <p:nvPr/>
          </p:nvGrpSpPr>
          <p:grpSpPr bwMode="auto">
            <a:xfrm>
              <a:off x="6096000" y="4416389"/>
              <a:ext cx="803275" cy="771525"/>
              <a:chOff x="-44" y="1473"/>
              <a:chExt cx="981" cy="1105"/>
            </a:xfrm>
          </p:grpSpPr>
          <p:pic>
            <p:nvPicPr>
              <p:cNvPr id="59" name="Picture 184" descr="desktop_computer_stylized_medium">
                <a:extLst>
                  <a:ext uri="{FF2B5EF4-FFF2-40B4-BE49-F238E27FC236}">
                    <a16:creationId xmlns:a16="http://schemas.microsoft.com/office/drawing/2014/main" id="{C54B98C9-738B-63C6-0AFE-3E701CE24D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0" name="Freeform 185">
                <a:extLst>
                  <a:ext uri="{FF2B5EF4-FFF2-40B4-BE49-F238E27FC236}">
                    <a16:creationId xmlns:a16="http://schemas.microsoft.com/office/drawing/2014/main" id="{BCB54D5A-30D0-7345-47E9-DDDE11017588}"/>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nvGrpSpPr>
            <p:cNvPr id="56" name="Group 186">
              <a:extLst>
                <a:ext uri="{FF2B5EF4-FFF2-40B4-BE49-F238E27FC236}">
                  <a16:creationId xmlns:a16="http://schemas.microsoft.com/office/drawing/2014/main" id="{FD947F71-F123-991D-7700-C807F2AD9D96}"/>
                </a:ext>
              </a:extLst>
            </p:cNvPr>
            <p:cNvGrpSpPr>
              <a:grpSpLocks/>
            </p:cNvGrpSpPr>
            <p:nvPr/>
          </p:nvGrpSpPr>
          <p:grpSpPr bwMode="auto">
            <a:xfrm>
              <a:off x="6718300" y="4865652"/>
              <a:ext cx="803275" cy="771525"/>
              <a:chOff x="-44" y="1473"/>
              <a:chExt cx="981" cy="1105"/>
            </a:xfrm>
          </p:grpSpPr>
          <p:pic>
            <p:nvPicPr>
              <p:cNvPr id="57" name="Picture 187" descr="desktop_computer_stylized_medium">
                <a:extLst>
                  <a:ext uri="{FF2B5EF4-FFF2-40B4-BE49-F238E27FC236}">
                    <a16:creationId xmlns:a16="http://schemas.microsoft.com/office/drawing/2014/main" id="{126276D0-2AED-1743-98A2-8415962312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flipH="1">
                <a:off x="-44" y="1473"/>
                <a:ext cx="981" cy="11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 name="Freeform 188">
                <a:extLst>
                  <a:ext uri="{FF2B5EF4-FFF2-40B4-BE49-F238E27FC236}">
                    <a16:creationId xmlns:a16="http://schemas.microsoft.com/office/drawing/2014/main" id="{F0410562-98AC-BF53-2CD4-49E05AC6AEC5}"/>
                  </a:ext>
                </a:extLst>
              </p:cNvPr>
              <p:cNvSpPr>
                <a:spLocks/>
              </p:cNvSpPr>
              <p:nvPr/>
            </p:nvSpPr>
            <p:spPr bwMode="auto">
              <a:xfrm flipH="1">
                <a:off x="374" y="1579"/>
                <a:ext cx="477" cy="506"/>
              </a:xfrm>
              <a:custGeom>
                <a:avLst/>
                <a:gdLst>
                  <a:gd name="T0" fmla="*/ 0 w 356"/>
                  <a:gd name="T1" fmla="*/ 0 h 368"/>
                  <a:gd name="T2" fmla="*/ 18034 w 356"/>
                  <a:gd name="T3" fmla="*/ 1220 h 368"/>
                  <a:gd name="T4" fmla="*/ 21394 w 356"/>
                  <a:gd name="T5" fmla="*/ 25425 h 368"/>
                  <a:gd name="T6" fmla="*/ 4715 w 356"/>
                  <a:gd name="T7" fmla="*/ 31797 h 368"/>
                  <a:gd name="T8" fmla="*/ 0 w 356"/>
                  <a:gd name="T9" fmla="*/ 0 h 368"/>
                  <a:gd name="T10" fmla="*/ 0 60000 65536"/>
                  <a:gd name="T11" fmla="*/ 0 60000 65536"/>
                  <a:gd name="T12" fmla="*/ 0 60000 65536"/>
                  <a:gd name="T13" fmla="*/ 0 60000 65536"/>
                  <a:gd name="T14" fmla="*/ 0 60000 65536"/>
                  <a:gd name="T15" fmla="*/ 0 w 356"/>
                  <a:gd name="T16" fmla="*/ 0 h 368"/>
                  <a:gd name="T17" fmla="*/ 356 w 356"/>
                  <a:gd name="T18" fmla="*/ 368 h 368"/>
                </a:gdLst>
                <a:ahLst/>
                <a:cxnLst>
                  <a:cxn ang="T10">
                    <a:pos x="T0" y="T1"/>
                  </a:cxn>
                  <a:cxn ang="T11">
                    <a:pos x="T2" y="T3"/>
                  </a:cxn>
                  <a:cxn ang="T12">
                    <a:pos x="T4" y="T5"/>
                  </a:cxn>
                  <a:cxn ang="T13">
                    <a:pos x="T6" y="T7"/>
                  </a:cxn>
                  <a:cxn ang="T14">
                    <a:pos x="T8" y="T9"/>
                  </a:cxn>
                </a:cxnLst>
                <a:rect l="T15" t="T16" r="T17" b="T18"/>
                <a:pathLst>
                  <a:path w="356" h="368">
                    <a:moveTo>
                      <a:pt x="0" y="0"/>
                    </a:moveTo>
                    <a:lnTo>
                      <a:pt x="300" y="14"/>
                    </a:lnTo>
                    <a:lnTo>
                      <a:pt x="356" y="294"/>
                    </a:lnTo>
                    <a:lnTo>
                      <a:pt x="78" y="368"/>
                    </a:lnTo>
                    <a:lnTo>
                      <a:pt x="0" y="0"/>
                    </a:lnTo>
                    <a:close/>
                  </a:path>
                </a:pathLst>
              </a:custGeom>
              <a:gradFill rotWithShape="1">
                <a:gsLst>
                  <a:gs pos="0">
                    <a:srgbClr val="000099"/>
                  </a:gs>
                  <a:gs pos="100000">
                    <a:srgbClr val="FFFFFF"/>
                  </a:gs>
                </a:gsLst>
                <a:lin ang="2700000" scaled="1"/>
              </a:gradFill>
              <a:ln>
                <a:noFill/>
              </a:ln>
              <a:extLst>
                <a:ext uri="{91240B29-F687-4F45-9708-019B960494DF}">
                  <a14:hiddenLine xmlns:a14="http://schemas.microsoft.com/office/drawing/2010/main" w="9525" cap="flat" cmpd="sng">
                    <a:solidFill>
                      <a:srgbClr val="000000"/>
                    </a:solidFill>
                    <a:prstDash val="solid"/>
                    <a:round/>
                    <a:headEnd/>
                    <a:tailEnd/>
                  </a14:hiddenLine>
                </a:ext>
              </a:extLst>
            </p:spPr>
            <p:txBody>
              <a:bodyPr wrap="none"/>
              <a:lstStyle/>
              <a:p>
                <a:pPr marL="0" marR="0" lvl="0" indent="0" algn="l" defTabSz="914400" rtl="0" eaLnBrk="0" fontAlgn="base" latinLnBrk="0" hangingPunct="0">
                  <a:lnSpc>
                    <a:spcPct val="100000"/>
                  </a:lnSpc>
                  <a:spcBef>
                    <a:spcPct val="0"/>
                  </a:spcBef>
                  <a:spcAft>
                    <a:spcPct val="0"/>
                  </a:spcAft>
                  <a:buClrTx/>
                  <a:buSzTx/>
                  <a:buFontTx/>
                  <a:buNone/>
                  <a:tabLst/>
                  <a:defRPr/>
                </a:pPr>
                <a:endParaRPr kumimoji="0" lang="en-US" sz="2800" b="0" i="0" u="none" strike="noStrike" kern="0" cap="none" spc="0" normalizeH="0" baseline="0" noProof="0" dirty="0">
                  <a:ln>
                    <a:noFill/>
                  </a:ln>
                  <a:solidFill>
                    <a:srgbClr val="000000"/>
                  </a:solidFill>
                  <a:effectLst/>
                  <a:uLnTx/>
                  <a:uFillTx/>
                  <a:latin typeface="Calibri" panose="020F0502020204030204"/>
                  <a:ea typeface="ＭＳ Ｐゴシック" panose="020B0600070205080204" pitchFamily="34" charset="-128"/>
                  <a:cs typeface="Arial"/>
                </a:endParaRPr>
              </a:p>
            </p:txBody>
          </p:sp>
        </p:grpSp>
      </p:grpSp>
      <p:sp>
        <p:nvSpPr>
          <p:cNvPr id="159" name="TextBox 158">
            <a:extLst>
              <a:ext uri="{FF2B5EF4-FFF2-40B4-BE49-F238E27FC236}">
                <a16:creationId xmlns:a16="http://schemas.microsoft.com/office/drawing/2014/main" id="{8962D0E1-BD1B-8646-2059-BF9D1F5B11E1}"/>
              </a:ext>
            </a:extLst>
          </p:cNvPr>
          <p:cNvSpPr txBox="1"/>
          <p:nvPr/>
        </p:nvSpPr>
        <p:spPr>
          <a:xfrm>
            <a:off x="7043053" y="6368144"/>
            <a:ext cx="4484918" cy="369332"/>
          </a:xfrm>
          <a:prstGeom prst="rect">
            <a:avLst/>
          </a:prstGeom>
          <a:noFill/>
        </p:spPr>
        <p:txBody>
          <a:bodyPr wrap="square" rtlCol="0">
            <a:spAutoFit/>
          </a:bodyPr>
          <a:lstStyle/>
          <a:p>
            <a:r>
              <a:rPr lang="en-IN" dirty="0"/>
              <a:t>Copyright © 2010-2025 J.F. Kurose, K.W. Ross</a:t>
            </a:r>
          </a:p>
        </p:txBody>
      </p:sp>
    </p:spTree>
    <p:extLst>
      <p:ext uri="{BB962C8B-B14F-4D97-AF65-F5344CB8AC3E}">
        <p14:creationId xmlns:p14="http://schemas.microsoft.com/office/powerpoint/2010/main" val="56179020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44C19-6DBC-31D9-8584-790211CC1E63}"/>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AC996275-AF93-6524-2BE0-5103A0DC04EA}"/>
              </a:ext>
            </a:extLst>
          </p:cNvPr>
          <p:cNvSpPr>
            <a:spLocks noGrp="1"/>
          </p:cNvSpPr>
          <p:nvPr>
            <p:ph idx="1"/>
          </p:nvPr>
        </p:nvSpPr>
        <p:spPr/>
        <p:txBody>
          <a:bodyPr/>
          <a:lstStyle/>
          <a:p>
            <a:r>
              <a:rPr lang="en-US" dirty="0"/>
              <a:t>If there are </a:t>
            </a:r>
            <a:r>
              <a:rPr lang="en-US" dirty="0">
                <a:solidFill>
                  <a:schemeClr val="accent1"/>
                </a:solidFill>
              </a:rPr>
              <a:t>n</a:t>
            </a:r>
            <a:r>
              <a:rPr lang="en-US" dirty="0"/>
              <a:t> links between the path from A to B and the </a:t>
            </a:r>
            <a:r>
              <a:rPr lang="en-US" dirty="0" err="1">
                <a:solidFill>
                  <a:schemeClr val="accent1"/>
                </a:solidFill>
              </a:rPr>
              <a:t>i</a:t>
            </a:r>
            <a:r>
              <a:rPr lang="en-US" baseline="30000" dirty="0" err="1">
                <a:solidFill>
                  <a:schemeClr val="accent1"/>
                </a:solidFill>
              </a:rPr>
              <a:t>th</a:t>
            </a:r>
            <a:r>
              <a:rPr lang="en-US" dirty="0"/>
              <a:t> link has the highest transmission rate. Is it possible that the </a:t>
            </a:r>
            <a:r>
              <a:rPr lang="en-US" dirty="0" err="1">
                <a:solidFill>
                  <a:schemeClr val="accent1"/>
                </a:solidFill>
              </a:rPr>
              <a:t>i</a:t>
            </a:r>
            <a:r>
              <a:rPr lang="en-US" baseline="30000" dirty="0" err="1">
                <a:solidFill>
                  <a:schemeClr val="accent1"/>
                </a:solidFill>
              </a:rPr>
              <a:t>th</a:t>
            </a:r>
            <a:r>
              <a:rPr lang="en-US" dirty="0"/>
              <a:t> link is the bottleneck link?</a:t>
            </a:r>
          </a:p>
          <a:p>
            <a:endParaRPr lang="en-IN" dirty="0"/>
          </a:p>
        </p:txBody>
      </p:sp>
    </p:spTree>
    <p:extLst>
      <p:ext uri="{BB962C8B-B14F-4D97-AF65-F5344CB8AC3E}">
        <p14:creationId xmlns:p14="http://schemas.microsoft.com/office/powerpoint/2010/main" val="235246852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B18DDC-F2C7-8515-FDF0-747521C162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F331B83-C5EB-EA24-3C68-E95B290A434E}"/>
              </a:ext>
            </a:extLst>
          </p:cNvPr>
          <p:cNvSpPr>
            <a:spLocks noGrp="1"/>
          </p:cNvSpPr>
          <p:nvPr>
            <p:ph type="title"/>
          </p:nvPr>
        </p:nvSpPr>
        <p:spPr/>
        <p:txBody>
          <a:bodyPr/>
          <a:lstStyle/>
          <a:p>
            <a:r>
              <a:rPr lang="en-IN" dirty="0"/>
              <a:t>Bottleneck link</a:t>
            </a:r>
          </a:p>
        </p:txBody>
      </p:sp>
      <p:sp>
        <p:nvSpPr>
          <p:cNvPr id="3" name="Content Placeholder 2">
            <a:extLst>
              <a:ext uri="{FF2B5EF4-FFF2-40B4-BE49-F238E27FC236}">
                <a16:creationId xmlns:a16="http://schemas.microsoft.com/office/drawing/2014/main" id="{D4AE45CA-E880-DE26-32D0-4713F7A4AD61}"/>
              </a:ext>
            </a:extLst>
          </p:cNvPr>
          <p:cNvSpPr>
            <a:spLocks noGrp="1"/>
          </p:cNvSpPr>
          <p:nvPr>
            <p:ph idx="1"/>
          </p:nvPr>
        </p:nvSpPr>
        <p:spPr/>
        <p:txBody>
          <a:bodyPr/>
          <a:lstStyle/>
          <a:p>
            <a:r>
              <a:rPr lang="en-US" dirty="0"/>
              <a:t>If there are </a:t>
            </a:r>
            <a:r>
              <a:rPr lang="en-US" dirty="0">
                <a:solidFill>
                  <a:schemeClr val="accent1"/>
                </a:solidFill>
              </a:rPr>
              <a:t>n</a:t>
            </a:r>
            <a:r>
              <a:rPr lang="en-US" dirty="0"/>
              <a:t> links between the path from A to B and the </a:t>
            </a:r>
            <a:r>
              <a:rPr lang="en-US" dirty="0" err="1">
                <a:solidFill>
                  <a:schemeClr val="accent1"/>
                </a:solidFill>
              </a:rPr>
              <a:t>i</a:t>
            </a:r>
            <a:r>
              <a:rPr lang="en-US" baseline="30000" dirty="0" err="1">
                <a:solidFill>
                  <a:schemeClr val="accent1"/>
                </a:solidFill>
              </a:rPr>
              <a:t>th</a:t>
            </a:r>
            <a:r>
              <a:rPr lang="en-US" dirty="0"/>
              <a:t> link has the highest </a:t>
            </a:r>
            <a:r>
              <a:rPr lang="en-US"/>
              <a:t>transmission rate. </a:t>
            </a:r>
            <a:r>
              <a:rPr lang="en-US" dirty="0"/>
              <a:t>Is it possible that the </a:t>
            </a:r>
            <a:r>
              <a:rPr lang="en-US" dirty="0" err="1">
                <a:solidFill>
                  <a:schemeClr val="accent1"/>
                </a:solidFill>
              </a:rPr>
              <a:t>i</a:t>
            </a:r>
            <a:r>
              <a:rPr lang="en-US" baseline="30000" dirty="0" err="1">
                <a:solidFill>
                  <a:schemeClr val="accent1"/>
                </a:solidFill>
              </a:rPr>
              <a:t>th</a:t>
            </a:r>
            <a:r>
              <a:rPr lang="en-US" dirty="0"/>
              <a:t> link is the bottleneck link?</a:t>
            </a:r>
          </a:p>
          <a:p>
            <a:pPr lvl="1"/>
            <a:r>
              <a:rPr lang="en-US" dirty="0"/>
              <a:t>Yes, if many other data flows are passing through the </a:t>
            </a:r>
            <a:r>
              <a:rPr lang="en-US" dirty="0" err="1">
                <a:solidFill>
                  <a:schemeClr val="accent1"/>
                </a:solidFill>
              </a:rPr>
              <a:t>i</a:t>
            </a:r>
            <a:r>
              <a:rPr lang="en-US" baseline="30000" dirty="0" err="1">
                <a:solidFill>
                  <a:schemeClr val="accent1"/>
                </a:solidFill>
              </a:rPr>
              <a:t>th</a:t>
            </a:r>
            <a:r>
              <a:rPr lang="en-US" dirty="0"/>
              <a:t> link.</a:t>
            </a:r>
          </a:p>
          <a:p>
            <a:endParaRPr lang="en-IN" dirty="0"/>
          </a:p>
        </p:txBody>
      </p:sp>
    </p:spTree>
    <p:extLst>
      <p:ext uri="{BB962C8B-B14F-4D97-AF65-F5344CB8AC3E}">
        <p14:creationId xmlns:p14="http://schemas.microsoft.com/office/powerpoint/2010/main" val="3098447241"/>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8F093-C5A0-7154-80E7-4CA4C22CDD21}"/>
              </a:ext>
            </a:extLst>
          </p:cNvPr>
          <p:cNvSpPr>
            <a:spLocks noGrp="1"/>
          </p:cNvSpPr>
          <p:nvPr>
            <p:ph type="title"/>
          </p:nvPr>
        </p:nvSpPr>
        <p:spPr/>
        <p:txBody>
          <a:bodyPr/>
          <a:lstStyle/>
          <a:p>
            <a:r>
              <a:rPr lang="en-IN" dirty="0"/>
              <a:t>Bandwidth</a:t>
            </a:r>
          </a:p>
        </p:txBody>
      </p:sp>
      <p:sp>
        <p:nvSpPr>
          <p:cNvPr id="3" name="Content Placeholder 2">
            <a:extLst>
              <a:ext uri="{FF2B5EF4-FFF2-40B4-BE49-F238E27FC236}">
                <a16:creationId xmlns:a16="http://schemas.microsoft.com/office/drawing/2014/main" id="{1BE9DA95-BD81-4A33-6F35-3A7947D4976F}"/>
              </a:ext>
            </a:extLst>
          </p:cNvPr>
          <p:cNvSpPr>
            <a:spLocks noGrp="1"/>
          </p:cNvSpPr>
          <p:nvPr>
            <p:ph idx="1"/>
          </p:nvPr>
        </p:nvSpPr>
        <p:spPr/>
        <p:txBody>
          <a:bodyPr>
            <a:normAutofit/>
          </a:bodyPr>
          <a:lstStyle/>
          <a:p>
            <a:r>
              <a:rPr lang="en-US" dirty="0"/>
              <a:t>Literally bandwidth is a measure of the width of a frequency band</a:t>
            </a:r>
          </a:p>
          <a:p>
            <a:pPr lvl="1"/>
            <a:r>
              <a:rPr lang="en-US" dirty="0"/>
              <a:t>e.g., if the frequency range is 100 Hz to 1000 Hz. Bandwidth 900 Hz.</a:t>
            </a:r>
          </a:p>
          <a:p>
            <a:endParaRPr lang="en-US" dirty="0"/>
          </a:p>
          <a:p>
            <a:r>
              <a:rPr lang="en-US" dirty="0"/>
              <a:t>However, it is also used in the context of data rate </a:t>
            </a:r>
          </a:p>
          <a:p>
            <a:pPr lvl="1"/>
            <a:r>
              <a:rPr lang="en-US" dirty="0"/>
              <a:t>Bandwidth of a communication link is the number of bits per second that can be transmitted on the link.</a:t>
            </a:r>
          </a:p>
          <a:p>
            <a:pPr marL="0" indent="0">
              <a:buNone/>
            </a:pPr>
            <a:endParaRPr lang="en-IN" dirty="0"/>
          </a:p>
        </p:txBody>
      </p:sp>
    </p:spTree>
    <p:extLst>
      <p:ext uri="{BB962C8B-B14F-4D97-AF65-F5344CB8AC3E}">
        <p14:creationId xmlns:p14="http://schemas.microsoft.com/office/powerpoint/2010/main" val="344750366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B40A8D-294A-849A-274C-6E0A4235BBB3}"/>
              </a:ext>
            </a:extLst>
          </p:cNvPr>
          <p:cNvSpPr>
            <a:spLocks noGrp="1"/>
          </p:cNvSpPr>
          <p:nvPr>
            <p:ph type="title"/>
          </p:nvPr>
        </p:nvSpPr>
        <p:spPr/>
        <p:txBody>
          <a:bodyPr/>
          <a:lstStyle/>
          <a:p>
            <a:r>
              <a:rPr lang="en-IN" dirty="0"/>
              <a:t>Protocol</a:t>
            </a:r>
          </a:p>
        </p:txBody>
      </p:sp>
      <p:sp>
        <p:nvSpPr>
          <p:cNvPr id="3" name="Content Placeholder 2">
            <a:extLst>
              <a:ext uri="{FF2B5EF4-FFF2-40B4-BE49-F238E27FC236}">
                <a16:creationId xmlns:a16="http://schemas.microsoft.com/office/drawing/2014/main" id="{0F2B78E7-E5CD-97B6-F725-876575FDBDB7}"/>
              </a:ext>
            </a:extLst>
          </p:cNvPr>
          <p:cNvSpPr>
            <a:spLocks noGrp="1"/>
          </p:cNvSpPr>
          <p:nvPr>
            <p:ph idx="1"/>
          </p:nvPr>
        </p:nvSpPr>
        <p:spPr/>
        <p:txBody>
          <a:bodyPr>
            <a:normAutofit/>
          </a:bodyPr>
          <a:lstStyle/>
          <a:p>
            <a:r>
              <a:rPr lang="en-US" dirty="0"/>
              <a:t>A formal set of rules that define how two or more entities communicate or interact.</a:t>
            </a:r>
            <a:endParaRPr lang="en-IN" dirty="0"/>
          </a:p>
          <a:p>
            <a:endParaRPr lang="en-IN" dirty="0"/>
          </a:p>
          <a:p>
            <a:r>
              <a:rPr lang="en-US" dirty="0"/>
              <a:t>For example: Handshake protocol</a:t>
            </a:r>
          </a:p>
          <a:p>
            <a:pPr lvl="1"/>
            <a:r>
              <a:rPr lang="en-US" dirty="0"/>
              <a:t>client </a:t>
            </a:r>
            <a:r>
              <a:rPr lang="en-US" dirty="0">
                <a:sym typeface="Wingdings" panose="05000000000000000000" pitchFamily="2" charset="2"/>
              </a:rPr>
              <a:t></a:t>
            </a:r>
            <a:r>
              <a:rPr lang="en-US" dirty="0"/>
              <a:t> server (hello)</a:t>
            </a:r>
          </a:p>
          <a:p>
            <a:pPr lvl="1"/>
            <a:r>
              <a:rPr lang="en-US" dirty="0"/>
              <a:t>server </a:t>
            </a:r>
            <a:r>
              <a:rPr lang="en-US" dirty="0">
                <a:sym typeface="Wingdings" panose="05000000000000000000" pitchFamily="2" charset="2"/>
              </a:rPr>
              <a:t></a:t>
            </a:r>
            <a:r>
              <a:rPr lang="en-US" dirty="0"/>
              <a:t> client (hello)</a:t>
            </a:r>
          </a:p>
          <a:p>
            <a:pPr lvl="1"/>
            <a:r>
              <a:rPr lang="en-US" dirty="0"/>
              <a:t>client </a:t>
            </a:r>
            <a:r>
              <a:rPr lang="en-US" dirty="0">
                <a:sym typeface="Wingdings" panose="05000000000000000000" pitchFamily="2" charset="2"/>
              </a:rPr>
              <a:t></a:t>
            </a:r>
            <a:r>
              <a:rPr lang="en-US" dirty="0"/>
              <a:t> server (I received your hello)</a:t>
            </a:r>
            <a:br>
              <a:rPr lang="en-US" dirty="0"/>
            </a:br>
            <a:endParaRPr lang="en-US" dirty="0"/>
          </a:p>
        </p:txBody>
      </p:sp>
    </p:spTree>
    <p:extLst>
      <p:ext uri="{BB962C8B-B14F-4D97-AF65-F5344CB8AC3E}">
        <p14:creationId xmlns:p14="http://schemas.microsoft.com/office/powerpoint/2010/main" val="2613960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474</TotalTime>
  <Words>4713</Words>
  <Application>Microsoft Office PowerPoint</Application>
  <PresentationFormat>Widescreen</PresentationFormat>
  <Paragraphs>714</Paragraphs>
  <Slides>76</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76</vt:i4>
      </vt:variant>
    </vt:vector>
  </HeadingPairs>
  <TitlesOfParts>
    <vt:vector size="82" baseType="lpstr">
      <vt:lpstr>Arial</vt:lpstr>
      <vt:lpstr>Calibri</vt:lpstr>
      <vt:lpstr>Calibri Light</vt:lpstr>
      <vt:lpstr>Cambria Math</vt:lpstr>
      <vt:lpstr>Wingdings</vt:lpstr>
      <vt:lpstr>Office Theme</vt:lpstr>
      <vt:lpstr>PowerPoint Presentation</vt:lpstr>
      <vt:lpstr>Today’s topics</vt:lpstr>
      <vt:lpstr>References</vt:lpstr>
      <vt:lpstr>Packet switching</vt:lpstr>
      <vt:lpstr>Store and forward</vt:lpstr>
      <vt:lpstr>Packet switching</vt:lpstr>
      <vt:lpstr>Packet switching</vt:lpstr>
      <vt:lpstr>Circuit switching</vt:lpstr>
      <vt:lpstr>Circuit switching</vt:lpstr>
      <vt:lpstr>Circuit switching</vt:lpstr>
      <vt:lpstr>Circuit switching</vt:lpstr>
      <vt:lpstr>Circuit switching</vt:lpstr>
      <vt:lpstr>Multiplexing</vt:lpstr>
      <vt:lpstr>Multiplexing</vt:lpstr>
      <vt:lpstr>Multiplexing</vt:lpstr>
      <vt:lpstr>Example</vt:lpstr>
      <vt:lpstr>Example</vt:lpstr>
      <vt:lpstr>Example</vt:lpstr>
      <vt:lpstr>Example</vt:lpstr>
      <vt:lpstr>Example</vt:lpstr>
      <vt:lpstr>Takeaway</vt:lpstr>
      <vt:lpstr>Example</vt:lpstr>
      <vt:lpstr>Example</vt:lpstr>
      <vt:lpstr>Takeaway</vt:lpstr>
      <vt:lpstr>Example</vt:lpstr>
      <vt:lpstr>Example</vt:lpstr>
      <vt:lpstr>Example</vt:lpstr>
      <vt:lpstr>Example</vt:lpstr>
      <vt:lpstr>Quality of service</vt:lpstr>
      <vt:lpstr>Delay in packet-switched networks</vt:lpstr>
      <vt:lpstr>Delay in packet-switched networks</vt:lpstr>
      <vt:lpstr>Delay in packet-switched networks</vt:lpstr>
      <vt:lpstr>Delay in packet-switched networks</vt:lpstr>
      <vt:lpstr>Delay in packet-switched networks</vt:lpstr>
      <vt:lpstr>Propagation delay</vt:lpstr>
      <vt:lpstr>Propagation delay</vt:lpstr>
      <vt:lpstr>Transmission and propagation delay</vt:lpstr>
      <vt:lpstr>Nodal delay</vt:lpstr>
      <vt:lpstr>Example</vt:lpstr>
      <vt:lpstr>Example</vt:lpstr>
      <vt:lpstr>Example</vt:lpstr>
      <vt:lpstr>Example</vt:lpstr>
      <vt:lpstr>Queuing delay</vt:lpstr>
      <vt:lpstr>Queuing delay</vt:lpstr>
      <vt:lpstr>Queuing delay</vt:lpstr>
      <vt:lpstr>Queuing delay</vt:lpstr>
      <vt:lpstr>Queuing delay</vt:lpstr>
      <vt:lpstr>Queuing delay</vt:lpstr>
      <vt:lpstr>Queuing delay</vt:lpstr>
      <vt:lpstr>Queuing delay</vt:lpstr>
      <vt:lpstr>Queuing delay</vt:lpstr>
      <vt:lpstr>End-to-End delay (no queuing)</vt:lpstr>
      <vt:lpstr>Traceroute</vt:lpstr>
      <vt:lpstr>Traceroute</vt:lpstr>
      <vt:lpstr>Traceroute</vt:lpstr>
      <vt:lpstr>Traceroute</vt:lpstr>
      <vt:lpstr>whois</vt:lpstr>
      <vt:lpstr>Throughput</vt:lpstr>
      <vt:lpstr>Throughput</vt:lpstr>
      <vt:lpstr>Example</vt:lpstr>
      <vt:lpstr>Example</vt:lpstr>
      <vt:lpstr>Example</vt:lpstr>
      <vt:lpstr>Bottleneck link</vt:lpstr>
      <vt:lpstr>Example</vt:lpstr>
      <vt:lpstr>Example</vt:lpstr>
      <vt:lpstr>Throughput</vt:lpstr>
      <vt:lpstr>Throughput</vt:lpstr>
      <vt:lpstr>The real internet</vt:lpstr>
      <vt:lpstr>The real internet</vt:lpstr>
      <vt:lpstr>The real internet</vt:lpstr>
      <vt:lpstr>The real internet</vt:lpstr>
      <vt:lpstr>The real internet</vt:lpstr>
      <vt:lpstr>Bottleneck link</vt:lpstr>
      <vt:lpstr>Bottleneck link</vt:lpstr>
      <vt:lpstr>Bandwidth</vt:lpstr>
      <vt:lpstr>Protocol</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Piyus Kedia</dc:creator>
  <cp:lastModifiedBy>Piyus Kedia</cp:lastModifiedBy>
  <cp:revision>12</cp:revision>
  <dcterms:created xsi:type="dcterms:W3CDTF">2025-08-12T14:04:44Z</dcterms:created>
  <dcterms:modified xsi:type="dcterms:W3CDTF">2025-12-03T02:52:58Z</dcterms:modified>
</cp:coreProperties>
</file>