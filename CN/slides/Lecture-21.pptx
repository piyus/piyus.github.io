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1801" r:id="rId3"/>
    <p:sldId id="1576" r:id="rId4"/>
    <p:sldId id="1875" r:id="rId5"/>
    <p:sldId id="1876" r:id="rId6"/>
    <p:sldId id="1867" r:id="rId7"/>
    <p:sldId id="990" r:id="rId8"/>
    <p:sldId id="991" r:id="rId9"/>
    <p:sldId id="992" r:id="rId10"/>
    <p:sldId id="993" r:id="rId11"/>
    <p:sldId id="994" r:id="rId12"/>
    <p:sldId id="995" r:id="rId13"/>
    <p:sldId id="1881" r:id="rId14"/>
    <p:sldId id="1890" r:id="rId15"/>
    <p:sldId id="1882" r:id="rId16"/>
    <p:sldId id="1891" r:id="rId17"/>
    <p:sldId id="1893" r:id="rId18"/>
    <p:sldId id="1894" r:id="rId19"/>
    <p:sldId id="1895" r:id="rId20"/>
    <p:sldId id="1896" r:id="rId21"/>
    <p:sldId id="1897" r:id="rId22"/>
    <p:sldId id="1898" r:id="rId23"/>
    <p:sldId id="1885" r:id="rId24"/>
    <p:sldId id="1899" r:id="rId25"/>
    <p:sldId id="1884" r:id="rId26"/>
    <p:sldId id="188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1-12T04:05:15.389"/>
    </inkml:context>
    <inkml:brush xml:id="br0">
      <inkml:brushProperty name="width" value="0.05292" units="cm"/>
      <inkml:brushProperty name="height" value="0.05292" units="cm"/>
      <inkml:brushProperty name="color" value="#FF0000"/>
    </inkml:brush>
  </inkml:definitions>
  <inkml:trace contextRef="#ctx0" brushRef="#br0">1609 8940 0 0,'0'0'27'0,"0"0"31"0,-8-5 14 0,8 5 10 0,0 0 10 0,-5 0 10 0,5 0 11 0,0 0 9 0,0 0 9 0,0 0 10 0,-7 0 7 0,7 0-22 0,0 0-37 0,0 0-13 0,0 0 3 0,0 0 9 0,0 0 12 0,0 0 10 0,0-4 10 0,0 4 8 0,0 0 2 0,0 0 2 0,0 0 5 16,0 0 1-16,0 0 4 0,0 0-3 0,0 0-4 0,0 0-10 0,0 0-13 0,0 0-12 0,0 0-14 0,0 0-11 0,0 0-11 16,0 0-8-16,0 0-8 0,0 0-5 0,0 0-6 15,0 0-5-15,0 0-3 0,0 0-5 0,0 0-5 0,0 0-1 0,0 0-3 16,0 0-2-16,0 0-4 0,0 0-3 0,0 0-2 0,0 0-2 0,0 0-1 15,0 0 0-15,0 0 2 0,0 0 3 0,0 0 2 0,0 0 7 0,0 0 2 0,0 4 7 0,0-4 7 16,0 0 7-16,0 0 5 0,7 5 6 0,-7-5 6 0,0 0 4 0,5 0 1 16,3 0 4-16,-8 0 0 0,5 0 1 0,-5 0-1 0,8 0-1 0,-2 0-3 0,-6-5-2 15,5 5-7-15,2 0-4 0,-7 0-3 0,9 0-5 0,-4-4-1 16,0 4-2-16,3 0-2 0,-8-6-2 0,5 6-3 0,3 0-1 0,0 0-1 0,-3-4-1 0,1 4-2 16,1 0-2-16,-1 0 0 0,-6 0-5 0,8-5 0 0,-3 5-6 15,-5 0 0-15,7 0-4 0,-1 0-2 0,-6 5-2 0,0-5-2 0,6 0-2 16,-6 0-2-16,0 0-2 0,0 0 0 0,7 0 1 0,-7 0-1 0,0 4 0 15,0-4 2-15,0 0-2 0,0 0 1 0,8 0 1 0,-8 6-1 0,0-6 1 0,5 0-1 0,-5 0 3 0,0 4 0 0,0-4 1 0,0 0 1 16,0 0-1-16,6 0 1 0,-6 0 2 16,0 5 0-16,0-5 1 0,0 0 0 0,0 0 1 0,0 0 1 0,0 0 1 0,0 0 2 15,0 0 1-15,0 0-1 0,0 0 3 0,0 0 2 0,0 0 0 0,0 0 3 16,0 0-2-16,0 0 2 0,0 0-1 0,0 0-1 0,0 0 1 0,0 0-2 0,0 0 0 0,0 0-2 0,0 0-1 0,0 0-2 16,0 0-3-1,0 0-4-15,0 0-12 0,0 0-16 0,0 0-23 0,0 0-22 0,0 0-19 0,0 0-18 0,0 0-30 0,0 0-33 0,0 0-68 0,0 0-78 0,0 0-63 16,0 4-49-16,0 1-15 15,0 1 1-15,-6-2 20 0,6 1 26 0,-5 1 33 0,-3-2 36 0,8 2 34 16,-7-6 34-16,1 5 42 0,-7-5 48 0,8-5 63 0,-3 5 80 0</inkml:trace>
  <inkml:trace contextRef="#ctx0" brushRef="#br0" timeOffset="14326.26">23229 4148 34 0,'0'0'106'0,"0"0"39"0,0 0 31 0,-5-4 24 0,5 4 21 0,0 0 21 0,0-6 19 0,0 0 20 0,0 6 19 0,0-3 19 0,0-3 16 0,0 6-43 0,0-5-78 0,0 1-48 0,0 4-28 0,0-6-15 16,0 6-7-16,0-4 0 0,0 4-1 0,0 0 1 0,0-5-2 0,0 5-2 16,0 0-4-16,0 0-3 0,0 0-5 0,0 0-6 0,0 0-6 0,0 0-5 0,0 0-7 15,0 0-10-15,0 0-12 0,0 0-8 0,0 0-12 0,0 0-8 0,0 0-5 16,0 0-3-16,0 0-1 0,0 5 0 0,0-1 0 0,0 2-3 0,0 3 2 0,0-3-2 16,0 3-1-16,0 1 1 0,0 5 1 0,0-6 3 0,5 6 0 0,-5 0 0 15,0 0 0-15,0 3-6 0,0-2-3 0,0 3-2 0,0 1-2 0,0-1-3 16,7 0 1-16,-7 1-2 0,0 5 1 0,0-7 1 0,0 9-2 0,0-9 0 15,0 6 0-15,0-3 1 0,0-2 0 0,9 6-1 0,-9-7-2 16,0 2-1-16,0 0 1 0,0-6 0 0,0 5 0 0,0-3 0 0,5-2-2 0,-5 1-3 16,0-6-8-16,0 1-9 0,0 1-14 0,7-1-12 0,-7-1-12 0,0-5-14 15,0 7-15-15,0-8-13 0,0-3-15 0,0 7-18 0,6-2-20 0,-6-5-33 0,0 4-36 0,0-4-25 16,0 0-24-16,0 0-35 0,0 5-38 0,0-5-13 0,0 0-1 0,0 0 11 16,0 0 20-16,0-5 25 0,6 1 25 0,-6-1 29 0,0-5 32 15,0-1 38-15,0 1 41 0,0 1 36 0,0-6 40 0</inkml:trace>
  <inkml:trace contextRef="#ctx0" brushRef="#br0" timeOffset="14845.48">23229 4187 18 0,'0'-6'89'0,"0"6"37"16,7 0 29-16,-7 0 26 0,0-4 26 0,0 4 25 0,0-5 20 16,-7-1 21-16,7 6 20 0,0 0 18 0,0-3 17 0,0 3-37 0,0-4-69 0,7-2-43 15,-7 1-29-15,0 5-17 0,0-4-11 16,0-2-9-16,9 0-11 0,-9 3-6 0,5-3-8 0,-5-3-3 0,7 3-3 0,-1-3-3 15,0 5-1-15,1-7 0 0,1 1-3 0,3 1-1 0,-3 0 1 0,5-1-1 16,-6-4-1-16,5 7-1 0,0-7-3 0,2 8-2 0,-1-2-2 0,-1-3-6 0,2 8-5 0,-7-9-5 0,13 8-6 16,-13-1-5-16,12 5-4 0,-14-6-5 0,8 6-5 0,1 0-3 0,-1 0-6 15,-1 6-2-15,2-6-6 0,-9 5-2 0,10-1-2 0,-9 8-2 0,7-9 0 16,-8 8 1-16,4-3 2 0,-4-2 2 0,-5 8 0 16,7-4 1-16,-1 1 1 0,-6 3 0 0,0-5 2 0,0 6 3 15,0 0 1-15,0 0 0 0,-6 0 3 0,-1 0-2 0,2 0 2 0,-4 3-4 0,4-2 0 0,-2-1-1 0,-5-2-1 0,-3 7 0 16,4-5-1-16,-2-1 0 0,-2 0-4 0,3 1 1 0,0 1-3 0,-1-3 1 15,-1 1-1-15,2-2-1 0,-8 3 0 0,8-6-3 0,-4 0 0 0,5 1-1 0,-2-1-2 16,0 3 0-16,-1-3 0 0,2-5 0 0,-1 5 0 0,5-3 1 0,-3-1-1 0,3 4 0 16,1-3 1-16,1-6 0 0,0 4 2 0,-1-4 2 0,7 6 2 0,-5-6 6 15,5 0 2-15,0 0 2 0,0 0 3 0,0 0-2 0,0 0 4 0,0 0-1 16,0 0 5-16,0 0 0 0,0 0 5 0,0 0-1 0,0 0 1 0,0 0 0 16,0 0-1-16,0 0-4 0,0 0-2 0,0 0-2 0,0 0-4 0,0-6-3 0,0 6-1 15,0 0-4 1,5 0-5-16,-5 0-2 0,0-4-4 0,7 4-3 0,-7 0-1 0,6-6-2 0,0 6 1 15,1 0-2-15,1 0 1 0,-3 0 0 0,1 0 2 0,7 0 1 0,2 0-1 0,-10 6 4 16,9-2-1-16,-1 2 2 0,-7-1 1 0,7-1 1 0,-1 5 1 0,-3 1 0 16,3 1-1-16,-1-1 1 0,-2-1 1 0,3 6-2 0,-6-6-1 0,7 6-1 0,-5 0-5 0,-3-6-7 15,2 6-12-15,0 1-15 0,-2-2-15 0,3-6-20 16,-1 7-22-16,-2-3-17 0,3 2-23 0,-2-4-13 0,-6-1-18 0,5 0-19 16,3 0-23-16,-1-2-24 0,-7 2-30 0,6-4-22 0,0-1-17 0,-6 6-30 0,7-10-35 0,-2 5-3 0,4 0 9 0,-9-5 23 0,5 0 23 0,2 0 27 15,-1 0 27-15,1-5 30 0,-7 0 32 0,7 5 37 16,0-10 36-16,-2 6 38 0,3-5 46 0</inkml:trace>
  <inkml:trace contextRef="#ctx0" brushRef="#br0" timeOffset="15288.42">23824 4217 2 0,'0'-6'49'0,"0"3"25"0,6-3 18 0,-6 0 20 0,0 6 22 0,0-3 21 0,0 3 25 0,0-6 23 0,0 0 26 0,0 6 17 0,0-4 14 0,0 4-17 0,0 0-38 0,0-5-15 0,0 5-8 0,0-6-1 0,0 6-1 0,0-3-7 0,0 3-9 0,0 0-10 0,0-4-10 0,0 4-9 15,-6-6-8-15,6 6-6 0,0-5-1 0,0 5-2 0,0 0-1 0,0 0-1 16,0 0-3-16,0 0-2 16,0-4-4-16,0 4-3 0,0 0-6 0,0 0-4 0,0 0-8 0,0 0-9 15,0 0-9-15,0 0-9 0,0 0-12 0,0 0-11 0,0 0-10 0,0 0-11 16,0 0-9-16,0 0-11 0,0 0-8 0,0 0-10 0,0 0-7 0,0 0-2 0,0 0-1 15,0 0 5-15,0 0 4 0,0 4 8 0,0 7 4 0,0-7 6 0,0-1 5 16,0 8 8-16,0-1 7 0,0 5 6 0,0-6 8 0,0 6 7 0,0 0 7 16,0 0 0-16,0-1-3 0,-6 6-3 0,6-5-9 0,0 4-2 0,0-4-7 0,0 3-3 15,-8 3-4-15,8-2-4 0,0-4-2 0,0 4-4 0,0 1-3 0,0-1-3 16,0-4 0-16,0 4-1 0,8-5-1 0,-8 7 1 0,0-7-1 0,0 0 0 16,6 7 1-16,-6-8-1 0,6 2 1 0,-6-3 1 0,7 2 2 0,-2-6 0 0,-5 7 3 15,8-3 3-15,-8-3 3 0,6 0 1 0,1-3 2 0,-1 3 1 16,-1-5 4-16,2 7 1 0,2-8 1 0,-4 4 2 0,1-7 0 0,1 5 1 0,7-5 0 15,-7 0 0-15,-2 0-1 0,9 0-1 0,-9 0-2 0,3-5-5 0,4-2-9 16,-5 7-15-16,5-3-17 0,-4-3-23 0,5 1-25 0,-7-5-24 0,7 7-28 0,-5-3-30 16,-3 2-36-16,1-7-51 0,1 8-57 0,7-4-67 0,-7-2-66 0,-2 4-21 0,-5-5 3 15,6 6 20-15,-1-6 26 0,-5 6 34 0,0-8 36 0,8 3 37 0,-8-1 38 16,0 5 44-16,-8-4 44 0,8-1 53 0,-5 0 63 0</inkml:trace>
  <inkml:trace contextRef="#ctx0" brushRef="#br0" timeOffset="15487.43">23850 4549 83 0,'-8'0'148'0,"8"0"38"0,0 0 30 16,0 0 25-16,-5 0 20 0,5 0 22 0,0-6 20 0,0 6 22 0,0 0 24 0,0 0 22 15,0 0 23-15,0 0-61 0,0 0-108 0,0 0-57 0,0 0-29 0,0 0-10 16,5-4-9-16,-5 4-2 0,0-5-4 0,8 5-7 0,-2-4-7 16,-6-1-11-16,7-2-11 0,4 4-13 0,-4-8-13 0,2 7-12 0,2-2-8 0,1-3-11 0,-3 5-10 15,3-7-23-15,2 7-30 0,-1-7-36 0,-1 7-43 16,-5-7-71-16,5 2-84 0,1 5-70 0,1-5-56 0,-9-3-22 0,11 3-3 15,-11-1 7-15,8 1 13 0,-8 0 18 0,4-6 25 0,-2 3 34 0,-2 3 44 0,1-4 47 16,-6 2 52-16,5-4 67 0,-5 5 81 0</inkml:trace>
  <inkml:trace contextRef="#ctx0" brushRef="#br0" timeOffset="15688.56">23842 4226 93 0,'0'0'156'0,"-5"0"40"16,5 0 29-16,0-5 28 0,0 5 27 0,0 0 30 0,0-4 31 0,0-2 29 0,0 3 25 15,5-3 22-15,-5 0 21 0,0 3-72 0,8-3-124 0,-8 0-62 0,6-3-33 16,1 3-12-16,-7 3-10 0,6-1-11 16,6-7-12-16,-3 7-19 0,2-2-19 0,-4-3-16 0,7 3-11 0,-2 1-12 15,2-5-6-15,-1 6-13 0,-1-1-17 0,0 1-24 0,3-1-30 0,-2 5-41 0,-2-6-46 16,5 6-63-16,-5 0-70 0,1 0-65 0,4 0-56 0,-5 0-19 0,2 0-4 0,-5 6 10 0,4-6 13 0,0 5 25 16,-4-5 27-16,-1 4 39 0,-2-4 43 0,2 0 50 0,0 5 50 0,-2-5 61 15,3 4 75-15</inkml:trace>
  <inkml:trace contextRef="#ctx0" brushRef="#br0" timeOffset="16117.69">24298 4226 0 0,'7'-5'1'0,"-1"1"104"0,2-5 74 15,-2 3 51-15,1 0 42 0,-7 3 37 0,5-3 35 0,4 0 32 0,-9 2 31 0,5-1 26 0,2-1 26 16,-7 3 20-16,6-1 21 0,-6-2-81 15,7 1-134-15,-1 1-78 0,-6-2-52 0,8 6-30 0,-8-6-25 0,0 6-18 0,0 0-21 0,0 0-13 16,0 0-16-16,0 0-10 0,5 0-6 0,-5 0-5 16,0 0-3-16,5 6 1 0,-5 0-1 0,8-2 2 0,-8 1 0 0,6 1 2 0,-6 1 1 0,0-1 1 0,7 3 1 15,-7 3 2-15,8-3-3 0,-8 6 2 0,0-6-3 0,5 6 0 0,-5-5-1 0,0 5-2 16,0-2-3-16,0 2-1 0,0 6 0 16,0-8-1-16,0 7 0 0,0-5 0 0,0 4-2 0,0-4 0 15,0 6 0-15,0-8 0 0,0 7-1 0,0-5-1 0,0 4-2 0,0-4-1 0,0 0-1 16,0 0-1-16,0-6 0 0,6 5-2 0,-6 0 0 0,0-2 0 0,8-3 0 0,-8 0 0 0,5 6 1 0,-5-11 1 15,0 8 1-15,8-3-2 0,-8-4 1 0,5-1 1 16,-5 6 0-16,0-5 1 0,8-1 2 0,-8 1 0 0,6-5 2 0,-6 7 2 16,0-4 1-16,5-3 2 0,-5 6 0 0,7-6 3 0,-7 5 1 0,8-5 1 15,-8 4 1-15,6-4 1 0,0 0 1 0,1 6 1 0,-2-6-2 0,2 3 1 0,7-3-2 0,-8 0-1 0,6 0-2 0,-3 6-1 16,3-6-1-16,-6 0-1 0,7 0-1 0,-5 0-2 0,4 0 0 16,0 0 0-16,-4 0-1 0,4 0 0 15,-5 0 1-15,5 0 1 0,-4 0 0 0,5 0 1 0,-7 0-2 0,1 0-5 0,7 0-8 0,-9 0-27 0,2 0-33 16,-1 0-40-16,-6 0-45 0,5 0-78 0,4 0-90 0,-9 0-81 0,0 0-70 0,0 0-26 15,0 0-3-15,0 0 7 0,0 0 14 16,0 0 26-16,0 0 30 0,0 0 45 0,0 4 49 0,0-4 55 0,-9-4 58 0,4-2 73 16,5 3 81-16</inkml:trace>
  <inkml:trace contextRef="#ctx0" brushRef="#br0" timeOffset="16699.1">25159 4208 91 0,'5'-6'166'0,"-5"-3"51"0,8 9 40 0,-8-12 38 0,8 8 35 0,-8-1 33 15,0-1 31-15,5 3 28 0,-5-1 27 0,0 4 22 0,0 0 22 0,0 0-73 0,0 0-124 0,0 0-75 0,0 0-51 0,0 0-30 0,0 0-22 0,0 0-22 0,0 0-20 0,0 0-22 0,0 0-19 0,0 0-16 16,0 0-15-16,0 0-5 0,0 0-2 0,0 0-2 0,0 4-2 0,0-1 0 15,0 3 1-15,0 3 2 0,0 3 2 0,0-3 4 0,0 0 4 0,-5 1 5 16,5 4 4-16,0 2 7 0,-8-1 0 0,8-2 2 0,0 2-4 0,-8 0 1 0,3 4-1 16,5-5-3-16,-7 1-2 0,0 1 0 0,7 2-4 0,-5-3-3 0,5 1-2 15,-8-7-4-15,8 6 0 0,-7-6-6 0,7 2-2 0,0-1-6 0,0-1-4 16,-5 0-8-16,5-3-7 0,0-2-6 0,0 1-4 0,0 1-2 0,0-6-1 0,0 3 1 16,0-3 0-16,0 0 3 0,0 0 5 0,0 0 5 0,0 0 8 0,0 0 8 15,0 0 9-15,0 0 12 0,0 0 12 0,0 0 13 0,0 0 7 0,0 0 10 16,0 0 8-16,0 0 0 0,0 0 0 0,0 0-5 0,-9-3-3 0,9-3-6 15,0 1-4-15,0-5-3 0,0 1-4 0,0-6-6 0,0 5-3 0,0-4-2 16,0-5-7-16,9-2-4 0,-9 2-5 0,0-5 8 0,0 3 12 0,5 3 8 0,-5-7 0 16,0 1 0-16,7 0 1 0,-7 3-3 0,8-1 3 0,-8 1-2 0,5 0-1 15,-5 3-2-15,7-1 2 0,-7 4-1 0,7-4 1 0,-2 8-6 0,-5-4-11 0,8 6 0 16,-8-5 2-16,0 9 2 0,8-4 2 0,-8 2 0 0,5 2-4 0,-5 1 1 16,0 4-3-16,6-5 1 0,-6 5 1 0,0 0-4 0,5 0 0 0,2 0 0 15,-7 0-4-15,9 5 1 0,-4-5-2 0,2 4 1 0,4 1-1 0,-3 5 1 16,0 1 0-16,3-1 1 0,-3 3 0 0,-3 2-2 0,10 0-1 0,-10 4 2 0,9 1-2 15,-9 1 0-15,3 1 2 0,-3 5-2 0,9-5-1 0,-9 4 2 0,3 2 0 16,0 3-2-16,-3-7 1 0,2 6 0 0,-1-8 0 0,-1 5 0 16,4-5 1-16,-2-2-4 0,-2 1 2 0,1-2-1 0,-6-1-1 0,7-2-2 0,-1 3-2 15,2-5-12-15,-3-2-12 0,-5 1-16 0,7 2-18 0,-1-6-22 0,-6 3-24 0,0-3-28 16,6 0-29-16,-6 1-32 0,8-1-29 0,-8-4-48 16,0 5-54-16,0-4-61 0,7-1-60 0,-7-5-37 0,0 4-20 0,0-4 9 0,-7 6 21 15,7-6 34-15,0 3 35 0,0-3 43 0,-8 0 41 0,2-3 44 0,6-3 42 0,-6 2 53 16,-1-1 55-16,2-1 57 0,-3-4 67 0</inkml:trace>
  <inkml:trace contextRef="#ctx0" brushRef="#br0" timeOffset="16903.9">25180 4476 0 0,'-16'0'5'0,"11"-6"116"0,-9 2 69 0,14-2 46 0,-5 1 37 0,-3 1 33 0,1-1 31 0,7-1 29 0,0 2 28 0,0-1 28 0,0 1 24 0,0-1 27 0,0 5 23 0,0-4-80 0,0-2-140 0,7 0-75 0,-7 2-35 0,0-1-24 15,8 5-11-15,-3-6-15 0,-5 2-14 0,7-1-13 16,0 1-14-16,-2-1-11 0,11 1-14 0,-11 4-8 0,6-6-10 0,5 0-10 0,-4 3-10 0,-1 3-12 15,5 0-16-15,-5-6-26 0,2 6-31 0,2 0-41 16,-3 0-46-16,0 0-90 0,1 0-111 0,1 0-71 0,-1 6-49 0,0-6-15 0,0 0 2 16,-8 0 10-16,11 0 18 0,-5 0 26 0,-4-6 30 0,-1 0 45 0,2 3 49 0,-3 3 57 15,2-11 59-15,-7 7 81 0,6 0 96 0</inkml:trace>
  <inkml:trace contextRef="#ctx0" brushRef="#br0" timeOffset="17188.41">25712 4172 0 0,'0'0'3'0,"0"0"109"0,0-6 66 16,0 6 47-16,0-3 39 0,0-1 39 0,0-2 38 0,0 1 37 0,0 1 36 16,0-2 33-16,0 6 32 0,0-9 28 0,0 9 25 0,0 0-81 0,0-6-137 0,0 6-73 0,0 0-40 0,0 0-26 15,0 0-20-15,0 0-24 0,0 0-28 0,0 0-27 0,0 0-27 0,0 0-15 16,0 0-9-16,0 0-11 0,7 6-4 0,-7-6-3 0,6 3-3 0,-1 3 0 15,3 4-2-15,0-5 2 0,-3 5 1 0,1-1 2 0,2 0 6 0,4 3 4 0,-4 3 3 16,4-2 0-16,0-4-5 0,-4 6-2 16,5 0-4-16,-2 0-2 0,-4 0 0 0,7 0-1 0,-1 4-1 0,-8-4-5 0,11 0-9 0,-5 0-16 0,-4-2-24 15,7 2-27-15,-9 0-30 0,8 0-33 16,-7-6-34-16,9 6-52 0,-10 0-60 0,3-5-70 0,-2-1-76 0,-1 0-43 0,3 1-29 0,-1-5 0 0,-7 1 17 0,6-3 29 16,-6 4 37-16,0-7 41 0,0 0 46 0,0 0 45 0,6 0 46 0,-6-7 58 15,0 7 58-15</inkml:trace>
  <inkml:trace contextRef="#ctx0" brushRef="#br0" timeOffset="17390.71">26038 4294 0 0,'0'-15'9'0,"0"2"125"0,0-2 73 0,0-1 57 0,-8 2 50 15,8 1 46-15,0-2 45 0,-5-1 40 0,5 5 45 0,-7 4 38 0,7-8 34 0,-6 9 31 16,6-3 29-16,-6 3-89 0,6 1-155 0,0 1-85 0,0-2-48 0,0 6-33 0,0-4-32 0,0 4-28 0,0 0-29 16,0 0-29-1,-7 0-30-15,7 0-19 0,0 0-19 0,-8 4-8 0,8 2-8 0,-5-2-9 0,-1 1-3 0,-2 4-7 0,3 3-1 0,-10 3-3 0,9-2 3 0,-7 2-6 16,8 6-8-16,-9-8-21 0,1 7-25 0,8 5-48 0,-11-1-55 0,4 1-101 15,1-1-119-15,-5 0-95 16,5 4-78-16,-2 3-28 0,0-7-4 0,-1 0 12 0,1 6 18 0,1-5 29 0,-7-7 35 0,3 2 49 16,5 0 55-16,-10-11 66 0,9 6 71 0,-1-6 89 15,-6 3 94-15</inkml:trace>
  <inkml:trace contextRef="#ctx0" brushRef="#br0" timeOffset="84135.45">14074 5580 0 0,'5'-11'1'0,"-5"7"100"0,0-5 70 0,7 3 44 0,-7 1 37 0,0-5 31 0,0 4 28 0,0-3 31 0,0 5 29 0,0-1 29 0,0-1 30 0,-7 2 29 0,7-1 27 0,0 1-65 0,0-1-124 0,0-2-64 0,0 4-34 0,0-3-12 15,0 2-7-15,0-1-2 0,0 5-7 0,0-6-6 0,0 6-8 0,0 0-11 16,0 0-12-16,0-4-12 0,0 4-15 0,0 0-13 0,0 0-10 0,0 0-11 0,0 0-12 15,0 0-12-15,0 0-13 0,0 0-12 0,0 0-12 0,0 0-8 0,0 0-5 16,0 0-2-16,-5 4 0 0,5 2-2 0,0-1-2 0,0 5 2 0,0 5-1 16,0-6 0-16,0 6 2 0,0 4 4 0,0 2 3 0,0 3 2 0,0-5 5 0,0 5 0 15,0 1-2-15,0 4-1 0,5-4-2 0,-5-1-3 0,0 4 1 0,0-3-1 16,0 5-1-16,7-11 1 0,-7 5-1 0,0-3-2 0,9-3 1 0,-9 3-3 16,5-2-1-16,-5-4-7 0,6 0-10 0,-6-6-17 0,7 6-17 0,-2-6-18 15,-5 1-19-15,9-1-18 0,-9-4-18 0,5 2-17 0,2 2-17 0,-7-5-14 0,6-4-14 16,-6 5-13-16,5-5-13 0,-5 0-9 0,8 0-4 0,0-5-25 0,-8 5-29 15,5-10-25-15,-5 7-22 0,7-9-23 0,-7 3-20 0,7-1-5 0,-7 1 4 0,0 0 16 16,0-6 20-16,0 3 25 0,0-1 27 0,-7 4 30 0,7-6 30 0,-7 0 43 16,7 4 47-16,-5-2 42 0,-3-3 45 0</inkml:trace>
  <inkml:trace contextRef="#ctx0" brushRef="#br0" timeOffset="84420.14">14127 5775 0 0,'-9'-21'18'0,"-3"6"56"0,6-3 40 0,1-1 37 0,-11-2 38 0,11 6 35 16,-2-3 33-16,-5 2 30 0,4-2 27 0,1 3 23 0,2-1 19 0,-1 2-1 16,-2 1-17-16,8 2-24 0,-5 1-30 0,5 0-27 0,0 1-29 0,-8-2-24 15,8 7-25-15,8-5-17 0,-8 4-14 0,0-2-11 0,0-2-8 0,5 5-5 16,-5-1-6-16,8-5-5 0,-2 5-5 0,-1 1-3 0,2-1-6 0,1-1-5 0,-2 2-2 15,7-2-5-15,-8 2-6 0,11-1-4 0,-5 0-7 0,1 5-5 0,2-4-6 16,-1 4-4-16,0-6-3 0,7 6-6 0,0 0-2 0,-8 0-5 16,7 6-4-16,2-6-6 0,6 4-1 0,-9 1-7 0,3 0-1 0,3 5-5 0,-4 0-1 15,-1 4-1-15,8 1-2 0,-7-2 2 0,-6 8-2 0,4-2-3 0,-5 2 4 0,0 3-1 16,-6-6 1-16,5 13-2 0,-12-7 3 0,7 1-1 0,-7-1-2 0,0 0 3 16,0 4-2-16,-7-7-1 0,2 3 1 0,-2 1-2 0,0-6-4 0,0 5-7 15,-6-3-10-15,-1-3-6 0,4-3-11 0,2 6-5 0,-5-2-3 0,0-4-8 0,-1 0-4 16,1-2-6-16,0 2-7 0,2-6-6 0,4 3-9 0,-7-3-4 0,1 0-3 15,8 0-3-15,-11-3 1 0,11 3 1 0,-1-3-2 0,-1-2-1 16,2 2-2-16,-4-6-10 0,2 5-8 0,2-5-11 0,5 4-15 0,-6-4-14 0,6 5-14 0,0-5-36 16,0 0-47-16,0 0-60 0,0 0-67 0,0 0-37 0,0 0-19 0,-5-5 3 15,5 5 12-15,0-9 24 0,5-1 27 0,-5 4 31 0,6-3 35 0,-6-6 37 0,5 6 36 16,2-7 49-16,2 2 56 0</inkml:trace>
  <inkml:trace contextRef="#ctx0" brushRef="#br0" timeOffset="84704.56">14732 5422 0 0,'13'-9'43'0,"-7"0"89"0,-1-6 48 16,-5 6 37-16,7-1 30 0,-7-1 28 0,9 1 28 0,-9 1 30 0,5 4 29 16,-5-5 32-16,7 0 30 0,-7 5 8 0,0 1-7 0,0-1-59 15,6-1-89-15,-6 2-39 0,0 4-19 0,0-5-4 0,0 5-4 16,0 0-8-16,0-4-7 0,0 4-13 0,0 0-15 0,0 0-15 0,0 0-16 0,-6 0-18 0,6 0-17 16,0 0-16-16,-7 0-17 0,7 4-13 0,-5-4-12 0,-4 5-11 0,2-1-4 0,2 7-8 15,-1-7-2-15,-1 7-5 0,-7-1-3 0,9-1-3 0,-2 0-2 16,0 1-2-16,2 4-2 0,-10 2 2 0,10-1-2 0,-4-1 0 0,4 6-4 15,0-6 0-15,-3 11-3 0,8-6 1 0,-5 5-3 0,-3 1 0 0,2-1 1 0,6 0 0 16,0 6 1-16,-7-5 1 0,7 4-1 0,0-4 1 0,0-1-1 0,0 4-5 0,0-3-5 16,0-1-8-16,7 1-14 0,-1-1-12 0,2-3-14 0,-3-3-15 0,3 3-18 0,-3-2-19 15,9-1-19-15,-2-3-24 0,1 1-25 0,1-2-22 0,-1 1-26 0,6-6-35 16,-7 1-37-16,9 0-50 0,-2-5-47 0,8-1-38 0,-7 1-27 0,4-5 4 16,-3 0 18-16,6 0 28 0,-4-5 30 0,-2 1 37 0,6-1 37 0,-9-5 40 0,8 0 38 15,-12 1 47-15,6-6 50 0,-1 6 56 0,-6-6 69 0</inkml:trace>
  <inkml:trace contextRef="#ctx0" brushRef="#br0" timeOffset="84926.03">15175 5545 0 0,'0'-16'5'0,"0"7"115"0,-9-6 73 0,9 6 53 15,0 0 44-15,-5-1 39 0,5 0 37 0,-5-1 35 0,5 2 35 0,0 5 33 0,0-1 32 0,0-1 29 16,0 6 26-16,0 0-79 0,-8 0-140 0,8 0-79 0,0 0-47 0,0 0-32 16,0 0-25-16,0 0-23 0,0 0-25 0,0 0-21 0,0 0-20 0,0 0-15 15,0 0-9-15,0 6-8 0,0 3-9 0,0-4-8 0,0 5-8 16,0 5-4-16,0-5-3 0,-5 8-1 0,5-3 3 0,0 10 6 0,0-5 4 0,0 5 7 0,0-1 2 15,0 0-1-15,0 1-4 0,0 2-4 0,0 0-5 0,0-5-10 0,0 9-10 16,0-13-13-16,5 8-13 0,-5-7-16 0,8 0-12 0,-8 2-22 16,5-3-19-16,0-3-26 0,-5 0-30 0,9 0-31 0,-4-2-32 0,2-1-56 0,1 3-70 0,-2-6-72 15,-1 0-64-15,3 1-20 0,-3-1 10 0,2-4 18 0,0 5 28 0,0-4 31 0,-1-2 37 16,-6-4 38-16,0 0 44 0,7 0 42 0,-7 0 50 0,5-4 61 0,-5-2 67 16</inkml:trace>
  <inkml:trace contextRef="#ctx0" brushRef="#br0" timeOffset="85131.4">15071 5901 0 0,'-15'0'6'0,"4"0"119"0,-2 0 71 0,-2 0 51 0,3 0 43 0,5 0 39 16,-6 0 37-16,7-4 36 0,-1-2 33 0,1 1 32 0,6 1 29 0,-5 4 31 0,5-4 25 15,0-1-80-15,0 5-142 16,-7 0-75-16,7 0-40 0,0-6-25 0,0 6-17 0,0-4-19 0,0 4-19 0,0-6-18 0,7 1-17 0,-7 1-13 0,5-2-15 16,-5 1-10-16,6 1-12 0,1-1-10 0,7 1-11 0,-2-2-8 0,0 2-9 15,3-7-4-15,4 7-1 0,-6-7 0 0,6 7-2 0,1-5-5 0,-1 0-9 0,7 3-20 16,-8-3-28-16,3-3-36 0,-2 8-40 0,1-5-46 0,0 4-51 0,1 1-100 15,-3-2-121-15,8-3-69 0,-7 3-42 0,-6-3-9 0,8 3 5 0,-3-3 20 0,-4 3 29 16,-2-3 40-16,8-6 47 0,-13 1 53 16,7 0 56-16,-2-1 60 0,-1-4 65 0,-3-2 86 0,0 3 96 0</inkml:trace>
  <inkml:trace contextRef="#ctx0" brushRef="#br0" timeOffset="85416.12">15572 5295 94 0,'0'-9'169'0,"0"5"52"16,0-1 44-16,0-5 42 0,0 4 42 0,0 2 39 0,0-1 41 0,6-1 32 16,-6 2 36-16,0-1 30 0,0 1 29 0,0-1-67 0,0 5-121 0,0-4-69 15,0 4-44-15,0 0-32 0,0 0-25 0,0 0-28 0,0 0-30 0,0 0-26 0,0 0-29 16,0 0-19-16,0 0-16 0,0 0-11 0,0 0-12 0,7 0-7 0,-2 0-7 16,-5 4-5-16,8 1-1 0,0-1-1 0,-3 5 4 0,6-3 4 0,-4 9 2 15,7-5 6-15,-7 4 3 0,5 1 3 0,-4 0-1 0,4 4 0 0,-6 5-3 16,2-4 1-16,5 9-4 0,-8-4 0 0,2 4-3 0,0 0-3 0,-7 0-2 15,7 5-3-15,-1-3 1 0,-6 2 0 0,0-3 0 0,0-2-6 0,0 2-8 0,-6-2-16 16,6-1-19-16,-7-5-25 0,0 4-29 0,-5-3-31 0,-1-3-31 16,5 5-34-16,-3-6-33 0,-10 1-45 0,8-1-47 0,-8-4-95 0,5 6-114 0,0-8-41 15,-2 2-5-15,-3-1 18 0,2 2 31 0,-1-3 38 0,8-2 42 0,-8-2 45 0,1-3 46 0,7-2 48 16,-9 7 49-16,10-11 53 0,-10 4 62 0</inkml:trace>
  <inkml:trace contextRef="#ctx0" brushRef="#br0" timeOffset="86127.93">16133 5754 0 0,'0'0'32'0,"0"0"54"0,-8 6 31 0,8-6 28 0,0 0 27 0,0-6 27 0,0 6 27 15,-8 0 24-15,8 0 22 0,0 0 19 0,0 0 19 0,0 0-13 0,0 0-35 0,0 0-35 0,0-3-40 0,0 3-23 0,0 0-13 0,-5 0-17 0,5 0-11 0,0 0-14 0,0 0-14 0,0-6-8 0,-6 6-5 0,6 0-5 0,0 0-3 0,-7 0-1 0,7 0-2 0,0-6 2 16,-5 6 2-16,5 0 3 0,0 0 0 0,0 0 3 0,0 0 1 0,-9 0-2 15,9 0-4-15,0 0-4 0,0 0-5 0,0 0-4 0,0 0-5 0,0 0-1 0,0 0-5 16,0 0-4-16,0 0-5 0,0 0-2 0,0 0-1 0,0 0 3 0,9 0 3 16,-9-4 7-16,5 4 6 0,2-5 7 0,-1 1 7 0,7 4 4 0,0-5 4 15,0 1 3-15,8-2 1 0,-2 1-1 0,1-5 0 0,-3 4-3 16,11-3-8-16,-1 5-8 0,-9-7-8 0,8 8-10 0,1-7-10 0,-8 5-8 0,6-5-7 0,-6 4-7 16,2-3-3-16,-2 4-2 0,1 1-4 0,-7-2-8 0,6 2-12 0,-6 4-18 15,-7-5-20-15,7 5-26 0,-6 0-28 0,2-6-34 0,-4 6-35 0,1 0-36 16,-6 6-37-16,0-6-58 0,0 0-74 0,0 0-69 0,0 0-66 0,0 0-16 15,0 0 10-15,-6 5 26 0,1-5 31 0,-4 0 40 0,2 0 45 0,2 0 44 0,-9 0 47 0,9 0 49 16,-8-5 48-16,-1 5 59 0,7-6 73 0</inkml:trace>
  <inkml:trace contextRef="#ctx0" brushRef="#br0" timeOffset="86396.34">16333 5487 94 0,'-6'-7'163'0,"6"4"46"0,0-3 36 0,0 2 33 0,0-1 34 0,-5-1 35 0,5 2 36 0,0-1 34 16,0 1 31-16,0-1 31 0,0-1 31 0,0 2-64 0,0-2-116 0,0 2-59 15,0-1-29-15,0 0-15 16,5 5-7-16,-5-4-12 0,0-2-11 0,0 6-17 0,0 0-19 0,0 0-17 0,0-4-14 0,0 4-16 0,0 0-15 0,0 0-14 16,0 0-18-16,0 0-13 0,0 0-17 0,0 0-16 0,0 0-11 0,0 0-9 15,0 0-4-15,0 0-3 16,0 4-1-16,6-4-1 0,-6 6-3 0,0 3 1 0,0-4 1 0,8 9 4 0,-8-3 3 0,0 2 4 0,5 8 3 0,-5-2 7 0,0 5 3 16,8 1 1-16,-8-1-1 0,0 0-2 0,0 1-3 0,5-1-1 0,-5 6-1 0,0-6 0 15,7 1-4-15,-7-7 0 0,7 3-3 0,-7-2 0 16,0 1 2-16,5-5-7 0,-5-1-6 0,8 0-17 0,-8 1-16 0,7-5-29 0,-7 5-31 0,0-6-37 15,5 1-41-15,-5 1-46 0,0-2-51 0,9 1-107 0,-9-1-130 0,0 0-55 16,5-3-16-16,-5 3 6 0,0-3 19 0,0 0 34 0,0-6 38 0,0 0 46 0,0 0 49 16,0 0 54-16,0 0 55 0,0 4 62 0,0-4 65 0</inkml:trace>
  <inkml:trace contextRef="#ctx0" brushRef="#br0" timeOffset="87880.9">17310 5389 21 0,'7'-5'84'0,"-7"5"40"0,0-4 33 0,0 4 31 0,7-7 29 0,-7 4 25 0,0-3 23 0,0 6 24 0,0 0 20 0,7-5 15 0,-7 1 12 0,0 4-26 0,0-6-47 0,0 1-30 0,5 5-23 16,-5-4-18-16,0-1-18 0,0 5-9 0,8-4-9 0,-8-2-8 0,0 6-6 0,0-4-4 0,0 4-2 0,0-6-5 0,0 6-6 0,0-5-7 0,0 5-8 0,0-4-7 0,0 4-10 0,0-5-6 15,0 5-9-15,0-6-7 0,0 6-2 0,0 0-8 0,0-4-4 0,0 4-7 16,-8-5-7-16,8 5-4 0,-5-4-5 0,5 4-5 0,0-5-5 0,-7 5-6 16,0 0-6-16,7-4-3 0,-7 4-7 0,1-6-4 0,-1 6-5 0,1 0-4 0,-1 0-5 15,1 0-4-15,-7 0 0 0,5 0-6 0,3 0-2 0,-3 6 1 0,-2-6-3 16,1 4 1-16,4 5 3 0,-8-4 1 0,5 5-1 0,-5-1 3 0,1 2 0 0,5 3 2 15,-6 0 4-15,1 1 1 16,3 1 3-16,-1-2 4 0,2 0-1 0,-5 0 2 0,0 2-1 0,7-2 3 0,-2 5-2 0,3-3-2 0,-3-2 0 0,3 1 0 16,-2-6-2-16,0 7-1 0,2-1 1 0,-2-2-1 0,7-2-2 0,-8 2 4 15,8 2-4-15,0 0 1 0,0-6 0 0,0 7-3 0,0-1 2 0,0-6-2 16,0 6 3-16,8-6 3 0,-8 6 2 0,7-5 0 0,-2-1 5 0,2 6 2 16,-7-6 2-16,12 3 4 15,-4-3 2-15,-3-5 3 0,9 5 3 0,-7 2 4 0,7-7 6 0,-1 7 2 0,-3-7 2 16,4 2 2-16,1-6 0 0,-3 4-5 0,0-4-8 0,9 5-19 0,-8-5-23 0,6 0-34 0,-6-5-35 0,8 5-43 0,-10-4-49 15,9 4-81-15,-7-6-94 0,6 2-59 0,-6-1-43 0,6-1-11 0,-4 2 2 0,4-7 18 16,-6 7 20-16,0-5 36 0,0 4 37 0,1-5 46 0,-2 1 50 0,-6-3 51 16,7 3 56-16,-5 0 70 0,4-6 83 0</inkml:trace>
  <inkml:trace contextRef="#ctx0" brushRef="#br0" timeOffset="88331.14">17858 5197 39 0,'5'-3'112'0,"-5"-3"43"0,0 1 35 0,0 1 31 0,0 0 30 0,0-1 27 0,0-1 28 0,0 2 25 0,0-2 25 0,0 6 24 0,0-5 23 0,0 1-45 0,0-2-82 0,0 6-47 0,0-5-35 0,-5 1-20 0,5-1-19 0,0 1-14 15,0 4-11-15,0-6-15 0,-8 2-16 0,8-1-12 0,0-1-8 0,0 2-9 0,-6 4-7 16,6-6-4-16,-5 1-6 0,5 1-2 0,-8-1-5 0,8 5-3 0,-5-4-5 16,-2 4-1-16,7-6-1 0,-7 6-1 0,7-3-3 0,-7 3-4 0,1 0-4 0,-1 0-5 15,2 0-7-15,-4 0-6 0,4 3-6 0,0 3-5 0,-3-6-3 0,-5 4-3 16,5 1-1-16,-3 4-1 0,3-3-4 0,-4 4 0 0,6-5 3 0,-8 5 0 16,7-1 2-16,-6 0 1 0,8 6 2 0,-3-5-1 0,2 1-1 0,-6 2 2 15,12-4 2-15,-14 3 1 0,14 3 1 0,-6-2 3 0,-1 2-2 0,2-6 1 16,-4 7-1-16,9 2-1 0,-7-3 2 0,7 0-2 0,-5 4 3 0,5-4 0 0,-6 6 5 15,6-3-1-15,0 2-3 0,0 0 0 0,0-2-3 0,0 3 1 0,0-2-1 16,0 5 2-16,0-3-1 0,6 3 1 0,-6-6 2 0,5 7 2 0,2-5 2 16,-7 0 1-16,9 4 1 0,3-9 1 0,-6 4 2 0,-1 1 1 0,11-7 2 0,-11 2-1 15,9 1-1-15,-1-2-5 0,-8-4-5 0,9 5-10 0,-1-6-12 16,-1 1-14-16,2-5-15 0,-1 4-17 0,8-3-22 0,-11-2-18 0,4 1-20 16,6 1-27-16,-6-2-28 0,-1-4-42 0,6 0-44 0,-7 0-62 0,7 0-63 0,-6 0-24 0,8-4 2 15,-8 4 12-15,6-6 21 0,-6 1 29 0,0 1 29 0,0-7 31 0,1 7 35 16,-9-1 35-16,10-5 41 0,-3 1 47 0,-5 3 53 0</inkml:trace>
  <inkml:trace contextRef="#ctx0" brushRef="#br0" timeOffset="89981.48">18079 5261 17 0,'0'-9'93'0,"-6"3"42"0,6 2 32 0,0-1 31 0,-7 1 32 0,7-5 27 0,0 3 26 0,0 0 28 0,-6 3 25 0,6-3 26 0,0 0 26 0,0 3-28 0,0 3-59 0,0-6-43 0,0 6-34 0,0 0-24 0,0 0-14 0,0 0-19 16,0 0-19-16,0 0-14 0,0-5-17 0,0 5-14 0,0 0-14 0,0 0-17 0,0 0-14 0,0 0-16 0,0 0-18 16,0 0-14-16,0 0-11 0,0 0-9 0,0 0-11 0,0 0-3 0,0 0-3 0,0 0 2 15,0 0 11-15,6 5 6 0,-6-5 8 0,0 9 7 0,0-3 3 0,7 0 7 16,-7 3 3-16,0 6 4 0,0-6 3 0,6 6 6 0,-6 5 7 0,0-6 2 15,0 5 1-15,0 2-5 0,0-3-9 0,5 3-7 0,-5 3-8 0,0-5-6 16,0 6-5-16,0-7-6 0,0 6-3 0,0-3-1 0,0 3 0 0,7 1 0 0,-7-6 0 16,0 2 0-16,9 3 0 0,-4-6 1 0,2-2 2 0,-1 2 2 15,-1-3 3-15,4 6 0 0,-2-12 1 0,-2 6 2 0,9-6 2 0,-9 1 0 0,10-1 1 16,-3-3 0-16,-7 4 3 0,10-5-6 0,-2-1-7 0,-2-4-15 0,5 0-20 0,-5 5-23 16,1-10-23-16,4 5-25 0,-5-4-21 0,10 4-38 0,-9-9-45 15,0 3-64-15,3 0-68 0,4-3-52 0,-6 3-38 0,0-7-6 0,0 4 11 0,-7-2 22 16,1-5 30-16,6 7 34 0,-13-6 37 0,6 6 35 0,-6-6 38 0,0 1 46 0,-6 0 51 15,-1-1 58-15,1-1 73 0</inkml:trace>
  <inkml:trace contextRef="#ctx0" brushRef="#br0" timeOffset="90186.83">17968 5599 35 0,'0'0'108'0,"6"0"39"15,1 0 28-15,-7 5 33 0,0-5 31 0,8-5 31 0,-8 5 32 0,0 0 31 16,0 0 31-16,5-6 27 0,-5 6 26 0,6 0-43 0,-6 0-76 0,8-3-47 15,-8 3-28-15,5-7-14 0,2 7-8 0,1-3-18 0,-8-3-16 0,6 1-21 16,7 1-23-16,-8-2-16 0,9 3-20 0,-1-3-14 0,-1 1-15 0,2 1-9 16,-1-8-12-16,8 8-29 0,-2-1-39 0,-6 1-45 15,6 4-48-15,1-5-78 0,-1 5-93 0,2-6-80 0,-3 6-65 0,3 0-26 0,-10 0-6 0,10 6 11 0,-9-6 13 0,0 0 18 16,3 0 25-16,-1 0 39 0,-9 0 47 0,8-6 53 0,-8 6 55 0,-5-4 73 16,8-1 80-16</inkml:trace>
  <inkml:trace contextRef="#ctx0" brushRef="#br0" timeOffset="90392.45">18697 5775 37 0,'8'0'126'0,"-2"0"53"0,1 0 41 0,-1 0 41 0,-1 0 40 16,2-5 39-16,-7 5 42 0,9 0 38 16,-9 0 37-16,0-4 33 0,0 4 27 0,0 0-41 0,0 0-84 0,0 0-67 0,0-6-64 15,0 6-39-15,0 0-29 0,0 0-30 0,-9 6-33 0,2-6-30 0,7 0-33 0,-5 4-26 0,5 1-23 16,-6-5-14-16,-1 9-14 0,1-5-14 0,-2 2-14 0,1 3-19 15,2-3-22-15,-2 3-30 0,0 1-28 0,2-1-31 0,-3 2-32 0,3-2-44 0,-3 1-55 16,2 1-73-16,1-3-76 0,-10 3-28 0,9-2-5 0,-2 0 15 0,3 3 21 0,0-8 32 0,-3 1 37 16,8-1 42-16,-8 2 46 0,3-6 46 0,-1 0 46 0,6 0 56 0,-7 0 62 15</inkml:trace>
  <inkml:trace contextRef="#ctx0" brushRef="#br0" timeOffset="91103.65">18867 5344 12 0,'0'-4'89'0,"0"4"44"0,0-5 33 0,0 1 29 15,0-2 28-15,0 2 24 0,-7-2 25 0,7 1 20 0,0 5 18 0,0-4 19 0,0-1 14 16,-5 5-34-16,5-6-66 0,0 2-50 0,0-1-43 0,0 5-24 0,0-4-13 15,0-1-13-15,-7 5-9 0,7-4-7 0,0-2-9 0,0 0 0 0,0 6 1 0,0 0 3 16,0-4 2-16,0 4-1 0,0-5 0 0,0 5 0 0,0-6-5 16,0 2-2-16,0-1-4 15,0 5-5-15,7-4-2 0,-7-1-4 0,0 5-1 0,5-4-8 0,2-2-5 0,-7 6-8 0,7-6-6 0,-2 6-6 0,3-3-2 0,-8 3-4 16,13 0-1-16,-13-6-2 0,6 6-2 0,6 0-1 0,-3 6-3 0,-4-6-1 16,2 0-6-16,-1 3 0 0,8 3 1 0,-7 0-2 0,-2-2 4 0,-5 5 0 0,8 0 1 15,-3-3 0-15,-5 3 1 0,6 7-1 0,-6-7 1 0,0 0 3 0,8 6-1 16,-8-4 2-16,-8 3 1 0,8-5-2 0,0 6 1 0,-6-4-3 0,6 3 1 0,0 0-1 15,-5-4 0-15,-3 4 0 0,8-4 0 16,-5 5 0-16,-2 0-2 0,7-6-1 0,-9 0-3 0,4 3-3 0,5 1-1 0,-6-2-2 0,6-7-2 0,-7 5 0 16,7 3-2-16,0-8 0 15,-5 7-2-15,5-8-2 0,0 3 3 0,0-2-3 0,-9 1 1 0,9 1 2 0,0-6 2 0,0 0 1 0,0 0 3 0,0 0 2 16,0 0 1-16,0 0 4 0,0 0 3 0,0 0 1 0,0 0 5 0,0 0 0 0,0 0 1 16,0 0 3-16,0 0 1 0,0 0 2 0,0 0-2 0,0 0-1 0,9 0-5 15,-9-6-1-15,0 1-2 0,5 1-4 0,2-5-5 0,-7 3-3 0,6-3 0 16,-1-3-2-16,4-1-1 0,-2 2-1 15,-2-2 0-15,3 1-2 0,-3-1 3 0,1-7 4 0,9 5 3 0,-10 1 3 0,1 0 2 0,2-1 3 16,-3-1 1-16,3 2 4 0,-3 4 3 0,3-4 4 0,-2 0 3 0,1 3 2 0,-7 2 2 0,6-1 2 16,-6 1 2-16,0 4 5 0,7-5 1 0,-7 4 4 0,0 2 3 0,0-1 0 0,0-1 0 31,0 6-3-31,0-4-2 0,0 4-2 0,0 0-4 0,0 0-1 0,0-5-2 16,0 5-6-16,0 0-4 0,0 0-7 0,0 0-8 0,0 0-9 0,0 0-5 15,0 0-6-15,0 0-6 0,0 0-5 0,0 0-4 0,0 0-3 0,-7 0-3 0,7 5-3 16,-6-5-1-16,6 4-4 0,0 2 2 0,-7-1-1 0,1-1 2 0,6 8 4 15,-8-3 3-15,8 0 3 0,-5 1 6 0,-3-1 4 0,8 6-1 0,-5-5 3 16,5 4 1-16,-8 1 1 0,8-6 0 0,-6 7 1 0,6-7 4 0,-5 6-1 0,5-6 1 16,0 1 0-16,0 5 2 0,0-6 0 0,0 6 1 0,0-6 1 0,0 7 3 15,0-7 3-15,5 2 2 0,-5 2 5 0,6-1 3 0,2 3 1 0,-8-6 2 16,5 0-6-16,3 0-5 0,-3 1-11 0,9 5-14 0,-7-9-17 0,-1 3-15 16,7-4-22-16,0 5-26 0,-8-6-25 0,9 2-23 0,1-6-48 0,-4 5-57 0,2-5-79 15,0 0-87-15,1-5-31 0,-7 5-3 0,6-6 15 0,-2-4 23 0,2 6 28 16,-6-10 29-16,2 4 37 0,-4-4 37 0,8 4 38 0,-8-11 40 0,-5 7 52 0,9-6 62 15</inkml:trace>
  <inkml:trace contextRef="#ctx0" brushRef="#br0" timeOffset="91370.47">19206 5066 68 0,'0'-3'143'0,"0"-3"47"0,5 0 39 0,-5 3 37 16,8-3 38-16,-8-4 37 0,5 5 40 0,-5-1 32 0,0 3 33 0,0-1 30 0,7-2 26 0,-7 0-55 0,0 3-104 0,9-3-63 0,-9 6-41 0,0-6-30 0,0 6-20 0,0 0-23 0,5-3-23 0,-5 3-24 0,6 0-21 0,-6-6-19 0,7 6-16 0,-2 0-11 0,4 6-11 0,-4-6-6 16,2 0-7-16,-1 3-5 0,2 3-1 0,-3 0-1 0,3-3 1 0,4 9 2 0,-5-5-1 15,-2 4 0-15,10-1-2 0,-10 5 2 0,9 4-3 0,-9-5 0 0,3 7 1 16,0 2-2-16,-3-3-1 0,1 5 1 0,1 5-1 0,-2-6-3 16,-5 4-6-16,9 2-10 0,-9-6-12 0,0 5-15 0,5 0-15 0,-5-4-24 0,0-1-19 15,-5 6-27-15,5-5-30 0,0-1-29 0,-9 0-33 0,9-4-49 0,-5 4-57 0,-2-3-77 16,1-3-81-16,1 2-33 0,-3 0-5 0,-5-5 10 0,6-1 25 0,-5-1 31 15,-3-1 37-15,10-3 38 0,-9 1 42 0,1-5 45 0,0 4 45 0,0-5 56 16,-1 2 60-16</inkml:trace>
  <inkml:trace contextRef="#ctx0" brushRef="#br0" timeOffset="92601.07">20261 5018 17 0,'0'0'99'0,"6"-4"48"0,-6-2 35 16,0 6 31-16,0-6 24 0,0 3 22 0,0-3 22 0,0 0 21 0,7 3 23 0,-7-3 21 0,0 1 23 0,0 1-28 0,0-2-58 0,0 2-45 0,0-1-37 0,0 1-19 0,0-1-7 0,0 5 0 0,0 0 3 0,0-6 5 0,0 2 1 0,0 4-2 0,0 0-2 0,7-6-5 0,-7 6-7 16,0 0-11-16,0 0-11 0,0 0-17 0,0 0-17 0,0 0-16 0,0 0-19 15,0 0-17-15,0 0-14 0,0 0-17 0,0 0-11 0,0 0-15 0,0 0-6 0,0 0-10 16,0 0-5-16,-7 6-3 0,7-6-3 0,-7 4 1 0,7-4 1 0,-6 6-1 16,-1 3 3-16,-7-4 2 0,9 5 6 0,-8 5 1 0,-8-6 4 0,10 6 5 15,-10 4 3-15,2-4 3 0,-1 6 1 0,-4-3 1 0,3-3 0 0,3 4-1 16,-3 0 1-16,2-4 0 0,-1 6-1 0,0-8 0 0,0 7-1 0,9-5-3 15,-5 0-2-15,5-2-2 0,-1 2-3 0,-2-3-1 0,7 1-3 0,1-4-1 16,-8 6-4-16,7-4 1 0,7-1-4 0,-5-1-1 0,-2-5 1 0,7 7-3 0,0-7 0 16,-6 1 0-16,6 1 0 0,0-3 1 0,0 4-1 0,0-7 2 0,0 0 0 15,0 4 1-15,0-4-2 0,0 0 3 0,0 0 0 0,0 5 3 0,0-5-2 0,0 0 3 16,0 0 3-16,0 0 4 0,6 5 4 0,-6-5 4 0,0 0 5 0,0 0 3 16,7 4 6-16,-7-4 2 0,5 6 2 15,-5-6 3-15,7 4 3 0,-7-4 0 0,9 5 5 0,-4 0 2 0,1-5 1 0,1 4 0 16,-2 2-1-16,4-2 0 0,-4 7-6 0,2-7-3 0,4 5-1 0,-3-3-3 0,5 3 2 0,-7 0-4 0,7 3 1 15,2 1-4-15,-10-2-3 0,9 2-1 0,-1 3-5 0,0-2-1 0,-2 1-4 16,5 1 0-16,-4 2 2 0,-1-3 1 0,5 4-1 0,-5-4 1 0,-4 0 0 16,7 3-1-16,-2-2 2 0,-6-1 0 0,7-1 4 0,-5-4 2 0,-3 5 0 0,3-5 1 15,-2 4 2-15,-1-4-3 0,3-1-5 0,-1-3-9 0,-7 3-17 16,6-3-17-16,-6 3-19 0,6-5-20 0,-6 1-23 0,0 1-23 0,0-2-24 0,0 1-23 16,0 1-23-16,0-2-27 0,0-4-24 0,0 6-43 0,0-1-44 0,0-5-52 0,0 4-51 15,0-4-17-15,0 0-3 0,0 0 18 0,0 0 28 0,0 0 29 0,0 0 35 16,0 0 34-16,0 0 35 0,0 0 38 0,0 0 38 0,0-4 49 0,0-1 52 0</inkml:trace>
  <inkml:trace contextRef="#ctx0" brushRef="#br0" timeOffset="93753.31">21096 5021 11 0,'0'0'42'0,"0"0"19"16,0-3 16-16,-8-1 17 0,8-2 19 0,0 0 19 0,-8 6 20 0,8-3 26 0,0-3 27 0,-5 6 11 0,5-6-1 0,0 3 1 0,0 3 4 0,0-6 1 0,-8 6 0 0,8 0-3 0,0-5-2 0,0 1 2 0,0 4-3 0,0 0-2 0,-5-6-2 0,5 6-12 0,0-4-13 15,0 4-18-15,0 0-16 0,0 0-16 0,0 0-15 0,0 0-12 0,0 0-9 0,0 0-11 16,0 0-13-16,0 0-18 0,0 0-18 0,0 0-21 0,0 0-19 0,0 0-17 15,0 0-15-15,0 0-8 0,0 0-2 0,0 0 4 0,0 4 10 0,0 2 11 16,0-2 11-16,0 1 10 0,0 4 10 0,0 3 8 0,-5 3 12 0,5-8 6 16,0 14 10-16,0-6 6 0,0 4 9 0,0 1 3 15,0-1 0-15,0 0-7 0,0 7-6 0,-9-3-13 0,9 3-10 0,0-2-8 0,0 0-7 0,0 1-8 0,0-1-2 16,-5 1-3-16,5-1-2 0,0-6-2 0,0 3-1 0,0-2 0 0,5 0-1 16,-5-4-1-16,0 5 1 0,0-7-3 0,9-1-3 0,-9 1-15 15,0-2-15-15,5-2-19 0,-5 1-22 0,0 0-18 0,5-5-21 0,-5 4-21 0,0-3-24 0,8-2-28 16,-8 1-35-16,0 1-35 15,5-6-39-15,-5 0-50 0,0 0-55 0,8 0-10 0,-8 0 13 0,8-6 23 0,-8 1 31 0,5-5 29 0,-5 7 31 0,0-8 33 16,0 1 34-16,0-5 37 0,0 6 40 0,0-6 42 0,0-1 56 0</inkml:trace>
  <inkml:trace contextRef="#ctx0" brushRef="#br0" timeOffset="94084.84">20946 5130 73 0,'0'-9'136'0,"-8"3"37"0,3-3 26 0,5 3 21 0,-8-4 16 15,8 5 17-15,0-4 18 0,0-1 18 0,-8 7 20 0,8-9 19 0,0 3 19 16,8 3-57-1,-8-3-101-15,0 3-46 0,0-1-14 0,0 1-5 0,0 0 2 0,0-3 7 0,8 3 8 0,-8 3 1 0,0-8-5 0,5 7-5 0,-5-2-5 16,0 2-9-16,8-1-5 0,-3 1-11 0,0-1-6 0,4-1-12 0,-4 2-9 16,2-2-8-16,7 1-10 0,-1 1-6 0,-1-1-5 0,2 1-2 0,4 4-1 0,-4-6-3 15,4 6 1 1,3 0-2-16,-7-4-1 0,4 8-2 0,3-4-1 0,-3 0-2 0,1 6-1 0,-3-2-3 16,2 5-2-16,1-4 0 0,-1 5-7 0,-2 1 0 0,3 2-4 0,-7-3 0 0,1 4-1 0,1 7 0 15,-1-8 1-15,0 8 2 0,-7 3 2 0,1 0-2 16,-2 1 0-16,-5-1-2 0,0 7 1 0,0-4-1 0,-5 4 2 0,-2-2-2 0,1 0 2 0,0 0-2 0,-1 0 0 0,-6-3-3 0,6-2-4 15,-5 0-5-15,-3 1-9 0,10-6-6 0,-9-1-9 0,9-2-4 0,-11 4-7 16,11-7-9-16,-8 3-8 0,8-5-9 0,-9 2-12 0,7-2-9 0,-4-1-7 0,2-1-16 16,-3-4-13-16,4 5-16 0,2-6-10 0,-7 1-10 0,8 0-9 0,-9-1-8 15,7-4-14 1,1 6-23-16,-1-6-25 0,2 4-38 0,-3-4-38 0,2 0-40 0,1-4-40 0,5 4-6 0,-8 0 15 0,8-6 21 0,-8 2 26 0,8-1 25 0,0-4 26 16,0 3 30-1,0-3 30-15,0 0 40 0,0-1 42 0,8-5 47 0,0 0 65 0</inkml:trace>
  <inkml:trace contextRef="#ctx0" brushRef="#br0" timeOffset="94477.64">21642 4987 44 0,'7'-3'115'0,"-7"-3"32"0,5 1 22 0,-5 1 20 0,0-6 21 0,8 5 23 0,-8-4 24 0,0 3 26 0,0 2 23 0,0-7 24 15,6 7 22-15,-6-1-42 16,0-5-80-16,0 6-42 0,5-1-18 0,-5-1-3 0,0-4 10 0,0 5 3 15,0 1 1-15,0-1-3 0,0 1-11 0,8-5-3 0,-8 3-9 0,0 0-5 0,0 3-5 16,0 3-8-16,0 0-7 0,0 0-9 0,0-6-8 0,0 6-13 0,0 0-10 16,0 0-9-16,0 0-12 0,0 0-13 0,0 0-12 0,0 0-14 0,-8-6-13 15,8 6-12-15,0 0-10 0,0 0-9 0,-5 6-7 0,5 0-6 0,-6-3-3 16,6 9-4-16,-8-9-1 0,3 12-2 0,-2-6 4 0,1 7 2 0,-2-7 4 0,2 10 4 16,-1-4 3-16,-7 0 6 0,9 4 2 0,5-5 2 0,-7 7 3 0,1-8 0 15,1 8 0-15,-3-6 2 0,0 4 1 0,8 1 1 0,-5-1 0 0,5-4 2 16,-6 4 0-16,6 2 1 0,0-8-2 0,-7 1 0 0,7 7 0 0,0-6-3 15,0-2 0-15,0 2-1 0,0-3 0 0,7 1 0 0,-7 2 0 0,0-6-1 0,6 2-1 16,-6 3 2-16,0-5 0 0,5 2 4 0,3-2 0 0,-8 0 4 0,8 2 0 16,-3-1 0-16,1-6 0 0,1 6-5 0,-7 0-6 0,5-6-8 0,9 2-12 15,-7 4-11-15,-7-5-15 0,14-1-9 0,-8 1-10 0,1-1-9 0,-2 2-9 0,9-1-8 16,-9-1-7-16,10 2-3 0,-10-6-4 0,9 3 0 0,-1-3-1 0,0 0 4 16,0 7 6-16,1-7 5 0,-1 5 5 0,6-5-1 0,-7 4-4 0,8-4-13 15,-8 0-17-15,9 0-25 0,-3 5-30 0,3-5-38 0,-2 0-40 0,0 0-30 16,2-5-21-16,-9 5-3 0,7 0 6 0,2 0 16 0,-10-4 18 0,4 4 21 0,-2-5 25 15,-2-2 31-15,-3 7 33 0,0-3 39 0,-3-3 38 0</inkml:trace>
  <inkml:trace contextRef="#ctx0" brushRef="#br0" timeOffset="94825.66">21804 5057 0 0,'0'0'28'0,"-7"0"48"0,7-6 29 0,0 6 28 0,-5-3 29 0,5-3 31 0,-7 6 29 0,7-6 27 0,0 2 27 0,-7-1 21 0,7 5 21 0,0-6-12 0,0 3-30 0,-5-1-28 0,5-2-25 0,0 6-15 16,0 0-10-16,0-6-14 0,0 6-17 0,0-3-15 0,0 3-16 0,0-6-13 0,0 6-10 0,0-6-6 0,0 6-6 0,0-3-6 16,0 3-5-16,0-6-9 0,0 6-2 0,5-5-7 0,-5 5-7 0,0-4-6 0,7 4-10 15,-7-6-5-15,7 6-7 0,-7 0-2 0,5 0-2 0,-5-4-1 0,7 4 0 16,1 4 0-16,-3-4 0 0,2 0 1 0,0 6 2 0,-2-2-2 0,2-4 0 15,7 11 0-15,-8-8 2 0,1 9 0 0,7-9-1 0,-2 9-1 0,-6-5-6 0,7 4-3 16,0 5-2-16,-7-7-4 0,7 6-1 0,2-6-3 0,-4 6 0 0,-3 0-1 16,5-1-1-16,0 0 0 0,-2-4 0 0,4 5-6 0,-9 0-6 0,7 0-9 15,0-6-13-15,-5 6-16 0,3 0-17 0,1-6-23 0,-3 1-24 16,3-1-25-16,-6 3-23 0,7-3-26 0,-5 0-22 0,4-5-39 0,-5 2-48 0,-2 3-52 0,10-9-51 16,-10 5-29-16,2 1-19 0,0-6 9 0,-2 0 21 0,3 0 28 0,-2-6 34 0,1 6 34 15,-7-5 35-15,0 1 34 0,6-7 36 0,-6 2 46 0,0 5 49 0</inkml:trace>
  <inkml:trace contextRef="#ctx0" brushRef="#br0" timeOffset="95064.05">22156 4945 75 0,'7'-6'145'0,"-7"2"39"0,0-2 30 0,5 1 26 0,-5 5 23 16,0-4 26-16,0-1 26 0,0 5 25 15,0-4 28-15,0 4 23 0,0 0 23 0,0 0-61 0,0 0-111 0,0 0-59 0,0 0-36 0,0 0-21 0,0 0-12 16,0 0-10-16,0 0-11 0,0 0-6 0,0 0-9 0,0 4-7 0,0 1-7 0,-5-1-10 15,5 1-8-15,0 5-5 0,-7-4-4 16,7 8-2-16,-7-4-1 0,2 5 1 0,-3 0 5 0,1 0 0 0,1-2 2 0,0 8-4 0,1-3-7 0,-11-3-5 16,11 4-7-16,-8 2-9 0,8-3-11 0,-3-3-16 0,-5 6-16 0,7-8-19 15,-1 8-22-15,1-6-21 0,-9-2-18 0,10 2-28 0,5 0-28 0,-6-5-45 0,-2-1-49 16,3 0-67-16,5 2-70 0,-8-2-25 0,3-3-1 0,5 4 13 0,-8-6 25 0,8-4 27 16,-6 5 35-16,6-5 31 0,0 0 32 0,0 0 39 0,0-5 40 0,0 1 49 15,-5-2 55-15</inkml:trace>
  <inkml:trace contextRef="#ctx0" brushRef="#br0" timeOffset="95362.97">22144 4802 48 0,'0'0'132'0,"5"0"48"15,2-4 32-15,-7-1 30 0,7 1 26 0,-7-2 28 16,5 0 33-16,3 2 30 0,-8-1 30 0,7 0 28 0,-7 5 25 0,5-4-50 0,-5-2-90 0,0 6-66 15,7-4-50-15,0 4-24 0,-7 0-11 0,5-5-11 16,-5 5-10-16,8 0-11 0,-8 5-14 0,6-5-11 0,1 4-11 0,-1 2-9 0,1-2-7 0,7 6-6 0,-9 0-3 16,2 0-3-16,4-1-3 0,-2 6-1 0,3 0-3 0,-4 6-2 0,3-3 1 15,-3 1-2-15,-3 2-7 0,2 3-5 0,0-5-6 0,0 11-3 0,-1-6-2 16,-6 4-5-16,0-1-7 0,0 0-10 0,0 4-11 0,-6-7-17 0,-1 6-16 16,7-2-25-16,-14 2-31 0,9-6-34 0,-9 5-36 0,1-5-51 0,1 6-58 0,-2 0-70 15,-4-2-72-15,-9 2-42 0,6-6-26 0,-3 4 4 0,-3 3 15 0,0-1 27 16,-6-6 29-16,2 1 40 15,5-1 44-15,-6-6 45 0,-2 7 47 0,-5-5 54 0,7-7 58 0</inkml:trace>
  <inkml:trace contextRef="#ctx0" brushRef="#br0" timeOffset="96090.82">17265 6840 53 0,'8'-5'126'0,"-8"-5"45"0,0 0 38 0,0-1 39 0,0 2 39 0,0 5 28 0,0-5 24 0,0 3 19 16,0-3 18-16,0 3 23 0,0-3 23 0,0 3-47 0,0-3-92 0,0 5-48 0,-8-1-32 0,8-1-23 0,0-4-18 0,0 5-21 0,0 1-22 0,0-2-10 0,0 6-7 0,0-5-4 0,0 5-5 0,0 0-15 15,0 0-18-15,0 0-19 0,0 0-22 0,0 0-12 0,0 0-8 0,0 0-7 16,0 0-2-16,0 5-3 0,8 1 0 0,-8 3 1 0,0 1-1 0,5 1 5 16,-5 2 5-16,0 2 8 0,6 6 7 0,-6-2 8 0,0-1 11 0,0 7 2 15,7-1 3-15,-7 6-4 0,0-6-2 0,0 6-3 0,0-2-5 0,0 3-2 0,0-1-4 16,6-2-5-16,-6 2-2 0,0-2-5 0,0 2-4 0,7-6-10 16,-7 1-13-16,6-1-17 0,-6-3-18 0,0-3-21 0,7 1-24 0,0-4-20 0,-7 0-23 15,7 0-27-15,-7-6-31 0,5 7-43 0,3-7-48 0,-8-3-65 0,5 3-69 0,-5-5-20 16,8 1 7-16,-8-5 19 0,0 0 30 0,0-5 30 0,6 1 34 0,-6-2 36 0,0-3 33 15,-6 0 41-15,6-7 42 0,0 2 50 0,-8-2 58 0</inkml:trace>
  <inkml:trace contextRef="#ctx0" brushRef="#br0" timeOffset="96398.23">17174 6864 0 0,'7'-5'22'0,"-7"-5"71"0,5 5 41 0,-5 1 37 0,7-5 35 0,-1 3 31 0,-6-4 30 0,8 5 28 0,-2-1 29 16,-6-3 26-16,7 0 26 0,-2 5-1 0,4-8-16 0,-4 9-44 0,0-3-55 15,8-3-37-15,-5 3-27 0,0 1-19 0,-3-3-17 0,8 8-14 0,-7-5-15 0,7-1-12 16,-6 2-11-16,7 4-10 0,-1 0-9 0,0 0-8 0,-2 0-7 0,4 0-6 16,-3 0-7-16,0 4-6 0,4 2-5 0,-5 3-6 0,1-5-6 0,2 7-5 15,5 4-5-15,-4-6-1 0,-3 6-4 0,0 4-5 0,3 2-2 0,-3-3-1 16,-5 6 1-16,6 5-3 0,-7-3 1 0,1 2 1 0,-1 3-2 0,-6-4-1 16,5 4-1-16,-5-2-4 0,0 1-7 0,0 4-3 0,-5-9-7 0,5 2-3 0,-6-2-4 15,-1-1-4-15,7 1-3 0,-6-5-5 0,-2-1-6 0,3 2-10 0,-2-8-11 16,0 2-14-16,2-4-14 0,-2 2-15 0,-1-3-13 0,-4 1-11 15,5-2-16-15,2 1-16 0,-10-5-20 0,9 5-36 0,-7-6-42 0,8 1-45 16,-9 0-40-16,7-1-36 0,1 2-29 0,1-6 1 0,-11 6 18 0,11-6 24 0,-2 0 25 0,1 0 29 16,0 0 31-16,-2-6 30 0,1 6 37 0,2-6 43 0,-1 2 47 0,-2-1 48 0,3 0 62 15</inkml:trace>
  <inkml:trace contextRef="#ctx0" brushRef="#br0" timeOffset="96740.54">17787 6844 93 0,'5'-4'157'0,"-5"-1"40"16,0 1 27-16,0-2 24 0,0-4 24 0,0 5 22 0,0-1 25 0,0 3 26 15,7-3 27-15,-7-3 26 0,0 5 26 0,0-2-62 0,0 0-113 0,0-3-56 16,0 4-23-16,0 1-8 0,0-2 4 16,0 1-3-16,0 5 1 0,0-4-5 0,0 4-7 0,0-4-10 0,0 4-11 0,0 0-15 0,0 0-13 0,0 0-17 0,0 0-18 15,0 0-12-15,0 0-16 0,0 0-12 0,0 0-10 0,0 0-12 16,-7 4-7-16,7-4-5 0,-5 4-9 0,5 7-2 0,-9-2-6 0,4 0 0 0,0 3-2 15,5-3 3-15,-8 4 2 0,2 2 1 0,-1 1 5 0,-1-2 3 0,8 5 2 16,-5-4 1-16,-1 4 2 0,-2-4 0 0,8 6 0 0,-5-3-1 0,5 3 0 0,-7-2 0 16,7-1-2-16,0 3 2 0,-6-6-4 0,6 4-1 0,0 2 3 15,0-7-3-15,6 5 0 0,-6-4 0 16,0 4 1-16,7-4 0 0,-2 0 4 0,-5 0 0 0,8-2 2 0,-2 2 0 0,-1 0 3 16,10 0-1-16,-9-2 2 0,2 2-7 0,2-3-14 0,4 0-19 0,-1 0-26 0,1 1-28 0,-2-2-27 0,-4-1-39 0,3-1-47 15,9 0-61-15,-6 1-63 0,-1-5-60 16,0 1-50-16,0 3-18 0,0-9 4 0,1 6 17 0,-2-6 26 0,0 0 34 0,-5 0 41 0,6 0 40 0,1-6 41 0,-9 0 51 15,2 3 49-15,1-8 57 0,4 1 73 0</inkml:trace>
  <inkml:trace contextRef="#ctx0" brushRef="#br0" timeOffset="96973.87">18000 7011 35 0,'0'-6'112'0,"0"2"41"0,0-1 30 0,0 1 29 16,0-1 29-16,8-2 28 0,-8 4 30 0,0-3 31 0,0 1 32 0,0 1 30 15,0-2 28-15,0 6-36 0,0 0-74 0,0-4-48 0,0 4-33 0,0-5-18 0,0 5-9 0,5-4-14 0,-5 4-15 16,0-5-20-16,0 5-16 0,0 0-23 0,0 0-23 0,7 0-17 0,-7 0-17 16,0 0-12-16,8 0-12 0,-2 0-9 0,-6 5-9 0,6-5-6 0,6 4-3 15,-4 1-1-15,-2-1 2 0,1 6-1 0,4-5 4 0,5 4-1 0,-11 3 0 0,8-3-13 16,1 4-15-16,-7 2-22 0,4-3-25 0,-3 1-26 0,5 2-27 0,-1-1-26 16,-5 2-23-16,-2-3-48 0,2 7-53 0,6-4-62 0,-5-1-68 0,-2-2-36 15,-1-2-23-15,3 4 9 0,-8-6 22 0,8 1 29 0,-3-1 38 0,-5-4 35 0,6-1 39 16,-6 2 38-16,0-6 38 0,0 0 50 0,0 0 53 0</inkml:trace>
  <inkml:trace contextRef="#ctx0" brushRef="#br0" timeOffset="97179.62">18255 7005 0 0,'-5'-13'1'0,"5"-2"98"16,0 0 69-16,-8 0 50 0,8 0 45 0,-8 0 41 16,8 0 40-16,-5 7 39 0,5-6 36 0,-6 2 33 0,6 3 31 0,0-1 29 15,-8 5 24-15,8 1-74 0,0-1-131 0,0 5-73 0,0 0-41 0,0 0-33 0,0 0-27 0,0 0-31 0,0 0-31 0,0 0-25 0,0 0-22 16,-5 5-16-16,5-5-14 0,-8 4-9 0,8 5-9 0,-7 2-1 0,2-2-5 0,-2 1-2 15,2 5 0-15,-2 0-2 0,-1 4 4 0,3 1 2 0,-9-1 4 0,9 2-7 16,-2-2-14-16,-7 5-21 0,8-5-33 0,-1 5-35 0,2-3-34 0,-4-2-33 31,2 5-30-31,2-3-49 0,5 3-55 0,-6-5-73 0,6 0-76 0,-7 1-31 0,7-5-2 16,0 4 17-16,-6-10 27 0,6 6 36 0,0-6 43 0,0 3 45 0,-8-8 46 0,8 5 41 16,0-9 44-16,0 0 53 0,0 0 60 0</inkml:trace>
  <inkml:trace contextRef="#ctx0" brushRef="#br0" timeOffset="97512.33">18450 6664 57 0,'0'0'129'15,"0"-6"45"-15,0 6 35 0,0-4 33 0,0-1 29 0,0 5 28 0,0-6 28 0,0 6 27 16,0-4 24-16,0 4 24 0,0 0 23 0,0 0-50 0,0 0-94 0,0-5-56 15,0 5-33-15,0 0-21 0,0 0-22 0,0 0-15 0,0-4-17 0,0 4-15 0,0 0-14 16,0-5-13-16,0 5-13 0,0 0-8 0,7 0-9 0,-7 0-5 0,7 0-5 16,-7 0-2-16,7 0 1 0,-2 5-2 0,3-5 2 0,3 4 3 0,-3 1 2 15,-3-1 4-15,10 2 3 0,-3 3 1 0,0-3 1 0,2 3-2 0,-7 6-1 16,4-6-7-16,5 6-5 0,-6 1-3 0,4-3-5 0,-7 7-2 0,6-5-2 0,-7 4-4 16,7 1 0-16,-13 0-2 0,8 4 0 0,-3-3 0 0,2-3-2 0,-7 6 2 15,0 1-2-15,0-6-2 0,-7 7 2 0,7-4-2 0,-5 5-5 0,-3-9-5 16,3 6-4-16,-3-3-6 0,2 2-11 0,1-2-13 0,-3-3-15 0,-5 3-18 0,5-6-19 15,3 4-23-15,-8-5-27 0,5 2-31 0,3-3-36 0,-8 2-55 16,8 0-70-16,-4-6-69 0,-3 0-66 0,6 3-22 0,0-3 4 0,-2 0 19 0,-4-3 23 0,4-2 34 16,2 2 31-16,1-6 41 0,-3 5 41 0,3-5 45 0,-2-5 50 0,7 5 59 15,0-6 68-15</inkml:trace>
  <inkml:trace contextRef="#ctx0" brushRef="#br0" timeOffset="97781.87">19160 6917 90 0,'0'0'158'0,"0"0"41"0,0 0 34 0,0 0 29 0,0 0 29 0,0 0 25 16,0 5 27-16,0-5 22 0,0 0 20 0,0 0 18 0,0 0 16 0,0 0-70 0,0 0-125 16,0 0-60-16,0 0-31 0,0 0-20 0,0 0-10 0,0 0-11 0,0 0-13 15,0 0-13-15,0 0-15 0,0 0-9 0,0 0-10 0,0 0-8 0,0 0-7 0,0 0-6 16,0 0-5-16,0 0-4 0,6 0-2 0,-6 0-3 0,8 0-2 15,-2 0 1-15,1 0-1 0,-2 0-10 0,3 0-15 0,3 0-22 0,-3 0-27 0,4 0-45 16,2 0-53-16,-1 0-76 0,-8 6-87 16,9-6-45-16,-1 4-23 0,-5-4-4 0,5 6 5 0,-8-6 12 0,2 5 18 0,0-5 25 0,-2 4 36 0,-5-4 40 0,0 0 44 15,0 0 56-15,0 0 60 0</inkml:trace>
  <inkml:trace contextRef="#ctx0" brushRef="#br0" timeOffset="97987.37">19160 7163 90 0,'0'0'161'0,"0"0"42"0,0 0 29 0,0 0 22 0,0 3 18 16,0-3 18-16,0 0 19 0,0 0 21 0,0 0 24 0,0 0 22 0,0 0 19 16,0 0-63-16,0 6-116 0,0-6-63 0,0 0-32 0,0 0-10 0,0 0 6 0,6 0 2 15,-6 0 4-15,8 0-2 0,-2 0-6 0,1 0-12 0,6-6-10 0,-7 6-12 16,7-3-12-16,-8-3-11 0,11 6-6 0,-5-4-18 0,10-1-20 0,-9-1-35 16,2 2-38-16,-1 4-39 0,6-6-38 15,-7 6-72-15,8 0-87 0,-8-5-68 0,9 5-58 0,-3-4-19 0,-4 4-2 0,4-5 8 0,3 5 14 0,-7-6 24 0,6 2 30 16,-8-5 38-16,0 3 44 0,1-4 46 0,1-4 49 0,-1 4 68 0,0-4 82 0</inkml:trace>
  <inkml:trace contextRef="#ctx0" brushRef="#br0" timeOffset="98460.93">20150 6590 96 0,'0'-5'164'0,"0"-4"43"16,0 5 34-16,0-2 29 0,0 1 27 0,0-5 24 0,-5 1 24 0,5 3 22 0,0 1 19 0,0 1 20 0,0 4 15 0,0 0-75 0,0-6-129 15,0 6-71-15,0 0-40 0,0 0-24 0,0 0-12 0,0 0-9 0,0 0-6 0,0 0-6 0,0 6-4 0,5-2-3 0,-5 1-7 0,0 1 0 0,0 3-1 0,6 1 1 16,-6 1 2-16,6 2 2 0,-6 2 4 0,0 0 0 0,7 0-2 0,-7 4-1 31,0-4-2-31,8 4-6 0,-8 1 0 0,5-1-5 0,-5-4-2 0,0 9-3 0,8-3-1 16,-8-2-6-16,0-1-7 0,6 3-11 0,-6-2-10 0,5 2-19 0,-5-7-20 16,8 5-26-16,-8 0-23 0,7-4-39 0,-7 0-46 0,6 0-57 0,0-5-66 0,-6 4-59 15,7-4-53-15,-2-1-14 0,-5-4 3 0,8 5 16 0,-8-4 24 16,6-2 29-16,-6 1 34 0,0-5 39 0,0 0 38 0,0 0 47 0,0 0 50 0,0-5 55 15,-6-5 73-15</inkml:trace>
  <inkml:trace contextRef="#ctx0" brushRef="#br0" timeOffset="98746.28">20019 6707 96 0,'0'-10'160'0,"8"1"39"0,-8 0 30 0,5 0 29 0,-5-3 29 0,8 8 29 15,-2-11 30-15,-1 6 26 0,2 0 27 0,2-3 25 0,-4 9 22 0,8-9-68 0,-8 3-123 16,11 0-55-16,-11 5-26 0,8-7-11 0,1 1-4 0,-2 4-8 0,0-3-9 15,3 4-12-15,-2 1-13 0,-2-5-12 0,4 3-10 0,-3 2-8 0,0-1-8 16,2 5-9-16,6-6-8 0,-6 6-7 0,-2-4-11 0,8 8-5 0,-8-4-7 0,7 6-6 16,-6-1-3-16,1-1-3 0,6 5-4 0,-7 1-3 0,0 1-3 0,6 4-2 15,-6 0-3-15,1-2 0 0,-9 8 2 0,10-2 1 0,-10-1-1 0,9 3 1 16,-14 3 1-16,5 0 0 0,-5 1-1 0,8 5-3 0,-16-6-7 0,8 4-8 0,0-3-7 16,-5 4-10-16,-2-4-7 0,0-1-10 0,2 1-8 0,-3-1-15 0,1 1-9 15,2-7-13-15,-9 3-16 0,9-2-9 0,-3-4-9 0,-5-1-4 0,7 2-9 16,-1-3-3-16,-6-2-5 0,7-2-3 0,-1 1-4 0,1 1-13 0,-1-7-16 15,0 2-31-15,0-3-33 0,2 3-44 0,-3-6-43 0,3 4-25 0,-1-4-13 0,6-4 6 16,-8 4 17-16,3-6 21 0,-2 6 24 0,7-3 25 0,-8-7 24 16,8 5 34-16,0-5 37 0,-6-1 45 0,6-4 47 0</inkml:trace>
  <inkml:trace contextRef="#ctx0" brushRef="#br0" timeOffset="99109.35">20657 6463 71 0,'0'-9'140'0,"7"3"40"0,-7 3 34 0,8-9 29 0,-8 8 30 16,0-1 30-16,5-1 29 0,-5 2 29 0,8 1 28 0,-8-3 27 0,0 1 27 0,0 1-54 15,6-2-99-15,-6 0-52 0,0 2-24 0,5 4-15 0,-5-5-7 0,0 0-9 16,0 5-11-16,0 0-12 0,7-4-15 0,-7 4-11 0,0-6-13 0,0 6-13 0,0 0-12 16,0 0-14-16,0 0-15 0,0-4-11 0,0 4-12 0,9 0-11 0,-9 0-10 15,0 0-6-15,0 0-6 0,5 0-6 0,-5 4-5 0,6-4-4 0,-6 0-3 16,7 6-3-16,-7-2-1 0,0 6 1 0,5-6 3 0,-5 8 0 0,0-3-1 15,9 0 4-15,-9 6 1 0,0 1 3 0,0-2 3 0,0 0 1 0,0 6 3 0,0-1 1 16,0 0-1-16,0 1 2 0,0 1-2 0,-9 1-1 0,9-1-2 16,0-2 0-16,0 1-1 0,0-1 0 0,0 0-2 0,9 1-1 0,-9 1-1 0,0-2-3 15,7-4-1-15,-7 4 2 0,5-4-1 0,-5 3 2 0,6-2 2 0,-1-2 2 16,3 1 2-16,0 1 1 0,-3-2 2 0,2-6 0 0,-1 7 4 0,0-4 2 16,2-1 0-16,4 4 3 0,-4-4 1 0,-2-6-8 0,7 7-8 0,-6-1-17 0,-1-5-22 15,0-1-28-15,1 1-28 0,6-1-34 0,-7 2-33 0,1-3-37 0,-1-3-39 16,-1 6-56-16,-5-6-65 0,8 0-67 0,0 0-66 0,-3 0-20 0,-5-6 7 0,8 6 25 15,-8 0 31-15,5-3 38 0,-5-3 44 0,5 2 44 0,-5-5 44 16,0 4 47-16,0-5 47 0,0-1 57 0,0 7 67 0</inkml:trace>
  <inkml:trace contextRef="#ctx0" brushRef="#br0" timeOffset="99362.32">20652 6804 80 0,'0'0'153'0,"5"0"46"0,-5 0 34 15,0-3 34-15,0 3 30 0,0 0 32 0,7 0 29 0,-7 0 30 16,0-6 26-16,0 6 28 0,0 0 22 0,0 0-60 16,0-4-112-16,0 4-64 0,0 0-36 0,0 0-24 0,0 0-15 0,0 0-17 0,0 0-15 0,0 0-20 0,0 0-17 0,0 0-17 15,0 0-13-15,0 0-15 0,0 0-10 0,0-5-13 0,0 5-6 0,8 0-9 16,-3 0-7-16,-5 0-2 0,8-4-2 0,-2 4-1 0,-1 0 2 0,2 0 2 16,7-6 3-16,-8 6 1 0,6-6-1 0,4 6-8 15,-5 0-14-15,2-3-25 0,0 3-27 0,0-6-32 0,1 6-33 0,-2-5-65 0,2 1-78 0,-1 4-76 0,0-6-71 16,0 1-28-16,-8 5-6 0,3-4 8 0,-2 0 16 0,1 4 25 0,-7-5 32 15,0 5 40-15,0-10 45 0,0 4 46 0,-7 1 50 0,1-5 64 0,-2 5 75 0</inkml:trace>
  <inkml:trace contextRef="#ctx0" brushRef="#br0" timeOffset="99710.01">20502 6469 81 0,'7'-6'156'0,"-7"-3"47"0,5 0 37 0,-5-3 38 0,0 8 33 0,8-7 34 16,-8 4 35-16,0 1 32 16,0 1 31-16,0-5 28 0,0 4 27 0,0 2-61 0,0-1-111 15,0 0-64-15,0 5-41 0,0-4-22 0,0 4-13 0,0 0-15 0,0-6-19 0,0 6-20 0,0 0-20 0,0 0-18 0,0 0-20 0,0 0-19 16,0 0-16-16,0 0-17 0,0 0-17 0,0 0-11 16,0 0-13-16,0 0-3 0,0 0-6 0,0 6-2 0,0-2-2 0,0 6 1 0,0-6 0 0,0 8 1 0,0 3 1 15,0-2 6-15,0 2 3 0,0 5 8 16,0-1 6-16,0-4 4 0,0 10 2 0,0-7 0 0,6 3 0 0,-6-2 1 0,0-1 0 0,0 9 0 0,7-9 2 0,-7 7 0 15,6-6 1-15,-6 1 1 0,5 5 1 0,2-7 2 0,-7 3 0 0,9 3 1 16,-4-5 0-16,1 2 1 0,1-3-1 0,-2 1 1 0,3 2-3 0,0-3-1 16,-3 3-1-16,1-2-1 0,7 0-1 0,-5-5-4 0,4 7-4 0,-5-8-4 15,5 2-7-15,1 1-10 0,1-2-5 0,-2-4-14 0,2 4-13 0,-1-4-20 0,1 1-20 16,4-7-25-16,-5 6-22 0,0-5-30 0,6-1-32 0,-4 1-58 0,4-5-69 0,-6 0-59 16,6 0-55-16,-7 0-15 0,9-5 6 0,-10 1 21 15,5-1 23-15,-3-5 32 0,6 1 36 0,-14 0 38 0,8-7 39 0,0 1 42 0,-5 1 46 16,4-6 61-16,-5 0 75 0</inkml:trace>
  <inkml:trace contextRef="#ctx0" brushRef="#br0" timeOffset="99995.67">21096 6433 16 0,'0'-4'90'0,"0"-1"46"0,5-1 42 0,-5 2 37 16,0 1 33-16,0-3 34 0,0 1 31 0,0 1 32 0,0-2 30 0,0 0 30 15,0 2 28-15,0-1-29 0,0 5-62 0,0-5-43 0,0 1-36 0,0 4-26 16,0-6-24-16,0 6-24 0,0-4-18 0,0 4-21 0,0-5-22 0,0 5-22 16,0 0-23-16,0 0-17 0,0 0-14 0,0 0-7 0,6 0-6 0,-6 5-5 0,8-1-4 15,-3 2-8-15,2-2-5 0,-1 6-4 0,1 6-1 0,0-7 0 0,5 4 3 16,-4 8 5-16,3-1 6 0,-3-1 2 0,-3 0-2 0,2 5 1 0,2 0-6 0,-4 3-1 16,1 1-3-16,-6-3-1 0,0 4-2 0,0 0-2 0,0 0-1 0,0 0-4 15,-6 0-6-15,6 2-9 0,-5-1-11 0,5-2-11 0,-9 2-14 0,9-2-20 16,-7-2-23-16,2-3-28 0,5-2-28 0,-8-3-30 0,8 2-32 0,-6 0-55 0,1-6-66 15,5 1-69-15,-8-6-68 0,3 7-18 0,5-7 3 0,-7 1 17 0,0-1 26 16,0-4 31-16,1 1 37 0,-1-2 39 0,7-4 41 0,-5 0 43 0,-3 0 48 0,2-4 58 16,1-2 66-16</inkml:trace>
  <inkml:trace contextRef="#ctx0" brushRef="#br0" timeOffset="100263.97">21504 6741 73 0,'0'-4'144'0,"7"4"46"0,-7 0 33 0,0-4 32 0,7 4 28 16,-7-5 32-16,5 5 33 0,-5 0 28 0,8-6 29 0,-8 2 25 0,7-2 25 16,-1 1-58-16,1 5-105 0,-1-4-61 0,7-2-35 0,-5 1-19 0,-3 1-11 15,8-1-9-15,1 1-11 0,-2-2-16 0,-6 3-19 0,8-3-16 0,-2 6-15 16,7-6-13-16,-4 2-11 0,-1 4-10 0,-4-5-10 0,3-1-17 0,1 6-19 0,-1 0-29 15,0-4-34-15,-5 4-38 0,4 0-36 0,-5 0-55 0,5 0-60 0,-4 0-89 16,-3 4-98-16,2-4-41 0,0 0-11 0,-7 0 5 0,5 0 13 16,-5 0 25-16,0 0 30 0,0 0 40 0,-5 0 45 0,5-4 46 0,-7-1 49 0,0 1 59 0,2-1 65 15</inkml:trace>
  <inkml:trace contextRef="#ctx0" brushRef="#br0" timeOffset="100485.58">21688 6497 0 0,'0'-4'20'0,"0"-2"129"0,0-3 75 0,-7 4 57 0,7 1 47 0,0-2 42 16,-8 2 37-16,8-1 35 0,0-1 31 0,0 3 27 0,0 3 26 0,0-6 17 15,0 6 16-15,0 0-96 0,0 0-157 0,0 0-87 0,0 0-54 0,0 0-33 16,0 0-27-16,0 0-23 0,0 0-23 0,0 0-19 0,0 0-15 0,0 0-7 0,-5 6-2 16,5-3-1-16,0 3 0 0,0 3-4 0,0 1-3 0,0-1-1 0,0 2-3 15,0 4 3-15,0 4 1 0,0-4 3 0,-6 4 9 0,6-4 4 0,0 3 4 16,0 3 1-16,0-2-6 0,0 1-9 0,0-1-14 0,0 5-20 0,0-9-17 16,0 6-23-16,0-2-22 0,0-1-33 0,0-2-36 0,6 2-45 0,-6-3-48 0,0 1-83 15,5 2-96-15,-5-3-62 0,8 0-46 0,-8-4-5 0,7 2 11 0,-2-3 27 16,-5 1 34-16,9-7 36 0,-4 2 40 0,0-1 46 0,3-5 52 0,-8-5 56 0,5 5 57 15,3-6 72-15,5 2 87 0</inkml:trace>
  <inkml:trace contextRef="#ctx0" brushRef="#br0" timeOffset="100832.49">22520 6503 0 0,'14'-6'81'0,"-1"2"86"0,-8-7 50 16,11 2 38-16,-11 5 26 0,1-6 26 0,1-1 27 0,-1 2 27 0,-6-1 31 0,0 5 27 15,8-5 26-15,-8 7-7 0,0-8-29 0,0 7-85 0,-8-2-115 0,8-4-54 16,-6 5-25-16,6-4-9 0,-7 3 0 0,7-3-9 0,-6 5-7 0,1-1-14 16,-3-5-18-16,8 4-14 0,-8 1-13 0,3 1-10 0,-2 4-5 0,1-6-7 15,1 3-4-15,-4 3-6 0,2 0-7 0,2-6-6 0,-1 6-6 0,-2 0-2 0,-5 6-4 16,8-6-2-16,-2 3 1 0,-5 3-2 0,-3 3-2 0,10-3 2 0,-9 4-2 16,1-1 3-16,7 0-1 0,-7 6 2 0,6 0 0 0,-7 0 0 0,9-2 1 15,-8 2 2-15,6 0 2 0,0 0-2 0,-5 0 2 0,4 0-1 0,2 4 0 0,1-4-1 16,-3 0 0-16,3 0-1 0,-2 0 0 0,-2-2-2 0,4 2-1 0,-1 0 1 15,-1 0-4-15,7-6 0 0,-5 6 2 0,5-5-3 0,0-1 3 0,0 1 0 16,0-1 2-16,0 2 5 0,0-2 1 16,0 1 4-16,5 1 2 0,2-3 4 0,-1 3 3 0,-6-2 6 0,14 0 5 0,-7 3 2 0,6-8 4 0,-8 5 2 15,9-3 0-15,-2-3-6 0,2 3-9 0,4-1-18 0,-4-5-22 0,6 0-22 0,-6 0-27 16,5 0-26-16,1 0-27 0,-1-5-48 0,-1 5-56 0,1-6-85 0,8 3-95 16,-7-7-39-16,6 5-10 0,0-5 10 0,-7 1 19 0,8-2 29 0,-1 1 33 0,-8-3 37 15,9-2 37-15,-6 0 41 0,2 0 39 0,-2-3 53 0,-2-3 62 0</inkml:trace>
  <inkml:trace contextRef="#ctx0" brushRef="#br0" timeOffset="101116.58">23074 6125 36 0,'0'-9'124'0,"0"0"50"0,0-1 35 0,0 1 32 0,0 4 29 0,0-5 29 16,0 4 34-16,0-3 33 0,0 3 33 0,0 1 32 0,0 5 29 0,0-4-38 0,0 4-77 15,0 0-62-15,0 0-58 0,0 0-29 0,0-5-19 0,0 5-18 0,-6 0-16 16,6 0-23-16,-5 0-20 0,5 5-24 0,-8-1-24 0,0-4-18 0,3 5-15 0,-3 5-12 15,3-5-9 1,0 5-9-16,-9 1-7 0,7 2-2 0,-7 2-1 0,1 1 1 0,8-2 3 0,-9 5 3 0,7-4 0 0,-6 4 3 0,8 1-2 0,-4-1 1 16,-1 6 2-16,2-5-5 15,3 5 0-15,-3-1 2 0,0 0 0 0,8 0 2 0,-5 7 3 0,5-9 0 0,0 4 3 0,0 2 1 0,0-3 2 0,5-1 1 16,-5 1 2-16,8-6 3 0,0 7 1 0,-3-7-2 16,8-1-8-16,-8-3-11 0,9 6-16 0,-1-8-20 0,1 7-23 0,-2-4-24 0,9-3-18 0,-8 2-31 0,6-4-30 15,-6 4-47 1,8-6-54-16,-10 1-65 0,9-1-69 0,0 0-22 0,0 3 5 0,-9-8 17 0,9 1 25 0,0-1 31 0,6-4 36 0,-8 0 33 0,3 0 37 0,-2 0 36 15,1-4 42-15,-1-1 52 0,1 1 61 0</inkml:trace>
  <inkml:trace contextRef="#ctx0" brushRef="#br0" timeOffset="101495.68">23505 6733 91 0,'0'0'164'0,"0"0"46"0,-7 0 36 0,-1 0 32 15,8 0 30-15,0-5 31 0,-5-1 29 0,5 6 30 0,-7-4 28 0,7-7 27 16,0 7 23-16,0-2-63 0,-7 1-115 0,7 1-66 0,0-5-35 0,0 3-18 15,0 3-7-15,0-9-8 0,0 8-6 0,0-7-10 0,0 2-11 0,0 0-7 0,0-1-10 16,0 1-8-16,7-3-8 0,-7 3-7 0,0-4-4 0,0-2-9 0,7 0-9 16,-7-6-10-16,5 3-6 0,-5-3-8 0,0-2-5 0,8 3-5 0,-8-5-6 15,7 1-6-15,-2 0-3 0,-5 0-5 0,0-1-4 0,8 1-4 0,-8-1-5 16,6 1 0-16,-6-1-2 0,0 1 1 0,0-1-2 0,0 5-2 0,0-5-1 16,0 1-1-16,0 6 0 0,0-7-2 0,-6 5-2 0,6 0 1 0,0 6-3 0,-8-1-3 15,8 2 0-15,-5 1-5 0,5 3 0 0,-7 0-5 0,7 3-3 0,-8 2-6 16,8-1-6-16,0 5-5 0,0 0-5 0,0 0 1 0,-5 0-3 0,5 5 0 15,-7-1 3-15,0 2 0 0,7 3 2 0,-5 0 3 0,-3 3 1 0,3 1 4 16,-9 2 4-16,9-1 3 0,-2 2 6 0,-7 2 3 0,8 3 5 0,-1-6 2 0,2 4-1 16,-4-1-1-16,2 7-2 0,-4-10 2 0,11 10-3 0,-7-7-1 0,1 2-2 15,6 1-2-15,-8-7 4 0,8 6-4 0,0-1 3 0,0 0-1 0,0-5 4 16,0 7 1-16,8-2 1 0,-2 2 2 0,-6-6 5 0,7 3 2 0,-1 1 2 0,-1-4 5 16,2 4 1-16,7-4 5 0,-7 6 2 0,4-8 1 0,5 1-1 0,-11 2-9 15,9-1-18-15,-1-1-15 0,-1-4-22 0,0 5-27 0,3-5-32 16,-2-1-35-16,-2 0-32 0,-3 2-54 0,5-7-60 0,0 8-78 0,1-9-85 0,-2 3-37 15,1-2-16-15,-6 1 12 0,5-5 26 0,-4 4 29 0,-3-4 36 0,1-4 40 0,-6 4 45 16,0 0 46-16,8-5 45 0,-16 1 57 0,8-2 60 0</inkml:trace>
  <inkml:trace contextRef="#ctx0" brushRef="#br0" timeOffset="101685.23">23263 6531 68 0,'-6'-4'150'0,"6"4"48"0,-7-6 32 0,7 3 27 0,0 3 22 16,0-6 22-16,-5-3 28 0,5 3 25 0,0 2 27 0,5-2 24 0,-5 1 22 15,7 1-55-15,-7-1-104 0,6 1-66 0,0-2-47 0,1 2-20 0,1-1-13 16,3-4-3-16,-3 3-5 0,5 0-8 0,-1 2-14 0,2-1-14 0,5-1-15 0,-1 2-11 16,-2 1-12-16,2 3-30 0,3-6-34 0,-2 6-44 0,-6 0-47 0,6 0-70 15,1 0-85-15,-7 0-76 0,-2 6-71 0,4-3-26 0,-3 1-4 0,0 2 4 0,2-1 14 16,-7 5 19-16,-1-4 21 0,1-6 37 0,-7 3 45 0,7 3 50 0,0-1 53 16,-7-5 65-16,5 0 77 0</inkml:trace>
  <inkml:trace contextRef="#ctx0" brushRef="#br0" timeOffset="101889.95">23856 6722 0 0,'7'15'6'0,"-1"-6"114"16,-1 1 68-16,2-5 43 0,2 1 32 0,-4-3 34 0,-5 3 32 0,6-6 35 0,1 0 37 15,-7-6 31-15,5 6 30 0,4 0 25 0,-9 0 24 0,7 0-81 0,-7 0-138 16,5 0-65-16,-5 0-30 0,0 6-10 0,0-6-3 0,0 0-14 0,0 0-17 16,0 0-19-16,0 0-20 0,0 0-13 0,0 6-9 0,0-2-9 0,-5 1-7 0,5-1-9 15,-7 2-10-15,-2 3-16 0,4 0-20 0,-8-3-26 0,-1 4-28 0,7 4-26 16,-4-4-29-16,-2-1-35 0,0 6-42 0,0-4-36 0,-1 2-31 0,2-3-39 15,-2 5-40-15,1-4-69 0,6-2-85 0,-5 1-38 0,5-1-19 0,2 0 14 0,-3 3 28 16,2-8 37-16,-1 1 40 0,1-5 46 0,6 0 48 0,0 0 43 0,-7-5 41 0,7-4 46 16,0-1 49-16</inkml:trace>
  <inkml:trace contextRef="#ctx0" brushRef="#br0" timeOffset="102446.06">24214 6418 59 0,'-6'-7'128'0,"6"-4"42"0,0 1 37 0,0 0 33 16,0 5 31-16,0-4 30 0,-7 3 27 0,7-3 28 0,0 5 24 0,0-1 25 0,0-5 24 15,-6 10-52-15,6-6-98 0,0 1-50 0,0 1-24 0,0 4-22 0,0-6-17 16,0 6-15-16,0-3-16 0,0 3-13 0,0-6-12 0,0 6-10 16,0-4-14-16,0-1-9 0,0 5-11 0,6-6-6 0,-6 6-12 0,0-4-5 0,0 4-9 0,7-6-2 15,-7 6-7-15,6-5-5 0,-6 5-1 0,7-4-4 0,-1 4-2 0,-6-5-1 16,7 5-1-16,-1 0-1 0,-1 0-1 0,4 0-1 0,-2 0-1 0,-2 5-4 15,3-5-1-15,-3 4-4 0,9 1 2 0,-9 1-1 0,2 4 1 0,-1-5 0 0,2 5 3 16,-8 3-1-16,6-2 0 0,1 4 2 16,-7-2 0-16,0 7 0 0,0-4 1 0,0 6-6 0,0-1-5 0,0-1-12 0,-7 3-10 0,7-2-12 0,-6-3-9 0,6 3-10 15,-8-2-4-15,2 0-7 0,6-5-8 0,-7 1-4 0,7 1-3 0,-5-2-2 16,5-4-2-16,-8-1 5 0,8 3 7 0,0-9 10 0,-6 3 10 0,6-2 10 16,0 1 10-16,0-5 7 0,0 0 7 0,0 4 8 0,0-4 8 0,0 0 9 15,0 0 4-15,0 0 10 0,0 0 7 0,0 0 6 0,0 0 7 0,0 0 2 16,6 0 6-16,-6-4 3 0,8 4 3 0,-8-5 3 0,5 5 4 0,-5-4 3 0,7-2 2 15,-1-3 1-15,2 3 2 0,-8 2 0 0,6-7-1 0,1 2 2 0,-2 0 3 16,4-1 2-16,-4 1 4 0,8-3 2 16,-13-2 2-16,7 0 0 0,-1-1 0 0,2 0-3 0,-3 0-4 0,0-3-4 15,3 2-2-15,-8-2-7 0,6-3-3 0,-6 2-9 0,7 1-4 0,-7-3-3 0,0 6-4 0,0-4-4 0,8 5 0 16,-8-2-4-16,0 1-5 0,0 6 0 0,0 0-3 0,0-1-2 16,-8 4-3-16,8 1-1 0,0 1-5 0,0 4-9 0,0 0-9 0,0 0-8 0,0 0-8 0,0 0-7 15,0 0-4-15,0 4-1 0,-7 1-3 0,1 1 1 0,6-2-1 0,-8 7 0 0,3-1 2 16,0 3 2-1,5 1 5-15,-8 2 8 0,2-1 8 0,-1 3 5 0,1 3 5 0,-1-2 3 0,2 2 1 0,-4-3-2 16,9 6 1-16,-5-3-2 0,-2-2-1 0,7-4 0 0,0 4-1 0,-6-4 0 16,6-1-3-16,0 2-2 0,6-1-2 0,-6-6-8 0,7 0-7 15,-7 6-12-15,5-5-13 0,4-4-18 0,-9 3-14 0,5-5-24 0,2 5-26 0,-1-4-27 16,-6 1-33-16,7-6-66 0,7 4-77 0,-9-4-72 0,0 0-65 0,3-4-20 0,5 4 5 0,-5-6 20 0,-3-3 23 0,9 4 36 0,-9-5 34 16,8 1 39-16,-5-6 41 0,3 0 45 0,4 2 49 15,-9-8 64-15,7 1 76 0</inkml:trace>
  <inkml:trace contextRef="#ctx0" brushRef="#br0" timeOffset="102752.63">24645 6043 90 0,'0'-9'155'0,"0"3"39"0,0 3 31 15,0-4 28-15,5 2 28 0,-5 1 33 0,0-1 36 0,7-1 33 0,-7 2 33 0,7-1 33 0,-2 1 31 0,-5 4-59 0,8-5-114 0,0 1-52 0,-8-2-24 0,5 0-8 0,1 3-2 0,1-3-7 0,-2 6-7 0,4-6-15 16,-9 6-20-16,5-3-17 0,2 3-19 0,-1-6-13 0,-1 6-14 0,11 6-14 15,-11-6-9-15,2 3-11 0,-1 3-7 0,0-6-7 0,9 9-7 0,-10 3-5 0,9-3-5 16,-9 0-4-16,8 6-2 0,-5 1-4 0,3-3-1 0,-3 7-4 0,-1-1-4 16,7 1-5-16,-9 5 1 0,0-1-5 0,3 0-5 0,-8 1 2 0,6 3 0 0,-6 2-3 15,7 4 0-15,-7-4 0 0,-7 4-1 0,7-1-2 0,0 1-2 0,-6 2 1 16,6-3 2-16,-8 1-1 0,3-4 1 0,0 4-2 0,-3-10 2 0,2 6-9 16,6-5-10-16,-7-1-15 0,-1-5-19 0,3 2-21 0,-1-3-23 15,-7 3-26-15,5-2-27 0,3-4-29 0,-3-1-28 0,2 2-33 0,1-3-35 0,-2-4-89 16,-1 6-106-16,2-3-65 0,0-3-40 0,-6 0 1 0,5-5 20 0,-2 7 31 15,4-7 38-15,-8-4 39 0,8 0 44 0,-9 0 44 0,1-4 44 0,-8-7 51 0,9 7 53 0,-7-5 80 16,-1 0 94-16</inkml:trace>
  <inkml:trace contextRef="#ctx0" brushRef="#br0" timeOffset="-210464.48">4070 11591 9 0,'0'0'30'0,"-7"0"16"0,7 0 14 0,0 0 16 0,0 0 17 0,0 0 17 0,0 0 17 0,0 0 13 0,0 0 12 0,-5 0 9 0,5 0 6 0,0 0 8 16,0 0 2-16,0 0 3 0,0 0-2 0,0 0-5 0,0 0-9 0,0 0-11 0,0 0-12 0,0 0-13 0,0 0-12 0,0 0-12 0,0-4-12 0,0 4-7 0,0 0-7 0,-9 0-6 0,9 0-6 0,0-5-2 0,0 5-3 0,0 0 1 15,0 0 1-15,0 0 4 0,-5 0 4 0,5 0 4 0,0 0 3 16,0-4 4-16,0 4 0 0,-7 0 3 0,7 0 1 0,0 0 1 16,0 0-1-16,0 0 0 0,0 0-2 0,0 0-3 0,0 0-1 0,-6 0-2 0,6 0-2 0,0 0-6 0,0 0-7 15,0 0-4-15,0 0-5 0,0 0-7 0,0 0-5 0,-7-6-2 0,7 6-5 16,0 0-1-16,0 0-1 0,0 0 0 0,0 0-1 0,0 0 1 0,0 0 0 16,0 0 2-16,0 0 1 0,0 0 1 0,0 0 1 15,0 0 2-15,0 0-1 0,0 0 0 0,0 0 1 0,0 0-3 0,0 0-2 0,0 0-4 0,0 0-4 16,0 0-5-16,0 0-6 0,0 0-5 0,0 0-9 0,0 0-6 15,0 0-5-15,0 0-1 0,0 0 2 0,0 0 8 0,7 6 9 0,-1-6 14 0,-6 0 10 0,12 4 9 16,-3-4 8-16,-4 0 8 0,8 5 4 0,1-5 8 0,-2 4 8 0,7-4 7 16,1 0 8-16,0 5 2 0,0-5 4 0,-1-5-7 15,7 5-6-15,-7 0-9 0,8-4-9 0,-7-1-8 0,4 5-9 0,2-4-3 16,3-2-5-16,-10 1-5 0,6 1-7 0,-6-1-2 0,2 1-2 0,-3-2-4 0,-4 0-6 0,4 3-4 0,-9 3-3 16,3-6-2-16,-6 6-2 0,1-4 2 0,-1 4 1 0,2 0 2 0,-8 0 3 0,0 0 0 15,0 0 3-15,0 0 0 0,0 0 1 0,0 0 1 0,0 0 0 0,0 0 3 16,0 0-3-16,0 0-1 0,0 0-6 0,0 0-6 0,0 0-9 0,0 0-8 15,-8 0-9-15,8 0-11 0,-6 4-10 0,6-4-14 0,-7 0-13 0,7 0-20 16,-6 0-18-16,6 6-23 0,-5-6-24 0,-2 0-30 0,-2 0-33 16,9 3-32-16,-5-3-28 0,-2 6-65 0,1-6-85 0,1 6-63 0,-11-6-50 0,11 4-8 0,-1-4 14 15,-7 5 25-15,5-1 32 0,-4 1 40 0,5-5 39 0,-5 6 48 0,-1-2 50 0,5-4 47 16,-3 5 53-16,-5-1 68 0,3-4 85 0</inkml:trace>
  <inkml:trace contextRef="#ctx0" brushRef="#br0" timeOffset="-209864.09">4037 11666 0 0,'0'0'2'0,"0"0"114"0,0-5 75 0,0-1 57 0,0 3 48 0,0 3 43 0,-6-7 38 0,6 7 41 0,0 0 37 0,0-5 36 0,-7 1 35 0,7 4 33 0,0-5 28 0,0 5-75 0,0-4-135 16,0 4-80-16,0 0-47 16,0-6-33-16,0 6-24 0,0 0-22 0,0 0-18 0,0-5-21 0,0 5-20 0,0 0-21 0,0 0-15 0,0 0-18 0,0 0-12 0,0 0-16 15,0 0-10-15,0 0-13 0,0 0-9 0,0 0-3 0,0 0-6 0,0 0-3 16,0 5 1-16,0 1 1 0,0-2-1 0,0 1 3 0,0-1 0 0,0 8 2 15,0-3 2-15,-6 0 2 0,6 0 5 0,0 1 3 16,0 4 2-16,0-2 2 0,-8 1 0 0,8-2-3 0,0 2 1 0,-5 3-1 0,5-1-1 0,0-1 0 16,-5 2-1-16,5-2 0 0,0 0-1 0,0-5 1 0,-8 6 0 0,8 0-1 15,0-5-2-15,0 4 3 0,-6-4-2 0,6 1-1 0,0-2 1 0,0 1-1 0,0-1-1 16,0-4 2-16,0 5-1 0,0-4 0 0,0-2-1 0,0 1 2 0,0 1-1 16,0-6 1-16,0 4-1 0,0-4 2 15,0 0 0-15,0 3 3 0,0-3 2 0,0 0 1 0,0 0 3 0,0 0 1 0,0 0 5 0,0 0-1 0,0 0 6 0,0 0 1 16,0 0 2-16,0 0 1 0,0 0-1 0,0 0 4 0,0 0 2 15,0 0-2-15,0 0 2 0,0 0-3 0,0-3 0 0,6-1-1 0,-6-2-2 0,0 6-2 0,8-5-4 16,-8 1-1 0,5-8-2-16,0 8-4 0,-5-1 0 0,8-4-2 0,-2 3-3 0,1 2-2 15,-1-5-1-15,1 4 0 0,-2-1-2 0,4-4-1 0,3 5 2 0,-6 1-2 16,8-1 1-16,-7 1-2 0,6-2 1 0,-7 2-1 0,7-1 1 0,-8-1 0 0,9 6-1 0,-1 0-1 0,-6-3 0 0,6 3-2 0,-7 0-1 0,7 0-1 16,-5 3-1-16,-3-3 2 0,8 0-1 0,-8 6 0 0,4-1 0 0,-4-1 1 15,10 2 0-15,-9-2 0 0,0 5-1 0,1-4 2 0,-2 1 1 0,3 4 0 16,-2-5 4-16,1 4 0 0,-1 1 1 0,-1-6 1 0,-5 6 0 0,7 0 1 0,2 0-1 15,-9 1 1-15,5-4-1 0,-5 4 1 0,0-1-1 0,5-1 2 0,-5 3 2 16,8-3 1-16,-8 0-2 0,0-5 3 0,0 7 1 0,0-7 2 0,0 7 2 16,0-7 5-16,0 2 2 0,0-2 4 0,0 1 2 0,0-1 3 31,-8 1 2-31,3 1 0 0,5-2 1 0,-5 1-11 0,-4-5-23 0,2 6 0 0,2-2 0 16,-8 2 0-16,7-1 0 0,-7-1 0 0,0 0 0 0,7-4 0 0,-9 5 0 0,1-5 0 15,9 6 0-15,-8-6 0 0,0 3 0 0,7-3 0 0,-1 0-61 0,1 0-20 16,-7 0-16-16,6 0-20 0,1 0-22 0,-1 0-27 0,0 0-29 0,7 0-32 15,-7 0-34-15,2 0-48 0,-3 6-55 0,3-6-92 0,5 0-108 0,-6 0-36 16,-2 6-1-16,3-6 16 0,5 0 29 0,-7 0 35 0,-1 0 44 0,2 0 44 16,6-6 49-16,-6 0 53 0,6-3 55 0,-7 0 65 0,7-6 70 0</inkml:trace>
  <inkml:trace contextRef="#ctx0" brushRef="#br0" timeOffset="-119930.1">4565 4783 33 0,'0'-10'94'15,"0"5"27"-15,0 0 18 0,0-5 22 0,0 1 25 0,-7 5 27 0,7-8 31 0,0 9 26 0,-5-3 24 0,5 1 23 0,0 1 18 0,-8-2-41 0,8 3-83 0,0-3-31 0,0 2-9 0,-6 4 4 0,6-5 6 0,0-1-6 0,0 6-8 0,-7-3-12 0,7-4-16 0,0 7-13 0,-6-5-9 0,6 5-8 0,0-4-5 32,0 4-4-32,-5-5-3 0,5 5-8 0,-7-6-9 0,7 6-10 0,0 0-8 15,-9-4-9-15,9 4-9 0,-5 0-10 0,5 0-7 0,-7 0-8 0,7 0-4 0,-6 0-8 16,1 0-6-16,5 0-2 0,-9 4-6 0,2-4-4 0,2 6-2 0,-1-1-2 15,-2-1-4-15,3 1 1 0,-3 5-2 0,1-4 1 0,2 3 0 0,-2 6 1 16,2-6 0-16,-10 7 2 0,10-2-1 0,-3 0 3 0,2 0 0 0,1-2 1 16,-3 1 2-16,0 2 0 0,8-6 0 0,-5 6 1 0,5-3-3 0,-8-3 1 0,8 0-1 15,-5 0-2-15,5 1-2 0,0-4 0 0,0 3-2 0,-5-3 2 0,5 3 0 16,0-5 0-16,0 7 1 0,5-7 1 0,-5 2 1 0,0 3 2 0,0-4 0 16,5 5 2-16,-5-6 3 0,8 7 2 0,-8-2 4 0,5-3 3 0,3-3 3 0,0 3 2 15,-3 4 2-15,1-7 1 0,7 3 1 0,-5-1 3 0,4-1 1 0,-5 2 1 16,5 0 1-16,1-6 1 0,1 3 0 0,-2-3 0 0,2 6-1 0,-1-6-2 15,-8 6 3-15,16-6-4 0,-15 0 1 0,15 3-2 0,-16-3-2 0,8 0 0 16,1 6-3-16,-2-6-1 0,-4 0 2 0,3 4 2 0,-3 1 0 0,5-1 2 16,-7-4 3-16,1 5-1 0,-2 1 4 0,3 4-2 0,-8-5 3 0,6-1 1 0,1 6 3 15,-7-1 1-15,0-4 2 0,0 5 0 0,6 5 0 0,-6-4-2 0,-6-3 0 16,6 3 1-16,0 4-2 0,-7-6 0 0,1 6 1 0,6-6 0 0,-8 1-1 0,3 5 0 16,-2-5-4-16,1-1 2 0,-7 6-4 0,5-6 2 0,3 2-1 0,-9 3 1 15,9-5-2-15,-10 2-2 0,9-2-1 0,-7 0-2 0,8 2-1 0,-9-6 0 16,7 4 3-16,1-3-1 0,-6-2 6 0,3 1 3 0,4 0 5 0,-2-5 4 15,1 4 3-15,1-4 1 0,5 6 4 0,-9-6 5 0,2 0 3 0,7 0 2 0,0 0 1 16,-5-6-2-16,5 6 0 0,0 0-5 0,-6-4-3 0,6-1-5 0,0 0-8 16,-8 1-5-16,8-2-1 0,0 2-5 0,0-6-2 0,0-1-4 0,0 2-3 15,0 0 0-15,0-2 1 0,8-2 1 0,-8-3-1 0,6 2 0 0,-1-1 4 0,-5-4 0 16,7 4 2-16,2-4 1 0,-4-2 2 0,8 3 0 16,-8-6 1-16,4 3 1 0,3 2-1 0,-6-5-1 0,7 3 0 0,-5-1-2 0,4-5 3 0,-6 9 0 15,8-7 3-15,-7 1 2 0,6 0 2 0,-7-1 6 0,7 1-2 0,-6-1 4 0,-1 1 1 16,0-1 3-16,1 1 1 0,-2-1 1 0,3 5-1 0,-8-5 1 0,6 1-1 15,-6 6-1-15,0-3 0 0,0 2-1 0,0 5-1 0,-6-2-2 0,6 1-2 0,-8 2-1 16,3 4-8-16,-2-3-4 0,1 8-8 0,0-6-3 0,-9 6-7 16,10 4-4-16,-9-6-6 0,2 6-12 0,-2 6-12 0,-4-2-18 0,4 6-19 0,-4 0-27 15,-3 5-26-15,3 4-32 0,-3 2-37 0,2 1-43 0,-1 8-50 0,1 0-113 16,-2 4-137-16,2-1-57 0,-2 1-15 0,2 8 11 0,7-8 21 0,-1 3 33 16,-1-2 35-16,-4-1 45 0,12 0 43 0,-9-4 55 0,1-6 54 0,9 1 63 0,-8-1 69 15</inkml:trace>
  <inkml:trace contextRef="#ctx0" brushRef="#br0" timeOffset="-43598.73">9489 11481 0 0,'0'-6'19'0,"0"0"35"0,6-3 13 0,-6 5 19 0,0-1 17 0,0-1 19 0,0 2 17 0,0 4 20 0,0-6 24 0,0 3 22 0,0 3 21 0,0 0-9 0,0-6-28 0,0 6-7 0,0-5 2 0,0 5 3 0,0 0 7 0,0-4-5 16,0 4-7-16,0 0-6 0,0-6-5 0,0 6-9 0,0 0-7 15,0 0-9-15,0 0-3 0,0 0-8 0,0 0-8 0,0 0-7 0,0 0-7 0,0-5-6 16,0 5-2-16,0 0-2 0,0 0-2 0,0 0-2 0,0-4-3 0,0 4-2 0,0 0-6 0,0 0-2 0,0 0-8 0,0 0-5 16,0 0-8-16,0 0-6 0,0 0-4 0,0 0-8 0,0 0-5 0,0 0-7 15,0 0-8-15,0 0-8 0,0 0-6 0,0 0-8 0,0 0-8 0,0 0-7 0,0 0-5 16,0 0-2-16,0 0-1 0,0 0 5 0,0-6 3 0,0 6 8 0,5 0 4 16,-5 0 7-1,8 0 3-15,0 0 7 0,-8 0 3 0,5 6 8 0,9-6 4 0,-9 0 5 0,2 0 6 0,1 0 3 0,4 0 2 0,0-6-5 0,-4 6-3 16,5 0-2-16,-2-3-4 0,5 3-1 0,2 0 2 0,-4-6-4 15,-2 2 0-15,1-2-1 0,8 6-1 0,-10-5-1 0,2 1-2 0,8-2-3 0,-10 1-2 0,4 1 0 16,4-5-2 0,-6 9 0-16,0-6-2 0,0 0 0 0,-8 3-1 0,9 3-1 0,-7-6 0 0,-1 6 2 0,0-3-1 15,-6 3 5-15,8 0 0 0,-8 0 3 0,0 0 5 0,0 0 0 0,0 0 4 0,0 0 1 16,0 0 3-16,0 0 0 0,0 0-1 0,0 0 1 0,0 0-1 0,0 0 1 0,0 3 0 0,-8 3-3 0,8-3-1 16,0 3-2-16,-6 0-4 0,6-2-2 0,-6 1-5 0,6-1 1 0,-7 7-4 0,7-2 0 15,-5-3-2-15,-4 4-2 0,9-1-2 0,0 0-5 16,-5 1-1-16,-2 1-3 0,7-2-2 0,-6 1-2 0,6 4 0 15,0-4-1-15,-5-1 0 0,5 7-2 0,0-7 1 0,-8 0 0 0,8 6 6 0,0 0 2 0,-8 0 3 0,8 0 3 16,0 3-1-16,-5-2 4 0,5 3 1 0,-7 2 2 0,7-3-2 0,-6 6-1 16,0-3 2-16,6 3 0 0,-7 1 0 0,-1-6-1 0,3 5-6 0,-1 0-2 0,6-5-2 31,-8 2-2-31,3 3-3 0,-3-5-1 0,8-4-2 0,-7 4-2 0,1-5 0 16,6 2 0-16,-6-1-1 0,6-1-3 0,-5-4 1 0,5-1-6 0,0 3-6 0,0-9-4 0,-7 7-8 0,7-5-6 0,0-1-7 0,0 1-7 0,0-5-7 15,0 6-8 1,0-6-6-16,7 4-6 0,-7-4-9 0,0 0-9 0,0 6-12 0,0-6-8 15,0 0-5-15,5 0-5 0,-5 0-5 0,0 5-8 0,0-5-8 0,0 0-13 16,0 0-13-16,0 0-20 0,0 0-22 0,0 0-48 0,0 0-58 0,0 0-65 16,0 0-61-16,0 0-19 0,0 0 5 0,0 0 15 0,0-5 23 0,-5-1 29 0,5 2 28 15,-7-2 38-15,-1 1 37 0,8 1 41 0,-6-1 45 0,-1 1 60 0,1-2 66 0</inkml:trace>
  <inkml:trace contextRef="#ctx0" brushRef="#br0" timeOffset="-43278.22">9555 11904 0 0,'0'0'11'0,"0"0"126"0,0-5 74 0,-8 1 57 0,8 4 47 0,0-5 41 0,0 1 35 0,-7-2 32 0,7 6 30 0,0-4 28 0,0-1 26 0,0-1 27 15,0 6 24-15,0-3-90 0,0-9-156 0,0 12-79 0,0-4-42 0,0-1-31 16,0 1-18-16,7-2-17 0,-7 6-10 0,0-4-10 0,0-1-7 0,0 5-10 16,0-6-9-16,0 6-6 0,8-3-10 0,-8 3-6 0,0-6-11 0,5 6-5 15,-5-6-6-15,7 2-2 0,0 4-5 0,-2-5-2 0,3 1 0 0,-3-1-4 16,9 5 1-16,-2-6 0 0,2 2-2 0,-1-1 1 0,1 1-2 0,4-1 2 0,3 5-3 15,-3-7 0-15,3 3-4 0,3-1-2 0,-3 1-2 0,5-1-5 16,0-1-1-16,-7 2-1 0,8-1-3 0,-1 5-2 0,-8-4 1 0,9-1-1 0,-7 5-2 0,-9-7 1 16,10 7-2-16,-8-3 0 0,6 3-2 0,-12 0-2 0,7 0 2 0,-8 0-2 15,1 0 1-15,-2 3-1 0,3-3-1 0,-8 0-6 0,0 7-7 0,0-2-11 16,0-5-13-16,0 4-17 0,0-4-17 0,0 5-18 0,0-1-19 0,0 2-18 0,0-1-21 16,-8-1-28-16,8 1-29 0,-5-1-50 0,5 3-60 0,-7-2-89 0,7-1-103 15,-6-4-32-15,6 5-1 0,-8-1 20 0,2-4 29 0,-1 6 33 0,-7-6 35 0,9 0 38 16,-8 0 39-16,0 0 45 0,0 0 50 0,0-6 61 0,-6 2 68 0</inkml:trace>
  <inkml:trace contextRef="#ctx0" brushRef="#br0" timeOffset="20771.95">9860 4853 0 0,'0'-6'3'0,"6"6"39"0,-6 0 20 0,6-6 19 0,-6 3 20 0,0 3 21 0,8-6 22 0,-8 0 23 0,0 2 24 0,7-1 23 16,-7-1 23-16,0 3-5 0,5-3-19 0,-5 2-9 0,0-1-2 0,0-5-2 0,8 4 1 0,-8 2-5 0,0-1-4 0,6 0-6 0,-6 1-13 0,0-2-5 0,0 2-9 0,0-1-6 0,0 1-7 15,0-1-7-15,0-2-4 0,0 4-4 0,0-3-2 0,0 6-2 0,0-5-5 0,0 1-4 16,0-2-4-16,0 6-6 0,0-3-5 0,0 3-8 0,0-6-6 0,0 6-6 15,0-4-3-15,-6-1-5 0,6 5-5 0,0-6-4 0,0 6-6 0,-8-3-5 16,8 3 0-16,0-7-5 0,-5 2-2 0,5 5-2 0,-7 0-3 0,-1-4-1 0,8-1-4 16,-6 5-5-16,0-6-4 0,-1 6-2 0,7-4-6 0,-5 4-4 0,-4-4-4 15,4 4-3-15,-2-5-3 0,1 5-4 16,1-5-3-16,-11 5-5 0,11 0-1 0,-2 0-4 0,-5 0-2 0,5 0-2 0,-1 0 1 0,-3 0 1 0,3 5-3 0,-5-5-1 16,0 5 0-16,7-1-1 0,-6 0-1 15,4 7-3-15,-5-7 0 0,7 8-2 0,-6-3 2 0,3 0 2 0,4 6 1 0,-8-6 1 0,8 7-1 0,-4-2-1 16,2 0 4-16,2 0-2 0,-1 7 1 0,-2-8-1 0,3 2 0 0,-3 0 1 15,8 0 2-15,-5-5 1 0,5 4-2 0,-7-4 2 0,7 1-1 0,0-1-2 16,0-1 1-16,0 0 0 0,0 1-3 0,0-4 0 16,7 3 3-16,-7 0 2 0,5-3 2 0,-5-2 3 0,8 1 3 0,-3 4 0 0,-5-3 3 15,8-6 2-15,-2 6 4 0,-1-3 5 0,2-3 10 0,2 0 7 0,2 6 6 0,-4-6 5 0,-2-6 4 0,11 6 0 16,-5-3 2-16,2 3-2 0,-5-6 0 0,4 0-2 16,0 3 0-16,8-8-3 0,-6 7-2 0,-1-2-6 0,0-3-6 0,0 5-6 15,8-1-5-15,-10-5-5 0,1 4-3 0,2 1-8 0,-1 1-10 0,1-1-10 16,-2 1-16-16,-4 4-16 0,-2-6-18 0,-1 6-20 0,3 0-22 0,-3 0-23 0,-5 0-25 0,0 0-36 0,0 6-44 15,0-6-58-15,0 0-66 0,0 0-52 0,0 4-47 0,0 1-3 16,0-5 10-16,-5 4 26 0,5 1 29 0,-8-5 33 0,3 6 36 0,-1-6 36 0,-2 0 41 0,3 4 47 16,-2-4 50-16,-1 0 58 0,2 0 73 0</inkml:trace>
  <inkml:trace contextRef="#ctx0" brushRef="#br0" timeOffset="21378.55">9880 4856 16 0,'0'-3'86'0,"7"-3"41"0,-7-3 35 0,0 3 32 0,5 0 33 0,-5-3 29 0,0 3 31 0,0-3 26 0,0 5 26 0,0-5 21 0,0 3 20 0,0-4-32 0,0 5-67 0,0 0-38 0,0 1-28 0,0-6-19 0,0 5-20 0,-5 1-15 0,5-1-15 0,0-2-12 0,0 4-14 0,0-3-7 0,-7 1-8 0,7 5-4 0,0-4-2 0,0 4-2 0,-8-6-6 0,8 6 0 0,0 0-3 0,0 0-6 16,0-3-4-16,0 3-7 0,0 0-7 0,0 0-9 15,0 0-11-15,0 0-9 0,0 0-10 0,0 0-9 0,0 0-9 0,0 0-10 16,0 0-4-16,-6 0-8 0,6 3-3 0,0 3-5 15,-6-2-1-15,6 1 1 0,0 1 0 0,-7-3 8 0,7 9 3 0,0-3 7 0,-5 1 7 16,5-1 9-16,-9 6 5 0,9 0 5 0,-5-5 3 0,5 4 4 0,0 2 2 0,-7-1 3 0,7-2 5 16,-6 1-1-16,6 2-1 0,0-1-2 0,0-2-4 0,0 8-2 0,-5-7-1 0,5 0-4 0,0 0-1 0,0 1-2 15,0 1-2-15,0-2-2 0,0 5-1 0,5-4-3 0,-5 0-1 0,0 4-1 16,0-4 1 0,0 0 1-16,6 0 6 0,-6 4 1 0,7-8 3 0,-7 2 3 0,5 2 1 0,-5 0 1 0,0-5-2 0,9 4 0 0,-9-4-1 15,5-1 0-15,-5 7-1 16,7-7-2-16,-7 0-2 0,0 2-1 0,6-7-6 0,-6 7-5 0,0-1 0 0,0-6-5 0,6 1-2 15,-6-1 0-15,0 7-1 0,0-7 2 0,0 1 2 0,8 1-1 16,-8-3-1-16,0 4 3 0,0-7 0 0,0 4 2 0,0 1 3 0,0 0-2 16,0-5 1-16,0 4 0 0,0 2 2 0,0-2-1 0,0-4 0 0,0 5 1 15,0 0-3-15,0-5 3 0,0 4-1 0,0 2 2 0,0-6 2 0,-8 4-1 0,8-4 5 16,0 6-1-16,0-1 4 0,-6-5 1 0,6 4 4 0,-6-4 2 16,6 5-1-16,0-1 3 0,-7-4 0 0,2 6 1 0,-4-1 0 0,9-1 2 0,-5-4-3 15,-2 6 0-15,1-3-1 0,1 4 1 0,-11-2-4 0,11-5-1 0,-2 4-1 16,-5 1-4-16,5-5 3 0,-1 4-4 0,3-4 0 0,-9 0-3 0,9 6-2 15,-3-6-2-15,1 0-2 0,1 0-1 0,0 5-1 0,1-5 0 0,-2 0-2 0,-1 0-1 16,8 0 0-16,-6 0-1 0,-1-5 2 0,7 5-2 0,-6 0 1 0,1 0-2 16,5-6 1-16,-7 6-1 0,7 0 0 0,-9-4-2 0,9 4 1 0,-5-5-2 15,5 5-1-15,0 0 0 0,-7 0-2 0,7 0-1 0,0-4-4 0,0 4-6 16,0 0-4-16,-6-5-8 0,6 5-6 0,0 0-8 0,0 0-5 0,0 0-7 16,-5 0-8-16,5 0-7 0,0 0-6 0,0 0-17 0,-9 5-18 0,9-5-17 0,0 4-17 15,-7-4-13-15,7 5-11 0,0-5-10 0,0 4-10 0,-5 2-9 16,5-1-10-16,0-5-7 0,0 4-10 0,0 1-21 0,0-1-27 0,0 2-29 15,0 0-28-15,0-2-39 0,0 7-45 0,0-8-6 0,5 3 13 0,-5-2 21 0,0 1 27 0,7 1 26 16,2-6 31-16,-9 3 28 0,5 4 32 0,-5-7 40 0,6 0 43 0,-6 0 48 0,7 0 62 16</inkml:trace>
  <inkml:trace contextRef="#ctx0" brushRef="#br0" timeOffset="75516.28">2012 6670 0 0,'0'0'1'0,"8"-6"109"0,-8 6 70 0,0 0 50 16,0 0 34-16,5 0 33 0,-5 0 25 0,0-6 28 0,0 2 26 0,0-1 25 0,0 5 29 0,0-6 21 0,0 6 24 0,0-4-78 0,0 4-134 0,0 0-74 0,0 0-43 0,0 0-22 0,0 0-13 0,0 0-7 0,0 0-8 15,0 0-8-15,0 0-12 0,0 0-14 0,0 0-14 0,0 0-12 0,0 0-14 16,0 0-12-16,0 0-7 0,0 0-10 0,0 0-7 0,0 0-5 0,0 4-4 0,0-4-4 16,0 6-1-16,0-1-2 0,8-1-3 0,-8 2 3 0,0 0 4 0,5-3 3 15,-5 7 4-15,5-5 6 0,-5-1 5 0,9 7 3 0,-2-7 4 0,-7 7 1 16,5-7 2-16,1 7 2 0,1-7 0 0,-7 0 1 0,6 7 2 0,2-7 1 0,-3 1 2 16,2 4-2-16,-1-3 0 0,0 0 1 0,2 3 0 0,-1-5 2 0,-2 5-3 0,9-3 1 15,-9-1 1-15,3 5 1 0,-3-4-2 0,3-2 3 0,5 5 1 16,-7-4-2-16,1-1-1 0,-1 2 3 0,7-1 2 0,-6-1 1 0,0 1 0 15,0 2 4-15,-2-7 0 0,3 3 10 0,3-3 6 0,-11 0 7 0,8 0 7 0,4 0 9 16,-4 0 14-16,-2 0 9 0,0-3 12 0,1-4 7 0,7 2 4 0,-9-4 4 0,2-1 6 16,6 1-1-16,1 0 0 0,-9-7-3 0,8 2-9 0,0-5-3 15,0-2-8-15,1 1-9 0,6 1-10 0,-8 0-11 0,0-1-10 0,2-5-8 0,4 1-6 0,-2-1-4 16,2 6-5-16,-4-10-4 0,4 4-2 0,-5 1-4 0,7 5-1 0,-8-5-6 16,8 0 1-16,-6 3-5 0,-1 2 0 0,0 4-5 0,0 0 0 0,1 0-5 15,-9 6-2-15,8 0-4 0,-8 2-4 0,4 4-2 0,-2-3-7 16,-7 1-7-16,5 5-12 0,-5 0-14 0,7 5-20 0,-7-5-23 0,0 6-26 0,6-3-32 15,-6 9-36-15,0-3-42 0,0 1-41 0,0 4-100 0,0 2-125 0,0-1-64 16,-6 3-27-16,6-2 2 0,0 2 19 0,-7-3 31 0,2 4 34 0,-2 2 43 0,7-8 46 0,-9 1 50 16,4 2 55-16,-8-5 57 0,8 2 60 0,-4-4 91 0,-3 3 97 0</inkml:trace>
  <inkml:trace contextRef="#ctx0" brushRef="#br0" timeOffset="78385.84">6571 5404 22 0,'-7'-6'51'0,"7"2"20"0,0 4 15 0,0 0 15 0,0 0 13 0,0-5 11 0,0 5 11 0,0 0 5 0,0 0 2 0,0-5-1 0,0 5-4 0,0 0-6 0,0 0-6 0,0 0-6 0,0 0-6 0,0 0-3 0,0 0-2 0,0 0 2 15,0 0 1-15,0 0 6 0,0 0 6 0,0 0 2 16,0-4 3-16,0 4 1 0,0 0-1 0,0-7-4 0,0 7-5 16,0-3-4-16,0 3-3 0,0-6-5 0,0 6 0 0,0-5-4 0,0 5-1 15,0-4-1-15,0 4-1 0,0-6 1 0,0 6 0 0,0 0 1 0,0 0 2 16,0 0 2-16,0 0-1 0,0-5-1 0,0 5-2 0,0 0-4 0,0 0-5 0,0 0-3 0,0 0-7 0,0 0-8 0,0 0-6 0,0 0-9 16,0 0-10-16,0 0-6 0,0 0-8 0,0 0-7 15,0 0-7-15,0 0-7 0,0 0-5 0,0 0-4 0,0 0-3 0,0 0-7 0,0 0-3 0,0 0-3 16,0 0-3-16,0 0-4 0,0 0-1 0,0 0-3 0,0 0-1 0,0 0-4 0,0 0-1 15,0 0-3-15,0 0-1 0,0 0 0 0,0 0 3 0,0 0 3 16,0 5 2-16,0-5 5 0,7 6 2 0,-7-2 4 0,7-4 3 0,-7 5 3 16,5 1 2-16,-5 4 4 0,8-6 3 0,-1 1 1 0,-2 0 4 0,-5-1 0 0,7 2-1 0,0-2-2 15,-2 1-1 1,-5 0-2-16,8-1 1 0,-3 2 5 0,3-6 6 0,-2 4 2 0,-1 2 8 0,3-6 4 0,0 5 1 0,-3-5 6 0,3 0 3 0,-3 4 5 16,9-4 4-1,-9 0 5-15,2 0 5 0,6-4 5 0,-7 4 3 0,7 0-1 0,-6-5 0 16,7-1 0-16,-8 2-3 0,6-2 2 0,2 2-1 0,-1-1-1 0,-8-4 1 0,11 3-1 0,-5-3 2 0,2 0 2 0,-6-1-3 0,6-1-1 0,1 1-1 15,-1 1-4 1,-8-6 0-16,9 5-4 0,-2-4 1 0,-4-1-1 0,4 2-2 0,0-8-1 0,4 2-2 0,-5-2-7 0,2 3-4 0,0-6-7 0,0-1-3 0,0-5-4 16,0 0-4-16,6 2-1 0,1-8-3 0,-1 2-4 0,-5-3-3 15,4-2-3-15,3 3-4 0,6-1-2 0,-9-3-3 16,3 1 0-16,-2 5 0 0,1 0 2 0,-7 4-2 0,6 1 2 0,-6 9-1 0,0 0 0 16,-8 7 0-16,9-3-1 0,-7 6 0 0,-7 6-1 0,6-6-3 0,-6 10-6 0,0 0-10 15,0 0-11-15,0 0-13 0,0 0-15 16,0 4-18-16,0 2-18 0,-6 3-18 0,6 0-19 0,-7 3-17 0,7 1-21 0,-5 2-22 0,-4 6-20 0,9-3-18 0,0 1-30 0,-5 2-33 15,5-3-61-15,-5 3-75 0,5-2-37 0,0 0-24 0,0 1 10 0,5-1 21 0,-5 1 28 32,0-4 31-32,0-1 36 0,5-6 36 0,-5 4 36 0,0-8 41 0,9 5 48 15,-9-4 52-15,5-6 69 0,-5 0 80 0</inkml:trace>
  <inkml:trace contextRef="#ctx0" brushRef="#br0" timeOffset="80466.23">8966 7714 54 0,'0'0'118'0,"0"0"35"0,0 0 34 0,0 0 26 0,-5-6 27 0,5 2 23 0,0 4 20 0,-6 0 18 0,6 0 18 0,0-5 15 0,0 5 15 0,0 0-51 15,0 0-89-15,-5-4-43 0,5 4-20 0,0-5-13 0,0 5-11 0,0 0-8 0,0-7-6 0,0 7-3 0,0 0-3 0,0 0-3 0,-8-3-2 0,8 3-4 0,0 0-6 0,0-6-5 0,0 6-5 0,0 0-8 16,0 0-5-16,0 0-5 0,0 0-6 0,0 0-5 0,0 0-5 0,0 0-5 0,0 0 0 16,0 0-4-16,0 0-2 0,0 0-3 0,0 0-3 0,0 0-2 0,0 0-4 15,0 0-6-15,0 0-7 0,0 0-7 0,0 0-6 0,0 0-6 0,0 0-5 0,0 0-1 16,0 0-3-16,0 6 0 0,8-3-2 0,-8 4 0 0,0-2 0 0,0-1 2 16,5 5 5-16,-5 2 2 15,6-2 4-15,-6 1 8 0,5 5 4 0,-5-5 2 0,7 4 2 0,2 2 1 16,-9-7-1-16,5 6 1 0,2-2 0 0,-1 2 0 0,-6 0 1 0,5-6 0 0,3 6-1 0,0-5-1 0,-3 5 2 0,1-6 0 0,2 1-2 15,-3 0 1-15,3-6 0 16,-1 8 3-16,-7-8 4 0,5 1 4 0,2 1 3 0,0-2 3 0,-2-1 4 0,3-3 8 16,-3 6 11-16,3-6 11 0,3 0 11 0,-4-6 11 0,2 6 13 0,3-3 9 15,-1-1 7-15,5-7 4 0,-5 1 4 0,2 0 1 0,7-4 0 0,0-1-1 0,-8-4-3 0,7-2-7 16,2 3-8-16,5-3-11 0,-7-2-13 0,2 3-12 0,-3-4-12 0,1-1-10 16,2 6-9-16,4-5-7 0,-5-2-7 0,1 7-5 0,-3-6-4 0,3 7-4 0,-2-2-2 15,1 4-1-15,-8-3-4 0,8 5 1 0,-7-2-1 0,-2 3-2 0,5 2 1 0,-5-2-2 0,1 2 0 16,-3 7 1-16,-2-5-2 0,-2 3 0 0,1 0-2 0,1 2 3 15,-7 4 0-15,6-5 1 0,-6 5 2 0,0 0-1 0,0 0 3 0,0 0-4 0,0 0 0 16,0 0 1-16,0 0-2 0,0 0-3 0,0 0-5 0,0 0-7 0,0 0-9 16,0 0-16-1,0 0-16-15,0 0-17 0,0 0-16 0,0 5-12 0,0-5-10 0,0 4-12 16,0 2-14-16,0 0-26 0,0 3-29 0,0-5-39 0,0 2-51 0,0 3-91 0,0 0-111 16,-6-3-37-16,6 3 0 0,0 0 17 0,-7 3 25 0,7-8 25 0,-6 1 27 0,1-1 31 15,-2-4 36-15,-7 0 46 0,7 0 47 0,-4-4 61 0,2-5 64 0</inkml:trace>
  <inkml:trace contextRef="#ctx0" brushRef="#br0" timeOffset="82293.87">10166 9105 1 0,'0'6'50'0,"0"-6"32"0,0 0 25 0,-5 0 26 16,5 5 30-16,0-5 28 0,0 0 28 0,-8 0 26 0,8 0 22 0,-8 0 22 0,8 0 20 0,0 0-22 0,0 0-51 0,0 0-23 0,0 0-8 0,0 0-9 0,0 0-5 0,0 0-15 0,0 0-15 0,-5-5-12 0,5 5-11 15,0-6-10-15,0 6-5 0,0 0-8 0,0 0-4 0,0-4-6 0,0 4-6 0,0 0-4 0,0 0-6 0,0-5-7 0,0 5-9 0,0 0-9 0,0 0-8 0,0 0-13 0,0 0-6 0,0 0-9 16,0 0-8-16,0 0-6 0,0 0-6 0,0 0-7 0,0 0-3 0,0 0-9 0,0 0-5 0,0 0-3 0,0 0-1 0,0 0 4 0,0 0 3 0,0 5 3 0,0-1 7 0,5-4 2 0,-5 6 2 0,0-1 7 0,8-1 6 0,-8 1 6 0,8 5 8 0,-3-4 5 0,1-2 6 0,-6 5 2 16,8 2 3-16,-3-7-4 0,3 7-2 0,-3-1-5 0,2-1-2 0,0-4 2 0,-2 5 3 0,2-1 0 0,1 0-1 0,-3 3-2 0,3-3 1 0,-2 0-1 15,-1 1 1-15,2-5 0 0,2 5-1 0,-4 0 1 0,1-1-1 0,1-4-1 16,-2 5-1-16,4-5-5 0,-2-1-5 0,-2 1-5 0,1 2-3 0,-1-4-2 0,3 3 0 16,5-2-1-16,-6-4-2 0,-1 5-1 15,0-5 6-15,9 4 1 0,-10-4 4 0,9 0 7 0,-9-4 2 0,10 4 6 0,-3-5 6 0,0 5 7 0,2-4 6 16,-1-2 7-16,0-4 3 0,0 5 3 15,0-4 2-15,8-1-1 0,-10 1-2 0,2-6 3 0,7 0-1 0,-8 0 1 0,8 2 2 0,-1-2-2 0,2-6-5 0,-8 3-5 16,6-7-8-16,1 5-6 0,-1-5-4 0,0 1-3 0,1-4-3 0,0 3-4 16,1 1-1-16,-3-6-3 0,3 5-9 0,-2 1-6 0,1 0-3 0,-8 3-6 15,8 2-2-15,-7 1-2 0,5 2-1 0,-4 2-1 0,-1-1 0 0,-8 5-1 0,11 0-1 16,-11 0 2-16,8 6-1 0,-7-2 1 0,2 2 0 0,-8-1 1 0,7 1 0 16,-7 4 0-16,0-5 0 0,0 5 2 0,0 0-3 0,0 0 0 15,0 0 0-15,0 0-2 0,0 0 0 0,0 0 2 0,0 0-1 0,0 0 3 0,5 5-1 0,-5-1-4 16,0 1-3-16,0-1-6 0,0 2-11 0,0-2-11 0,0 1-13 0,0 4-18 15,0-3-14-15,0 4-22 0,0-5-15 0,0 5-24 0,-5-1-22 0,5-4-31 16,0 5-33-16,0-1-57 0,-7 3-67 0,7-3-83 0,-8 0-86 0,8 0-25 16,-6 1 5-16,6 1 21 0,-7-1 29 0,1-1 34 0,1-5 36 0,-3-4 38 0,0 0 42 15,3-4 48-15,-8-1 50 0,-1-5 65 0,7-5 71 0</inkml:trace>
  <inkml:trace contextRef="#ctx0" brushRef="#br0" timeOffset="83631.32">7731 6980 0 0,'0'0'5'0,"0"0"49"0,0 0 32 0,0 0 31 0,0 0 34 0,0 0 31 0,0-3 33 15,0 3 29-15,0 0 24 0,0 0 26 0,0-6 22 0,0 6 0 0,0 0-19 0,0 0-14 0,0-5-18 0,0 5-14 0,0 0-11 0,0-4-19 0,0 4-21 16,0 0-17-16,0-6-18 0,0 6-11 0,0 0-9 0,0 0-8 16,0 0-6-16,0 0-7 0,0 0-8 0,0 0-9 0,0 0-7 0,0 0-12 15,0 0-10-15,0 0-10 0,0 0-11 0,0 0-13 0,0 0-9 0,0 0-13 16,0 0-13-16,0 0-10 0,0 0-11 0,0 0-8 0,0 0-8 0,0 0-3 16,0 0-1-16,0 6-2 0,0-2 1 0,0 1 1 0,0 1 1 0,0-3 0 0,5 9 5 15,-5-8 3-15,7 5 4 0,-7-3 6 0,7 3 7 0,-7 0 3 0,5 3 6 0,2-3 0 0,1 0 1 0,-3 1-2 0,-5 4 1 0,8-4-3 16,-2 1 1-16,-1-3 1 0,3-2 3 0,-8 3 1 0,8 2 1 0,-3-1 0 15,1-5-2-15,-6 5-2 0,7-7 3 0,-2 3 0 0,-5-2 0 0,9 1 0 16,-2 4 1-16,-7-2-1 0,5-7 5 0,1 5 2 16,-6-1 3-16,7 1 6 0,-1-5 4 0,2 0 7 15,-3 4 10-15,2-4 7 0,0 0 9 0,-2 0 9 0,3 0 9 0,4-4 10 0,2 4 11 0,-9-5 7 0,16 1 2 16,-8-8 2-16,0 9 0 0,6-8-3 16,2 1-2-16,-3-3-6 0,8-2-5 0,-6 4-9 0,6-8-8 0,-6 4-5 15,4 0-10-15,5-4-6 0,-5 1-10 0,3 2-4 0,-1-4-4 0,-1 2-6 0,2-3-1 16,5 7-4-16,-6-6 0 0,1 5-5 0,-1 0 0 0,0-4-5 0,-8 4 1 0,9 0-4 0,-1 2-2 15,-7 4-2-15,1-7-4 0,-1 5-1 0,-6 2-1 0,6 0-1 16,-11 5-2-16,5-2 0 0,-5 0 2 0,-3 3-1 0,0 3 3 0,3 0 1 16,-8-6 0-16,0 6 0 0,0 0 0 0,0 0 0 0,0 0-1 15,0 0-3-15,0 0 1 0,0 0-5 0,0 0 1 0,0 6-4 0,0-6 0 0,0 3-3 16,0-3-2-16,0 6 0 0,-8 0-3 0,8-2 2 0,-5 1-1 0,5-1-3 16,-5 2-1-16,5-3-9 0,-8 8-4 0,2-7-12 0,6 8-12 0,-7-8-14 15,-1 5-20-15,8-4-19 0,-5-1-20 0,5 7-20 0,-6-7-20 0,-2 1-26 16,8 2-28-16,-5 2-24 0,5-4-26 0,-8-1-52 0,8 0-63 0,0 7-63 0,-5-7-61 15,5 1-12-15,0 5 14 0,0-4 25 0,0-6 32 0,0 5 35 0,0-5 35 16,0 0 42-16,0 0 40 0,0 0 46 0,0 0 45 0,0 0 61 0,-8-11 70 0</inkml:trace>
  <inkml:trace contextRef="#ctx0" brushRef="#br0" timeOffset="85860.92">6851 11049 0 0,'0'0'46'0,"0"0"44"0,0 0 23 0,0-4 16 0,-7-1 14 0,7-1 17 0,0 3 24 0,0 3 23 0,0 0 26 0,-6-6 26 0,6 2 23 0,0 4-13 15,0 0-34-15,0-5-28 0,0 5-27 0,-5-4-7 0,5 4 10 0,0-5 7 0,0 5 8 0,0-7-2 16,0 7-7-16,-8 0-12 0,8-3-14 0,0 3-11 0,0 0-11 0,0-6-7 0,0 6-7 16,-8-5-7-16,8 5-10 0,0 0-13 0,0 0-9 0,0 0-11 0,0 0-10 15,0 0-9-15,0 0-6 0,0 0-6 0,0 0-6 0,0 0-5 0,0 0-8 16,0 0-5-16,0 0-6 0,0 0-4 0,0 0-6 0,0 0-1 0,0 0 1 0,0 0 0 15,0 0 2-15,0 0 2 0,8 0 3 0,-8 5 0 0,8-5-1 0,-8 6 2 16,5-3 1-16,-5-3-2 0,6 7 1 0,-6-2 1 0,7-1 0 0,-1 1 0 16,1-1-3-16,-1 2-2 0,1-3-2 0,-7 8-5 0,7-7 0 15,5 2-2-15,-4 0-1 0,-3-2-1 0,3 1 1 0,-2 4 2 0,-1-5 4 0,2-4 6 0,1 6 4 16,4-1 5-16,-5-1 6 0,-2-4 9 0,3 0 8 0,5 0 8 0,-7 0 6 16,-1 0 8-16,11 0 5 0,-11-4 8 0,2-1 12 0,-1-1 6 0,7-1 3 15,-5-4 2-15,3 1 1 0,-3-5-3 0,5-4-2 0,-1 5-8 0,-5-7-5 0,5-2-8 16,2-3-5-16,-1 3-6 0,8-3-5 0,-9-2-9 0,8-2-10 0,-8-3-9 15,7 2-7-15,1-3-4 0,0 1-6 0,-8 3-2 0,7-4-2 0,2 4-3 16,-3 2-4-16,-4-8 0 0,6 12-1 0,-6-4 0 0,4 4-3 0,-4-1 0 16,-2 4-2-16,-3 2 0 0,1-1-2 0,3 1 0 0,-5 4-1 0,-2 0-1 0,1 6 2 15,-1 0-2-15,-6 3 1 0,7 3 1 0,-7-4 2 0,0 2 0 0,0 5 0 16,0 0-1-16,0 0-3 0,0 0-8 0,0 0-6 0,0 0-13 0,0 0-11 16,0 0-12-16,0 0-11 0,0 5-16 0,0 2-14 15,0-4-23-15,0 3-24 0,0 3-27 0,0-3-24 0,0 3-28 0,0 0-26 0,0 0-50 0,0 3-60 0,0-3-76 16,0 5-85-16,0-4-27 0,0 6 2 0,0-1 18 0,0-6 27 0,0 4 37 0,0 2 39 15,-7-4 43-15,7 3 40 0,-6-5 48 0,-1 2 48 0,1-1 63 0,-2-5 68 16</inkml:trace>
  <inkml:trace contextRef="#ctx0" brushRef="#br0" timeOffset="87604.85">6227 11865 10 0,'0'-3'56'0,"0"-4"31"0,0 2 30 0,0 1 30 0,-8-1 31 0,8 5 26 0,0-4 27 0,-7-2 21 0,7 6 23 0,-5-4 9 0,5-1 3 0,-9 5-18 0,9-6-30 0,-5 6-18 0,5-3-9 0,-5-3-15 0,-3 6-17 0,8-6-14 0,-6 6-15 0,6-4-11 0,-7 4-6 0,7-5-5 0,-6 5-2 15,6-4-4-15,0 4-3 0,0 0-4 0,0-5-1 0,0 5-3 0,-7 0-4 0,7 0-5 16,0 0-9-16,0 0-9 0,0 0-9 0,0-6-7 0,0 6-9 0,0 0-9 16,0 0-8-16,0 0-8 0,0 0-5 0,0 0-8 0,0 0-10 0,0 0-8 15,0 0-8-15,0 0-6 0,0 0-7 0,0 0-2 0,0 0-3 0,0 0 0 16,0 6 1-16,7-1 3 0,-7-1 2 0,0 1 6 16,0-1 1-16,6 2 5 0,-6 3 3 0,7 2 5 0,-7-7 5 0,6 11 0 0,-6-6 5 15,8 1 1-15,-8 1-1 0,5-1 1 0,0-1 0 0,4 6-4 0,-9-5-1 0,5-1-2 16,2 0 0-16,1 1 0 0,-3-5 1 0,2 4 1 0,0 3-2 0,-2-8 3 0,3 1 1 0,-3 5 2 15,3-7 4 1,-2 3 4-16,-1-6 4 0,2 5 5 0,2-5 7 0,3 4 6 0,-6-4 6 0,-1 0 6 0,3 0 5 0,0-4 6 0,-3 4 6 0,1-5 2 16,1 5 5-16,7-6 3 0,-7 3 2 0,-2-7 0 0,1 5 0 0,0-5-5 0,9 0 0 15,-10 0-2 1,3 0-3-16,-2 1-5 0,6-6-5 0,-4 0-2 0,4 2-3 0,-5-2-5 0,6-6-3 16,-5 2-5-16,3 1-5 0,-4-3-5 0,7 2-3 0,-9-6-4 15,8 1-5-15,1 0-4 0,-7-6-3 0,5 5-7 0,0-4-1 0,3 0-3 0,-10 0-3 16,9 0-3-16,-1 0-2 0,0 4-1 0,-2-5 1 0,-3 6-3 0,5 5 0 0,-5 0 1 0,-3-2-3 0,0 7 3 0,4 4-1 0,-4 1 0 15,-5 0 0-15,7 3 3 0,-7 0 0 0,0 2 1 0,0 4-2 0,0 0 0 16,0 0-2-16,0 0-4 16,0 0-2-16,0 0-5 0,0 0-8 0,0 0-4 0,0 0-5 0,0 0-5 0,0 0-6 0,0 4-8 0,6 2-7 0,-6 0-9 0,0-3-6 31,0 3-10-31,0-3-8 0,0 9-7 0,0-8-6 0,7 1-4 0,-7-1-3 16,0 7-6-16,0-7-6 0,0 1-9 0,0 5-8 0,0-4-12 0,0-3-14 0,0 7-15 15,0-5-17-15,0 1-37 0,0 3-53 0,0-3-70 0,0 3-83 0,0 1-26 16,-7-5-1-16,7 4 13 0,0 1 21 0,-6-4 27 0,-1 3 29 0,7-6 36 15,-5 4 36-15,-4-2 40 0,-1-5 42 0,2 0 57 0,-5 0 64 0</inkml:trace>
  <inkml:trace contextRef="#ctx0" brushRef="#br0" timeOffset="88823.1">4818 7997 71 0,'0'-6'139'0,"0"2"42"0,0-1 34 0,9-1 31 0,-9 3 30 0,0-7 29 16,0 10 30-16,0-5 27 0,0 1 24 0,0-2 25 0,0 6 25 0,-9-6-55 0,9 2-104 0,0 4-53 0,0 0-26 0,0 0-17 0,0-5-11 16,0 5-11-16,0-5-11 0,0 5-12 0,0 0-13 0,-5 0-8 0,5 0-9 0,0 0-11 0,0 0-10 0,0 0-11 0,0 0-9 0,0 0-8 0,0 0-10 0,0 0-7 0,0 0-7 0,0 0-8 0,0 0-7 0,0 0-8 15,0 0-6-15,0 0-6 0,0 0-9 0,0 0-5 0,0 0-7 0,0 0-5 16,0 0-5-16,0 0-3 0,0 0-4 0,0 5 1 0,0-5 1 0,0 0 3 0,0 5 3 16,0-1 3-16,0 2 1 0,0 0 7 0,0 3 0 0,0-3 7 0,5 1 3 15,-5-1 3-15,0 3 4 0,0 3 4 0,9-3 2 0,-9 0 0 0,5 1 0 16,-5-1-1-16,0 2-2 0,5-1-1 0,-5-1-2 0,0 1 1 0,8-1-1 15,-3 2 1-15,-5-2 0 0,8 1 0 0,-8-1 0 0,8 1 0 0,-3 1 0 0,-5-2 1 16,6 0 1-16,-6 3-1 0,8-3 2 0,-3-5 3 0,2 1-1 0,-7 5 2 16,6-4 1-16,1-3 5 0,-7 3 12 0,7-6 10 0,0 6 14 0,-2-3002 9 0,8 5986 10 15,-5-2990 8-15,-2-6 10 0,6-3 5 0,2 3 6 0,-8-7 4 0,6 4 5 16,4-12 3-16,-5 6 1 0,10-3-4 0,-9-3-8 0,0 2-10 0,8 0-12 16,-6-7-7-1,6 7-6-15,-8-5-6 0,8 0-8 0,-1 5-6 0,2-7-3 0,-3 3-7 0,3-3-3 16,-2 3-5-16,-1-3-3 0,9 7-1 0,-7-5-1 0,-1 5-6 0,-6-5 1 0,5 3-3 0,3 6-6 0,-7-3-3 0,-1 2-1 0,-1 7-1 15,-5 0-2-15,-2-1-1 0,3-1 0 0,-1 7-2 16,-2-2-2-16,-5 6-5 0,0 0-11 0,0 0-12 0,0 0-15 0,0 0-19 0,0 0-21 0,0 0-15 0,0 0-14 16,0 6-16-16,0-6-17 0,0 4-22 0,0 2-27 0,0-1-27 0,0 5-32 15,0-7-74-15,-5 7-95 0,5 1-55 16,0-1-36-16,0 4 2 0,-7-4 20 0,7-1 25 0,-8 0 29 0,8 3 31 0,-5-3 35 16,-2 1 39-16,0-5 45 0,2-1 47 15,-2 1 53-15,1-1 75 0,-8 2 91 0</inkml:trace>
  <inkml:trace contextRef="#ctx0" brushRef="#br0" timeOffset="91122.39">3425 8325 81 0,'0'0'147'0,"0"0"41"0,0 0 34 0,0 0 31 0,0 0 27 0,6-6 28 0,-6 6 27 16,0 0 23-16,0 0 26 0,0 0 23 0,0 0 21 0,0 0-65 0,0-5-114 0,0 5-56 0,0 0-28 0,0 0-18 0,0 0-11 0,0 0-11 0,0 0-8 0,0-4-10 0,0 4-10 0,0 0-9 0,0 0-9 16,0 0-10-16,0 0-7 0,0 0-7 0,0 0-9 0,0 0-5 0,0 0-8 0,0 0-8 0,0 0-10 0,0 0-9 0,0 0-9 0,0 0-12 15,0 0-5-15,0 0-6 0,0 0-1 0,-6 4-3 16,6-4 2-16,6 11 0 0,-6-8 2 0,0 4 2 0,0-2 2 0,0 3 5 0,8 3 4 0,-8-2 3 15,0 0 7-15,6 3 6 0,-6-3 7 0,7 0 0 0,-7 6 5 0,5-5-3 0,-5 0 0 16,0-1 0-16,7 6-1 0,-7-6-4 0,7 3 1 0,-7-3 0 0,5 0 1 31,-5 0-1-31,0 1-2 0,8 1 1 0,-8-1-4 0,0-5 1 0,7 4-2 16,-7 1 2-16,6-6 2 0,-6 6 1 0,0-6 1 0,8 2 3 0,-8 0 0 16,0 3-1-16,5-5 2 0,-5 2 1 0,0-3-1 0,5 3 2 0,-5-1 3 0,0-1 1 15,8-4 3-15,-8 6 1 0,0-6 2 0,6 6 6 0,-6-6 5 0,0 0 11 16,7 0 13-16,-7 0 9 0,6-6 12 0,1 6 9 0,-7-6 12 0,6 2 5 0,2-1 7 15,-3-4 1-15,3 3 3 0,-3-3 0 0,9-7-1 0,-9 7-6 0,10-6-6 16,-9 2-8-16,7-8-13 0,-8 6-11 0,11-3-12 0,-5 2-11 0,1-4-9 16,2 2-8-16,-1-2-6 0,0 0-5 0,0 1-3 0,1-2-4 0,-2 3-3 15,1-1-1-15,6-7-3 0,-6 7-3 0,1 0-2 0,-2-1-1 0,2 1-2 0,-1-2 0 16,1 8 0-16,-2-2-2 0,1 0-1 0,-7 0-1 0,9 6-1 0,-10 0-1 16,1 3 1-16,2-4-2 0,-3 5 1 0,-5 5-4 0,8-4-1 0,-8 4-6 15,0 0-12-15,0 0-12 0,5 0-15 0,-5 0-23 0,0 0-23 0,8 4-30 16,-8 1-28-16,6 1-34 0,-6-2-34 0,5 2-49 0,3-3-58 0,-8 7-94 15,7-5-108-15,-1 4-40 0,2-3-2 0,-3 3 17 0,0 3 30 0,3-8 36 16,-2 1 43-16,1-5 44 0,-1 0 47 0,1-5 50 0,-2-5 50 0,4 1 63 0,-9-6 65 0</inkml:trace>
  <inkml:trace contextRef="#ctx0" brushRef="#br0" timeOffset="93679.63">2396 10900 66 0,'-7'3'132'0,"7"-3"40"0,0 0 33 0,0 0 30 0,-6 0 26 0,6 0 25 0,-8 0 23 0,8 0 23 0,0 0 23 0,0-3 20 0,-5-4 18 0,5 7-60 0,0-5-107 0,0 5-53 16,0-4-26-16,0 4-19 0,0-5-18 0,0-1-11 0,0 6-9 0,5-4-11 15,-5 4-7-15,0 0-9 0,0 0-8 0,0 0-4 0,0 0-4 16,0 0-5-16,0 0 1 0,0 0-3 0,0 0-2 0,0 0 1 0,0 0-1 0,0-5 0 0,0 5 1 15,0 0 0-15,8 0 0 0,-2 0-3 0,-6 0 1 0,0 5-2 0,7-5 1 0,-7 0 2 16,8 0 0-16,-3 4 3 0,1 2 1 0,-6-6-2 0,8 5 0 16,-3-1 0-16,3 1-2 0,-1 2-1 0,-1-4-1 0,0 3 2 0,-1-1 0 0,2-1 2 0,1 0-1 15,-2 7-1-15,1-7-2 0,-1-4 1 0,-1 5 0 0,2 1 1 16,2-2 2-16,-4-4 1 0,1 6 3 0,1-6 6 0,-2 0 2 0,4 0 7 0,-2 0 7 16,-2 0 6-16,9-6 6 0,-9 2 3 0,3-2 9 0,-3-3 0 0,9-2 2 15,-9 3-1-15,10-6 1 0,-2-7-3 0,-7 2 2 16,7-2-2-16,0-3-4 0,0-1-5 0,1 1-7 0,-2-4-9 0,8-2-8 0,-8-4-8 0,1 5-11 0,8-2-5 15,-2-3-6-15,-6 5-2 16,6-5-4-16,-6 6-2 0,0-2-7 0,5 2-4 0,-4-3-6 0,1 7-19 0,-10 0-26 0,9 3-41 0,-9 3-47 0,2 2-59 0,-1 7-67 16,-6 0-136-16,8-1-166 0,-2 5-72 0,-6 5-24 0,0 0 0 0,0 0 12 0,0 0 23 15,0 0 26-15,0 0 44 0,0-6 49 0,0 3 63 0,0-9 68 0,-6-3 77 16,6 2 80-16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1-12T04:17:41.621"/>
    </inkml:context>
    <inkml:brush xml:id="br0">
      <inkml:brushProperty name="width" value="0.05292" units="cm"/>
      <inkml:brushProperty name="height" value="0.05292" units="cm"/>
      <inkml:brushProperty name="color" value="#FF0000"/>
    </inkml:brush>
  </inkml:definitions>
  <inkml:trace contextRef="#ctx0" brushRef="#br0">16288 12817 79 0,'0'0'153'0,"0"0"47"15,6 0 39-15,-6 0 33 0,0 0 35 0,0 0 29 0,0 6 27 0,0-6 26 0,0 0 22 0,0 0 24 0,0 0 21 0,0 0-65 0,0 0-113 0,0 0-65 0,0 0-40 0,0 0-25 0,0 0-19 0,0 0-15 0,0 0-15 0,0 0-14 0,0 0-12 16,0 0-8-16,7 0-10 0,-7 0-5 0,0 0-8 0,0 0-6 0,0 0-2 0,0 0-4 16,0 0-7-16,0 0 1 0,0 0 3 0,0 0-1 0,0 0 2 0,0 6 3 15,0-6 6-15,-7 3 0 0,7 3 6 0,0 0 1 0,-6-2 3 0,6-1 1 16,-5 3-3-16,-3-1 1 0,0-1-1 0,3 8-1 0,-8-9-4 0,7 9-2 16,-9-9-5-16,10 3-5 0,-7-2-1 0,-3 5-6 0,10-4-3 0,-9 1-5 15,2-2-2-15,-2 2-2 0,1-1-2 0,8-1 1 0,-11 2-1 0,5-2 0 0,-1-4 1 16,-2 5-2-16,1-1 1 0,-1-4 2 0,2 0-2 0,-2 0 2 0,1 0-2 15,1 0 2-15,5 0-1 0,-5 0 0 0,4-4 1 0,-5 4 0 0,7-5 3 16,-7 1 3-16,5-2 1 0,3 2 4 0,-3-1 1 0,3-1 2 0,0 2 1 0,-4-2 3 16,9 1 4-16,-5-4 6 0,-2 5 0 0,-1-5 3 0,8-3 1 0,-5 9 2 15,-1-9 1-15,6 3-3 0,0 3 0 0,-8-1-2 0,8-5-3 0,-5 9 0 16,5-9-5-16,0 9-2 0,0-3-5 0,0-3-5 0,0 9-5 0,0-10-2 16,0 5-5-16,5 1-4 0,-5-1-3 0,8-1-4 0,-8 2-2 0,6-2-3 15,-1 1 0-15,3 1 0 0,-1-1-2 0,7 1 0 0,-9-2 3 0,8 6 0 0,-8-4 0 16,9 4 1-16,-1 0 0 0,0 0 1 0,0 0 1 0,1 0 3 0,-2 0 0 0,1 4 1 15,1-4 0-15,-9 6 1 0,11 3 1 0,-5-5-1 0,-4 7 1 16,-2-7 1-16,9 7-1 0,-7 2 3 0,-7-3-1 0,6 4 1 16,-6 1 1-16,5 1 0 0,-5 2 2 0,-5-3-2 0,5 6 1 0,-6 3 0 0,-1-5 2 15,2 5 0-15,-9 1-1 0,1 5 1 0,-1 0-2 0,-5-2 2 0,7 2-1 0,-8-2 1 16,1 6-2-16,-2 2 1 0,2-8-2 0,-2 7 0 0,-3-7-1 0,4 2-2 16,1-6 2-16,-2 7-1 0,3-7-2 0,-1 0 0 0,-2-5 0 0,2 0-2 15,6 2 0-15,-7-3 0 0,6-3-2 0,1 0-1 0,0 0 0 0,7 1-1 0,-6-7-1 16,4 0 2-16,2 1-2 0,0-1 1 0,-1-4 1 0,2 5-1 0,5-5 1 15,-9-1 1-15,9-4 1 0,0 0 2 0,0 6 4 0,0-6 3 0,0 0 5 0,0 0 4 16,0 0 6-16,0 0 2 0,0 0 3 0,0 0 5 0,0-6-1 0,9 6 3 16,-4-4 1-16,-5-5 1 0,7 3 0 0,-1-3-1 0,8 0-3 0,-7-3-5 15,4 3-4-15,-3-6-4 0,5 6-4 0,-1-6-3 0,8 5 0 0,-7 1 0 16,0-1-1-16,0-1 2 0,8 2-2 0,-11 0 1 0,11 3 1 0,-7 2 0 16,4-2-2-16,-4 2 5 0,6-1-1 0,-1 5 1 0,-6-5 2 0,0 5-3 15,6 0-2-15,-6 5-1 0,7-5-2 0,-8 5-1 0,3-1 0 0,-3 2 0 0,0-2 1 16,9 2-1-16,-8 3-3 0,1-3 2 0,-2 3 0 0,7 0-1 15,-6 3 3-15,6-3-4 0,-4 0 3 0,4-3 0 0,-6 3-1 0,6 0-1 0,1 1-2 16,-1-1 1-16,-6-3-5 0,6 4-1 0,2-5 0 0,-9 4 0 16,7-3 0-16,-6-2 0 0,1 1 0 0,-1-1 0 0,-1 2 0 0,2-1 0 0,-9-5 0 15,3 4 0-15,5-4 0 0,-7 6 0 0,1-6 0 0,-1 0 0 0,-6 0 0 16,8 0 0-16,-3 0 0 0,-5 0 0 0,7 0 0 0,-7 0 0 0,6 0 0 16,-6-6 0-16,0 6-42 0,7-4-39 0,-7 4-25 0,0-5-46 0,0-1-56 0,7 2-88 15,-7-5-105-15,0-2-112 0,0 7-107 0,0-5-41 0,0-6-5 0,0 6 17 16,-7-7 27-16,7 1 35 0,-7-3 37 0,7-3 47 0,0 2 54 0,-6-6 64 15,6 1 73-15,-7-6 87 0,7 1 92 0</inkml:trace>
  <inkml:trace contextRef="#ctx0" brushRef="#br0" timeOffset="28911.78">9221 12593 18 0,'-6'5'98'0,"-1"0"45"0,2-1 37 0,-3 2 33 0,2-6 30 0,-1 6 29 0,1-6 27 0,1 0 25 0,-2-6 25 0,7 6 27 0,-9 0 24 0,4 0-29 0,-1 0-62 0,6 0-46 0,-7 0-38 0,2-6-23 0,5 6-11 0,-9 0-12 0,9 0-7 16,-7-4-9-16,7 4-7 0,0 0-8 0,-5 0-6 0,5 0-9 0,0 0-6 0,0 0-9 15,0 0-9-15,0 0-8 0,-6 0-10 0,6 0-11 0,0 0-10 16,0 0-12-16,0 0-12 0,0 0-10 0,0 0-9 0,0 0-9 0,0 0-12 0,0 0-7 16,0 0-9-16,0 0-3 0,0 0 0 0,6 0 6 0,-6 0 4 0,5 0 8 0,2 0 6 15,2 0 8-15,-4 4 5 0,2-4 7 0,4 0 6 0,5 0 9 0,-5 0 8 16,2 0 6-16,0 0 4 0,8 0 1 0,-8-4 0 15,6 4-3-15,-6 0-5 0,8 0-3 0,-3-5-4 0,-5 5-1 0,6-5-2 0,-6 5-3 0,5 0-1 0,-4-4-4 16,1 4-1-16,-3-6-1 0,0 6-3 0,2 0-2 0,-1 0-3 0,-6-4-2 16,7 4-5-16,-9 0-2 0,2 0-4 0,-1 0-2 15,-6 0-2-15,5 0-3 0,3 0 2 0,-8 0-4 0,0 0 1 0,0 0-3 0,8 0 0 16,-8 0 0-16,0 0 2 0,0 0-1 0,0 0 3 0,0 0 0 16,5 0-1-16,-5 0 3 0,0 0 1 0,0 0 1 0,0 4 1 0,0-4 4 0,0 0 2 0,0 0 7 0,6 6 3 15,-6-6 5-15,0 4 5 0,0 1 5 0,0 0 4 0,0 5 2 0,-6-4 2 16,6 3 3-16,0 4-44 0,-5-2-12 0,5 5 0 0,0 2 0 0,-8-3 0 0,0 4 0 15,3 2 0-15,-1 3 0 0,-1-5 0 0,2 5 0 16,-4 0 0-16,4 1 0 0,-8-1 0 0,6 1 0 16,-7 5 0-16,9-2 0 0,-2 2 0 0,-5 0 0 0,4 0 0 0,-4-2 0 15,3 6 0-15,4-5 0 0,-8 5 0 0,8-3 0 0,-3 2 0 0,2-3 0 0,-7-2 0 0,6 2 0 0,1 1 0 0,-2-7 0 16,3 0 0-16,5-5 0 0,-5 5 0 0,-3-5 0 0,2-4 0 0,6 5 0 0,-7-10 0 16,7 5 0-16,0-6 0 0,0 1 0 15,0-1 0-15,0-4 0 0,-8 5 0 0,8-4-102 0,0-6-53 0,0 0-22 16,0 0-21-16,0 0-22 0,0 0-22 0,0 0-23 0,0 0-20 0,0 0-24 0,0 0-29 0,0 0-66 0,0 0-81 0,0 0-45 15,8 0-23-15,-8-9 9 0,0 2 21 0,0-2 33 0,7 0 36 0,-7-2 41 16,0-2 41-16,6-3 44 0,-6 2 47 0,8-1 49 0,-8-5 57 0,5 6 73 0,-5-7 88 16</inkml:trace>
  <inkml:trace contextRef="#ctx0" brushRef="#br0" timeOffset="29168.68">9176 13091 90 0,'-12'0'173'0,"3"0"55"0,4 0 49 0,-1 6 44 0,-6-6 45 0,3 0 42 0,2 0 43 0,-4 0 36 0,3 0 35 0,3 0 34 0,-3 0 30 0,8 0-61 0,0 0-117 0,-5 0-69 0,5 0-49 16,0 0-27-16,0 0-15 0,0 0-17 0,0 0-16 15,0 0-19-15,0 0-19 0,0 0-16 0,0 0-15 0,0 0-15 0,0 0-14 16,0 0-10-16,0-6-12 0,5 2-18 0,-5 4-77 0,8-5 0 0,-3-1 0 0,3 2 0 16,3-1 0-16,5 1 0 0,-4-1 0 0,8-5 0 0,-2 4 0 0,3-3 0 0,-3 0 0 0,8-2 0 15,1 3 0-15,-1 3 0 0,0-5 0 0,6-1 0 0,-5 1 0 16,5 5 0-16,1-4 0 0,-6 5 0 0,4-2 0 0,1 2 0 0,-5-1 0 0,6-1 0 0,-6 6 0 15,5 0 0-15,-7 0 0 0,1 0 0 16,1 0 0-16,-3 6-195 0,-3 3-100 0,5-3-142 0,-7 3-174 16,2 0-73-16,-9 1-23 0,8 5 0 0,-8-9 16 0,2 3 26 0,-9 0 37 0,3-9 49 0,-3 6 57 15,-5-12 66-15,0 1 70 0,0-3 80 0,0-7 85 0</inkml:trace>
  <inkml:trace contextRef="#ctx0" brushRef="#br0" timeOffset="122254.92">16046 5550 0 0,'0'0'20'0,"7"-5"47"0,-7 5 25 0,0 0 29 0,9 0 32 0,-9 0 34 0,0 0 34 0,0 0 31 0,0 0 29 0,0 0 29 0,0 0 30 0,0 0-3 0,0 0-22 0,0 0-12 0,0 0-12 0,0 0-2 0,0 0-2 0,0 0-11 0,0 0-20 0,0 0-18 15,0 0-17-15,0 0-13 0,0 0-8 0,0 0-9 0,0 0-8 0,0 0-8 16,0 0-10-16,0 0-7 0,0 0-10 0,0 0-8 0,0-4-8 0,0 4-7 16,0 0-8-16,0 0-9 0,0 0-11 0,0 0-9 0,0 0-13 0,0 0-13 15,0 0-10-15,0 0-14 0,0 0-12 0,0 0-10 0,0 0-11 0,0 0-10 0,-9 0-9 16,9 4-4-16,-7-4-5 0,7 5-2 0,-5 4-1 0,-2 1 1 15,0 1 4-15,-6 2 1 0,6 8 1 0,-5-3 2 0,0 7 5 0,-1-5 2 0,-8 9 2 0,7-5 4 16,-4 0 4-16,4 6 1 0,-6-5 1 0,9 3-2 0,-9-2 0 0,6-3-2 16,1 3 2-16,-6-2-1 0,6 1 1 0,0-1-1 0,5-5 1 15,-3 2-1-15,-2-3 1 0,6-3-3 0,1 4-1 0,-1-4 1 0,0-6-4 0,0 6-1 0,7-6-4 16,-5-2 1-16,5 2-2 0,0-4-2 0,0-1 1 0,-8 2-3 0,8-6-2 16,0 0-2-16,8 3 0 0,-8-3-3 15,0 6 4-15,5-6 2 0,-5 0 7 0,7 0 5 0,-7 0 11 0,7 0 7 0,0 0 15 0,-1 0 6 0,1-6 10 16,6 6 6-16,-7-3 7 0,7-3 6 0,0 2 9 15,0-1 3-15,1 1 5 0,4-8 1 0,-4 3-2 0,6 0-4 0,-1-1-7 0,-7 1-6 0,7-2-12 0,2 1-8 16,-2-5-8-16,2 6-5 0,-9 0-6 0,7 0-4 0,1-3-5 0,-8 3-4 16,9-1-3-16,-8 5-5 0,1-4-2 15,-2 5-5-15,-1-2-1 0,5 0-1 0,-11 3-2 0,8 3-2 16,-7-6-3-16,2 6-2 0,-8 0-6 0,7 0-6 0,-2 6-7 0,-5-6-9 0,0 3-6 0,0-3-8 0,0 6-6 0,0 0-12 16,0-2-13-16,0 1-19 0,0-1-24 0,-5 1-26 0,5 5-28 0,-7-5-29 0,7-1-31 15,-8 1-37-15,8 5-40 0,-6-4-61 0,0-2-73 0,6 1-48 0,-7-1-37 0,2 1 2 16,-3-5 18-16,8 6 32 0,-8-6 37 0,3 4 45 0,5-4 44 0,-6 0 47 15,6 0 50-15,-7-4 53 0,2 4 54 0,5-6 64 16,-9 6 80-16</inkml:trace>
  <inkml:trace contextRef="#ctx0" brushRef="#br0" timeOffset="122654.86">16062 5739 56 0,'5'-4'139'0,"-5"-5"48"0,6 4 40 0,-6 1 38 0,7-7 39 0,-7 7 39 0,0-8 39 0,0 9 34 0,0-3 38 0,0-3 30 0,0 3 35 0,0 3-45 0,0-3-88 0,0-3-54 0,0 3-41 0,0 2-18 0,0-2-10 0,0 6-14 0,0-4-16 0,0 4-17 0,0 0-18 16,0 0-15-16,0 0-16 0,0 0-13 0,0 0-15 0,0 0-16 0,0 0-17 0,0 0-17 15,0 0-17-15,0 0-15 0,0 0-18 0,0 0-10 16,0 0-11-16,0 0-7 0,0 0-2 0,5 4-1 0,-5 6-1 0,0-4-1 0,9 9 0 0,-9-6 3 16,5 6 4-16,2 0 5 0,-7 4 8 0,6-1 3 15,-1 3 6-15,3 3 1 0,-8 1 4 0,8-6-2 0,-3 5-5 0,-5 6-33 0,7-6 0 0,-7 6 0 16,6-2 0-1,0-3 0-15,-6 4 0 0,8 5 0 0,-1-3 0 0,-2 2 0 0,-5-3 0 0,6 4 0 0,2 0 0 0,-3-4 0 0,-5 3 0 16,8-2 0-16,-1 3 0 16,-1-6 0-16,-6 2 0 0,6-1 0 0,-6 1 0 0,5-2 0 0,-5-3 0 15,7-1 0-15,-7-3 0 0,8-2 0 0,-8-1 0 0,6-3 0 0,-6 1 0 0,0-7 0 0,0 6 0 0,7-10 0 0,-7 5 0 0,0-4 0 0,0-3 0 16,0-3 0-16,0 0 0 0,0 0 0 0,0 0 0 0,0 0 0 0,0 0 0 16,0 0 0-16,0 0 0 0,0 0 0 0,0 0 0 0,0 0 0 0,0 0 0 15,0 0 0-15,0-3 0 0,-7-3 0 0,7 0 0 0,0 2 0 0,0-1 0 16,-6-5 0-16,6 5 0 0,0 1-57 0,-8-1-235 0,8 1-101 0,-7-2-122 0,7 0-95 15,-5-3-79-15,-1 3-18 16,0 2 9-16,-1-6 29 0,-1 2 40 0,3-3 43 16,-3-5 49-16,2 2 57 0,-6 1 61 0,4-8 69 0,-4-3 72 0,0 5 92 0,4-6 94 15</inkml:trace>
  <inkml:trace contextRef="#ctx0" brushRef="#br0" timeOffset="167269.91">9540 5994 0 0,'0'0'46'0,"0"0"53"0,0 0 29 0,0 0 25 0,0 0 27 0,0 0 23 15,7 0 25-15,-7 0 23 0,0 0 24 0,0 0 20 0,0-5 20 0,0 5-17 0,8 0-36 0,-8 0-43 0,0-4-42 0,5 4-16 0,-5-5-10 0,0 5-6 0,7-4-5 0,-7-2-8 0,7 6-5 0,-7-6-10 0,5 3-7 0,-5 3-6 0,8-6-5 0,-8 6-2 0,5-6-2 16,-5 3-5-16,8 3-5 0,-8 0-7 0,6-6-7 0,-6 6-9 0,5 0-10 0,-5 0-5 15,0 0-6-15,7 0-6 0,-7 0-4 0,9 0-1 0,-9 6-2 0,0-6-2 16,5 3-2-16,-5-3 3 0,0 6 3 0,0 0 1 0,0-3-1 0,6 3 1 16,-6 0 0-16,0-2 0 0,-6 1 0 0,6-1-2 0,0 5 1 0,0-3 0 15,-5-1-1-15,5 4-2 0,-9-2-2 0,9 2-2 0,-7-5-2 0,2 5 1 0,-1-4 2 16,-2 5 1-16,3-5 4 0,-3 5 2 0,-4-4 3 0,5-1 1 0,-6-1 1 16,6 1 1-16,-6-1 0 0,7 2 2 0,-7-2 0 0,0-4 1 0,7 5 2 15,-6-5 2-15,3 6 2 0,-3-6-2 0,-1 0-3 0,6 0-3 0,-5 0-5 0,-1 0-3 16,7 0-3-16,-9-6-1 0,1 6-4 0,4 0-1 0,2-5-4 0,-5 5 1 15,0 0-6-15,0-4-1 0,7-2-2 0,-2 6 1 0,-2-4 0 0,2 4 5 16,2-5 2-16,-1 1 4 0,-1-1 0 0,3-1 6 0,5 2-1 0,-7-2 0 16,7 1 0-16,0 1-1 0,0-7 0 0,0 7-1 0,0-5-8 0,0 0-2 0,0-3-5 15,7 3-6-15,-2-6-4 0,-5 6-3 0,8-7-2 0,5 7-4 0,-5 0-2 16,-3-6-2-16,8 5-1 0,0-5 1 0,0 6-2 0,6-2 1 0,-1 3 6 16,-4-3 2-16,7 1 4 0,-3 5 3 0,9-5 4 0,-6 5 0 0,-3 1 2 0,3-1-2 15,-2 5 2-15,1-4 0 0,-1 8 2 0,-1-4-1 0,-4 5 3 0,7-1-1 16,-10 7 0-16,1-2-1 0,4 1-1 0,-11 5-1 15,8 0-2-15,-7 0 1 0,-6 4 0 0,8-1 1 0,-8 9 3 0,0-5-1 0,-8 5 0 0,8 0 1 16,-6-2-2-16,-1-1 1 0,1 7-1 0,1-7-2 0,-11 6 2 0,11-8-4 0,-8 5 1 16,-1-5-1-16,2 4-2 0,-2-1 1 0,1-1 0 0,1 0-1 15,5-5 0-15,-6 2 0 0,1-3 1 0,-2 1-1 0,9-4-1 0,-11 0 1 0,11 0 0 0,-8 0 2 16,8-5-1-16,-4 5 0 0,4-6 1 0,-8 0 1 0,6-3-1 0,0 3-1 16,0-3 0-16,2-2 0 0,5 1-1 0,-7 1 2 0,1-2-1 0,0 0 1 15,6 1-2-15,0-5 2 0,-8 0-1 0,8 5 1 0,0-5-1 0,0 0-1 16,0 0-1-16,0 0 0 0,0 0 0 0,0 0 0 15,0 0-2-15,0 0-4 0,0 0-4 0,0 0-4 0,0 0 0 0,0 0 0 0,8 0 4 0,-8-5 6 0,6 5 11 16,0 0 6-16,1-5 6 0,5 5 8 0,-5 0 3 0,6-4 8 0,-1 4 7 16,9-4 9-16,-10 4 13 0,10-6 8 0,-2 1 8 0,1 5 2 15,-1-4 0-15,2-2-6 0,6 6-4 0,-9-6-8 0,3 3-5 0,3 3-3 16,-4-6-5-16,7 6-2 0,-8 0-4 0,7-5-17 0,-8 5-31 0,3 0 0 0,-3 0 0 16,3 0 0-16,6 0 0 0,-14 0 0 0,6 0 0 15,-7 0 0-15,8 0 0 0,-7 5 0 0,-6-5-40 0,4 6-75 0,-3-3-50 0,0 3-66 0,-8 0-75 0,0-6-133 16,0 4-155-16,0 7-67 0,0-7-19 0,-8 0 3 0,8 1 18 0,-8 0 31 15,3-5 35-15,-1 0 47 0,6-5 51 0,-7-4 63 16,1-6 68-16,-7-10 80 0,6 1 85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11-12T04:24:38.520"/>
    </inkml:context>
    <inkml:brush xml:id="br0">
      <inkml:brushProperty name="width" value="0.05292" units="cm"/>
      <inkml:brushProperty name="height" value="0.05292" units="cm"/>
      <inkml:brushProperty name="color" value="#FF0000"/>
    </inkml:brush>
  </inkml:definitions>
  <inkml:trace contextRef="#ctx0" brushRef="#br0">5177 16965 8 0,'0'0'66'0,"0"0"28"0,0 0 18 0,0 0 23 0,0 0 28 0,0 0 29 16,0 0 29-16,0 0 26 0,0-4 22 0,0 4 19 0,0 0 19 0,0 0-33 15,0 0-59-15,0 0-29 0,-6-6-15 0,6 6-3 0,0 0 0 0,0 0-11 16,0-5-18-16,0 5-19 0,0 0-18 0,0 0-14 0,0 0-8 0,0 0-6 0,0 0-5 16,0 0-6-16,0 0-4 0,0 0-5 0,0 0-7 0,0 0-9 0,0 0-6 15,0 0-8-15,0 0-8 0,0 0-5 0,0 0-5 0,0 0-4 0,0 0-1 0,0 0-1 16,0 0 0-16,0 0 2 0,0 0-1 0,6 0 3 0,-6 0 2 0,5 5 4 16,-5-5 4-16,8 0 3 0,-8 6 5 0,8-6 6 0,-8 4 3 0,5-4 4 15,2 6 1-15,-1-2 2 0,0-4 0 0,2 5 0 0,-1-1-3 0,4 1 2 16,-3-5-1-16,5 6 2 0,-8-2 1 0,9 1-1 0,-1 1 1 0,0-6-4 15,0 3-3-15,0 4-4 0,0-7-3 0,0 5-4 0,6-1-1 0,-6-4 0 16,8 5 2-16,-2-1 0 0,-6 2 1 0,8-3-2 0,-3-3-2 0,1 6 1 0,2 0 0 16,-3-3 1-16,1 3 0 0,1 0 2 0,-1-2-2 0,2 1 3 0,6 4 1 15,-9-5-2-15,8 2 0 0,-7-1 1 0,7-1-4 0,0 8 1 0,0-8-3 16,1 1 0-16,-1-1-6 0,8 1 0 0,-10 5-2 0,8-5-1 0,2-1-2 0,-2 1 1 16,1 2-5-16,-1-4-1 0,0 3 1 0,2-1-2 0,-2-1 0 0,8 0-1 15,-8 1 1-15,1 1-1 0,-1-2 2 0,7 1-2 0,-5 1-2 0,-2-3 2 16,7 4-1-16,-7-2 0 0,8-1 0 0,-8 1 1 0,7-1-1 0,0 2 1 15,-7-2-2-15,8 1 2 0,-1 4 2 0,0-9-1 0,-2 6 1 0,3 4 2 16,-1-5 2-16,-7-1-3 0,7 2 2 0,1-3 0 0,-8 3 1 16,7-1 0-16,0 5 2 0,0-4 0 0,-7-2-1 0,8 5 0 0,0-4 1 0,-1 5 2 15,1-5 0-15,-1-1 0 0,0 8 2 0,-7-9 2 0,7 6 3 0,-1-3-1 0,1 3 0 0,0-3-1 16,0-2-5-16,2 1 1 0,-2 1-1 0,0-2-2 0,1-4 0 0,-1 6-2 16,-2-3-2-16,2-3-1 0,1 6-1 0,-1-1-2 0,1-5-1 0,5 4 1 0,-6 2 0 15,-2-6 0-15,3 4 1 0,0-4 2 0,-7 5-2 0,5 0 0 0,1-5 0 16,1 4 2-16,-1-4-1 0,0 6 1 0,-2-6-1 15,3 0 2-15,-1 4 1 0,8-4 1 0,-9 6 1 0,1-6 0 0,0 0 4 0,0 0-1 0,1 0 2 16,0 0 0-16,-1 0-1 0,1 0 1 0,-3 0 0 0,2-6-1 0,7 2 1 16,-7 4-1-16,0-6-1 0,6 2-3 0,-5-6 2 0,6 6-1 0,-1-2 0 15,-5 2-1-15,5-7 0 0,-6 8 2 0,6-7-3 0,-5-1 1 0,4 7-1 0,-5-5 0 16,2-3-1-16,5 3 0 0,-9 6 0 0,9-9-1 0,-7 3 1 0,6-1-2 16,2 5 1-16,-8-4 0 0,6-1-3 0,-6 4 2 0,7-3 2 0,-7 3-1 15,0-3 0-15,0 5-1 0,7-1 2 0,-7 1-1 0,-2-8 1 0,11 12-2 16,-9-4 0-16,6-1 1 0,-6 0-1 0,6 1 1 0,-5 4-2 0,4 0 3 0,-4-6 0 15,0 6 1-15,4 0 0 0,-5 0-3 0,-5 0 1 0,4 0-1 0,1 6 1 16,0-6-2-16,1 4 2 0,0-4-2 0,-1 5 0 0,0 0 0 0,1-1-1 0,-3-4-1 16,2 6 0-16,0 0 0 0,1-2 2 0,0 1 0 15,-1-1-1-15,-8 2 2 0,10-3-2 0,-2 3 0 0,-8-1 0 0,9-1 1 0,-1 2-1 16,1 0 0-16,-1-2 0 0,-2-4-1 0,-3 5 0 0,4-1 0 0,1 1 0 0,0-1 2 0,0 2 0 16,1-1 0-16,0-1 2 0,-3 1 0 0,-3-5 0 0,6 7-2 0,-1-4 2 15,-7-3-2-15,7 6 1 0,0-6-2 0,6 3 1 0,-6-3-1 0,7 0 1 16,-7 0 0-16,6 0-1 0,0 0 1 0,1 0-1 0,-5-3 0 0,3 3 0 0,2-6-1 15,-2 6 2-15,4 0-1 0,-4-3 0 0,1-4 0 0,0 7 0 0,1-5-1 16,7 5 0-16,-7-4 0 0,6-1 0 0,-7-1 2 0,7 6-2 0,-7-4 1 16,2 4 1-16,-2-5 1 0,8 5 2 0,-8-4 2 15,-1 4-1-15,4-5 4 0,4 5 1 0,-7 0 2 0,8 0-4 0,-9 0 5 0,9 0 0 0,-7 0-1 0,5 0 2 16,-5 0 0-16,-2 0 2 0,9 5 0 0,-6-5-2 0,4 0 0 0,-7 4-1 0,4-4-1 16,4 0 0-16,-2 5-1 0,5-5 1 0,-10 0-1 0,5 0-1 15,3 0-1-15,0 0-2 0,-8 0-2 0,7 0 0 0,0 0-2 0,-6 0-1 0,6 0 0 16,0 0 1-16,6-5-2 0,-5 5 1 0,-2 0-1 0,3-4-1 15,4 4 1-15,-7-5-2 0,2 5-2 0,-1 0 2 0,0-4 2 0,1 4-2 0,-3-6 0 16,3 6 1-16,0 0-1 0,-1-6 0 0,0 6 0 0,-1-4 0 0,2 4 0 16,-1 0-3-16,-6-5 1 0,0 5 1 0,-1-6-1 0,0 6 1 0,1 0 1 15,0-3-1-15,-1 3 0 0,2 0-1 0,-8 0 1 0,6-6 0 0,-7 6-2 0,9 0 3 16,-10-4-1-16,2 4 2 0,-5 0-1 0,5-5 2 0,-7 5-2 0,3 0 0 16,-12 0 0-16,11-4 0 0,-10 4 0 0,10 0 0 15,-7 0 0-15,-3-6 1 0,4 6-1 0,-1 0 1 0,-3 0-2 0,2-6 0 0,0 6 1 16,-7 0 0-16,8 0 0 0,-7 0 1 0,6 0 0 15,-7-4 0-15,-1 4 1 0,3 0 0 0,-2 0-1 0,-4 0 1 0,-3 0-1 0,0 0-2 0,1 0 2 0,1 0-1 16,-1 4 1-16,-5-4 0 0,-3 0 1 0,8 0-1 0,-8 0 1 0,4 6 1 0,-4-6 2 0,2 0 1 16,-7 0 1-16,8 6 2 0,-3-6 1 0,-5 0 0 0,7 4 0 15,-7-4 0-15,7 0-1 0,-7 5 1 0,0-5-3 0,5 4 1 0,-5-4-1 0,7 6-2 0,-7-6-1 16,0 3-3-16,6 3-1 0,-6-6-1 0,0 5 0 0,8-1-2 0,-8 2 1 16,0 0-4-16,0-2-6 0,0 1-5 0,6-1-12 15,-6 1-13-15,0-1-13 0,0 2-14 0,0-1-18 0,0-1-18 0,-6 1-26 0,6 2-28 0,0-4-32 16,0 3-32-1,-8-3-54-15,8 3-63 0,-6-6-77 0,6 6-77 0,-7-3-22 0,7-3 6 0,-5 6 17 0,-2-6 27 0,0-6 32 0,7 6 35 0,-5-9 41 0,-3 0 44 16,1 0 46 0,-7-7 47-16,9-4 60 0,0 1 68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121CDD-2C88-4ECC-944B-F0ACF9D2B514}" type="datetimeFigureOut">
              <a:rPr lang="en-IN" smtClean="0"/>
              <a:t>15-11-2025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424E50-6B72-4FCC-8AE5-40F563B66625}" type="slidenum">
              <a:rPr lang="en-IN" smtClean="0"/>
              <a:t>‹#›</a:t>
            </a:fld>
            <a:endParaRPr lang="en-IN"/>
          </a:p>
        </p:txBody>
      </p:sp>
    </p:spTree>
    <p:extLst>
      <p:ext uri="{BB962C8B-B14F-4D97-AF65-F5344CB8AC3E}">
        <p14:creationId xmlns:p14="http://schemas.microsoft.com/office/powerpoint/2010/main" val="1663426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EC37D-214F-01B3-1FC2-31172BE073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B4E9D4-C158-6321-345B-608D6332AA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7589F-CA31-1A43-B0F8-5CA77AA0318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1676933-7128-2C10-CEFB-4CFAF7E65DAB}"/>
              </a:ext>
            </a:extLst>
          </p:cNvPr>
          <p:cNvSpPr>
            <a:spLocks noGrp="1"/>
          </p:cNvSpPr>
          <p:nvPr>
            <p:ph type="sldNum" sz="quarter" idx="5"/>
          </p:nvPr>
        </p:nvSpPr>
        <p:spPr/>
        <p:txBody>
          <a:bodyPr/>
          <a:lstStyle/>
          <a:p>
            <a:fld id="{96D023D1-262B-4DDF-8F56-9181C2DC0BB3}" type="slidenum">
              <a:rPr lang="en-IN" smtClean="0"/>
              <a:t>4</a:t>
            </a:fld>
            <a:endParaRPr lang="en-IN"/>
          </a:p>
        </p:txBody>
      </p:sp>
    </p:spTree>
    <p:extLst>
      <p:ext uri="{BB962C8B-B14F-4D97-AF65-F5344CB8AC3E}">
        <p14:creationId xmlns:p14="http://schemas.microsoft.com/office/powerpoint/2010/main" val="1999361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844B0-7395-49A8-23F7-5E8149FFE8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F51086-9F58-3A78-986D-B1C37E6D1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A28422-D64E-434D-82E0-9F7D91AEA02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99B89AC-E48D-CB15-0955-F23CCE10BDCB}"/>
              </a:ext>
            </a:extLst>
          </p:cNvPr>
          <p:cNvSpPr>
            <a:spLocks noGrp="1"/>
          </p:cNvSpPr>
          <p:nvPr>
            <p:ph type="sldNum" sz="quarter" idx="5"/>
          </p:nvPr>
        </p:nvSpPr>
        <p:spPr/>
        <p:txBody>
          <a:bodyPr/>
          <a:lstStyle/>
          <a:p>
            <a:fld id="{96D023D1-262B-4DDF-8F56-9181C2DC0BB3}" type="slidenum">
              <a:rPr lang="en-IN" smtClean="0"/>
              <a:t>5</a:t>
            </a:fld>
            <a:endParaRPr lang="en-IN"/>
          </a:p>
        </p:txBody>
      </p:sp>
    </p:spTree>
    <p:extLst>
      <p:ext uri="{BB962C8B-B14F-4D97-AF65-F5344CB8AC3E}">
        <p14:creationId xmlns:p14="http://schemas.microsoft.com/office/powerpoint/2010/main" val="611974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AEE35-B180-3A72-3C6D-8FE3D2736B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24D762F-96EA-7AEE-F63D-4CF865945D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557834A-6071-7FEB-D934-9E9AF44DB211}"/>
              </a:ext>
            </a:extLst>
          </p:cNvPr>
          <p:cNvSpPr>
            <a:spLocks noGrp="1"/>
          </p:cNvSpPr>
          <p:nvPr>
            <p:ph type="dt" sz="half" idx="10"/>
          </p:nvPr>
        </p:nvSpPr>
        <p:spPr/>
        <p:txBody>
          <a:bodyPr/>
          <a:lstStyle/>
          <a:p>
            <a:fld id="{9687FA74-3CEC-4D80-BBCF-F4D3B0324181}" type="datetimeFigureOut">
              <a:rPr lang="en-IN" smtClean="0"/>
              <a:t>15-11-2025</a:t>
            </a:fld>
            <a:endParaRPr lang="en-IN"/>
          </a:p>
        </p:txBody>
      </p:sp>
      <p:sp>
        <p:nvSpPr>
          <p:cNvPr id="5" name="Footer Placeholder 4">
            <a:extLst>
              <a:ext uri="{FF2B5EF4-FFF2-40B4-BE49-F238E27FC236}">
                <a16:creationId xmlns:a16="http://schemas.microsoft.com/office/drawing/2014/main" id="{2393E90B-93B8-D5A2-F47B-D5D41D6A7E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DD22B6-04E9-EB96-EFCB-59165783F799}"/>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583330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EEB8-CFF9-78EE-3B84-487A81CF74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FDB96AF-C1E1-672E-A6C2-F627010706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BFE1F7-6F6D-9FDA-6BA3-5D6A212BDE05}"/>
              </a:ext>
            </a:extLst>
          </p:cNvPr>
          <p:cNvSpPr>
            <a:spLocks noGrp="1"/>
          </p:cNvSpPr>
          <p:nvPr>
            <p:ph type="dt" sz="half" idx="10"/>
          </p:nvPr>
        </p:nvSpPr>
        <p:spPr/>
        <p:txBody>
          <a:bodyPr/>
          <a:lstStyle/>
          <a:p>
            <a:fld id="{9687FA74-3CEC-4D80-BBCF-F4D3B0324181}" type="datetimeFigureOut">
              <a:rPr lang="en-IN" smtClean="0"/>
              <a:t>15-11-2025</a:t>
            </a:fld>
            <a:endParaRPr lang="en-IN"/>
          </a:p>
        </p:txBody>
      </p:sp>
      <p:sp>
        <p:nvSpPr>
          <p:cNvPr id="5" name="Footer Placeholder 4">
            <a:extLst>
              <a:ext uri="{FF2B5EF4-FFF2-40B4-BE49-F238E27FC236}">
                <a16:creationId xmlns:a16="http://schemas.microsoft.com/office/drawing/2014/main" id="{A7ADB0E2-B82A-368C-DD2C-0530B67CE8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95BD33-01D6-DB6A-AEB7-ED7C1E0D5C94}"/>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2497620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6CD42-F4C0-4084-00DC-500F07A3B7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5B56880-E088-0907-EE96-529AD8233B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4D6CF2-C4CE-908B-A1B2-BC119028AA44}"/>
              </a:ext>
            </a:extLst>
          </p:cNvPr>
          <p:cNvSpPr>
            <a:spLocks noGrp="1"/>
          </p:cNvSpPr>
          <p:nvPr>
            <p:ph type="dt" sz="half" idx="10"/>
          </p:nvPr>
        </p:nvSpPr>
        <p:spPr/>
        <p:txBody>
          <a:bodyPr/>
          <a:lstStyle/>
          <a:p>
            <a:fld id="{9687FA74-3CEC-4D80-BBCF-F4D3B0324181}" type="datetimeFigureOut">
              <a:rPr lang="en-IN" smtClean="0"/>
              <a:t>15-11-2025</a:t>
            </a:fld>
            <a:endParaRPr lang="en-IN"/>
          </a:p>
        </p:txBody>
      </p:sp>
      <p:sp>
        <p:nvSpPr>
          <p:cNvPr id="5" name="Footer Placeholder 4">
            <a:extLst>
              <a:ext uri="{FF2B5EF4-FFF2-40B4-BE49-F238E27FC236}">
                <a16:creationId xmlns:a16="http://schemas.microsoft.com/office/drawing/2014/main" id="{7F3D803F-9C80-DB8B-84CA-9ED863C764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84EB11-F3D7-3443-FDEB-5376DE3B2BF5}"/>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1680067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E2716-2CC0-A800-9E3B-B5C51192CD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7AF0EB-B81E-DC0C-DDE9-DBC91F3F96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6D00EB-0082-E3DE-770F-2429EC2569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1DDC8E8-DD9D-E17E-7340-385E58A31E0B}"/>
              </a:ext>
            </a:extLst>
          </p:cNvPr>
          <p:cNvSpPr>
            <a:spLocks noGrp="1"/>
          </p:cNvSpPr>
          <p:nvPr>
            <p:ph type="dt" sz="half" idx="10"/>
          </p:nvPr>
        </p:nvSpPr>
        <p:spPr/>
        <p:txBody>
          <a:bodyPr/>
          <a:lstStyle/>
          <a:p>
            <a:fld id="{9687FA74-3CEC-4D80-BBCF-F4D3B0324181}" type="datetimeFigureOut">
              <a:rPr lang="en-IN" smtClean="0"/>
              <a:t>15-11-2025</a:t>
            </a:fld>
            <a:endParaRPr lang="en-IN"/>
          </a:p>
        </p:txBody>
      </p:sp>
      <p:sp>
        <p:nvSpPr>
          <p:cNvPr id="6" name="Footer Placeholder 5">
            <a:extLst>
              <a:ext uri="{FF2B5EF4-FFF2-40B4-BE49-F238E27FC236}">
                <a16:creationId xmlns:a16="http://schemas.microsoft.com/office/drawing/2014/main" id="{13D03032-CF82-8974-06F2-58016AEBEC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2472E7-A035-4B68-D23E-64E0FC1332DB}"/>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1698997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A1ABD-7BF2-3EBD-0A5F-13574DC3B7B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11AF6D-7711-0CE4-96B7-EAA32AD437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5599E6-A130-FDE0-E148-17A27FD8A0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0262069-B1A5-D373-5A98-C5C433767E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9DB36A-1C53-FDE2-B21A-91974B4762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F37F52-D08E-640A-DF01-A0DB01A32CF4}"/>
              </a:ext>
            </a:extLst>
          </p:cNvPr>
          <p:cNvSpPr>
            <a:spLocks noGrp="1"/>
          </p:cNvSpPr>
          <p:nvPr>
            <p:ph type="dt" sz="half" idx="10"/>
          </p:nvPr>
        </p:nvSpPr>
        <p:spPr/>
        <p:txBody>
          <a:bodyPr/>
          <a:lstStyle/>
          <a:p>
            <a:fld id="{9687FA74-3CEC-4D80-BBCF-F4D3B0324181}" type="datetimeFigureOut">
              <a:rPr lang="en-IN" smtClean="0"/>
              <a:t>15-11-2025</a:t>
            </a:fld>
            <a:endParaRPr lang="en-IN"/>
          </a:p>
        </p:txBody>
      </p:sp>
      <p:sp>
        <p:nvSpPr>
          <p:cNvPr id="8" name="Footer Placeholder 7">
            <a:extLst>
              <a:ext uri="{FF2B5EF4-FFF2-40B4-BE49-F238E27FC236}">
                <a16:creationId xmlns:a16="http://schemas.microsoft.com/office/drawing/2014/main" id="{6D9417BB-FEA5-EF53-7BBB-5E6F54BEE6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DED46A-E200-DBB3-E386-036A7D2BF151}"/>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2101701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5F491-83C3-83F6-785C-3344B4F3A8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27FF308-E1C9-8F84-46BE-1B7267404D58}"/>
              </a:ext>
            </a:extLst>
          </p:cNvPr>
          <p:cNvSpPr>
            <a:spLocks noGrp="1"/>
          </p:cNvSpPr>
          <p:nvPr>
            <p:ph type="dt" sz="half" idx="10"/>
          </p:nvPr>
        </p:nvSpPr>
        <p:spPr/>
        <p:txBody>
          <a:bodyPr/>
          <a:lstStyle/>
          <a:p>
            <a:fld id="{9687FA74-3CEC-4D80-BBCF-F4D3B0324181}" type="datetimeFigureOut">
              <a:rPr lang="en-IN" smtClean="0"/>
              <a:t>15-11-2025</a:t>
            </a:fld>
            <a:endParaRPr lang="en-IN"/>
          </a:p>
        </p:txBody>
      </p:sp>
      <p:sp>
        <p:nvSpPr>
          <p:cNvPr id="4" name="Footer Placeholder 3">
            <a:extLst>
              <a:ext uri="{FF2B5EF4-FFF2-40B4-BE49-F238E27FC236}">
                <a16:creationId xmlns:a16="http://schemas.microsoft.com/office/drawing/2014/main" id="{391271DD-20A8-9AE2-5677-F2A89FFB04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ACAE61-ED15-EC01-BB84-F25CA0177627}"/>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2720864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55D47D-17C5-F2BA-D853-486151CC3DC8}"/>
              </a:ext>
            </a:extLst>
          </p:cNvPr>
          <p:cNvSpPr>
            <a:spLocks noGrp="1"/>
          </p:cNvSpPr>
          <p:nvPr>
            <p:ph type="dt" sz="half" idx="10"/>
          </p:nvPr>
        </p:nvSpPr>
        <p:spPr/>
        <p:txBody>
          <a:bodyPr/>
          <a:lstStyle/>
          <a:p>
            <a:fld id="{9687FA74-3CEC-4D80-BBCF-F4D3B0324181}" type="datetimeFigureOut">
              <a:rPr lang="en-IN" smtClean="0"/>
              <a:t>15-11-2025</a:t>
            </a:fld>
            <a:endParaRPr lang="en-IN"/>
          </a:p>
        </p:txBody>
      </p:sp>
      <p:sp>
        <p:nvSpPr>
          <p:cNvPr id="3" name="Footer Placeholder 2">
            <a:extLst>
              <a:ext uri="{FF2B5EF4-FFF2-40B4-BE49-F238E27FC236}">
                <a16:creationId xmlns:a16="http://schemas.microsoft.com/office/drawing/2014/main" id="{96727BFE-5B46-67A3-0A23-8683220FBCF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BF91FC0-41BE-7F70-B0F1-5A36FCC1D84A}"/>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494031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FF645-110A-BAC1-A089-B9E23409E5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256772A-8097-BE10-74DF-281D671B45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7D79D07-13DD-0E9B-A350-CBDFF5155D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4D78BC-0D4C-1589-76C2-394C5CD3032E}"/>
              </a:ext>
            </a:extLst>
          </p:cNvPr>
          <p:cNvSpPr>
            <a:spLocks noGrp="1"/>
          </p:cNvSpPr>
          <p:nvPr>
            <p:ph type="dt" sz="half" idx="10"/>
          </p:nvPr>
        </p:nvSpPr>
        <p:spPr/>
        <p:txBody>
          <a:bodyPr/>
          <a:lstStyle/>
          <a:p>
            <a:fld id="{9687FA74-3CEC-4D80-BBCF-F4D3B0324181}" type="datetimeFigureOut">
              <a:rPr lang="en-IN" smtClean="0"/>
              <a:t>15-11-2025</a:t>
            </a:fld>
            <a:endParaRPr lang="en-IN"/>
          </a:p>
        </p:txBody>
      </p:sp>
      <p:sp>
        <p:nvSpPr>
          <p:cNvPr id="6" name="Footer Placeholder 5">
            <a:extLst>
              <a:ext uri="{FF2B5EF4-FFF2-40B4-BE49-F238E27FC236}">
                <a16:creationId xmlns:a16="http://schemas.microsoft.com/office/drawing/2014/main" id="{96086CBD-678E-F7A5-E6DE-7A85FC099C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B2044F-B8C8-F5CE-8B50-3BFFFB882415}"/>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1194450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45F01-AD5D-475F-4518-5570C553DC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F3328ED-F2D3-6CD3-99D1-14F7784DDA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59D25B4-6414-6E75-2120-CB356BFD21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270582-629B-4F66-6CA0-D7F826612592}"/>
              </a:ext>
            </a:extLst>
          </p:cNvPr>
          <p:cNvSpPr>
            <a:spLocks noGrp="1"/>
          </p:cNvSpPr>
          <p:nvPr>
            <p:ph type="dt" sz="half" idx="10"/>
          </p:nvPr>
        </p:nvSpPr>
        <p:spPr/>
        <p:txBody>
          <a:bodyPr/>
          <a:lstStyle/>
          <a:p>
            <a:fld id="{9687FA74-3CEC-4D80-BBCF-F4D3B0324181}" type="datetimeFigureOut">
              <a:rPr lang="en-IN" smtClean="0"/>
              <a:t>15-11-2025</a:t>
            </a:fld>
            <a:endParaRPr lang="en-IN"/>
          </a:p>
        </p:txBody>
      </p:sp>
      <p:sp>
        <p:nvSpPr>
          <p:cNvPr id="6" name="Footer Placeholder 5">
            <a:extLst>
              <a:ext uri="{FF2B5EF4-FFF2-40B4-BE49-F238E27FC236}">
                <a16:creationId xmlns:a16="http://schemas.microsoft.com/office/drawing/2014/main" id="{3598FD68-38DC-6696-5B43-F50714E4B6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823A62-A411-3BC2-A5EE-A9B29E6F2C4A}"/>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3072351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5264-107B-1BBC-EBBC-5E4F9EDFA3F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5DD131-9196-4EED-962E-E346351046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B47CA0-9303-F464-1A16-DD6A084F5816}"/>
              </a:ext>
            </a:extLst>
          </p:cNvPr>
          <p:cNvSpPr>
            <a:spLocks noGrp="1"/>
          </p:cNvSpPr>
          <p:nvPr>
            <p:ph type="dt" sz="half" idx="10"/>
          </p:nvPr>
        </p:nvSpPr>
        <p:spPr/>
        <p:txBody>
          <a:bodyPr/>
          <a:lstStyle/>
          <a:p>
            <a:fld id="{9687FA74-3CEC-4D80-BBCF-F4D3B0324181}" type="datetimeFigureOut">
              <a:rPr lang="en-IN" smtClean="0"/>
              <a:t>15-11-2025</a:t>
            </a:fld>
            <a:endParaRPr lang="en-IN"/>
          </a:p>
        </p:txBody>
      </p:sp>
      <p:sp>
        <p:nvSpPr>
          <p:cNvPr id="5" name="Footer Placeholder 4">
            <a:extLst>
              <a:ext uri="{FF2B5EF4-FFF2-40B4-BE49-F238E27FC236}">
                <a16:creationId xmlns:a16="http://schemas.microsoft.com/office/drawing/2014/main" id="{B2721C57-E4F1-39C0-A78A-B772EAAB8B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8922C6-89DA-6303-64C9-7223793CC841}"/>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2926682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0AB632-CA0B-8F37-C63F-DE79A43676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F4960E-E96F-9A11-0276-B642C845E1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43C7C3-7BDF-7B37-DDFD-F55CCED60C0C}"/>
              </a:ext>
            </a:extLst>
          </p:cNvPr>
          <p:cNvSpPr>
            <a:spLocks noGrp="1"/>
          </p:cNvSpPr>
          <p:nvPr>
            <p:ph type="dt" sz="half" idx="10"/>
          </p:nvPr>
        </p:nvSpPr>
        <p:spPr/>
        <p:txBody>
          <a:bodyPr/>
          <a:lstStyle/>
          <a:p>
            <a:fld id="{9687FA74-3CEC-4D80-BBCF-F4D3B0324181}" type="datetimeFigureOut">
              <a:rPr lang="en-IN" smtClean="0"/>
              <a:t>15-11-2025</a:t>
            </a:fld>
            <a:endParaRPr lang="en-IN"/>
          </a:p>
        </p:txBody>
      </p:sp>
      <p:sp>
        <p:nvSpPr>
          <p:cNvPr id="5" name="Footer Placeholder 4">
            <a:extLst>
              <a:ext uri="{FF2B5EF4-FFF2-40B4-BE49-F238E27FC236}">
                <a16:creationId xmlns:a16="http://schemas.microsoft.com/office/drawing/2014/main" id="{2AD6B566-DEB2-5661-CD23-E025A07EB6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4E917B-7CAB-3C41-260C-F71933353FB8}"/>
              </a:ext>
            </a:extLst>
          </p:cNvPr>
          <p:cNvSpPr>
            <a:spLocks noGrp="1"/>
          </p:cNvSpPr>
          <p:nvPr>
            <p:ph type="sldNum" sz="quarter" idx="12"/>
          </p:nvPr>
        </p:nvSpPr>
        <p:spPr/>
        <p:txBody>
          <a:bodyPr/>
          <a:lstStyle/>
          <a:p>
            <a:fld id="{39725B22-2347-4A70-95AE-EBF4E70C28EC}" type="slidenum">
              <a:rPr lang="en-IN" smtClean="0"/>
              <a:t>‹#›</a:t>
            </a:fld>
            <a:endParaRPr lang="en-IN"/>
          </a:p>
        </p:txBody>
      </p:sp>
    </p:spTree>
    <p:extLst>
      <p:ext uri="{BB962C8B-B14F-4D97-AF65-F5344CB8AC3E}">
        <p14:creationId xmlns:p14="http://schemas.microsoft.com/office/powerpoint/2010/main" val="239820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E5B45E-88FD-4C08-E271-E4BCEAF190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8E33A4-E7F4-B146-AECE-A2B193B6E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0526F3-587E-CF0F-894F-906E491F1E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87FA74-3CEC-4D80-BBCF-F4D3B0324181}" type="datetimeFigureOut">
              <a:rPr lang="en-IN" smtClean="0"/>
              <a:t>15-11-2025</a:t>
            </a:fld>
            <a:endParaRPr lang="en-IN"/>
          </a:p>
        </p:txBody>
      </p:sp>
      <p:sp>
        <p:nvSpPr>
          <p:cNvPr id="5" name="Footer Placeholder 4">
            <a:extLst>
              <a:ext uri="{FF2B5EF4-FFF2-40B4-BE49-F238E27FC236}">
                <a16:creationId xmlns:a16="http://schemas.microsoft.com/office/drawing/2014/main" id="{80ADE222-61AE-1E7A-F343-AD50361B7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6EA8686-3861-06E5-10B4-DEEBFD0998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725B22-2347-4A70-95AE-EBF4E70C28EC}" type="slidenum">
              <a:rPr lang="en-IN" smtClean="0"/>
              <a:t>‹#›</a:t>
            </a:fld>
            <a:endParaRPr lang="en-IN"/>
          </a:p>
        </p:txBody>
      </p:sp>
    </p:spTree>
    <p:extLst>
      <p:ext uri="{BB962C8B-B14F-4D97-AF65-F5344CB8AC3E}">
        <p14:creationId xmlns:p14="http://schemas.microsoft.com/office/powerpoint/2010/main" val="2963533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40.png"/><Relationship Id="rId7"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70.png"/><Relationship Id="rId5" Type="http://schemas.openxmlformats.org/officeDocument/2006/relationships/image" Target="../media/image360.png"/><Relationship Id="rId4" Type="http://schemas.openxmlformats.org/officeDocument/2006/relationships/image" Target="../media/image350.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800.png"/><Relationship Id="rId2" Type="http://schemas.openxmlformats.org/officeDocument/2006/relationships/image" Target="../media/image370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00.png"/><Relationship Id="rId7" Type="http://schemas.openxmlformats.org/officeDocument/2006/relationships/image" Target="../media/image2.png"/><Relationship Id="rId2" Type="http://schemas.openxmlformats.org/officeDocument/2006/relationships/image" Target="../media/image390.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4200.png"/><Relationship Id="rId4" Type="http://schemas.openxmlformats.org/officeDocument/2006/relationships/image" Target="../media/image410.png"/></Relationships>
</file>

<file path=ppt/slides/_rels/slide9.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300.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0.png"/></Relationships>
</file>

<file path=ppt/slides/_rels/slide10.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300.png"/><Relationship Id="rId1" Type="http://schemas.openxmlformats.org/officeDocument/2006/relationships/slideLayout" Target="../slideLayouts/slideLayout2.xml"/><Relationship Id="rId5" Type="http://schemas.openxmlformats.org/officeDocument/2006/relationships/image" Target="../media/image480.png"/><Relationship Id="rId4" Type="http://schemas.openxmlformats.org/officeDocument/2006/relationships/image" Target="../media/image460.png"/></Relationships>
</file>

<file path=ppt/slides/_rels/slide11.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90.png"/><Relationship Id="rId1" Type="http://schemas.openxmlformats.org/officeDocument/2006/relationships/slideLayout" Target="../slideLayouts/slideLayout2.xml"/><Relationship Id="rId5" Type="http://schemas.openxmlformats.org/officeDocument/2006/relationships/image" Target="../media/image480.png"/><Relationship Id="rId4" Type="http://schemas.openxmlformats.org/officeDocument/2006/relationships/image" Target="../media/image500.png"/></Relationships>
</file>

<file path=ppt/slides/_rels/slide12.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90.png"/><Relationship Id="rId1" Type="http://schemas.openxmlformats.org/officeDocument/2006/relationships/slideLayout" Target="../slideLayouts/slideLayout2.xml"/><Relationship Id="rId5" Type="http://schemas.openxmlformats.org/officeDocument/2006/relationships/image" Target="../media/image480.png"/><Relationship Id="rId4" Type="http://schemas.openxmlformats.org/officeDocument/2006/relationships/image" Target="../media/image500.png"/></Relationships>
</file>

<file path=ppt/slides/_rels/slide1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92CBB-FD12-7B0E-E61E-1055CD0B6A1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3CBEEF5-36A3-B1A4-AC8E-DD23AC040EB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293308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B4946-BED6-AF0B-BB1E-DC828960C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93EE05-C74A-23C3-EC5A-1D3F967E813A}"/>
              </a:ext>
            </a:extLst>
          </p:cNvPr>
          <p:cNvSpPr>
            <a:spLocks noGrp="1"/>
          </p:cNvSpPr>
          <p:nvPr>
            <p:ph type="title"/>
          </p:nvPr>
        </p:nvSpPr>
        <p:spPr/>
        <p:txBody>
          <a:bodyPr/>
          <a:lstStyle/>
          <a:p>
            <a:r>
              <a:rPr lang="en-IN" dirty="0"/>
              <a:t>Today’s topics</a:t>
            </a:r>
          </a:p>
        </p:txBody>
      </p:sp>
      <p:sp>
        <p:nvSpPr>
          <p:cNvPr id="3" name="Content Placeholder 2">
            <a:extLst>
              <a:ext uri="{FF2B5EF4-FFF2-40B4-BE49-F238E27FC236}">
                <a16:creationId xmlns:a16="http://schemas.microsoft.com/office/drawing/2014/main" id="{92D41956-BA5A-C58F-9DEE-534AB19A69EC}"/>
              </a:ext>
            </a:extLst>
          </p:cNvPr>
          <p:cNvSpPr>
            <a:spLocks noGrp="1"/>
          </p:cNvSpPr>
          <p:nvPr>
            <p:ph idx="1"/>
          </p:nvPr>
        </p:nvSpPr>
        <p:spPr/>
        <p:txBody>
          <a:bodyPr/>
          <a:lstStyle/>
          <a:p>
            <a:r>
              <a:rPr lang="en-IN" dirty="0"/>
              <a:t>Distance vector routing</a:t>
            </a:r>
          </a:p>
          <a:p>
            <a:endParaRPr lang="en-IN" dirty="0"/>
          </a:p>
          <a:p>
            <a:endParaRPr lang="en-IN" dirty="0"/>
          </a:p>
        </p:txBody>
      </p:sp>
    </p:spTree>
    <p:extLst>
      <p:ext uri="{BB962C8B-B14F-4D97-AF65-F5344CB8AC3E}">
        <p14:creationId xmlns:p14="http://schemas.microsoft.com/office/powerpoint/2010/main" val="2307867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18B90-C563-6304-513E-F7AC811136B2}"/>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09EF17F8-EA11-2062-D511-A0053114108B}"/>
              </a:ext>
            </a:extLst>
          </p:cNvPr>
          <p:cNvSpPr>
            <a:spLocks noGrp="1"/>
          </p:cNvSpPr>
          <p:nvPr>
            <p:ph idx="1"/>
          </p:nvPr>
        </p:nvSpPr>
        <p:spPr/>
        <p:txBody>
          <a:bodyPr/>
          <a:lstStyle/>
          <a:p>
            <a:r>
              <a:rPr lang="en-IN" dirty="0"/>
              <a:t>Read Chapter-5.2 from the Kurose and Ross</a:t>
            </a:r>
          </a:p>
          <a:p>
            <a:pPr marL="0" indent="0">
              <a:buNone/>
            </a:pPr>
            <a:endParaRPr lang="en-IN" dirty="0"/>
          </a:p>
        </p:txBody>
      </p:sp>
    </p:spTree>
    <p:extLst>
      <p:ext uri="{BB962C8B-B14F-4D97-AF65-F5344CB8AC3E}">
        <p14:creationId xmlns:p14="http://schemas.microsoft.com/office/powerpoint/2010/main" val="1238038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982F9-2907-C43B-B329-8CE5DED749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FF17F-66F2-AB2D-584A-DF0228C71D7A}"/>
              </a:ext>
            </a:extLst>
          </p:cNvPr>
          <p:cNvSpPr>
            <a:spLocks noGrp="1"/>
          </p:cNvSpPr>
          <p:nvPr>
            <p:ph type="title"/>
          </p:nvPr>
        </p:nvSpPr>
        <p:spPr/>
        <p:txBody>
          <a:bodyPr/>
          <a:lstStyle/>
          <a:p>
            <a:r>
              <a:rPr lang="en-IN" dirty="0">
                <a:solidFill>
                  <a:schemeClr val="tx2"/>
                </a:solidFill>
              </a:rPr>
              <a:t>Shortest Path (Bellman-Ford)</a:t>
            </a:r>
          </a:p>
        </p:txBody>
      </p:sp>
      <p:sp>
        <p:nvSpPr>
          <p:cNvPr id="4" name="Oval 3">
            <a:extLst>
              <a:ext uri="{FF2B5EF4-FFF2-40B4-BE49-F238E27FC236}">
                <a16:creationId xmlns:a16="http://schemas.microsoft.com/office/drawing/2014/main" id="{DA83EE0F-1B2C-6273-92C6-341A596A1DF1}"/>
              </a:ext>
            </a:extLst>
          </p:cNvPr>
          <p:cNvSpPr/>
          <p:nvPr/>
        </p:nvSpPr>
        <p:spPr>
          <a:xfrm>
            <a:off x="314632" y="2723535"/>
            <a:ext cx="639097" cy="58993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0</a:t>
            </a:r>
          </a:p>
        </p:txBody>
      </p:sp>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E097ABEF-0367-A126-7884-A62C81C953CD}"/>
                  </a:ext>
                </a:extLst>
              </p:cNvPr>
              <p:cNvSpPr/>
              <p:nvPr/>
            </p:nvSpPr>
            <p:spPr>
              <a:xfrm>
                <a:off x="1233949" y="3888660"/>
                <a:ext cx="639097" cy="58993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b="0" i="1" smtClean="0">
                          <a:solidFill>
                            <a:schemeClr val="tx2"/>
                          </a:solidFill>
                          <a:latin typeface="Cambria Math" panose="02040503050406030204" pitchFamily="18" charset="0"/>
                        </a:rPr>
                        <m:t>∞</m:t>
                      </m:r>
                    </m:oMath>
                  </m:oMathPara>
                </a14:m>
                <a:endParaRPr lang="en-IN" dirty="0">
                  <a:solidFill>
                    <a:schemeClr val="tx2"/>
                  </a:solidFill>
                </a:endParaRPr>
              </a:p>
            </p:txBody>
          </p:sp>
        </mc:Choice>
        <mc:Fallback xmlns="">
          <p:sp>
            <p:nvSpPr>
              <p:cNvPr id="5" name="Oval 4">
                <a:extLst>
                  <a:ext uri="{FF2B5EF4-FFF2-40B4-BE49-F238E27FC236}">
                    <a16:creationId xmlns:a16="http://schemas.microsoft.com/office/drawing/2014/main" id="{B3729705-87A1-C556-5972-50827DD7DE39}"/>
                  </a:ext>
                </a:extLst>
              </p:cNvPr>
              <p:cNvSpPr>
                <a:spLocks noRot="1" noChangeAspect="1" noMove="1" noResize="1" noEditPoints="1" noAdjustHandles="1" noChangeArrowheads="1" noChangeShapeType="1" noTextEdit="1"/>
              </p:cNvSpPr>
              <p:nvPr/>
            </p:nvSpPr>
            <p:spPr>
              <a:xfrm>
                <a:off x="1233949" y="3888660"/>
                <a:ext cx="639097" cy="589936"/>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A2D649E7-B8FA-597E-D247-AF76926B9C35}"/>
                  </a:ext>
                </a:extLst>
              </p:cNvPr>
              <p:cNvSpPr/>
              <p:nvPr/>
            </p:nvSpPr>
            <p:spPr>
              <a:xfrm>
                <a:off x="1278195" y="1514164"/>
                <a:ext cx="639097" cy="58993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i="1" smtClean="0">
                          <a:solidFill>
                            <a:schemeClr val="tx2"/>
                          </a:solidFill>
                          <a:latin typeface="Cambria Math" panose="02040503050406030204" pitchFamily="18" charset="0"/>
                          <a:ea typeface="Cambria Math" panose="02040503050406030204" pitchFamily="18" charset="0"/>
                        </a:rPr>
                        <m:t>∞</m:t>
                      </m:r>
                    </m:oMath>
                  </m:oMathPara>
                </a14:m>
                <a:endParaRPr lang="en-IN" dirty="0">
                  <a:solidFill>
                    <a:schemeClr val="tx2"/>
                  </a:solidFill>
                </a:endParaRPr>
              </a:p>
            </p:txBody>
          </p:sp>
        </mc:Choice>
        <mc:Fallback xmlns="">
          <p:sp>
            <p:nvSpPr>
              <p:cNvPr id="6" name="Oval 5">
                <a:extLst>
                  <a:ext uri="{FF2B5EF4-FFF2-40B4-BE49-F238E27FC236}">
                    <a16:creationId xmlns:a16="http://schemas.microsoft.com/office/drawing/2014/main" id="{4AAC17B1-A9E8-8EA6-CFAD-B18DBF82EC23}"/>
                  </a:ext>
                </a:extLst>
              </p:cNvPr>
              <p:cNvSpPr>
                <a:spLocks noRot="1" noChangeAspect="1" noMove="1" noResize="1" noEditPoints="1" noAdjustHandles="1" noChangeArrowheads="1" noChangeShapeType="1" noTextEdit="1"/>
              </p:cNvSpPr>
              <p:nvPr/>
            </p:nvSpPr>
            <p:spPr>
              <a:xfrm>
                <a:off x="1278195" y="1514164"/>
                <a:ext cx="639097" cy="589936"/>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1EB083F8-BC73-EFEE-4978-C21041C7850E}"/>
                  </a:ext>
                </a:extLst>
              </p:cNvPr>
              <p:cNvSpPr/>
              <p:nvPr/>
            </p:nvSpPr>
            <p:spPr>
              <a:xfrm>
                <a:off x="3220069" y="1509248"/>
                <a:ext cx="639097" cy="58993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b="0" i="1" smtClean="0">
                          <a:solidFill>
                            <a:schemeClr val="tx2"/>
                          </a:solidFill>
                          <a:latin typeface="Cambria Math" panose="02040503050406030204" pitchFamily="18" charset="0"/>
                        </a:rPr>
                        <m:t>∞</m:t>
                      </m:r>
                    </m:oMath>
                  </m:oMathPara>
                </a14:m>
                <a:endParaRPr lang="en-IN" dirty="0">
                  <a:solidFill>
                    <a:schemeClr val="tx2"/>
                  </a:solidFill>
                </a:endParaRPr>
              </a:p>
            </p:txBody>
          </p:sp>
        </mc:Choice>
        <mc:Fallback xmlns="">
          <p:sp>
            <p:nvSpPr>
              <p:cNvPr id="7" name="Oval 6">
                <a:extLst>
                  <a:ext uri="{FF2B5EF4-FFF2-40B4-BE49-F238E27FC236}">
                    <a16:creationId xmlns:a16="http://schemas.microsoft.com/office/drawing/2014/main" id="{BFC664AD-245C-3434-17CC-62B65327E196}"/>
                  </a:ext>
                </a:extLst>
              </p:cNvPr>
              <p:cNvSpPr>
                <a:spLocks noRot="1" noChangeAspect="1" noMove="1" noResize="1" noEditPoints="1" noAdjustHandles="1" noChangeArrowheads="1" noChangeShapeType="1" noTextEdit="1"/>
              </p:cNvSpPr>
              <p:nvPr/>
            </p:nvSpPr>
            <p:spPr>
              <a:xfrm>
                <a:off x="3220069" y="1509248"/>
                <a:ext cx="639097" cy="589936"/>
              </a:xfrm>
              <a:prstGeom prst="ellipse">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159A43F7-2ED3-C14A-677F-5958A998BC7B}"/>
                  </a:ext>
                </a:extLst>
              </p:cNvPr>
              <p:cNvSpPr/>
              <p:nvPr/>
            </p:nvSpPr>
            <p:spPr>
              <a:xfrm>
                <a:off x="3195490" y="3903410"/>
                <a:ext cx="639097" cy="58993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b="0" i="1" smtClean="0">
                          <a:solidFill>
                            <a:schemeClr val="tx2"/>
                          </a:solidFill>
                          <a:latin typeface="Cambria Math" panose="02040503050406030204" pitchFamily="18" charset="0"/>
                        </a:rPr>
                        <m:t>∞</m:t>
                      </m:r>
                    </m:oMath>
                  </m:oMathPara>
                </a14:m>
                <a:endParaRPr lang="en-IN" dirty="0">
                  <a:solidFill>
                    <a:schemeClr val="tx2"/>
                  </a:solidFill>
                </a:endParaRPr>
              </a:p>
            </p:txBody>
          </p:sp>
        </mc:Choice>
        <mc:Fallback xmlns="">
          <p:sp>
            <p:nvSpPr>
              <p:cNvPr id="8" name="Oval 7">
                <a:extLst>
                  <a:ext uri="{FF2B5EF4-FFF2-40B4-BE49-F238E27FC236}">
                    <a16:creationId xmlns:a16="http://schemas.microsoft.com/office/drawing/2014/main" id="{C12C2D19-C454-17A6-21B0-DB6E20FBCCEB}"/>
                  </a:ext>
                </a:extLst>
              </p:cNvPr>
              <p:cNvSpPr>
                <a:spLocks noRot="1" noChangeAspect="1" noMove="1" noResize="1" noEditPoints="1" noAdjustHandles="1" noChangeArrowheads="1" noChangeShapeType="1" noTextEdit="1"/>
              </p:cNvSpPr>
              <p:nvPr/>
            </p:nvSpPr>
            <p:spPr>
              <a:xfrm>
                <a:off x="3195490" y="3903410"/>
                <a:ext cx="639097" cy="589936"/>
              </a:xfrm>
              <a:prstGeom prst="ellipse">
                <a:avLst/>
              </a:prstGeom>
              <a:blipFill>
                <a:blip r:embed="rId6"/>
                <a:stretch>
                  <a:fillRect/>
                </a:stretch>
              </a:blipFill>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985C8176-5D3F-6173-EEED-68EC33D8F59A}"/>
              </a:ext>
            </a:extLst>
          </p:cNvPr>
          <p:cNvCxnSpPr>
            <a:stCxn id="6" idx="6"/>
            <a:endCxn id="7" idx="2"/>
          </p:cNvCxnSpPr>
          <p:nvPr/>
        </p:nvCxnSpPr>
        <p:spPr>
          <a:xfrm flipV="1">
            <a:off x="1917292" y="1804216"/>
            <a:ext cx="1302777" cy="491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58AA579-4D3E-1FAD-375C-532658395F95}"/>
              </a:ext>
            </a:extLst>
          </p:cNvPr>
          <p:cNvCxnSpPr>
            <a:stCxn id="5" idx="6"/>
            <a:endCxn id="8" idx="2"/>
          </p:cNvCxnSpPr>
          <p:nvPr/>
        </p:nvCxnSpPr>
        <p:spPr>
          <a:xfrm>
            <a:off x="1873046" y="4183628"/>
            <a:ext cx="1322444" cy="1475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0FE44DD-B433-587F-4F74-40B53C83B1E9}"/>
              </a:ext>
            </a:extLst>
          </p:cNvPr>
          <p:cNvCxnSpPr>
            <a:stCxn id="8" idx="2"/>
            <a:endCxn id="4" idx="5"/>
          </p:cNvCxnSpPr>
          <p:nvPr/>
        </p:nvCxnSpPr>
        <p:spPr>
          <a:xfrm flipH="1" flipV="1">
            <a:off x="860135" y="3227077"/>
            <a:ext cx="2335355" cy="97130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F72A2F9-03CE-67BA-AA17-7B2CCC953BE6}"/>
              </a:ext>
            </a:extLst>
          </p:cNvPr>
          <p:cNvCxnSpPr>
            <a:stCxn id="5" idx="7"/>
            <a:endCxn id="7" idx="3"/>
          </p:cNvCxnSpPr>
          <p:nvPr/>
        </p:nvCxnSpPr>
        <p:spPr>
          <a:xfrm flipV="1">
            <a:off x="1779452" y="2012790"/>
            <a:ext cx="1534211" cy="19622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2" name="Connector: Curved 41">
            <a:extLst>
              <a:ext uri="{FF2B5EF4-FFF2-40B4-BE49-F238E27FC236}">
                <a16:creationId xmlns:a16="http://schemas.microsoft.com/office/drawing/2014/main" id="{1438E146-7D39-25A0-B53A-72E4329B9423}"/>
              </a:ext>
            </a:extLst>
          </p:cNvPr>
          <p:cNvCxnSpPr>
            <a:stCxn id="6" idx="3"/>
            <a:endCxn id="5" idx="1"/>
          </p:cNvCxnSpPr>
          <p:nvPr/>
        </p:nvCxnSpPr>
        <p:spPr>
          <a:xfrm rot="5400000">
            <a:off x="370992" y="2974257"/>
            <a:ext cx="1957348" cy="44246"/>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4" name="Connector: Curved 43">
            <a:extLst>
              <a:ext uri="{FF2B5EF4-FFF2-40B4-BE49-F238E27FC236}">
                <a16:creationId xmlns:a16="http://schemas.microsoft.com/office/drawing/2014/main" id="{E6231FCF-B7E9-011B-EC5A-2512ACB75897}"/>
              </a:ext>
            </a:extLst>
          </p:cNvPr>
          <p:cNvCxnSpPr>
            <a:stCxn id="5" idx="7"/>
            <a:endCxn id="6" idx="5"/>
          </p:cNvCxnSpPr>
          <p:nvPr/>
        </p:nvCxnSpPr>
        <p:spPr>
          <a:xfrm rot="5400000" flipH="1" flipV="1">
            <a:off x="822901" y="2974257"/>
            <a:ext cx="1957348" cy="44246"/>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6" name="Connector: Curved 45">
            <a:extLst>
              <a:ext uri="{FF2B5EF4-FFF2-40B4-BE49-F238E27FC236}">
                <a16:creationId xmlns:a16="http://schemas.microsoft.com/office/drawing/2014/main" id="{B8D00752-567F-5E8C-49BF-1A8853C7E60E}"/>
              </a:ext>
            </a:extLst>
          </p:cNvPr>
          <p:cNvCxnSpPr>
            <a:stCxn id="7" idx="3"/>
            <a:endCxn id="8" idx="1"/>
          </p:cNvCxnSpPr>
          <p:nvPr/>
        </p:nvCxnSpPr>
        <p:spPr>
          <a:xfrm rot="5400000">
            <a:off x="2312867" y="2989008"/>
            <a:ext cx="1977014" cy="24579"/>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8" name="Connector: Curved 47">
            <a:extLst>
              <a:ext uri="{FF2B5EF4-FFF2-40B4-BE49-F238E27FC236}">
                <a16:creationId xmlns:a16="http://schemas.microsoft.com/office/drawing/2014/main" id="{87B7BF6A-9113-EA10-044F-DAC0D7FF618B}"/>
              </a:ext>
            </a:extLst>
          </p:cNvPr>
          <p:cNvCxnSpPr>
            <a:stCxn id="8" idx="7"/>
            <a:endCxn id="7" idx="5"/>
          </p:cNvCxnSpPr>
          <p:nvPr/>
        </p:nvCxnSpPr>
        <p:spPr>
          <a:xfrm rot="5400000" flipH="1" flipV="1">
            <a:off x="2764775" y="2989008"/>
            <a:ext cx="1977014" cy="24579"/>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91F4A14-119E-57D0-FE22-270FC1CF1068}"/>
              </a:ext>
            </a:extLst>
          </p:cNvPr>
          <p:cNvCxnSpPr>
            <a:stCxn id="4" idx="0"/>
            <a:endCxn id="6" idx="2"/>
          </p:cNvCxnSpPr>
          <p:nvPr/>
        </p:nvCxnSpPr>
        <p:spPr>
          <a:xfrm flipV="1">
            <a:off x="634181" y="1809132"/>
            <a:ext cx="644014" cy="9144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94E497F4-912D-FD3F-CE99-452D3E2BD3BB}"/>
              </a:ext>
            </a:extLst>
          </p:cNvPr>
          <p:cNvCxnSpPr>
            <a:stCxn id="4" idx="4"/>
            <a:endCxn id="5" idx="2"/>
          </p:cNvCxnSpPr>
          <p:nvPr/>
        </p:nvCxnSpPr>
        <p:spPr>
          <a:xfrm>
            <a:off x="634181" y="3313471"/>
            <a:ext cx="599768" cy="87015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CEF8328-8275-F930-4DF8-80BE820C1029}"/>
              </a:ext>
            </a:extLst>
          </p:cNvPr>
          <p:cNvSpPr txBox="1"/>
          <p:nvPr/>
        </p:nvSpPr>
        <p:spPr>
          <a:xfrm>
            <a:off x="2222079" y="1413020"/>
            <a:ext cx="545691" cy="369332"/>
          </a:xfrm>
          <a:prstGeom prst="rect">
            <a:avLst/>
          </a:prstGeom>
          <a:noFill/>
        </p:spPr>
        <p:txBody>
          <a:bodyPr wrap="square" rtlCol="0">
            <a:spAutoFit/>
          </a:bodyPr>
          <a:lstStyle/>
          <a:p>
            <a:r>
              <a:rPr lang="en-IN" b="1" dirty="0"/>
              <a:t>1</a:t>
            </a:r>
          </a:p>
        </p:txBody>
      </p:sp>
      <p:sp>
        <p:nvSpPr>
          <p:cNvPr id="54" name="TextBox 53">
            <a:extLst>
              <a:ext uri="{FF2B5EF4-FFF2-40B4-BE49-F238E27FC236}">
                <a16:creationId xmlns:a16="http://schemas.microsoft.com/office/drawing/2014/main" id="{2A617634-3473-1548-4785-C82C4C0F6730}"/>
              </a:ext>
            </a:extLst>
          </p:cNvPr>
          <p:cNvSpPr txBox="1"/>
          <p:nvPr/>
        </p:nvSpPr>
        <p:spPr>
          <a:xfrm>
            <a:off x="3780495" y="2725628"/>
            <a:ext cx="545691" cy="369332"/>
          </a:xfrm>
          <a:prstGeom prst="rect">
            <a:avLst/>
          </a:prstGeom>
          <a:noFill/>
        </p:spPr>
        <p:txBody>
          <a:bodyPr wrap="square" rtlCol="0">
            <a:spAutoFit/>
          </a:bodyPr>
          <a:lstStyle/>
          <a:p>
            <a:r>
              <a:rPr lang="en-IN" b="1" dirty="0"/>
              <a:t>6</a:t>
            </a:r>
          </a:p>
        </p:txBody>
      </p:sp>
      <p:sp>
        <p:nvSpPr>
          <p:cNvPr id="55" name="TextBox 54">
            <a:extLst>
              <a:ext uri="{FF2B5EF4-FFF2-40B4-BE49-F238E27FC236}">
                <a16:creationId xmlns:a16="http://schemas.microsoft.com/office/drawing/2014/main" id="{E891B11F-748D-8797-C6B4-06519743AFBA}"/>
              </a:ext>
            </a:extLst>
          </p:cNvPr>
          <p:cNvSpPr txBox="1"/>
          <p:nvPr/>
        </p:nvSpPr>
        <p:spPr>
          <a:xfrm>
            <a:off x="2930003" y="2878028"/>
            <a:ext cx="545691" cy="369332"/>
          </a:xfrm>
          <a:prstGeom prst="rect">
            <a:avLst/>
          </a:prstGeom>
          <a:noFill/>
        </p:spPr>
        <p:txBody>
          <a:bodyPr wrap="square" rtlCol="0">
            <a:spAutoFit/>
          </a:bodyPr>
          <a:lstStyle/>
          <a:p>
            <a:r>
              <a:rPr lang="en-IN" b="1" dirty="0"/>
              <a:t>4</a:t>
            </a:r>
          </a:p>
        </p:txBody>
      </p:sp>
      <p:sp>
        <p:nvSpPr>
          <p:cNvPr id="56" name="TextBox 55">
            <a:extLst>
              <a:ext uri="{FF2B5EF4-FFF2-40B4-BE49-F238E27FC236}">
                <a16:creationId xmlns:a16="http://schemas.microsoft.com/office/drawing/2014/main" id="{D3049994-1357-AADB-87AD-1B774C9984BE}"/>
              </a:ext>
            </a:extLst>
          </p:cNvPr>
          <p:cNvSpPr txBox="1"/>
          <p:nvPr/>
        </p:nvSpPr>
        <p:spPr>
          <a:xfrm>
            <a:off x="2344982" y="4161138"/>
            <a:ext cx="545691" cy="369332"/>
          </a:xfrm>
          <a:prstGeom prst="rect">
            <a:avLst/>
          </a:prstGeom>
          <a:noFill/>
        </p:spPr>
        <p:txBody>
          <a:bodyPr wrap="square" rtlCol="0">
            <a:spAutoFit/>
          </a:bodyPr>
          <a:lstStyle/>
          <a:p>
            <a:r>
              <a:rPr lang="en-IN" b="1" dirty="0"/>
              <a:t>2</a:t>
            </a:r>
          </a:p>
        </p:txBody>
      </p:sp>
      <p:sp>
        <p:nvSpPr>
          <p:cNvPr id="57" name="TextBox 56">
            <a:extLst>
              <a:ext uri="{FF2B5EF4-FFF2-40B4-BE49-F238E27FC236}">
                <a16:creationId xmlns:a16="http://schemas.microsoft.com/office/drawing/2014/main" id="{31397246-9855-8429-C414-281BB94ADC4E}"/>
              </a:ext>
            </a:extLst>
          </p:cNvPr>
          <p:cNvSpPr txBox="1"/>
          <p:nvPr/>
        </p:nvSpPr>
        <p:spPr>
          <a:xfrm>
            <a:off x="2320401" y="3566286"/>
            <a:ext cx="545691" cy="369332"/>
          </a:xfrm>
          <a:prstGeom prst="rect">
            <a:avLst/>
          </a:prstGeom>
          <a:noFill/>
        </p:spPr>
        <p:txBody>
          <a:bodyPr wrap="square" rtlCol="0">
            <a:spAutoFit/>
          </a:bodyPr>
          <a:lstStyle/>
          <a:p>
            <a:r>
              <a:rPr lang="en-IN" b="1" dirty="0"/>
              <a:t>7</a:t>
            </a:r>
          </a:p>
        </p:txBody>
      </p:sp>
      <p:sp>
        <p:nvSpPr>
          <p:cNvPr id="58" name="TextBox 57">
            <a:extLst>
              <a:ext uri="{FF2B5EF4-FFF2-40B4-BE49-F238E27FC236}">
                <a16:creationId xmlns:a16="http://schemas.microsoft.com/office/drawing/2014/main" id="{50D07998-B04A-4F4A-D82B-F4251D7BCDC9}"/>
              </a:ext>
            </a:extLst>
          </p:cNvPr>
          <p:cNvSpPr txBox="1"/>
          <p:nvPr/>
        </p:nvSpPr>
        <p:spPr>
          <a:xfrm>
            <a:off x="2472801" y="2479820"/>
            <a:ext cx="545691" cy="369332"/>
          </a:xfrm>
          <a:prstGeom prst="rect">
            <a:avLst/>
          </a:prstGeom>
          <a:noFill/>
        </p:spPr>
        <p:txBody>
          <a:bodyPr wrap="square" rtlCol="0">
            <a:spAutoFit/>
          </a:bodyPr>
          <a:lstStyle/>
          <a:p>
            <a:r>
              <a:rPr lang="en-IN" b="1" dirty="0"/>
              <a:t>9</a:t>
            </a:r>
          </a:p>
        </p:txBody>
      </p:sp>
      <p:sp>
        <p:nvSpPr>
          <p:cNvPr id="59" name="TextBox 58">
            <a:extLst>
              <a:ext uri="{FF2B5EF4-FFF2-40B4-BE49-F238E27FC236}">
                <a16:creationId xmlns:a16="http://schemas.microsoft.com/office/drawing/2014/main" id="{E150B0D2-090B-6E7E-C0E2-0FAB6C91B037}"/>
              </a:ext>
            </a:extLst>
          </p:cNvPr>
          <p:cNvSpPr txBox="1"/>
          <p:nvPr/>
        </p:nvSpPr>
        <p:spPr>
          <a:xfrm>
            <a:off x="1769791" y="2632220"/>
            <a:ext cx="545691" cy="369332"/>
          </a:xfrm>
          <a:prstGeom prst="rect">
            <a:avLst/>
          </a:prstGeom>
          <a:noFill/>
        </p:spPr>
        <p:txBody>
          <a:bodyPr wrap="square" rtlCol="0">
            <a:spAutoFit/>
          </a:bodyPr>
          <a:lstStyle/>
          <a:p>
            <a:r>
              <a:rPr lang="en-IN" b="1" dirty="0"/>
              <a:t>3</a:t>
            </a:r>
          </a:p>
        </p:txBody>
      </p:sp>
      <p:sp>
        <p:nvSpPr>
          <p:cNvPr id="60" name="TextBox 59">
            <a:extLst>
              <a:ext uri="{FF2B5EF4-FFF2-40B4-BE49-F238E27FC236}">
                <a16:creationId xmlns:a16="http://schemas.microsoft.com/office/drawing/2014/main" id="{A8FFB18F-912E-6DE5-07E5-0B2CD31AF39A}"/>
              </a:ext>
            </a:extLst>
          </p:cNvPr>
          <p:cNvSpPr txBox="1"/>
          <p:nvPr/>
        </p:nvSpPr>
        <p:spPr>
          <a:xfrm>
            <a:off x="1086446" y="2558477"/>
            <a:ext cx="545691" cy="369332"/>
          </a:xfrm>
          <a:prstGeom prst="rect">
            <a:avLst/>
          </a:prstGeom>
          <a:noFill/>
        </p:spPr>
        <p:txBody>
          <a:bodyPr wrap="square" rtlCol="0">
            <a:spAutoFit/>
          </a:bodyPr>
          <a:lstStyle/>
          <a:p>
            <a:r>
              <a:rPr lang="en-IN" b="1" dirty="0"/>
              <a:t>2</a:t>
            </a:r>
          </a:p>
        </p:txBody>
      </p:sp>
      <p:sp>
        <p:nvSpPr>
          <p:cNvPr id="61" name="TextBox 60">
            <a:extLst>
              <a:ext uri="{FF2B5EF4-FFF2-40B4-BE49-F238E27FC236}">
                <a16:creationId xmlns:a16="http://schemas.microsoft.com/office/drawing/2014/main" id="{75806A0C-3ABC-470B-304E-4A53248A3109}"/>
              </a:ext>
            </a:extLst>
          </p:cNvPr>
          <p:cNvSpPr txBox="1"/>
          <p:nvPr/>
        </p:nvSpPr>
        <p:spPr>
          <a:xfrm>
            <a:off x="609580" y="3674441"/>
            <a:ext cx="545691" cy="369332"/>
          </a:xfrm>
          <a:prstGeom prst="rect">
            <a:avLst/>
          </a:prstGeom>
          <a:noFill/>
        </p:spPr>
        <p:txBody>
          <a:bodyPr wrap="square" rtlCol="0">
            <a:spAutoFit/>
          </a:bodyPr>
          <a:lstStyle/>
          <a:p>
            <a:r>
              <a:rPr lang="en-IN" b="1" dirty="0"/>
              <a:t>5</a:t>
            </a:r>
          </a:p>
        </p:txBody>
      </p:sp>
      <p:sp>
        <p:nvSpPr>
          <p:cNvPr id="62" name="TextBox 61">
            <a:extLst>
              <a:ext uri="{FF2B5EF4-FFF2-40B4-BE49-F238E27FC236}">
                <a16:creationId xmlns:a16="http://schemas.microsoft.com/office/drawing/2014/main" id="{152677E3-5909-9574-B08C-DB8FCAB1E508}"/>
              </a:ext>
            </a:extLst>
          </p:cNvPr>
          <p:cNvSpPr txBox="1"/>
          <p:nvPr/>
        </p:nvSpPr>
        <p:spPr>
          <a:xfrm>
            <a:off x="585001" y="1998036"/>
            <a:ext cx="545691" cy="369332"/>
          </a:xfrm>
          <a:prstGeom prst="rect">
            <a:avLst/>
          </a:prstGeom>
          <a:noFill/>
        </p:spPr>
        <p:txBody>
          <a:bodyPr wrap="square" rtlCol="0">
            <a:spAutoFit/>
          </a:bodyPr>
          <a:lstStyle/>
          <a:p>
            <a:r>
              <a:rPr lang="en-IN" b="1" dirty="0"/>
              <a:t>10</a:t>
            </a:r>
          </a:p>
        </p:txBody>
      </p:sp>
      <p:sp>
        <p:nvSpPr>
          <p:cNvPr id="63" name="TextBox 62">
            <a:extLst>
              <a:ext uri="{FF2B5EF4-FFF2-40B4-BE49-F238E27FC236}">
                <a16:creationId xmlns:a16="http://schemas.microsoft.com/office/drawing/2014/main" id="{EBDEAAAA-1AAC-6059-9453-088850FCF247}"/>
              </a:ext>
            </a:extLst>
          </p:cNvPr>
          <p:cNvSpPr txBox="1"/>
          <p:nvPr/>
        </p:nvSpPr>
        <p:spPr>
          <a:xfrm>
            <a:off x="265453" y="3172994"/>
            <a:ext cx="545691" cy="369332"/>
          </a:xfrm>
          <a:prstGeom prst="rect">
            <a:avLst/>
          </a:prstGeom>
          <a:noFill/>
        </p:spPr>
        <p:txBody>
          <a:bodyPr wrap="square" rtlCol="0">
            <a:spAutoFit/>
          </a:bodyPr>
          <a:lstStyle/>
          <a:p>
            <a:r>
              <a:rPr lang="en-IN" b="1" dirty="0">
                <a:solidFill>
                  <a:srgbClr val="00B050"/>
                </a:solidFill>
              </a:rPr>
              <a:t>s</a:t>
            </a:r>
          </a:p>
        </p:txBody>
      </p:sp>
      <p:sp>
        <p:nvSpPr>
          <p:cNvPr id="90" name="TextBox 89">
            <a:extLst>
              <a:ext uri="{FF2B5EF4-FFF2-40B4-BE49-F238E27FC236}">
                <a16:creationId xmlns:a16="http://schemas.microsoft.com/office/drawing/2014/main" id="{92D0C1EF-5581-1087-9A9F-9F78D31B203B}"/>
              </a:ext>
            </a:extLst>
          </p:cNvPr>
          <p:cNvSpPr txBox="1"/>
          <p:nvPr/>
        </p:nvSpPr>
        <p:spPr>
          <a:xfrm>
            <a:off x="1184772" y="1260615"/>
            <a:ext cx="545691" cy="369332"/>
          </a:xfrm>
          <a:prstGeom prst="rect">
            <a:avLst/>
          </a:prstGeom>
          <a:noFill/>
        </p:spPr>
        <p:txBody>
          <a:bodyPr wrap="square" rtlCol="0">
            <a:spAutoFit/>
          </a:bodyPr>
          <a:lstStyle/>
          <a:p>
            <a:r>
              <a:rPr lang="en-IN" b="1" dirty="0">
                <a:solidFill>
                  <a:srgbClr val="00B050"/>
                </a:solidFill>
              </a:rPr>
              <a:t>t</a:t>
            </a:r>
          </a:p>
        </p:txBody>
      </p:sp>
      <p:sp>
        <p:nvSpPr>
          <p:cNvPr id="91" name="TextBox 90">
            <a:extLst>
              <a:ext uri="{FF2B5EF4-FFF2-40B4-BE49-F238E27FC236}">
                <a16:creationId xmlns:a16="http://schemas.microsoft.com/office/drawing/2014/main" id="{245E7319-6939-975B-78DC-BF0EC0CB4816}"/>
              </a:ext>
            </a:extLst>
          </p:cNvPr>
          <p:cNvSpPr txBox="1"/>
          <p:nvPr/>
        </p:nvSpPr>
        <p:spPr>
          <a:xfrm>
            <a:off x="3559267" y="1236034"/>
            <a:ext cx="545691" cy="369332"/>
          </a:xfrm>
          <a:prstGeom prst="rect">
            <a:avLst/>
          </a:prstGeom>
          <a:noFill/>
        </p:spPr>
        <p:txBody>
          <a:bodyPr wrap="square" rtlCol="0">
            <a:spAutoFit/>
          </a:bodyPr>
          <a:lstStyle/>
          <a:p>
            <a:r>
              <a:rPr lang="en-IN" b="1" dirty="0">
                <a:solidFill>
                  <a:srgbClr val="00B050"/>
                </a:solidFill>
              </a:rPr>
              <a:t>x</a:t>
            </a:r>
          </a:p>
        </p:txBody>
      </p:sp>
      <p:sp>
        <p:nvSpPr>
          <p:cNvPr id="92" name="TextBox 91">
            <a:extLst>
              <a:ext uri="{FF2B5EF4-FFF2-40B4-BE49-F238E27FC236}">
                <a16:creationId xmlns:a16="http://schemas.microsoft.com/office/drawing/2014/main" id="{6E7CF29C-F723-3D99-39EB-524230E4E16F}"/>
              </a:ext>
            </a:extLst>
          </p:cNvPr>
          <p:cNvSpPr txBox="1"/>
          <p:nvPr/>
        </p:nvSpPr>
        <p:spPr>
          <a:xfrm>
            <a:off x="3613344" y="4357783"/>
            <a:ext cx="545691" cy="369332"/>
          </a:xfrm>
          <a:prstGeom prst="rect">
            <a:avLst/>
          </a:prstGeom>
          <a:noFill/>
        </p:spPr>
        <p:txBody>
          <a:bodyPr wrap="square" rtlCol="0">
            <a:spAutoFit/>
          </a:bodyPr>
          <a:lstStyle/>
          <a:p>
            <a:r>
              <a:rPr lang="en-IN" b="1" dirty="0">
                <a:solidFill>
                  <a:srgbClr val="00B050"/>
                </a:solidFill>
              </a:rPr>
              <a:t>z</a:t>
            </a:r>
          </a:p>
        </p:txBody>
      </p:sp>
      <p:sp>
        <p:nvSpPr>
          <p:cNvPr id="93" name="TextBox 92">
            <a:extLst>
              <a:ext uri="{FF2B5EF4-FFF2-40B4-BE49-F238E27FC236}">
                <a16:creationId xmlns:a16="http://schemas.microsoft.com/office/drawing/2014/main" id="{AD259AFB-5F4A-5BDC-6993-D5B275676D1B}"/>
              </a:ext>
            </a:extLst>
          </p:cNvPr>
          <p:cNvSpPr txBox="1"/>
          <p:nvPr/>
        </p:nvSpPr>
        <p:spPr>
          <a:xfrm>
            <a:off x="1347003" y="4411861"/>
            <a:ext cx="545691" cy="369332"/>
          </a:xfrm>
          <a:prstGeom prst="rect">
            <a:avLst/>
          </a:prstGeom>
          <a:noFill/>
        </p:spPr>
        <p:txBody>
          <a:bodyPr wrap="square" rtlCol="0">
            <a:spAutoFit/>
          </a:bodyPr>
          <a:lstStyle/>
          <a:p>
            <a:r>
              <a:rPr lang="en-IN" b="1" dirty="0">
                <a:solidFill>
                  <a:srgbClr val="00B050"/>
                </a:solidFill>
              </a:rPr>
              <a:t>y</a:t>
            </a:r>
          </a:p>
        </p:txBody>
      </p:sp>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8ABF3D91-712E-E389-B30E-8D741B63F9D2}"/>
                  </a:ext>
                </a:extLst>
              </p14:cNvPr>
              <p14:cNvContentPartPr/>
              <p14:nvPr/>
            </p14:nvContentPartPr>
            <p14:xfrm>
              <a:off x="572040" y="1424160"/>
              <a:ext cx="8802000" cy="2962440"/>
            </p14:xfrm>
          </p:contentPart>
        </mc:Choice>
        <mc:Fallback xmlns="">
          <p:pic>
            <p:nvPicPr>
              <p:cNvPr id="3" name="Ink 2">
                <a:extLst>
                  <a:ext uri="{FF2B5EF4-FFF2-40B4-BE49-F238E27FC236}">
                    <a16:creationId xmlns:a16="http://schemas.microsoft.com/office/drawing/2014/main" id="{8ABF3D91-712E-E389-B30E-8D741B63F9D2}"/>
                  </a:ext>
                </a:extLst>
              </p:cNvPr>
              <p:cNvPicPr/>
              <p:nvPr/>
            </p:nvPicPr>
            <p:blipFill>
              <a:blip r:embed="rId8"/>
              <a:stretch>
                <a:fillRect/>
              </a:stretch>
            </p:blipFill>
            <p:spPr>
              <a:xfrm>
                <a:off x="562680" y="1414800"/>
                <a:ext cx="8820720" cy="2981160"/>
              </a:xfrm>
              <a:prstGeom prst="rect">
                <a:avLst/>
              </a:prstGeom>
            </p:spPr>
          </p:pic>
        </mc:Fallback>
      </mc:AlternateContent>
    </p:spTree>
    <p:extLst>
      <p:ext uri="{BB962C8B-B14F-4D97-AF65-F5344CB8AC3E}">
        <p14:creationId xmlns:p14="http://schemas.microsoft.com/office/powerpoint/2010/main" val="4045328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72ACB-C158-523A-402F-E3B93845E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7BF8E-1388-C5A4-6508-5F1DBA597BBA}"/>
              </a:ext>
            </a:extLst>
          </p:cNvPr>
          <p:cNvSpPr>
            <a:spLocks noGrp="1"/>
          </p:cNvSpPr>
          <p:nvPr>
            <p:ph type="title"/>
          </p:nvPr>
        </p:nvSpPr>
        <p:spPr/>
        <p:txBody>
          <a:bodyPr/>
          <a:lstStyle/>
          <a:p>
            <a:r>
              <a:rPr lang="en-IN" dirty="0">
                <a:solidFill>
                  <a:schemeClr val="tx2"/>
                </a:solidFill>
              </a:rPr>
              <a:t>Shortest Path (Bellman-Ford)</a:t>
            </a:r>
          </a:p>
        </p:txBody>
      </p:sp>
      <p:sp>
        <p:nvSpPr>
          <p:cNvPr id="4" name="Oval 3">
            <a:extLst>
              <a:ext uri="{FF2B5EF4-FFF2-40B4-BE49-F238E27FC236}">
                <a16:creationId xmlns:a16="http://schemas.microsoft.com/office/drawing/2014/main" id="{E76A9178-2E20-E9C1-EC3E-4D0B1BDA4456}"/>
              </a:ext>
            </a:extLst>
          </p:cNvPr>
          <p:cNvSpPr/>
          <p:nvPr/>
        </p:nvSpPr>
        <p:spPr>
          <a:xfrm>
            <a:off x="314632" y="2723535"/>
            <a:ext cx="639097" cy="58993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0</a:t>
            </a:r>
          </a:p>
        </p:txBody>
      </p:sp>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CC6BD317-F431-4A95-AA1C-6027A548ACE5}"/>
                  </a:ext>
                </a:extLst>
              </p:cNvPr>
              <p:cNvSpPr/>
              <p:nvPr/>
            </p:nvSpPr>
            <p:spPr>
              <a:xfrm>
                <a:off x="1233949" y="3888660"/>
                <a:ext cx="639097" cy="58993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b="0" i="1" smtClean="0">
                          <a:solidFill>
                            <a:schemeClr val="tx2"/>
                          </a:solidFill>
                          <a:latin typeface="Cambria Math" panose="02040503050406030204" pitchFamily="18" charset="0"/>
                        </a:rPr>
                        <m:t>5</m:t>
                      </m:r>
                    </m:oMath>
                  </m:oMathPara>
                </a14:m>
                <a:endParaRPr lang="en-IN" dirty="0">
                  <a:solidFill>
                    <a:schemeClr val="tx2"/>
                  </a:solidFill>
                </a:endParaRPr>
              </a:p>
            </p:txBody>
          </p:sp>
        </mc:Choice>
        <mc:Fallback xmlns="">
          <p:sp>
            <p:nvSpPr>
              <p:cNvPr id="5" name="Oval 4">
                <a:extLst>
                  <a:ext uri="{FF2B5EF4-FFF2-40B4-BE49-F238E27FC236}">
                    <a16:creationId xmlns:a16="http://schemas.microsoft.com/office/drawing/2014/main" id="{CC6BD317-F431-4A95-AA1C-6027A548ACE5}"/>
                  </a:ext>
                </a:extLst>
              </p:cNvPr>
              <p:cNvSpPr>
                <a:spLocks noRot="1" noChangeAspect="1" noMove="1" noResize="1" noEditPoints="1" noAdjustHandles="1" noChangeArrowheads="1" noChangeShapeType="1" noTextEdit="1"/>
              </p:cNvSpPr>
              <p:nvPr/>
            </p:nvSpPr>
            <p:spPr>
              <a:xfrm>
                <a:off x="1233949" y="3888660"/>
                <a:ext cx="639097" cy="589936"/>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2149DC48-2145-D472-3AFC-468924D5DE5A}"/>
                  </a:ext>
                </a:extLst>
              </p:cNvPr>
              <p:cNvSpPr/>
              <p:nvPr/>
            </p:nvSpPr>
            <p:spPr>
              <a:xfrm>
                <a:off x="1278195" y="1514164"/>
                <a:ext cx="639097" cy="58993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b="0" i="1" smtClean="0">
                          <a:solidFill>
                            <a:schemeClr val="tx2"/>
                          </a:solidFill>
                          <a:latin typeface="Cambria Math" panose="02040503050406030204" pitchFamily="18" charset="0"/>
                        </a:rPr>
                        <m:t>8</m:t>
                      </m:r>
                    </m:oMath>
                  </m:oMathPara>
                </a14:m>
                <a:endParaRPr lang="en-IN" dirty="0">
                  <a:solidFill>
                    <a:schemeClr val="tx2"/>
                  </a:solidFill>
                </a:endParaRPr>
              </a:p>
            </p:txBody>
          </p:sp>
        </mc:Choice>
        <mc:Fallback xmlns="">
          <p:sp>
            <p:nvSpPr>
              <p:cNvPr id="6" name="Oval 5">
                <a:extLst>
                  <a:ext uri="{FF2B5EF4-FFF2-40B4-BE49-F238E27FC236}">
                    <a16:creationId xmlns:a16="http://schemas.microsoft.com/office/drawing/2014/main" id="{2149DC48-2145-D472-3AFC-468924D5DE5A}"/>
                  </a:ext>
                </a:extLst>
              </p:cNvPr>
              <p:cNvSpPr>
                <a:spLocks noRot="1" noChangeAspect="1" noMove="1" noResize="1" noEditPoints="1" noAdjustHandles="1" noChangeArrowheads="1" noChangeShapeType="1" noTextEdit="1"/>
              </p:cNvSpPr>
              <p:nvPr/>
            </p:nvSpPr>
            <p:spPr>
              <a:xfrm>
                <a:off x="1278195" y="1514164"/>
                <a:ext cx="639097" cy="589936"/>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F373F1E5-79EA-5A01-18A0-0944FD63FF9A}"/>
                  </a:ext>
                </a:extLst>
              </p:cNvPr>
              <p:cNvSpPr/>
              <p:nvPr/>
            </p:nvSpPr>
            <p:spPr>
              <a:xfrm>
                <a:off x="3220069" y="1509248"/>
                <a:ext cx="639097" cy="58993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b="0" i="1" smtClean="0">
                          <a:solidFill>
                            <a:schemeClr val="tx2"/>
                          </a:solidFill>
                          <a:latin typeface="Cambria Math" panose="02040503050406030204" pitchFamily="18" charset="0"/>
                        </a:rPr>
                        <m:t>9</m:t>
                      </m:r>
                    </m:oMath>
                  </m:oMathPara>
                </a14:m>
                <a:endParaRPr lang="en-IN" dirty="0">
                  <a:solidFill>
                    <a:schemeClr val="tx2"/>
                  </a:solidFill>
                </a:endParaRPr>
              </a:p>
            </p:txBody>
          </p:sp>
        </mc:Choice>
        <mc:Fallback xmlns="">
          <p:sp>
            <p:nvSpPr>
              <p:cNvPr id="7" name="Oval 6">
                <a:extLst>
                  <a:ext uri="{FF2B5EF4-FFF2-40B4-BE49-F238E27FC236}">
                    <a16:creationId xmlns:a16="http://schemas.microsoft.com/office/drawing/2014/main" id="{F373F1E5-79EA-5A01-18A0-0944FD63FF9A}"/>
                  </a:ext>
                </a:extLst>
              </p:cNvPr>
              <p:cNvSpPr>
                <a:spLocks noRot="1" noChangeAspect="1" noMove="1" noResize="1" noEditPoints="1" noAdjustHandles="1" noChangeArrowheads="1" noChangeShapeType="1" noTextEdit="1"/>
              </p:cNvSpPr>
              <p:nvPr/>
            </p:nvSpPr>
            <p:spPr>
              <a:xfrm>
                <a:off x="3220069" y="1509248"/>
                <a:ext cx="639097" cy="589936"/>
              </a:xfrm>
              <a:prstGeom prst="ellipse">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0F2DEEC6-75CB-7ECD-F788-3418BE6CE9B4}"/>
                  </a:ext>
                </a:extLst>
              </p:cNvPr>
              <p:cNvSpPr/>
              <p:nvPr/>
            </p:nvSpPr>
            <p:spPr>
              <a:xfrm>
                <a:off x="3195490" y="3903410"/>
                <a:ext cx="639097" cy="58993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b="0" i="1" smtClean="0">
                          <a:solidFill>
                            <a:schemeClr val="tx2"/>
                          </a:solidFill>
                          <a:latin typeface="Cambria Math" panose="02040503050406030204" pitchFamily="18" charset="0"/>
                        </a:rPr>
                        <m:t>7</m:t>
                      </m:r>
                    </m:oMath>
                  </m:oMathPara>
                </a14:m>
                <a:endParaRPr lang="en-IN" dirty="0">
                  <a:solidFill>
                    <a:schemeClr val="tx2"/>
                  </a:solidFill>
                </a:endParaRPr>
              </a:p>
            </p:txBody>
          </p:sp>
        </mc:Choice>
        <mc:Fallback xmlns="">
          <p:sp>
            <p:nvSpPr>
              <p:cNvPr id="8" name="Oval 7">
                <a:extLst>
                  <a:ext uri="{FF2B5EF4-FFF2-40B4-BE49-F238E27FC236}">
                    <a16:creationId xmlns:a16="http://schemas.microsoft.com/office/drawing/2014/main" id="{0F2DEEC6-75CB-7ECD-F788-3418BE6CE9B4}"/>
                  </a:ext>
                </a:extLst>
              </p:cNvPr>
              <p:cNvSpPr>
                <a:spLocks noRot="1" noChangeAspect="1" noMove="1" noResize="1" noEditPoints="1" noAdjustHandles="1" noChangeArrowheads="1" noChangeShapeType="1" noTextEdit="1"/>
              </p:cNvSpPr>
              <p:nvPr/>
            </p:nvSpPr>
            <p:spPr>
              <a:xfrm>
                <a:off x="3195490" y="3903410"/>
                <a:ext cx="639097" cy="589936"/>
              </a:xfrm>
              <a:prstGeom prst="ellipse">
                <a:avLst/>
              </a:prstGeom>
              <a:blipFill>
                <a:blip r:embed="rId6"/>
                <a:stretch>
                  <a:fillRect/>
                </a:stretch>
              </a:blipFill>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44C59BE4-1AE7-7D7C-3609-EB85E5DF9323}"/>
              </a:ext>
            </a:extLst>
          </p:cNvPr>
          <p:cNvCxnSpPr>
            <a:stCxn id="6" idx="6"/>
            <a:endCxn id="7" idx="2"/>
          </p:cNvCxnSpPr>
          <p:nvPr/>
        </p:nvCxnSpPr>
        <p:spPr>
          <a:xfrm flipV="1">
            <a:off x="1917292" y="1804216"/>
            <a:ext cx="1302777" cy="491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196CFC4-C14B-A0A1-F24F-D1DAE97A324F}"/>
              </a:ext>
            </a:extLst>
          </p:cNvPr>
          <p:cNvCxnSpPr>
            <a:stCxn id="5" idx="6"/>
            <a:endCxn id="8" idx="2"/>
          </p:cNvCxnSpPr>
          <p:nvPr/>
        </p:nvCxnSpPr>
        <p:spPr>
          <a:xfrm>
            <a:off x="1873046" y="4183628"/>
            <a:ext cx="1322444" cy="1475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9BA35EF-438B-1172-DAEC-62976707D49F}"/>
              </a:ext>
            </a:extLst>
          </p:cNvPr>
          <p:cNvCxnSpPr>
            <a:stCxn id="8" idx="2"/>
            <a:endCxn id="4" idx="5"/>
          </p:cNvCxnSpPr>
          <p:nvPr/>
        </p:nvCxnSpPr>
        <p:spPr>
          <a:xfrm flipH="1" flipV="1">
            <a:off x="860135" y="3227077"/>
            <a:ext cx="2335355" cy="97130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7A6DB13-1AEB-BC94-616C-FF05D1F98323}"/>
              </a:ext>
            </a:extLst>
          </p:cNvPr>
          <p:cNvCxnSpPr>
            <a:stCxn id="5" idx="7"/>
            <a:endCxn id="7" idx="3"/>
          </p:cNvCxnSpPr>
          <p:nvPr/>
        </p:nvCxnSpPr>
        <p:spPr>
          <a:xfrm flipV="1">
            <a:off x="1779452" y="2012790"/>
            <a:ext cx="1534211" cy="19622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2" name="Connector: Curved 41">
            <a:extLst>
              <a:ext uri="{FF2B5EF4-FFF2-40B4-BE49-F238E27FC236}">
                <a16:creationId xmlns:a16="http://schemas.microsoft.com/office/drawing/2014/main" id="{AD57BEB9-3A37-AC0D-D774-084C8339988D}"/>
              </a:ext>
            </a:extLst>
          </p:cNvPr>
          <p:cNvCxnSpPr>
            <a:stCxn id="6" idx="3"/>
            <a:endCxn id="5" idx="1"/>
          </p:cNvCxnSpPr>
          <p:nvPr/>
        </p:nvCxnSpPr>
        <p:spPr>
          <a:xfrm rot="5400000">
            <a:off x="370992" y="2974257"/>
            <a:ext cx="1957348" cy="44246"/>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4" name="Connector: Curved 43">
            <a:extLst>
              <a:ext uri="{FF2B5EF4-FFF2-40B4-BE49-F238E27FC236}">
                <a16:creationId xmlns:a16="http://schemas.microsoft.com/office/drawing/2014/main" id="{742F6B7A-5A1E-F06B-0BCB-AE29F3832288}"/>
              </a:ext>
            </a:extLst>
          </p:cNvPr>
          <p:cNvCxnSpPr>
            <a:stCxn id="5" idx="7"/>
            <a:endCxn id="6" idx="5"/>
          </p:cNvCxnSpPr>
          <p:nvPr/>
        </p:nvCxnSpPr>
        <p:spPr>
          <a:xfrm rot="5400000" flipH="1" flipV="1">
            <a:off x="822901" y="2974257"/>
            <a:ext cx="1957348" cy="44246"/>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6" name="Connector: Curved 45">
            <a:extLst>
              <a:ext uri="{FF2B5EF4-FFF2-40B4-BE49-F238E27FC236}">
                <a16:creationId xmlns:a16="http://schemas.microsoft.com/office/drawing/2014/main" id="{A48BCAAE-E04A-F619-5F27-67D1D3E627DE}"/>
              </a:ext>
            </a:extLst>
          </p:cNvPr>
          <p:cNvCxnSpPr>
            <a:stCxn id="7" idx="3"/>
            <a:endCxn id="8" idx="1"/>
          </p:cNvCxnSpPr>
          <p:nvPr/>
        </p:nvCxnSpPr>
        <p:spPr>
          <a:xfrm rot="5400000">
            <a:off x="2312867" y="2989008"/>
            <a:ext cx="1977014" cy="24579"/>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8" name="Connector: Curved 47">
            <a:extLst>
              <a:ext uri="{FF2B5EF4-FFF2-40B4-BE49-F238E27FC236}">
                <a16:creationId xmlns:a16="http://schemas.microsoft.com/office/drawing/2014/main" id="{6BF08CE2-77EE-857B-29AD-9B357432223C}"/>
              </a:ext>
            </a:extLst>
          </p:cNvPr>
          <p:cNvCxnSpPr>
            <a:stCxn id="8" idx="7"/>
            <a:endCxn id="7" idx="5"/>
          </p:cNvCxnSpPr>
          <p:nvPr/>
        </p:nvCxnSpPr>
        <p:spPr>
          <a:xfrm rot="5400000" flipH="1" flipV="1">
            <a:off x="2764775" y="2989008"/>
            <a:ext cx="1977014" cy="24579"/>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A615C4B8-B58E-8813-59B7-A3DAF71F1D1B}"/>
              </a:ext>
            </a:extLst>
          </p:cNvPr>
          <p:cNvCxnSpPr>
            <a:stCxn id="4" idx="0"/>
            <a:endCxn id="6" idx="2"/>
          </p:cNvCxnSpPr>
          <p:nvPr/>
        </p:nvCxnSpPr>
        <p:spPr>
          <a:xfrm flipV="1">
            <a:off x="634181" y="1809132"/>
            <a:ext cx="644014" cy="9144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392A31B-51B0-5531-62C5-3F473105016E}"/>
              </a:ext>
            </a:extLst>
          </p:cNvPr>
          <p:cNvCxnSpPr>
            <a:stCxn id="4" idx="4"/>
            <a:endCxn id="5" idx="2"/>
          </p:cNvCxnSpPr>
          <p:nvPr/>
        </p:nvCxnSpPr>
        <p:spPr>
          <a:xfrm>
            <a:off x="634181" y="3313471"/>
            <a:ext cx="599768" cy="87015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9190D08C-D3BD-3AB3-8AEB-902FCA172737}"/>
              </a:ext>
            </a:extLst>
          </p:cNvPr>
          <p:cNvSpPr txBox="1"/>
          <p:nvPr/>
        </p:nvSpPr>
        <p:spPr>
          <a:xfrm>
            <a:off x="2222079" y="1413020"/>
            <a:ext cx="545691" cy="369332"/>
          </a:xfrm>
          <a:prstGeom prst="rect">
            <a:avLst/>
          </a:prstGeom>
          <a:noFill/>
        </p:spPr>
        <p:txBody>
          <a:bodyPr wrap="square" rtlCol="0">
            <a:spAutoFit/>
          </a:bodyPr>
          <a:lstStyle/>
          <a:p>
            <a:r>
              <a:rPr lang="en-IN" b="1" dirty="0"/>
              <a:t>1</a:t>
            </a:r>
          </a:p>
        </p:txBody>
      </p:sp>
      <p:sp>
        <p:nvSpPr>
          <p:cNvPr id="54" name="TextBox 53">
            <a:extLst>
              <a:ext uri="{FF2B5EF4-FFF2-40B4-BE49-F238E27FC236}">
                <a16:creationId xmlns:a16="http://schemas.microsoft.com/office/drawing/2014/main" id="{B00DB8BC-6ADD-BAA5-C989-28A54EE6438A}"/>
              </a:ext>
            </a:extLst>
          </p:cNvPr>
          <p:cNvSpPr txBox="1"/>
          <p:nvPr/>
        </p:nvSpPr>
        <p:spPr>
          <a:xfrm>
            <a:off x="3780495" y="2725628"/>
            <a:ext cx="545691" cy="369332"/>
          </a:xfrm>
          <a:prstGeom prst="rect">
            <a:avLst/>
          </a:prstGeom>
          <a:noFill/>
        </p:spPr>
        <p:txBody>
          <a:bodyPr wrap="square" rtlCol="0">
            <a:spAutoFit/>
          </a:bodyPr>
          <a:lstStyle/>
          <a:p>
            <a:r>
              <a:rPr lang="en-IN" b="1" dirty="0"/>
              <a:t>6</a:t>
            </a:r>
          </a:p>
        </p:txBody>
      </p:sp>
      <p:sp>
        <p:nvSpPr>
          <p:cNvPr id="55" name="TextBox 54">
            <a:extLst>
              <a:ext uri="{FF2B5EF4-FFF2-40B4-BE49-F238E27FC236}">
                <a16:creationId xmlns:a16="http://schemas.microsoft.com/office/drawing/2014/main" id="{7C376198-6C4D-4D9C-6765-43B631AEE57C}"/>
              </a:ext>
            </a:extLst>
          </p:cNvPr>
          <p:cNvSpPr txBox="1"/>
          <p:nvPr/>
        </p:nvSpPr>
        <p:spPr>
          <a:xfrm>
            <a:off x="2930003" y="2878028"/>
            <a:ext cx="545691" cy="369332"/>
          </a:xfrm>
          <a:prstGeom prst="rect">
            <a:avLst/>
          </a:prstGeom>
          <a:noFill/>
        </p:spPr>
        <p:txBody>
          <a:bodyPr wrap="square" rtlCol="0">
            <a:spAutoFit/>
          </a:bodyPr>
          <a:lstStyle/>
          <a:p>
            <a:r>
              <a:rPr lang="en-IN" b="1" dirty="0"/>
              <a:t>4</a:t>
            </a:r>
          </a:p>
        </p:txBody>
      </p:sp>
      <p:sp>
        <p:nvSpPr>
          <p:cNvPr id="56" name="TextBox 55">
            <a:extLst>
              <a:ext uri="{FF2B5EF4-FFF2-40B4-BE49-F238E27FC236}">
                <a16:creationId xmlns:a16="http://schemas.microsoft.com/office/drawing/2014/main" id="{D0424BCA-7B2F-E519-D28E-7BDB6CC60795}"/>
              </a:ext>
            </a:extLst>
          </p:cNvPr>
          <p:cNvSpPr txBox="1"/>
          <p:nvPr/>
        </p:nvSpPr>
        <p:spPr>
          <a:xfrm>
            <a:off x="2344982" y="4161138"/>
            <a:ext cx="545691" cy="369332"/>
          </a:xfrm>
          <a:prstGeom prst="rect">
            <a:avLst/>
          </a:prstGeom>
          <a:noFill/>
        </p:spPr>
        <p:txBody>
          <a:bodyPr wrap="square" rtlCol="0">
            <a:spAutoFit/>
          </a:bodyPr>
          <a:lstStyle/>
          <a:p>
            <a:r>
              <a:rPr lang="en-IN" b="1" dirty="0"/>
              <a:t>2</a:t>
            </a:r>
          </a:p>
        </p:txBody>
      </p:sp>
      <p:sp>
        <p:nvSpPr>
          <p:cNvPr id="57" name="TextBox 56">
            <a:extLst>
              <a:ext uri="{FF2B5EF4-FFF2-40B4-BE49-F238E27FC236}">
                <a16:creationId xmlns:a16="http://schemas.microsoft.com/office/drawing/2014/main" id="{22AAF942-3EC0-F346-F656-E9A84926F542}"/>
              </a:ext>
            </a:extLst>
          </p:cNvPr>
          <p:cNvSpPr txBox="1"/>
          <p:nvPr/>
        </p:nvSpPr>
        <p:spPr>
          <a:xfrm>
            <a:off x="2320401" y="3566286"/>
            <a:ext cx="545691" cy="369332"/>
          </a:xfrm>
          <a:prstGeom prst="rect">
            <a:avLst/>
          </a:prstGeom>
          <a:noFill/>
        </p:spPr>
        <p:txBody>
          <a:bodyPr wrap="square" rtlCol="0">
            <a:spAutoFit/>
          </a:bodyPr>
          <a:lstStyle/>
          <a:p>
            <a:r>
              <a:rPr lang="en-IN" b="1" dirty="0"/>
              <a:t>7</a:t>
            </a:r>
          </a:p>
        </p:txBody>
      </p:sp>
      <p:sp>
        <p:nvSpPr>
          <p:cNvPr id="58" name="TextBox 57">
            <a:extLst>
              <a:ext uri="{FF2B5EF4-FFF2-40B4-BE49-F238E27FC236}">
                <a16:creationId xmlns:a16="http://schemas.microsoft.com/office/drawing/2014/main" id="{01149A20-B5FE-38CD-05F4-CA84C9D555AC}"/>
              </a:ext>
            </a:extLst>
          </p:cNvPr>
          <p:cNvSpPr txBox="1"/>
          <p:nvPr/>
        </p:nvSpPr>
        <p:spPr>
          <a:xfrm>
            <a:off x="2472801" y="2479820"/>
            <a:ext cx="545691" cy="369332"/>
          </a:xfrm>
          <a:prstGeom prst="rect">
            <a:avLst/>
          </a:prstGeom>
          <a:noFill/>
        </p:spPr>
        <p:txBody>
          <a:bodyPr wrap="square" rtlCol="0">
            <a:spAutoFit/>
          </a:bodyPr>
          <a:lstStyle/>
          <a:p>
            <a:r>
              <a:rPr lang="en-IN" b="1" dirty="0"/>
              <a:t>9</a:t>
            </a:r>
          </a:p>
        </p:txBody>
      </p:sp>
      <p:sp>
        <p:nvSpPr>
          <p:cNvPr id="59" name="TextBox 58">
            <a:extLst>
              <a:ext uri="{FF2B5EF4-FFF2-40B4-BE49-F238E27FC236}">
                <a16:creationId xmlns:a16="http://schemas.microsoft.com/office/drawing/2014/main" id="{E13E5FA7-32FC-35A8-DC77-14E463C47A24}"/>
              </a:ext>
            </a:extLst>
          </p:cNvPr>
          <p:cNvSpPr txBox="1"/>
          <p:nvPr/>
        </p:nvSpPr>
        <p:spPr>
          <a:xfrm>
            <a:off x="1769791" y="2632220"/>
            <a:ext cx="545691" cy="369332"/>
          </a:xfrm>
          <a:prstGeom prst="rect">
            <a:avLst/>
          </a:prstGeom>
          <a:noFill/>
        </p:spPr>
        <p:txBody>
          <a:bodyPr wrap="square" rtlCol="0">
            <a:spAutoFit/>
          </a:bodyPr>
          <a:lstStyle/>
          <a:p>
            <a:r>
              <a:rPr lang="en-IN" b="1" dirty="0"/>
              <a:t>3</a:t>
            </a:r>
          </a:p>
        </p:txBody>
      </p:sp>
      <p:sp>
        <p:nvSpPr>
          <p:cNvPr id="60" name="TextBox 59">
            <a:extLst>
              <a:ext uri="{FF2B5EF4-FFF2-40B4-BE49-F238E27FC236}">
                <a16:creationId xmlns:a16="http://schemas.microsoft.com/office/drawing/2014/main" id="{DABCED34-7A20-74E0-75DD-D9DC1EAE7056}"/>
              </a:ext>
            </a:extLst>
          </p:cNvPr>
          <p:cNvSpPr txBox="1"/>
          <p:nvPr/>
        </p:nvSpPr>
        <p:spPr>
          <a:xfrm>
            <a:off x="1086446" y="2558477"/>
            <a:ext cx="545691" cy="369332"/>
          </a:xfrm>
          <a:prstGeom prst="rect">
            <a:avLst/>
          </a:prstGeom>
          <a:noFill/>
        </p:spPr>
        <p:txBody>
          <a:bodyPr wrap="square" rtlCol="0">
            <a:spAutoFit/>
          </a:bodyPr>
          <a:lstStyle/>
          <a:p>
            <a:r>
              <a:rPr lang="en-IN" b="1" dirty="0"/>
              <a:t>2</a:t>
            </a:r>
          </a:p>
        </p:txBody>
      </p:sp>
      <p:sp>
        <p:nvSpPr>
          <p:cNvPr id="61" name="TextBox 60">
            <a:extLst>
              <a:ext uri="{FF2B5EF4-FFF2-40B4-BE49-F238E27FC236}">
                <a16:creationId xmlns:a16="http://schemas.microsoft.com/office/drawing/2014/main" id="{D2D55E1C-E310-7113-DA64-22557E19B8B0}"/>
              </a:ext>
            </a:extLst>
          </p:cNvPr>
          <p:cNvSpPr txBox="1"/>
          <p:nvPr/>
        </p:nvSpPr>
        <p:spPr>
          <a:xfrm>
            <a:off x="609580" y="3674441"/>
            <a:ext cx="545691" cy="369332"/>
          </a:xfrm>
          <a:prstGeom prst="rect">
            <a:avLst/>
          </a:prstGeom>
          <a:noFill/>
        </p:spPr>
        <p:txBody>
          <a:bodyPr wrap="square" rtlCol="0">
            <a:spAutoFit/>
          </a:bodyPr>
          <a:lstStyle/>
          <a:p>
            <a:r>
              <a:rPr lang="en-IN" b="1" dirty="0"/>
              <a:t>5</a:t>
            </a:r>
          </a:p>
        </p:txBody>
      </p:sp>
      <p:sp>
        <p:nvSpPr>
          <p:cNvPr id="62" name="TextBox 61">
            <a:extLst>
              <a:ext uri="{FF2B5EF4-FFF2-40B4-BE49-F238E27FC236}">
                <a16:creationId xmlns:a16="http://schemas.microsoft.com/office/drawing/2014/main" id="{566A34DF-6189-9417-AA4B-B8CE2AC3DFA8}"/>
              </a:ext>
            </a:extLst>
          </p:cNvPr>
          <p:cNvSpPr txBox="1"/>
          <p:nvPr/>
        </p:nvSpPr>
        <p:spPr>
          <a:xfrm>
            <a:off x="585001" y="1998036"/>
            <a:ext cx="545691" cy="369332"/>
          </a:xfrm>
          <a:prstGeom prst="rect">
            <a:avLst/>
          </a:prstGeom>
          <a:noFill/>
        </p:spPr>
        <p:txBody>
          <a:bodyPr wrap="square" rtlCol="0">
            <a:spAutoFit/>
          </a:bodyPr>
          <a:lstStyle/>
          <a:p>
            <a:r>
              <a:rPr lang="en-IN" b="1" dirty="0"/>
              <a:t>10</a:t>
            </a:r>
          </a:p>
        </p:txBody>
      </p:sp>
      <p:sp>
        <p:nvSpPr>
          <p:cNvPr id="63" name="TextBox 62">
            <a:extLst>
              <a:ext uri="{FF2B5EF4-FFF2-40B4-BE49-F238E27FC236}">
                <a16:creationId xmlns:a16="http://schemas.microsoft.com/office/drawing/2014/main" id="{A65E1D51-D553-82BA-FC19-A4EAB7321C4F}"/>
              </a:ext>
            </a:extLst>
          </p:cNvPr>
          <p:cNvSpPr txBox="1"/>
          <p:nvPr/>
        </p:nvSpPr>
        <p:spPr>
          <a:xfrm>
            <a:off x="265453" y="3172994"/>
            <a:ext cx="545691" cy="369332"/>
          </a:xfrm>
          <a:prstGeom prst="rect">
            <a:avLst/>
          </a:prstGeom>
          <a:noFill/>
        </p:spPr>
        <p:txBody>
          <a:bodyPr wrap="square" rtlCol="0">
            <a:spAutoFit/>
          </a:bodyPr>
          <a:lstStyle/>
          <a:p>
            <a:r>
              <a:rPr lang="en-IN" b="1" dirty="0">
                <a:solidFill>
                  <a:srgbClr val="00B050"/>
                </a:solidFill>
              </a:rPr>
              <a:t>s</a:t>
            </a:r>
          </a:p>
        </p:txBody>
      </p:sp>
      <p:sp>
        <p:nvSpPr>
          <p:cNvPr id="90" name="TextBox 89">
            <a:extLst>
              <a:ext uri="{FF2B5EF4-FFF2-40B4-BE49-F238E27FC236}">
                <a16:creationId xmlns:a16="http://schemas.microsoft.com/office/drawing/2014/main" id="{34DB5370-B776-1E0A-ACCC-AA3A01D21FCA}"/>
              </a:ext>
            </a:extLst>
          </p:cNvPr>
          <p:cNvSpPr txBox="1"/>
          <p:nvPr/>
        </p:nvSpPr>
        <p:spPr>
          <a:xfrm>
            <a:off x="1184772" y="1260615"/>
            <a:ext cx="545691" cy="369332"/>
          </a:xfrm>
          <a:prstGeom prst="rect">
            <a:avLst/>
          </a:prstGeom>
          <a:noFill/>
        </p:spPr>
        <p:txBody>
          <a:bodyPr wrap="square" rtlCol="0">
            <a:spAutoFit/>
          </a:bodyPr>
          <a:lstStyle/>
          <a:p>
            <a:r>
              <a:rPr lang="en-IN" b="1" dirty="0">
                <a:solidFill>
                  <a:srgbClr val="00B050"/>
                </a:solidFill>
              </a:rPr>
              <a:t>t</a:t>
            </a:r>
          </a:p>
        </p:txBody>
      </p:sp>
      <p:sp>
        <p:nvSpPr>
          <p:cNvPr id="91" name="TextBox 90">
            <a:extLst>
              <a:ext uri="{FF2B5EF4-FFF2-40B4-BE49-F238E27FC236}">
                <a16:creationId xmlns:a16="http://schemas.microsoft.com/office/drawing/2014/main" id="{86280BF8-2284-6667-39F3-E30CAA9BCEEA}"/>
              </a:ext>
            </a:extLst>
          </p:cNvPr>
          <p:cNvSpPr txBox="1"/>
          <p:nvPr/>
        </p:nvSpPr>
        <p:spPr>
          <a:xfrm>
            <a:off x="3559267" y="1236034"/>
            <a:ext cx="545691" cy="369332"/>
          </a:xfrm>
          <a:prstGeom prst="rect">
            <a:avLst/>
          </a:prstGeom>
          <a:noFill/>
        </p:spPr>
        <p:txBody>
          <a:bodyPr wrap="square" rtlCol="0">
            <a:spAutoFit/>
          </a:bodyPr>
          <a:lstStyle/>
          <a:p>
            <a:r>
              <a:rPr lang="en-IN" b="1" dirty="0">
                <a:solidFill>
                  <a:srgbClr val="00B050"/>
                </a:solidFill>
              </a:rPr>
              <a:t>x</a:t>
            </a:r>
          </a:p>
        </p:txBody>
      </p:sp>
      <p:sp>
        <p:nvSpPr>
          <p:cNvPr id="92" name="TextBox 91">
            <a:extLst>
              <a:ext uri="{FF2B5EF4-FFF2-40B4-BE49-F238E27FC236}">
                <a16:creationId xmlns:a16="http://schemas.microsoft.com/office/drawing/2014/main" id="{A31A2FDD-C5B4-DFAE-F752-B42615912E1D}"/>
              </a:ext>
            </a:extLst>
          </p:cNvPr>
          <p:cNvSpPr txBox="1"/>
          <p:nvPr/>
        </p:nvSpPr>
        <p:spPr>
          <a:xfrm>
            <a:off x="3613344" y="4357783"/>
            <a:ext cx="545691" cy="369332"/>
          </a:xfrm>
          <a:prstGeom prst="rect">
            <a:avLst/>
          </a:prstGeom>
          <a:noFill/>
        </p:spPr>
        <p:txBody>
          <a:bodyPr wrap="square" rtlCol="0">
            <a:spAutoFit/>
          </a:bodyPr>
          <a:lstStyle/>
          <a:p>
            <a:r>
              <a:rPr lang="en-IN" b="1" dirty="0">
                <a:solidFill>
                  <a:srgbClr val="00B050"/>
                </a:solidFill>
              </a:rPr>
              <a:t>z</a:t>
            </a:r>
          </a:p>
        </p:txBody>
      </p:sp>
      <p:sp>
        <p:nvSpPr>
          <p:cNvPr id="93" name="TextBox 92">
            <a:extLst>
              <a:ext uri="{FF2B5EF4-FFF2-40B4-BE49-F238E27FC236}">
                <a16:creationId xmlns:a16="http://schemas.microsoft.com/office/drawing/2014/main" id="{7B99E82B-97F9-3272-ECA2-A63BB6F1B82B}"/>
              </a:ext>
            </a:extLst>
          </p:cNvPr>
          <p:cNvSpPr txBox="1"/>
          <p:nvPr/>
        </p:nvSpPr>
        <p:spPr>
          <a:xfrm>
            <a:off x="1347003" y="4411861"/>
            <a:ext cx="545691" cy="369332"/>
          </a:xfrm>
          <a:prstGeom prst="rect">
            <a:avLst/>
          </a:prstGeom>
          <a:noFill/>
        </p:spPr>
        <p:txBody>
          <a:bodyPr wrap="square" rtlCol="0">
            <a:spAutoFit/>
          </a:bodyPr>
          <a:lstStyle/>
          <a:p>
            <a:r>
              <a:rPr lang="en-IN" b="1" dirty="0">
                <a:solidFill>
                  <a:srgbClr val="00B050"/>
                </a:solidFill>
              </a:rPr>
              <a:t>y</a:t>
            </a:r>
          </a:p>
        </p:txBody>
      </p:sp>
    </p:spTree>
    <p:extLst>
      <p:ext uri="{BB962C8B-B14F-4D97-AF65-F5344CB8AC3E}">
        <p14:creationId xmlns:p14="http://schemas.microsoft.com/office/powerpoint/2010/main" val="193945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BDA4C-944B-C8FA-5B3E-276835E5E278}"/>
              </a:ext>
            </a:extLst>
          </p:cNvPr>
          <p:cNvSpPr>
            <a:spLocks noGrp="1"/>
          </p:cNvSpPr>
          <p:nvPr>
            <p:ph type="title"/>
          </p:nvPr>
        </p:nvSpPr>
        <p:spPr/>
        <p:txBody>
          <a:bodyPr/>
          <a:lstStyle/>
          <a:p>
            <a:r>
              <a:rPr lang="en-IN" dirty="0"/>
              <a:t>Distance-vector routing</a:t>
            </a:r>
          </a:p>
        </p:txBody>
      </p:sp>
      <p:sp>
        <p:nvSpPr>
          <p:cNvPr id="3" name="Content Placeholder 2">
            <a:extLst>
              <a:ext uri="{FF2B5EF4-FFF2-40B4-BE49-F238E27FC236}">
                <a16:creationId xmlns:a16="http://schemas.microsoft.com/office/drawing/2014/main" id="{62D9AE40-CE7C-7BF9-6840-C5C05D280EA5}"/>
              </a:ext>
            </a:extLst>
          </p:cNvPr>
          <p:cNvSpPr>
            <a:spLocks noGrp="1"/>
          </p:cNvSpPr>
          <p:nvPr>
            <p:ph idx="1"/>
          </p:nvPr>
        </p:nvSpPr>
        <p:spPr/>
        <p:txBody>
          <a:bodyPr>
            <a:normAutofit fontScale="85000" lnSpcReduction="10000"/>
          </a:bodyPr>
          <a:lstStyle/>
          <a:p>
            <a:r>
              <a:rPr lang="en-US" dirty="0"/>
              <a:t>In link-state routing, each router advertises its link-state information to all other routers, and each router individually computes its forwarding table</a:t>
            </a:r>
          </a:p>
          <a:p>
            <a:endParaRPr lang="en-US" dirty="0"/>
          </a:p>
          <a:p>
            <a:r>
              <a:rPr lang="en-US" dirty="0"/>
              <a:t>Unlike link-state routing in distance-vector routing, each router shares its distance vector (i.e., the cost to reach each destination) with all its neighbors, who update their distance vector based on the information shared by the neighbors</a:t>
            </a:r>
          </a:p>
          <a:p>
            <a:endParaRPr lang="en-US" dirty="0"/>
          </a:p>
          <a:p>
            <a:r>
              <a:rPr lang="en-US" dirty="0"/>
              <a:t>Whenever a router notices a change in its distance vector using the information from its neighbors, it advertises the updated vector to all of its neighbors</a:t>
            </a:r>
          </a:p>
          <a:p>
            <a:endParaRPr lang="en-US" dirty="0"/>
          </a:p>
          <a:p>
            <a:r>
              <a:rPr lang="en-US" dirty="0"/>
              <a:t>The algorithm terminates when none of the routers have any updates to share</a:t>
            </a:r>
            <a:endParaRPr lang="en-IN" dirty="0"/>
          </a:p>
          <a:p>
            <a:endParaRPr lang="en-IN" dirty="0"/>
          </a:p>
        </p:txBody>
      </p:sp>
    </p:spTree>
    <p:extLst>
      <p:ext uri="{BB962C8B-B14F-4D97-AF65-F5344CB8AC3E}">
        <p14:creationId xmlns:p14="http://schemas.microsoft.com/office/powerpoint/2010/main" val="2562126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42211-FAFC-54C9-5565-0F06AACB2F04}"/>
              </a:ext>
            </a:extLst>
          </p:cNvPr>
          <p:cNvSpPr>
            <a:spLocks noGrp="1"/>
          </p:cNvSpPr>
          <p:nvPr>
            <p:ph type="title"/>
          </p:nvPr>
        </p:nvSpPr>
        <p:spPr/>
        <p:txBody>
          <a:bodyPr/>
          <a:lstStyle/>
          <a:p>
            <a:r>
              <a:rPr lang="en-IN" dirty="0"/>
              <a:t>Bellman-Ford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C9CB06B-82A4-C5FA-6529-3E8D7B8C519C}"/>
                  </a:ext>
                </a:extLst>
              </p:cNvPr>
              <p:cNvSpPr>
                <a:spLocks noGrp="1"/>
              </p:cNvSpPr>
              <p:nvPr>
                <p:ph idx="1"/>
              </p:nvPr>
            </p:nvSpPr>
            <p:spPr>
              <a:xfrm>
                <a:off x="838200" y="1825625"/>
                <a:ext cx="5070987" cy="4351338"/>
              </a:xfrm>
            </p:spPr>
            <p:txBody>
              <a:bodyPr>
                <a:normAutofit lnSpcReduction="10000"/>
              </a:bodyPr>
              <a:lstStyle/>
              <a:p>
                <a:pPr marL="0" indent="0">
                  <a:buNone/>
                </a:pPr>
                <a:r>
                  <a:rPr lang="en-IN" dirty="0"/>
                  <a:t>Bellman_Ford(G, w, s):</a:t>
                </a:r>
              </a:p>
              <a:p>
                <a:pPr marL="0" indent="0">
                  <a:buNone/>
                </a:pPr>
                <a:r>
                  <a:rPr lang="en-IN" dirty="0"/>
                  <a:t>    Initialize(G, s)</a:t>
                </a:r>
              </a:p>
              <a:p>
                <a:pPr marL="0" indent="0">
                  <a:buNone/>
                </a:pPr>
                <a:r>
                  <a:rPr lang="en-IN" dirty="0"/>
                  <a:t>    for </a:t>
                </a:r>
                <a:r>
                  <a:rPr lang="en-IN" dirty="0" err="1"/>
                  <a:t>i</a:t>
                </a:r>
                <a:r>
                  <a:rPr lang="en-IN" dirty="0"/>
                  <a:t> = 1 to |G.V|-1</a:t>
                </a:r>
              </a:p>
              <a:p>
                <a:pPr marL="0" indent="0">
                  <a:buNone/>
                </a:pPr>
                <a:r>
                  <a:rPr lang="en-IN" dirty="0"/>
                  <a:t>         for each edge (</a:t>
                </a:r>
                <a:r>
                  <a:rPr lang="en-IN" dirty="0" err="1"/>
                  <a:t>u,v</a:t>
                </a:r>
                <a:r>
                  <a:rPr lang="en-IN" dirty="0"/>
                  <a:t>) </a:t>
                </a:r>
                <a14:m>
                  <m:oMath xmlns:m="http://schemas.openxmlformats.org/officeDocument/2006/math">
                    <m:r>
                      <a:rPr lang="en-IN" b="0" i="1" smtClean="0">
                        <a:latin typeface="Cambria Math" panose="02040503050406030204" pitchFamily="18" charset="0"/>
                      </a:rPr>
                      <m:t>∈</m:t>
                    </m:r>
                  </m:oMath>
                </a14:m>
                <a:r>
                  <a:rPr lang="en-IN" dirty="0"/>
                  <a:t> G.E</a:t>
                </a:r>
              </a:p>
              <a:p>
                <a:pPr marL="0" indent="0">
                  <a:buNone/>
                </a:pPr>
                <a:r>
                  <a:rPr lang="en-IN" dirty="0"/>
                  <a:t>	    Relax(u, v, w)</a:t>
                </a:r>
              </a:p>
              <a:p>
                <a:pPr marL="0" indent="0">
                  <a:buNone/>
                </a:pPr>
                <a:r>
                  <a:rPr lang="en-IN" dirty="0"/>
                  <a:t>    for each edge (</a:t>
                </a:r>
                <a:r>
                  <a:rPr lang="en-IN" dirty="0" err="1"/>
                  <a:t>u,v</a:t>
                </a:r>
                <a:r>
                  <a:rPr lang="en-IN" dirty="0"/>
                  <a:t>) </a:t>
                </a:r>
                <a14:m>
                  <m:oMath xmlns:m="http://schemas.openxmlformats.org/officeDocument/2006/math">
                    <m:r>
                      <a:rPr lang="en-IN" b="0" i="1" smtClean="0">
                        <a:latin typeface="Cambria Math" panose="02040503050406030204" pitchFamily="18" charset="0"/>
                      </a:rPr>
                      <m:t>∈</m:t>
                    </m:r>
                  </m:oMath>
                </a14:m>
                <a:r>
                  <a:rPr lang="en-IN" dirty="0"/>
                  <a:t> G.E</a:t>
                </a:r>
              </a:p>
              <a:p>
                <a:pPr marL="0" indent="0">
                  <a:buNone/>
                </a:pPr>
                <a:r>
                  <a:rPr lang="en-IN" dirty="0"/>
                  <a:t>         if </a:t>
                </a:r>
                <a:r>
                  <a:rPr lang="en-IN" dirty="0" err="1"/>
                  <a:t>v.d</a:t>
                </a:r>
                <a:r>
                  <a:rPr lang="en-IN" dirty="0"/>
                  <a:t> &gt; </a:t>
                </a:r>
                <a:r>
                  <a:rPr lang="en-IN" dirty="0" err="1"/>
                  <a:t>u.d</a:t>
                </a:r>
                <a:r>
                  <a:rPr lang="en-IN" dirty="0"/>
                  <a:t> + w(</a:t>
                </a:r>
                <a:r>
                  <a:rPr lang="en-IN" dirty="0" err="1"/>
                  <a:t>u,v</a:t>
                </a:r>
                <a:r>
                  <a:rPr lang="en-IN" dirty="0"/>
                  <a:t>)</a:t>
                </a:r>
              </a:p>
              <a:p>
                <a:pPr marL="0" indent="0">
                  <a:buNone/>
                </a:pPr>
                <a:r>
                  <a:rPr lang="en-IN" dirty="0"/>
                  <a:t>                return false</a:t>
                </a:r>
              </a:p>
              <a:p>
                <a:pPr marL="0" indent="0">
                  <a:buNone/>
                </a:pPr>
                <a:r>
                  <a:rPr lang="en-IN" dirty="0"/>
                  <a:t>    return true	 </a:t>
                </a:r>
              </a:p>
            </p:txBody>
          </p:sp>
        </mc:Choice>
        <mc:Fallback xmlns="">
          <p:sp>
            <p:nvSpPr>
              <p:cNvPr id="3" name="Content Placeholder 2">
                <a:extLst>
                  <a:ext uri="{FF2B5EF4-FFF2-40B4-BE49-F238E27FC236}">
                    <a16:creationId xmlns:a16="http://schemas.microsoft.com/office/drawing/2014/main" id="{4C9CB06B-82A4-C5FA-6529-3E8D7B8C519C}"/>
                  </a:ext>
                </a:extLst>
              </p:cNvPr>
              <p:cNvSpPr>
                <a:spLocks noGrp="1" noRot="1" noChangeAspect="1" noMove="1" noResize="1" noEditPoints="1" noAdjustHandles="1" noChangeArrowheads="1" noChangeShapeType="1" noTextEdit="1"/>
              </p:cNvSpPr>
              <p:nvPr>
                <p:ph idx="1"/>
              </p:nvPr>
            </p:nvSpPr>
            <p:spPr>
              <a:xfrm>
                <a:off x="838200" y="1825625"/>
                <a:ext cx="5070987" cy="4351338"/>
              </a:xfrm>
              <a:blipFill>
                <a:blip r:embed="rId2"/>
                <a:stretch>
                  <a:fillRect l="-2527" t="-3081" b="-28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DF972BBA-8B18-8562-3E11-340194B4BC13}"/>
                  </a:ext>
                </a:extLst>
              </p:cNvPr>
              <p:cNvSpPr txBox="1">
                <a:spLocks/>
              </p:cNvSpPr>
              <p:nvPr/>
            </p:nvSpPr>
            <p:spPr>
              <a:xfrm>
                <a:off x="6555677" y="1801043"/>
                <a:ext cx="507098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dirty="0"/>
                  <a:t>Relax(u, v, w)</a:t>
                </a:r>
              </a:p>
              <a:p>
                <a:pPr marL="0" indent="0">
                  <a:buFont typeface="Arial" panose="020B0604020202020204" pitchFamily="34" charset="0"/>
                  <a:buNone/>
                </a:pPr>
                <a:r>
                  <a:rPr lang="en-IN" dirty="0"/>
                  <a:t>    if </a:t>
                </a:r>
                <a:r>
                  <a:rPr lang="en-IN" dirty="0" err="1"/>
                  <a:t>v.d</a:t>
                </a:r>
                <a:r>
                  <a:rPr lang="en-IN" dirty="0"/>
                  <a:t> &gt; </a:t>
                </a:r>
                <a:r>
                  <a:rPr lang="en-IN" dirty="0" err="1"/>
                  <a:t>u.d</a:t>
                </a:r>
                <a:r>
                  <a:rPr lang="en-IN" dirty="0"/>
                  <a:t> + w(u, v)</a:t>
                </a:r>
              </a:p>
              <a:p>
                <a:pPr marL="0" indent="0">
                  <a:buFont typeface="Arial" panose="020B0604020202020204" pitchFamily="34" charset="0"/>
                  <a:buNone/>
                </a:pPr>
                <a:r>
                  <a:rPr lang="en-IN" dirty="0"/>
                  <a:t>        </a:t>
                </a:r>
                <a:r>
                  <a:rPr lang="en-IN" dirty="0" err="1"/>
                  <a:t>v.d</a:t>
                </a:r>
                <a:r>
                  <a:rPr lang="en-IN" dirty="0"/>
                  <a:t> = </a:t>
                </a:r>
                <a:r>
                  <a:rPr lang="en-IN" dirty="0" err="1"/>
                  <a:t>u.d</a:t>
                </a:r>
                <a:r>
                  <a:rPr lang="en-IN" dirty="0"/>
                  <a:t> + w(u, v)</a:t>
                </a:r>
              </a:p>
              <a:p>
                <a:pPr marL="0" indent="0">
                  <a:buFont typeface="Arial" panose="020B0604020202020204" pitchFamily="34" charset="0"/>
                  <a:buNone/>
                </a:pPr>
                <a:r>
                  <a:rPr lang="en-IN" dirty="0"/>
                  <a:t>        v.</a:t>
                </a:r>
                <a14:m>
                  <m:oMath xmlns:m="http://schemas.openxmlformats.org/officeDocument/2006/math">
                    <m:r>
                      <a:rPr lang="en-IN" b="0" i="1" smtClean="0">
                        <a:latin typeface="Cambria Math" panose="02040503050406030204" pitchFamily="18" charset="0"/>
                      </a:rPr>
                      <m:t>𝜋</m:t>
                    </m:r>
                  </m:oMath>
                </a14:m>
                <a:r>
                  <a:rPr lang="en-IN" dirty="0"/>
                  <a:t> = u</a:t>
                </a:r>
              </a:p>
              <a:p>
                <a:pPr marL="0" indent="0">
                  <a:buFont typeface="Arial" panose="020B0604020202020204" pitchFamily="34" charset="0"/>
                  <a:buNone/>
                </a:pPr>
                <a:r>
                  <a:rPr lang="en-IN" dirty="0"/>
                  <a:t>    </a:t>
                </a:r>
              </a:p>
            </p:txBody>
          </p:sp>
        </mc:Choice>
        <mc:Fallback xmlns="">
          <p:sp>
            <p:nvSpPr>
              <p:cNvPr id="4" name="Content Placeholder 2">
                <a:extLst>
                  <a:ext uri="{FF2B5EF4-FFF2-40B4-BE49-F238E27FC236}">
                    <a16:creationId xmlns:a16="http://schemas.microsoft.com/office/drawing/2014/main" id="{DF972BBA-8B18-8562-3E11-340194B4BC13}"/>
                  </a:ext>
                </a:extLst>
              </p:cNvPr>
              <p:cNvSpPr txBox="1">
                <a:spLocks noRot="1" noChangeAspect="1" noMove="1" noResize="1" noEditPoints="1" noAdjustHandles="1" noChangeArrowheads="1" noChangeShapeType="1" noTextEdit="1"/>
              </p:cNvSpPr>
              <p:nvPr/>
            </p:nvSpPr>
            <p:spPr>
              <a:xfrm>
                <a:off x="6555677" y="1801043"/>
                <a:ext cx="5070987" cy="4351338"/>
              </a:xfrm>
              <a:prstGeom prst="rect">
                <a:avLst/>
              </a:prstGeom>
              <a:blipFill>
                <a:blip r:embed="rId3"/>
                <a:stretch>
                  <a:fillRect l="-2404" t="-2241"/>
                </a:stretch>
              </a:blipFill>
            </p:spPr>
            <p:txBody>
              <a:bodyPr/>
              <a:lstStyle/>
              <a:p>
                <a:r>
                  <a:rPr lang="en-IN">
                    <a:noFill/>
                  </a:rPr>
                  <a:t> </a:t>
                </a:r>
              </a:p>
            </p:txBody>
          </p:sp>
        </mc:Fallback>
      </mc:AlternateContent>
    </p:spTree>
    <p:extLst>
      <p:ext uri="{BB962C8B-B14F-4D97-AF65-F5344CB8AC3E}">
        <p14:creationId xmlns:p14="http://schemas.microsoft.com/office/powerpoint/2010/main" val="1313855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66251C-F530-958F-9601-E4FE4F3B47EC}"/>
              </a:ext>
            </a:extLst>
          </p:cNvPr>
          <p:cNvSpPr>
            <a:spLocks noGrp="1"/>
          </p:cNvSpPr>
          <p:nvPr>
            <p:ph type="title"/>
          </p:nvPr>
        </p:nvSpPr>
        <p:spPr/>
        <p:txBody>
          <a:bodyPr/>
          <a:lstStyle/>
          <a:p>
            <a:r>
              <a:rPr lang="en-IN" dirty="0"/>
              <a:t>Example</a:t>
            </a:r>
          </a:p>
        </p:txBody>
      </p:sp>
      <p:sp>
        <p:nvSpPr>
          <p:cNvPr id="6" name="Oval 5">
            <a:extLst>
              <a:ext uri="{FF2B5EF4-FFF2-40B4-BE49-F238E27FC236}">
                <a16:creationId xmlns:a16="http://schemas.microsoft.com/office/drawing/2014/main" id="{1405F1FC-01F0-BFD0-4597-28FE22496DC1}"/>
              </a:ext>
            </a:extLst>
          </p:cNvPr>
          <p:cNvSpPr/>
          <p:nvPr/>
        </p:nvSpPr>
        <p:spPr>
          <a:xfrm>
            <a:off x="1661652" y="321515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0</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10F962E-6123-3C56-AE8C-2BBC88A0DFEB}"/>
                  </a:ext>
                </a:extLst>
              </p:cNvPr>
              <p:cNvSpPr/>
              <p:nvPr/>
            </p:nvSpPr>
            <p:spPr>
              <a:xfrm>
                <a:off x="3141408" y="1961536"/>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7" name="Oval 6">
                <a:extLst>
                  <a:ext uri="{FF2B5EF4-FFF2-40B4-BE49-F238E27FC236}">
                    <a16:creationId xmlns:a16="http://schemas.microsoft.com/office/drawing/2014/main" id="{D10F962E-6123-3C56-AE8C-2BBC88A0DFEB}"/>
                  </a:ext>
                </a:extLst>
              </p:cNvPr>
              <p:cNvSpPr>
                <a:spLocks noRot="1" noChangeAspect="1" noMove="1" noResize="1" noEditPoints="1" noAdjustHandles="1" noChangeArrowheads="1" noChangeShapeType="1" noTextEdit="1"/>
              </p:cNvSpPr>
              <p:nvPr/>
            </p:nvSpPr>
            <p:spPr>
              <a:xfrm>
                <a:off x="3141408" y="1961536"/>
                <a:ext cx="658761" cy="580103"/>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B6DC3288-4242-6755-0E58-663DECD655B4}"/>
                  </a:ext>
                </a:extLst>
              </p:cNvPr>
              <p:cNvSpPr/>
              <p:nvPr/>
            </p:nvSpPr>
            <p:spPr>
              <a:xfrm>
                <a:off x="3057832" y="4395023"/>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8" name="Oval 7">
                <a:extLst>
                  <a:ext uri="{FF2B5EF4-FFF2-40B4-BE49-F238E27FC236}">
                    <a16:creationId xmlns:a16="http://schemas.microsoft.com/office/drawing/2014/main" id="{B6DC3288-4242-6755-0E58-663DECD655B4}"/>
                  </a:ext>
                </a:extLst>
              </p:cNvPr>
              <p:cNvSpPr>
                <a:spLocks noRot="1" noChangeAspect="1" noMove="1" noResize="1" noEditPoints="1" noAdjustHandles="1" noChangeArrowheads="1" noChangeShapeType="1" noTextEdit="1"/>
              </p:cNvSpPr>
              <p:nvPr/>
            </p:nvSpPr>
            <p:spPr>
              <a:xfrm>
                <a:off x="3057832" y="4395023"/>
                <a:ext cx="658761" cy="580103"/>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497E5D58-D411-8223-149E-DB72E0B119D9}"/>
                  </a:ext>
                </a:extLst>
              </p:cNvPr>
              <p:cNvSpPr/>
              <p:nvPr/>
            </p:nvSpPr>
            <p:spPr>
              <a:xfrm>
                <a:off x="5442159" y="4409771"/>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9" name="Oval 8">
                <a:extLst>
                  <a:ext uri="{FF2B5EF4-FFF2-40B4-BE49-F238E27FC236}">
                    <a16:creationId xmlns:a16="http://schemas.microsoft.com/office/drawing/2014/main" id="{497E5D58-D411-8223-149E-DB72E0B119D9}"/>
                  </a:ext>
                </a:extLst>
              </p:cNvPr>
              <p:cNvSpPr>
                <a:spLocks noRot="1" noChangeAspect="1" noMove="1" noResize="1" noEditPoints="1" noAdjustHandles="1" noChangeArrowheads="1" noChangeShapeType="1" noTextEdit="1"/>
              </p:cNvSpPr>
              <p:nvPr/>
            </p:nvSpPr>
            <p:spPr>
              <a:xfrm>
                <a:off x="5442159" y="4409771"/>
                <a:ext cx="658761" cy="580103"/>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2A24FE49-E847-9CC1-DC8E-861DFAD8FB8A}"/>
                  </a:ext>
                </a:extLst>
              </p:cNvPr>
              <p:cNvSpPr/>
              <p:nvPr/>
            </p:nvSpPr>
            <p:spPr>
              <a:xfrm>
                <a:off x="5456907" y="188779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10" name="Oval 9">
                <a:extLst>
                  <a:ext uri="{FF2B5EF4-FFF2-40B4-BE49-F238E27FC236}">
                    <a16:creationId xmlns:a16="http://schemas.microsoft.com/office/drawing/2014/main" id="{2A24FE49-E847-9CC1-DC8E-861DFAD8FB8A}"/>
                  </a:ext>
                </a:extLst>
              </p:cNvPr>
              <p:cNvSpPr>
                <a:spLocks noRot="1" noChangeAspect="1" noMove="1" noResize="1" noEditPoints="1" noAdjustHandles="1" noChangeArrowheads="1" noChangeShapeType="1" noTextEdit="1"/>
              </p:cNvSpPr>
              <p:nvPr/>
            </p:nvSpPr>
            <p:spPr>
              <a:xfrm>
                <a:off x="5456907" y="1887790"/>
                <a:ext cx="658761" cy="580103"/>
              </a:xfrm>
              <a:prstGeom prst="ellipse">
                <a:avLst/>
              </a:prstGeom>
              <a:blipFill>
                <a:blip r:embed="rId5"/>
                <a:stretch>
                  <a:fillRect/>
                </a:stretch>
              </a:blipFill>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ECF57DAE-92D3-E7EB-7866-EC09243D3546}"/>
              </a:ext>
            </a:extLst>
          </p:cNvPr>
          <p:cNvCxnSpPr>
            <a:stCxn id="6" idx="7"/>
            <a:endCxn id="7" idx="3"/>
          </p:cNvCxnSpPr>
          <p:nvPr/>
        </p:nvCxnSpPr>
        <p:spPr>
          <a:xfrm flipV="1">
            <a:off x="2223940" y="2456685"/>
            <a:ext cx="1013941" cy="8434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9B8B17A-57AC-05BD-262A-E2A2AFCFA947}"/>
              </a:ext>
            </a:extLst>
          </p:cNvPr>
          <p:cNvCxnSpPr>
            <a:stCxn id="6" idx="5"/>
            <a:endCxn id="8" idx="1"/>
          </p:cNvCxnSpPr>
          <p:nvPr/>
        </p:nvCxnSpPr>
        <p:spPr>
          <a:xfrm>
            <a:off x="2223940" y="3710299"/>
            <a:ext cx="930365" cy="7696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420E590-D3D0-93EC-61BE-433DA8275B04}"/>
              </a:ext>
            </a:extLst>
          </p:cNvPr>
          <p:cNvCxnSpPr>
            <a:stCxn id="8" idx="6"/>
            <a:endCxn id="9" idx="2"/>
          </p:cNvCxnSpPr>
          <p:nvPr/>
        </p:nvCxnSpPr>
        <p:spPr>
          <a:xfrm>
            <a:off x="3716593" y="4685075"/>
            <a:ext cx="1725566" cy="147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7DAB395-52DF-EF6B-4FDF-DDFE67FF2C05}"/>
              </a:ext>
            </a:extLst>
          </p:cNvPr>
          <p:cNvCxnSpPr>
            <a:stCxn id="9" idx="0"/>
            <a:endCxn id="10" idx="4"/>
          </p:cNvCxnSpPr>
          <p:nvPr/>
        </p:nvCxnSpPr>
        <p:spPr>
          <a:xfrm flipV="1">
            <a:off x="5771540" y="2467893"/>
            <a:ext cx="14748" cy="1941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49F47D7-C321-E306-64AD-51503625EC29}"/>
              </a:ext>
            </a:extLst>
          </p:cNvPr>
          <p:cNvCxnSpPr>
            <a:stCxn id="9" idx="1"/>
            <a:endCxn id="6" idx="6"/>
          </p:cNvCxnSpPr>
          <p:nvPr/>
        </p:nvCxnSpPr>
        <p:spPr>
          <a:xfrm flipH="1" flipV="1">
            <a:off x="2320413" y="3505202"/>
            <a:ext cx="3218219" cy="9895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843406C-4536-3DE6-896F-7D9D583DE1F2}"/>
              </a:ext>
            </a:extLst>
          </p:cNvPr>
          <p:cNvCxnSpPr>
            <a:stCxn id="7" idx="4"/>
            <a:endCxn id="8" idx="0"/>
          </p:cNvCxnSpPr>
          <p:nvPr/>
        </p:nvCxnSpPr>
        <p:spPr>
          <a:xfrm flipH="1">
            <a:off x="3387213" y="2541639"/>
            <a:ext cx="83576" cy="18533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E95589B-9E96-B6C0-A0E7-D77BF6024184}"/>
              </a:ext>
            </a:extLst>
          </p:cNvPr>
          <p:cNvCxnSpPr>
            <a:stCxn id="8" idx="7"/>
            <a:endCxn id="10" idx="3"/>
          </p:cNvCxnSpPr>
          <p:nvPr/>
        </p:nvCxnSpPr>
        <p:spPr>
          <a:xfrm flipV="1">
            <a:off x="3620120" y="2382939"/>
            <a:ext cx="1933260" cy="20970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32019BC-A893-0AEB-38B5-95BFE8D5100D}"/>
              </a:ext>
            </a:extLst>
          </p:cNvPr>
          <p:cNvCxnSpPr>
            <a:stCxn id="7" idx="5"/>
            <a:endCxn id="9" idx="0"/>
          </p:cNvCxnSpPr>
          <p:nvPr/>
        </p:nvCxnSpPr>
        <p:spPr>
          <a:xfrm>
            <a:off x="3703696" y="2456685"/>
            <a:ext cx="2067844" cy="19530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4FB48DB9-6E9C-52D9-99D5-B9DA44317A69}"/>
              </a:ext>
            </a:extLst>
          </p:cNvPr>
          <p:cNvCxnSpPr>
            <a:stCxn id="7" idx="7"/>
            <a:endCxn id="10" idx="1"/>
          </p:cNvCxnSpPr>
          <p:nvPr/>
        </p:nvCxnSpPr>
        <p:spPr>
          <a:xfrm rot="5400000" flipH="1" flipV="1">
            <a:off x="4591665" y="1084775"/>
            <a:ext cx="73746" cy="1849684"/>
          </a:xfrm>
          <a:prstGeom prst="curvedConnector3">
            <a:avLst>
              <a:gd name="adj1" fmla="val 52518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A935BAA4-BAD7-4444-EBFF-4D733BE42829}"/>
              </a:ext>
            </a:extLst>
          </p:cNvPr>
          <p:cNvCxnSpPr>
            <a:stCxn id="10" idx="2"/>
            <a:endCxn id="7" idx="6"/>
          </p:cNvCxnSpPr>
          <p:nvPr/>
        </p:nvCxnSpPr>
        <p:spPr>
          <a:xfrm rot="10800000" flipV="1">
            <a:off x="3800169" y="2177842"/>
            <a:ext cx="1656738" cy="73746"/>
          </a:xfrm>
          <a:prstGeom prst="curvedConnector3">
            <a:avLst>
              <a:gd name="adj1" fmla="val 5059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3EC66F8-0736-4766-721E-8BDD7B643A3B}"/>
              </a:ext>
            </a:extLst>
          </p:cNvPr>
          <p:cNvSpPr txBox="1"/>
          <p:nvPr/>
        </p:nvSpPr>
        <p:spPr>
          <a:xfrm>
            <a:off x="2074609" y="4050894"/>
            <a:ext cx="1032362" cy="369332"/>
          </a:xfrm>
          <a:prstGeom prst="rect">
            <a:avLst/>
          </a:prstGeom>
          <a:noFill/>
        </p:spPr>
        <p:txBody>
          <a:bodyPr wrap="square" rtlCol="0">
            <a:spAutoFit/>
          </a:bodyPr>
          <a:lstStyle/>
          <a:p>
            <a:r>
              <a:rPr lang="en-IN" b="1" dirty="0"/>
              <a:t>E8 = 7</a:t>
            </a:r>
          </a:p>
        </p:txBody>
      </p:sp>
      <p:sp>
        <p:nvSpPr>
          <p:cNvPr id="36" name="TextBox 35">
            <a:extLst>
              <a:ext uri="{FF2B5EF4-FFF2-40B4-BE49-F238E27FC236}">
                <a16:creationId xmlns:a16="http://schemas.microsoft.com/office/drawing/2014/main" id="{86468A06-AD8F-C1DA-E967-1226B8D1BE03}"/>
              </a:ext>
            </a:extLst>
          </p:cNvPr>
          <p:cNvSpPr txBox="1"/>
          <p:nvPr/>
        </p:nvSpPr>
        <p:spPr>
          <a:xfrm>
            <a:off x="2167993" y="2531806"/>
            <a:ext cx="816099" cy="369332"/>
          </a:xfrm>
          <a:prstGeom prst="rect">
            <a:avLst/>
          </a:prstGeom>
          <a:noFill/>
        </p:spPr>
        <p:txBody>
          <a:bodyPr wrap="square" rtlCol="0">
            <a:spAutoFit/>
          </a:bodyPr>
          <a:lstStyle/>
          <a:p>
            <a:r>
              <a:rPr lang="en-IN" b="1" dirty="0"/>
              <a:t>E1 = 6</a:t>
            </a:r>
          </a:p>
        </p:txBody>
      </p:sp>
      <p:sp>
        <p:nvSpPr>
          <p:cNvPr id="37" name="TextBox 36">
            <a:extLst>
              <a:ext uri="{FF2B5EF4-FFF2-40B4-BE49-F238E27FC236}">
                <a16:creationId xmlns:a16="http://schemas.microsoft.com/office/drawing/2014/main" id="{93B91B53-AEAC-C30A-E63D-69F6421E7F7D}"/>
              </a:ext>
            </a:extLst>
          </p:cNvPr>
          <p:cNvSpPr txBox="1"/>
          <p:nvPr/>
        </p:nvSpPr>
        <p:spPr>
          <a:xfrm>
            <a:off x="4399916" y="4744071"/>
            <a:ext cx="937152" cy="369332"/>
          </a:xfrm>
          <a:prstGeom prst="rect">
            <a:avLst/>
          </a:prstGeom>
          <a:noFill/>
        </p:spPr>
        <p:txBody>
          <a:bodyPr wrap="square" rtlCol="0">
            <a:spAutoFit/>
          </a:bodyPr>
          <a:lstStyle/>
          <a:p>
            <a:r>
              <a:rPr lang="en-IN" b="1" dirty="0"/>
              <a:t>E7 = 9</a:t>
            </a:r>
          </a:p>
        </p:txBody>
      </p:sp>
      <p:sp>
        <p:nvSpPr>
          <p:cNvPr id="38" name="TextBox 37">
            <a:extLst>
              <a:ext uri="{FF2B5EF4-FFF2-40B4-BE49-F238E27FC236}">
                <a16:creationId xmlns:a16="http://schemas.microsoft.com/office/drawing/2014/main" id="{2447094A-A90B-6C37-6BC8-C98C60AFD600}"/>
              </a:ext>
            </a:extLst>
          </p:cNvPr>
          <p:cNvSpPr txBox="1"/>
          <p:nvPr/>
        </p:nvSpPr>
        <p:spPr>
          <a:xfrm>
            <a:off x="4198353" y="4247539"/>
            <a:ext cx="804421" cy="369332"/>
          </a:xfrm>
          <a:prstGeom prst="rect">
            <a:avLst/>
          </a:prstGeom>
          <a:noFill/>
        </p:spPr>
        <p:txBody>
          <a:bodyPr wrap="square" rtlCol="0">
            <a:spAutoFit/>
          </a:bodyPr>
          <a:lstStyle/>
          <a:p>
            <a:r>
              <a:rPr lang="en-IN" b="1" dirty="0"/>
              <a:t>E6 = 2</a:t>
            </a:r>
          </a:p>
        </p:txBody>
      </p:sp>
      <p:sp>
        <p:nvSpPr>
          <p:cNvPr id="39" name="TextBox 38">
            <a:extLst>
              <a:ext uri="{FF2B5EF4-FFF2-40B4-BE49-F238E27FC236}">
                <a16:creationId xmlns:a16="http://schemas.microsoft.com/office/drawing/2014/main" id="{EC4A68EE-35A0-B4F0-183A-E6552484D3CC}"/>
              </a:ext>
            </a:extLst>
          </p:cNvPr>
          <p:cNvSpPr txBox="1"/>
          <p:nvPr/>
        </p:nvSpPr>
        <p:spPr>
          <a:xfrm>
            <a:off x="4921027" y="3416715"/>
            <a:ext cx="950683" cy="369332"/>
          </a:xfrm>
          <a:prstGeom prst="rect">
            <a:avLst/>
          </a:prstGeom>
          <a:noFill/>
        </p:spPr>
        <p:txBody>
          <a:bodyPr wrap="square" rtlCol="0">
            <a:spAutoFit/>
          </a:bodyPr>
          <a:lstStyle/>
          <a:p>
            <a:r>
              <a:rPr lang="en-IN" b="1" dirty="0"/>
              <a:t>E5 = -4</a:t>
            </a:r>
          </a:p>
        </p:txBody>
      </p:sp>
      <p:sp>
        <p:nvSpPr>
          <p:cNvPr id="40" name="TextBox 39">
            <a:extLst>
              <a:ext uri="{FF2B5EF4-FFF2-40B4-BE49-F238E27FC236}">
                <a16:creationId xmlns:a16="http://schemas.microsoft.com/office/drawing/2014/main" id="{38E879C6-22BC-9AB5-913A-C340858D4BAD}"/>
              </a:ext>
            </a:extLst>
          </p:cNvPr>
          <p:cNvSpPr txBox="1"/>
          <p:nvPr/>
        </p:nvSpPr>
        <p:spPr>
          <a:xfrm>
            <a:off x="4385167" y="2595720"/>
            <a:ext cx="951901" cy="369332"/>
          </a:xfrm>
          <a:prstGeom prst="rect">
            <a:avLst/>
          </a:prstGeom>
          <a:noFill/>
        </p:spPr>
        <p:txBody>
          <a:bodyPr wrap="square" rtlCol="0">
            <a:spAutoFit/>
          </a:bodyPr>
          <a:lstStyle/>
          <a:p>
            <a:r>
              <a:rPr lang="en-IN" b="1" dirty="0"/>
              <a:t>E4 = -3</a:t>
            </a:r>
          </a:p>
        </p:txBody>
      </p:sp>
      <p:sp>
        <p:nvSpPr>
          <p:cNvPr id="41" name="TextBox 40">
            <a:extLst>
              <a:ext uri="{FF2B5EF4-FFF2-40B4-BE49-F238E27FC236}">
                <a16:creationId xmlns:a16="http://schemas.microsoft.com/office/drawing/2014/main" id="{3FCF2FE0-6CE1-0D50-F680-8F7601277A53}"/>
              </a:ext>
            </a:extLst>
          </p:cNvPr>
          <p:cNvSpPr txBox="1"/>
          <p:nvPr/>
        </p:nvSpPr>
        <p:spPr>
          <a:xfrm>
            <a:off x="5776435" y="3141410"/>
            <a:ext cx="979527" cy="369332"/>
          </a:xfrm>
          <a:prstGeom prst="rect">
            <a:avLst/>
          </a:prstGeom>
          <a:noFill/>
        </p:spPr>
        <p:txBody>
          <a:bodyPr wrap="square" rtlCol="0">
            <a:spAutoFit/>
          </a:bodyPr>
          <a:lstStyle/>
          <a:p>
            <a:r>
              <a:rPr lang="en-IN" b="1" dirty="0"/>
              <a:t>E9 = 7</a:t>
            </a:r>
          </a:p>
        </p:txBody>
      </p:sp>
      <p:sp>
        <p:nvSpPr>
          <p:cNvPr id="42" name="TextBox 41">
            <a:extLst>
              <a:ext uri="{FF2B5EF4-FFF2-40B4-BE49-F238E27FC236}">
                <a16:creationId xmlns:a16="http://schemas.microsoft.com/office/drawing/2014/main" id="{87840098-D36A-A094-99B9-18AC7CE8EB48}"/>
              </a:ext>
            </a:extLst>
          </p:cNvPr>
          <p:cNvSpPr txBox="1"/>
          <p:nvPr/>
        </p:nvSpPr>
        <p:spPr>
          <a:xfrm>
            <a:off x="4100033" y="2182764"/>
            <a:ext cx="988122" cy="369332"/>
          </a:xfrm>
          <a:prstGeom prst="rect">
            <a:avLst/>
          </a:prstGeom>
          <a:noFill/>
        </p:spPr>
        <p:txBody>
          <a:bodyPr wrap="square" rtlCol="0">
            <a:spAutoFit/>
          </a:bodyPr>
          <a:lstStyle/>
          <a:p>
            <a:r>
              <a:rPr lang="en-IN" b="1" dirty="0"/>
              <a:t>E3 = -2</a:t>
            </a:r>
          </a:p>
        </p:txBody>
      </p:sp>
      <p:sp>
        <p:nvSpPr>
          <p:cNvPr id="43" name="TextBox 42">
            <a:extLst>
              <a:ext uri="{FF2B5EF4-FFF2-40B4-BE49-F238E27FC236}">
                <a16:creationId xmlns:a16="http://schemas.microsoft.com/office/drawing/2014/main" id="{1402968F-4DB7-698E-07A1-BFD39D20AF77}"/>
              </a:ext>
            </a:extLst>
          </p:cNvPr>
          <p:cNvSpPr txBox="1"/>
          <p:nvPr/>
        </p:nvSpPr>
        <p:spPr>
          <a:xfrm>
            <a:off x="4252433" y="1332271"/>
            <a:ext cx="835722" cy="369332"/>
          </a:xfrm>
          <a:prstGeom prst="rect">
            <a:avLst/>
          </a:prstGeom>
          <a:noFill/>
        </p:spPr>
        <p:txBody>
          <a:bodyPr wrap="square" rtlCol="0">
            <a:spAutoFit/>
          </a:bodyPr>
          <a:lstStyle/>
          <a:p>
            <a:r>
              <a:rPr lang="en-IN" b="1" dirty="0"/>
              <a:t>E2 = 5</a:t>
            </a:r>
          </a:p>
        </p:txBody>
      </p:sp>
      <p:sp>
        <p:nvSpPr>
          <p:cNvPr id="44" name="TextBox 43">
            <a:extLst>
              <a:ext uri="{FF2B5EF4-FFF2-40B4-BE49-F238E27FC236}">
                <a16:creationId xmlns:a16="http://schemas.microsoft.com/office/drawing/2014/main" id="{08A67762-AEE7-65C8-FDAB-4EC54FEB2F5A}"/>
              </a:ext>
            </a:extLst>
          </p:cNvPr>
          <p:cNvSpPr txBox="1"/>
          <p:nvPr/>
        </p:nvSpPr>
        <p:spPr>
          <a:xfrm>
            <a:off x="1455154" y="3559279"/>
            <a:ext cx="688258" cy="369332"/>
          </a:xfrm>
          <a:prstGeom prst="rect">
            <a:avLst/>
          </a:prstGeom>
          <a:noFill/>
        </p:spPr>
        <p:txBody>
          <a:bodyPr wrap="square" rtlCol="0">
            <a:spAutoFit/>
          </a:bodyPr>
          <a:lstStyle/>
          <a:p>
            <a:r>
              <a:rPr lang="en-IN" b="1" dirty="0"/>
              <a:t>s</a:t>
            </a:r>
          </a:p>
        </p:txBody>
      </p:sp>
      <p:sp>
        <p:nvSpPr>
          <p:cNvPr id="45" name="TextBox 44">
            <a:extLst>
              <a:ext uri="{FF2B5EF4-FFF2-40B4-BE49-F238E27FC236}">
                <a16:creationId xmlns:a16="http://schemas.microsoft.com/office/drawing/2014/main" id="{E1011384-7497-F7FF-31F6-C52A7322A9EF}"/>
              </a:ext>
            </a:extLst>
          </p:cNvPr>
          <p:cNvSpPr txBox="1"/>
          <p:nvPr/>
        </p:nvSpPr>
        <p:spPr>
          <a:xfrm>
            <a:off x="3239711" y="4930880"/>
            <a:ext cx="688258" cy="369332"/>
          </a:xfrm>
          <a:prstGeom prst="rect">
            <a:avLst/>
          </a:prstGeom>
          <a:noFill/>
        </p:spPr>
        <p:txBody>
          <a:bodyPr wrap="square" rtlCol="0">
            <a:spAutoFit/>
          </a:bodyPr>
          <a:lstStyle/>
          <a:p>
            <a:r>
              <a:rPr lang="en-IN" b="1" dirty="0"/>
              <a:t>y</a:t>
            </a:r>
          </a:p>
        </p:txBody>
      </p:sp>
      <p:sp>
        <p:nvSpPr>
          <p:cNvPr id="46" name="TextBox 45">
            <a:extLst>
              <a:ext uri="{FF2B5EF4-FFF2-40B4-BE49-F238E27FC236}">
                <a16:creationId xmlns:a16="http://schemas.microsoft.com/office/drawing/2014/main" id="{488F449E-FC0B-9D72-D446-AF8262A9898B}"/>
              </a:ext>
            </a:extLst>
          </p:cNvPr>
          <p:cNvSpPr txBox="1"/>
          <p:nvPr/>
        </p:nvSpPr>
        <p:spPr>
          <a:xfrm>
            <a:off x="5624038" y="4925963"/>
            <a:ext cx="688258" cy="369332"/>
          </a:xfrm>
          <a:prstGeom prst="rect">
            <a:avLst/>
          </a:prstGeom>
          <a:noFill/>
        </p:spPr>
        <p:txBody>
          <a:bodyPr wrap="square" rtlCol="0">
            <a:spAutoFit/>
          </a:bodyPr>
          <a:lstStyle/>
          <a:p>
            <a:r>
              <a:rPr lang="en-IN" b="1" dirty="0"/>
              <a:t>z</a:t>
            </a:r>
          </a:p>
        </p:txBody>
      </p:sp>
      <p:sp>
        <p:nvSpPr>
          <p:cNvPr id="47" name="TextBox 46">
            <a:extLst>
              <a:ext uri="{FF2B5EF4-FFF2-40B4-BE49-F238E27FC236}">
                <a16:creationId xmlns:a16="http://schemas.microsoft.com/office/drawing/2014/main" id="{2F5995E3-A8E2-5888-7B78-563F528F9295}"/>
              </a:ext>
            </a:extLst>
          </p:cNvPr>
          <p:cNvSpPr txBox="1"/>
          <p:nvPr/>
        </p:nvSpPr>
        <p:spPr>
          <a:xfrm>
            <a:off x="3234794" y="1632149"/>
            <a:ext cx="688258" cy="369332"/>
          </a:xfrm>
          <a:prstGeom prst="rect">
            <a:avLst/>
          </a:prstGeom>
          <a:noFill/>
        </p:spPr>
        <p:txBody>
          <a:bodyPr wrap="square" rtlCol="0">
            <a:spAutoFit/>
          </a:bodyPr>
          <a:lstStyle/>
          <a:p>
            <a:r>
              <a:rPr lang="en-IN" b="1" dirty="0"/>
              <a:t>t</a:t>
            </a:r>
          </a:p>
        </p:txBody>
      </p:sp>
      <p:sp>
        <p:nvSpPr>
          <p:cNvPr id="48" name="TextBox 47">
            <a:extLst>
              <a:ext uri="{FF2B5EF4-FFF2-40B4-BE49-F238E27FC236}">
                <a16:creationId xmlns:a16="http://schemas.microsoft.com/office/drawing/2014/main" id="{1C1E4816-59FA-9923-0A96-E7096F575AA6}"/>
              </a:ext>
            </a:extLst>
          </p:cNvPr>
          <p:cNvSpPr txBox="1"/>
          <p:nvPr/>
        </p:nvSpPr>
        <p:spPr>
          <a:xfrm>
            <a:off x="5717444" y="1558406"/>
            <a:ext cx="688258" cy="369332"/>
          </a:xfrm>
          <a:prstGeom prst="rect">
            <a:avLst/>
          </a:prstGeom>
          <a:noFill/>
        </p:spPr>
        <p:txBody>
          <a:bodyPr wrap="square" rtlCol="0">
            <a:spAutoFit/>
          </a:bodyPr>
          <a:lstStyle/>
          <a:p>
            <a:r>
              <a:rPr lang="en-IN" b="1" dirty="0"/>
              <a:t>x</a:t>
            </a:r>
          </a:p>
        </p:txBody>
      </p:sp>
      <p:sp>
        <p:nvSpPr>
          <p:cNvPr id="51" name="TextBox 50">
            <a:extLst>
              <a:ext uri="{FF2B5EF4-FFF2-40B4-BE49-F238E27FC236}">
                <a16:creationId xmlns:a16="http://schemas.microsoft.com/office/drawing/2014/main" id="{E7C5A1B4-C53F-5CE2-4CBB-AC074B5DF9E2}"/>
              </a:ext>
            </a:extLst>
          </p:cNvPr>
          <p:cNvSpPr txBox="1"/>
          <p:nvPr/>
        </p:nvSpPr>
        <p:spPr>
          <a:xfrm>
            <a:off x="3377359" y="3180737"/>
            <a:ext cx="875074" cy="369332"/>
          </a:xfrm>
          <a:prstGeom prst="rect">
            <a:avLst/>
          </a:prstGeom>
          <a:noFill/>
        </p:spPr>
        <p:txBody>
          <a:bodyPr wrap="square" rtlCol="0">
            <a:spAutoFit/>
          </a:bodyPr>
          <a:lstStyle/>
          <a:p>
            <a:r>
              <a:rPr lang="en-IN" b="1" dirty="0"/>
              <a:t>E10 = 8</a:t>
            </a:r>
          </a:p>
        </p:txBody>
      </p:sp>
      <p:sp>
        <p:nvSpPr>
          <p:cNvPr id="52" name="TextBox 51">
            <a:extLst>
              <a:ext uri="{FF2B5EF4-FFF2-40B4-BE49-F238E27FC236}">
                <a16:creationId xmlns:a16="http://schemas.microsoft.com/office/drawing/2014/main" id="{C370975B-F655-4C2B-BDA1-B4DC1CFD9626}"/>
              </a:ext>
            </a:extLst>
          </p:cNvPr>
          <p:cNvSpPr txBox="1"/>
          <p:nvPr/>
        </p:nvSpPr>
        <p:spPr>
          <a:xfrm>
            <a:off x="7826477" y="1961536"/>
            <a:ext cx="3512575" cy="646331"/>
          </a:xfrm>
          <a:prstGeom prst="rect">
            <a:avLst/>
          </a:prstGeom>
          <a:noFill/>
        </p:spPr>
        <p:txBody>
          <a:bodyPr wrap="square" rtlCol="0">
            <a:spAutoFit/>
          </a:bodyPr>
          <a:lstStyle/>
          <a:p>
            <a:r>
              <a:rPr lang="en-IN" dirty="0"/>
              <a:t>Let’s say that the edges are visited in the order E1 to E10.</a:t>
            </a:r>
          </a:p>
        </p:txBody>
      </p:sp>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1537DD6D-DF45-8CC6-4020-96A4F48A5BAA}"/>
                  </a:ext>
                </a:extLst>
              </p14:cNvPr>
              <p14:cNvContentPartPr/>
              <p14:nvPr/>
            </p14:nvContentPartPr>
            <p14:xfrm>
              <a:off x="3268440" y="1994760"/>
              <a:ext cx="2670840" cy="2921040"/>
            </p14:xfrm>
          </p:contentPart>
        </mc:Choice>
        <mc:Fallback xmlns="">
          <p:pic>
            <p:nvPicPr>
              <p:cNvPr id="2" name="Ink 1">
                <a:extLst>
                  <a:ext uri="{FF2B5EF4-FFF2-40B4-BE49-F238E27FC236}">
                    <a16:creationId xmlns:a16="http://schemas.microsoft.com/office/drawing/2014/main" id="{1537DD6D-DF45-8CC6-4020-96A4F48A5BAA}"/>
                  </a:ext>
                </a:extLst>
              </p:cNvPr>
              <p:cNvPicPr/>
              <p:nvPr/>
            </p:nvPicPr>
            <p:blipFill>
              <a:blip r:embed="rId7"/>
              <a:stretch>
                <a:fillRect/>
              </a:stretch>
            </p:blipFill>
            <p:spPr>
              <a:xfrm>
                <a:off x="3259080" y="1985400"/>
                <a:ext cx="2689560" cy="2939760"/>
              </a:xfrm>
              <a:prstGeom prst="rect">
                <a:avLst/>
              </a:prstGeom>
            </p:spPr>
          </p:pic>
        </mc:Fallback>
      </mc:AlternateContent>
    </p:spTree>
    <p:extLst>
      <p:ext uri="{BB962C8B-B14F-4D97-AF65-F5344CB8AC3E}">
        <p14:creationId xmlns:p14="http://schemas.microsoft.com/office/powerpoint/2010/main" val="3377197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66251C-F530-958F-9601-E4FE4F3B47EC}"/>
              </a:ext>
            </a:extLst>
          </p:cNvPr>
          <p:cNvSpPr>
            <a:spLocks noGrp="1"/>
          </p:cNvSpPr>
          <p:nvPr>
            <p:ph type="title"/>
          </p:nvPr>
        </p:nvSpPr>
        <p:spPr/>
        <p:txBody>
          <a:bodyPr/>
          <a:lstStyle/>
          <a:p>
            <a:r>
              <a:rPr lang="en-IN" dirty="0"/>
              <a:t>Example</a:t>
            </a:r>
          </a:p>
        </p:txBody>
      </p:sp>
      <p:sp>
        <p:nvSpPr>
          <p:cNvPr id="6" name="Oval 5">
            <a:extLst>
              <a:ext uri="{FF2B5EF4-FFF2-40B4-BE49-F238E27FC236}">
                <a16:creationId xmlns:a16="http://schemas.microsoft.com/office/drawing/2014/main" id="{1405F1FC-01F0-BFD0-4597-28FE22496DC1}"/>
              </a:ext>
            </a:extLst>
          </p:cNvPr>
          <p:cNvSpPr/>
          <p:nvPr/>
        </p:nvSpPr>
        <p:spPr>
          <a:xfrm>
            <a:off x="1661652" y="321515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0</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10F962E-6123-3C56-AE8C-2BBC88A0DFEB}"/>
                  </a:ext>
                </a:extLst>
              </p:cNvPr>
              <p:cNvSpPr/>
              <p:nvPr/>
            </p:nvSpPr>
            <p:spPr>
              <a:xfrm>
                <a:off x="3141408" y="1961536"/>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𝟔</m:t>
                      </m:r>
                    </m:oMath>
                  </m:oMathPara>
                </a14:m>
                <a:endParaRPr lang="en-IN" sz="2400" b="1" dirty="0">
                  <a:solidFill>
                    <a:schemeClr val="tx1"/>
                  </a:solidFill>
                </a:endParaRPr>
              </a:p>
            </p:txBody>
          </p:sp>
        </mc:Choice>
        <mc:Fallback xmlns="">
          <p:sp>
            <p:nvSpPr>
              <p:cNvPr id="7" name="Oval 6">
                <a:extLst>
                  <a:ext uri="{FF2B5EF4-FFF2-40B4-BE49-F238E27FC236}">
                    <a16:creationId xmlns:a16="http://schemas.microsoft.com/office/drawing/2014/main" id="{D10F962E-6123-3C56-AE8C-2BBC88A0DFEB}"/>
                  </a:ext>
                </a:extLst>
              </p:cNvPr>
              <p:cNvSpPr>
                <a:spLocks noRot="1" noChangeAspect="1" noMove="1" noResize="1" noEditPoints="1" noAdjustHandles="1" noChangeArrowheads="1" noChangeShapeType="1" noTextEdit="1"/>
              </p:cNvSpPr>
              <p:nvPr/>
            </p:nvSpPr>
            <p:spPr>
              <a:xfrm>
                <a:off x="3141408" y="1961536"/>
                <a:ext cx="658761" cy="580103"/>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B6DC3288-4242-6755-0E58-663DECD655B4}"/>
                  </a:ext>
                </a:extLst>
              </p:cNvPr>
              <p:cNvSpPr/>
              <p:nvPr/>
            </p:nvSpPr>
            <p:spPr>
              <a:xfrm>
                <a:off x="3057832" y="4395023"/>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𝟕</m:t>
                      </m:r>
                    </m:oMath>
                  </m:oMathPara>
                </a14:m>
                <a:endParaRPr lang="en-IN" sz="2400" b="1" dirty="0">
                  <a:solidFill>
                    <a:schemeClr val="tx1"/>
                  </a:solidFill>
                </a:endParaRPr>
              </a:p>
            </p:txBody>
          </p:sp>
        </mc:Choice>
        <mc:Fallback xmlns="">
          <p:sp>
            <p:nvSpPr>
              <p:cNvPr id="8" name="Oval 7">
                <a:extLst>
                  <a:ext uri="{FF2B5EF4-FFF2-40B4-BE49-F238E27FC236}">
                    <a16:creationId xmlns:a16="http://schemas.microsoft.com/office/drawing/2014/main" id="{B6DC3288-4242-6755-0E58-663DECD655B4}"/>
                  </a:ext>
                </a:extLst>
              </p:cNvPr>
              <p:cNvSpPr>
                <a:spLocks noRot="1" noChangeAspect="1" noMove="1" noResize="1" noEditPoints="1" noAdjustHandles="1" noChangeArrowheads="1" noChangeShapeType="1" noTextEdit="1"/>
              </p:cNvSpPr>
              <p:nvPr/>
            </p:nvSpPr>
            <p:spPr>
              <a:xfrm>
                <a:off x="3057832" y="4395023"/>
                <a:ext cx="658761" cy="580103"/>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497E5D58-D411-8223-149E-DB72E0B119D9}"/>
                  </a:ext>
                </a:extLst>
              </p:cNvPr>
              <p:cNvSpPr/>
              <p:nvPr/>
            </p:nvSpPr>
            <p:spPr>
              <a:xfrm>
                <a:off x="5442159" y="4409771"/>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𝟐</m:t>
                      </m:r>
                    </m:oMath>
                  </m:oMathPara>
                </a14:m>
                <a:endParaRPr lang="en-IN" sz="2400" b="1" dirty="0">
                  <a:solidFill>
                    <a:schemeClr val="tx1"/>
                  </a:solidFill>
                </a:endParaRPr>
              </a:p>
            </p:txBody>
          </p:sp>
        </mc:Choice>
        <mc:Fallback xmlns="">
          <p:sp>
            <p:nvSpPr>
              <p:cNvPr id="9" name="Oval 8">
                <a:extLst>
                  <a:ext uri="{FF2B5EF4-FFF2-40B4-BE49-F238E27FC236}">
                    <a16:creationId xmlns:a16="http://schemas.microsoft.com/office/drawing/2014/main" id="{497E5D58-D411-8223-149E-DB72E0B119D9}"/>
                  </a:ext>
                </a:extLst>
              </p:cNvPr>
              <p:cNvSpPr>
                <a:spLocks noRot="1" noChangeAspect="1" noMove="1" noResize="1" noEditPoints="1" noAdjustHandles="1" noChangeArrowheads="1" noChangeShapeType="1" noTextEdit="1"/>
              </p:cNvSpPr>
              <p:nvPr/>
            </p:nvSpPr>
            <p:spPr>
              <a:xfrm>
                <a:off x="5442159" y="4409771"/>
                <a:ext cx="658761" cy="580103"/>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2A24FE49-E847-9CC1-DC8E-861DFAD8FB8A}"/>
                  </a:ext>
                </a:extLst>
              </p:cNvPr>
              <p:cNvSpPr/>
              <p:nvPr/>
            </p:nvSpPr>
            <p:spPr>
              <a:xfrm>
                <a:off x="5456907" y="188779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𝟗</m:t>
                      </m:r>
                    </m:oMath>
                  </m:oMathPara>
                </a14:m>
                <a:endParaRPr lang="en-IN" sz="2400" b="1" dirty="0">
                  <a:solidFill>
                    <a:schemeClr val="tx1"/>
                  </a:solidFill>
                </a:endParaRPr>
              </a:p>
            </p:txBody>
          </p:sp>
        </mc:Choice>
        <mc:Fallback xmlns="">
          <p:sp>
            <p:nvSpPr>
              <p:cNvPr id="10" name="Oval 9">
                <a:extLst>
                  <a:ext uri="{FF2B5EF4-FFF2-40B4-BE49-F238E27FC236}">
                    <a16:creationId xmlns:a16="http://schemas.microsoft.com/office/drawing/2014/main" id="{2A24FE49-E847-9CC1-DC8E-861DFAD8FB8A}"/>
                  </a:ext>
                </a:extLst>
              </p:cNvPr>
              <p:cNvSpPr>
                <a:spLocks noRot="1" noChangeAspect="1" noMove="1" noResize="1" noEditPoints="1" noAdjustHandles="1" noChangeArrowheads="1" noChangeShapeType="1" noTextEdit="1"/>
              </p:cNvSpPr>
              <p:nvPr/>
            </p:nvSpPr>
            <p:spPr>
              <a:xfrm>
                <a:off x="5456907" y="1887790"/>
                <a:ext cx="658761" cy="580103"/>
              </a:xfrm>
              <a:prstGeom prst="ellipse">
                <a:avLst/>
              </a:prstGeom>
              <a:blipFill>
                <a:blip r:embed="rId5"/>
                <a:stretch>
                  <a:fillRect/>
                </a:stretch>
              </a:blipFill>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ECF57DAE-92D3-E7EB-7866-EC09243D3546}"/>
              </a:ext>
            </a:extLst>
          </p:cNvPr>
          <p:cNvCxnSpPr>
            <a:stCxn id="6" idx="7"/>
            <a:endCxn id="7" idx="3"/>
          </p:cNvCxnSpPr>
          <p:nvPr/>
        </p:nvCxnSpPr>
        <p:spPr>
          <a:xfrm flipV="1">
            <a:off x="2223940" y="2456685"/>
            <a:ext cx="1013941" cy="8434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9B8B17A-57AC-05BD-262A-E2A2AFCFA947}"/>
              </a:ext>
            </a:extLst>
          </p:cNvPr>
          <p:cNvCxnSpPr>
            <a:stCxn id="6" idx="5"/>
            <a:endCxn id="8" idx="1"/>
          </p:cNvCxnSpPr>
          <p:nvPr/>
        </p:nvCxnSpPr>
        <p:spPr>
          <a:xfrm>
            <a:off x="2223940" y="3710299"/>
            <a:ext cx="930365" cy="7696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420E590-D3D0-93EC-61BE-433DA8275B04}"/>
              </a:ext>
            </a:extLst>
          </p:cNvPr>
          <p:cNvCxnSpPr>
            <a:stCxn id="8" idx="6"/>
            <a:endCxn id="9" idx="2"/>
          </p:cNvCxnSpPr>
          <p:nvPr/>
        </p:nvCxnSpPr>
        <p:spPr>
          <a:xfrm>
            <a:off x="3716593" y="4685075"/>
            <a:ext cx="1725566" cy="147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7DAB395-52DF-EF6B-4FDF-DDFE67FF2C05}"/>
              </a:ext>
            </a:extLst>
          </p:cNvPr>
          <p:cNvCxnSpPr>
            <a:stCxn id="9" idx="0"/>
            <a:endCxn id="10" idx="4"/>
          </p:cNvCxnSpPr>
          <p:nvPr/>
        </p:nvCxnSpPr>
        <p:spPr>
          <a:xfrm flipV="1">
            <a:off x="5771540" y="2467893"/>
            <a:ext cx="14748" cy="1941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49F47D7-C321-E306-64AD-51503625EC29}"/>
              </a:ext>
            </a:extLst>
          </p:cNvPr>
          <p:cNvCxnSpPr>
            <a:stCxn id="9" idx="1"/>
            <a:endCxn id="6" idx="6"/>
          </p:cNvCxnSpPr>
          <p:nvPr/>
        </p:nvCxnSpPr>
        <p:spPr>
          <a:xfrm flipH="1" flipV="1">
            <a:off x="2320413" y="3505202"/>
            <a:ext cx="3218219" cy="9895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843406C-4536-3DE6-896F-7D9D583DE1F2}"/>
              </a:ext>
            </a:extLst>
          </p:cNvPr>
          <p:cNvCxnSpPr>
            <a:stCxn id="7" idx="4"/>
            <a:endCxn id="8" idx="0"/>
          </p:cNvCxnSpPr>
          <p:nvPr/>
        </p:nvCxnSpPr>
        <p:spPr>
          <a:xfrm flipH="1">
            <a:off x="3387213" y="2541639"/>
            <a:ext cx="83576" cy="18533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E95589B-9E96-B6C0-A0E7-D77BF6024184}"/>
              </a:ext>
            </a:extLst>
          </p:cNvPr>
          <p:cNvCxnSpPr>
            <a:stCxn id="8" idx="7"/>
            <a:endCxn id="10" idx="3"/>
          </p:cNvCxnSpPr>
          <p:nvPr/>
        </p:nvCxnSpPr>
        <p:spPr>
          <a:xfrm flipV="1">
            <a:off x="3620120" y="2382939"/>
            <a:ext cx="1933260" cy="20970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32019BC-A893-0AEB-38B5-95BFE8D5100D}"/>
              </a:ext>
            </a:extLst>
          </p:cNvPr>
          <p:cNvCxnSpPr>
            <a:stCxn id="7" idx="5"/>
            <a:endCxn id="9" idx="0"/>
          </p:cNvCxnSpPr>
          <p:nvPr/>
        </p:nvCxnSpPr>
        <p:spPr>
          <a:xfrm>
            <a:off x="3703696" y="2456685"/>
            <a:ext cx="2067844" cy="19530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4FB48DB9-6E9C-52D9-99D5-B9DA44317A69}"/>
              </a:ext>
            </a:extLst>
          </p:cNvPr>
          <p:cNvCxnSpPr>
            <a:stCxn id="7" idx="7"/>
            <a:endCxn id="10" idx="1"/>
          </p:cNvCxnSpPr>
          <p:nvPr/>
        </p:nvCxnSpPr>
        <p:spPr>
          <a:xfrm rot="5400000" flipH="1" flipV="1">
            <a:off x="4591665" y="1084775"/>
            <a:ext cx="73746" cy="1849684"/>
          </a:xfrm>
          <a:prstGeom prst="curvedConnector3">
            <a:avLst>
              <a:gd name="adj1" fmla="val 52518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A935BAA4-BAD7-4444-EBFF-4D733BE42829}"/>
              </a:ext>
            </a:extLst>
          </p:cNvPr>
          <p:cNvCxnSpPr>
            <a:stCxn id="10" idx="2"/>
            <a:endCxn id="7" idx="6"/>
          </p:cNvCxnSpPr>
          <p:nvPr/>
        </p:nvCxnSpPr>
        <p:spPr>
          <a:xfrm rot="10800000" flipV="1">
            <a:off x="3800169" y="2177842"/>
            <a:ext cx="1656738" cy="73746"/>
          </a:xfrm>
          <a:prstGeom prst="curvedConnector3">
            <a:avLst>
              <a:gd name="adj1" fmla="val 5059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3EC66F8-0736-4766-721E-8BDD7B643A3B}"/>
              </a:ext>
            </a:extLst>
          </p:cNvPr>
          <p:cNvSpPr txBox="1"/>
          <p:nvPr/>
        </p:nvSpPr>
        <p:spPr>
          <a:xfrm>
            <a:off x="2074609" y="4050894"/>
            <a:ext cx="1032362" cy="369332"/>
          </a:xfrm>
          <a:prstGeom prst="rect">
            <a:avLst/>
          </a:prstGeom>
          <a:noFill/>
        </p:spPr>
        <p:txBody>
          <a:bodyPr wrap="square" rtlCol="0">
            <a:spAutoFit/>
          </a:bodyPr>
          <a:lstStyle/>
          <a:p>
            <a:r>
              <a:rPr lang="en-IN" b="1" dirty="0"/>
              <a:t>E8 = 7</a:t>
            </a:r>
          </a:p>
        </p:txBody>
      </p:sp>
      <p:sp>
        <p:nvSpPr>
          <p:cNvPr id="36" name="TextBox 35">
            <a:extLst>
              <a:ext uri="{FF2B5EF4-FFF2-40B4-BE49-F238E27FC236}">
                <a16:creationId xmlns:a16="http://schemas.microsoft.com/office/drawing/2014/main" id="{86468A06-AD8F-C1DA-E967-1226B8D1BE03}"/>
              </a:ext>
            </a:extLst>
          </p:cNvPr>
          <p:cNvSpPr txBox="1"/>
          <p:nvPr/>
        </p:nvSpPr>
        <p:spPr>
          <a:xfrm>
            <a:off x="2167993" y="2531806"/>
            <a:ext cx="816099" cy="369332"/>
          </a:xfrm>
          <a:prstGeom prst="rect">
            <a:avLst/>
          </a:prstGeom>
          <a:noFill/>
        </p:spPr>
        <p:txBody>
          <a:bodyPr wrap="square" rtlCol="0">
            <a:spAutoFit/>
          </a:bodyPr>
          <a:lstStyle/>
          <a:p>
            <a:r>
              <a:rPr lang="en-IN" b="1" dirty="0"/>
              <a:t>E1 = 6</a:t>
            </a:r>
          </a:p>
        </p:txBody>
      </p:sp>
      <p:sp>
        <p:nvSpPr>
          <p:cNvPr id="37" name="TextBox 36">
            <a:extLst>
              <a:ext uri="{FF2B5EF4-FFF2-40B4-BE49-F238E27FC236}">
                <a16:creationId xmlns:a16="http://schemas.microsoft.com/office/drawing/2014/main" id="{93B91B53-AEAC-C30A-E63D-69F6421E7F7D}"/>
              </a:ext>
            </a:extLst>
          </p:cNvPr>
          <p:cNvSpPr txBox="1"/>
          <p:nvPr/>
        </p:nvSpPr>
        <p:spPr>
          <a:xfrm>
            <a:off x="4399916" y="4744071"/>
            <a:ext cx="937152" cy="369332"/>
          </a:xfrm>
          <a:prstGeom prst="rect">
            <a:avLst/>
          </a:prstGeom>
          <a:noFill/>
        </p:spPr>
        <p:txBody>
          <a:bodyPr wrap="square" rtlCol="0">
            <a:spAutoFit/>
          </a:bodyPr>
          <a:lstStyle/>
          <a:p>
            <a:r>
              <a:rPr lang="en-IN" b="1" dirty="0"/>
              <a:t>E7 = 9</a:t>
            </a:r>
          </a:p>
        </p:txBody>
      </p:sp>
      <p:sp>
        <p:nvSpPr>
          <p:cNvPr id="38" name="TextBox 37">
            <a:extLst>
              <a:ext uri="{FF2B5EF4-FFF2-40B4-BE49-F238E27FC236}">
                <a16:creationId xmlns:a16="http://schemas.microsoft.com/office/drawing/2014/main" id="{2447094A-A90B-6C37-6BC8-C98C60AFD600}"/>
              </a:ext>
            </a:extLst>
          </p:cNvPr>
          <p:cNvSpPr txBox="1"/>
          <p:nvPr/>
        </p:nvSpPr>
        <p:spPr>
          <a:xfrm>
            <a:off x="4198353" y="4247539"/>
            <a:ext cx="804421" cy="369332"/>
          </a:xfrm>
          <a:prstGeom prst="rect">
            <a:avLst/>
          </a:prstGeom>
          <a:noFill/>
        </p:spPr>
        <p:txBody>
          <a:bodyPr wrap="square" rtlCol="0">
            <a:spAutoFit/>
          </a:bodyPr>
          <a:lstStyle/>
          <a:p>
            <a:r>
              <a:rPr lang="en-IN" b="1" dirty="0"/>
              <a:t>E6 = 2</a:t>
            </a:r>
          </a:p>
        </p:txBody>
      </p:sp>
      <p:sp>
        <p:nvSpPr>
          <p:cNvPr id="39" name="TextBox 38">
            <a:extLst>
              <a:ext uri="{FF2B5EF4-FFF2-40B4-BE49-F238E27FC236}">
                <a16:creationId xmlns:a16="http://schemas.microsoft.com/office/drawing/2014/main" id="{EC4A68EE-35A0-B4F0-183A-E6552484D3CC}"/>
              </a:ext>
            </a:extLst>
          </p:cNvPr>
          <p:cNvSpPr txBox="1"/>
          <p:nvPr/>
        </p:nvSpPr>
        <p:spPr>
          <a:xfrm>
            <a:off x="4921027" y="3416715"/>
            <a:ext cx="950683" cy="369332"/>
          </a:xfrm>
          <a:prstGeom prst="rect">
            <a:avLst/>
          </a:prstGeom>
          <a:noFill/>
        </p:spPr>
        <p:txBody>
          <a:bodyPr wrap="square" rtlCol="0">
            <a:spAutoFit/>
          </a:bodyPr>
          <a:lstStyle/>
          <a:p>
            <a:r>
              <a:rPr lang="en-IN" b="1" dirty="0"/>
              <a:t>E5 = -4</a:t>
            </a:r>
          </a:p>
        </p:txBody>
      </p:sp>
      <p:sp>
        <p:nvSpPr>
          <p:cNvPr id="40" name="TextBox 39">
            <a:extLst>
              <a:ext uri="{FF2B5EF4-FFF2-40B4-BE49-F238E27FC236}">
                <a16:creationId xmlns:a16="http://schemas.microsoft.com/office/drawing/2014/main" id="{38E879C6-22BC-9AB5-913A-C340858D4BAD}"/>
              </a:ext>
            </a:extLst>
          </p:cNvPr>
          <p:cNvSpPr txBox="1"/>
          <p:nvPr/>
        </p:nvSpPr>
        <p:spPr>
          <a:xfrm>
            <a:off x="4385167" y="2595720"/>
            <a:ext cx="951901" cy="369332"/>
          </a:xfrm>
          <a:prstGeom prst="rect">
            <a:avLst/>
          </a:prstGeom>
          <a:noFill/>
        </p:spPr>
        <p:txBody>
          <a:bodyPr wrap="square" rtlCol="0">
            <a:spAutoFit/>
          </a:bodyPr>
          <a:lstStyle/>
          <a:p>
            <a:r>
              <a:rPr lang="en-IN" b="1" dirty="0"/>
              <a:t>E4 = -3</a:t>
            </a:r>
          </a:p>
        </p:txBody>
      </p:sp>
      <p:sp>
        <p:nvSpPr>
          <p:cNvPr id="41" name="TextBox 40">
            <a:extLst>
              <a:ext uri="{FF2B5EF4-FFF2-40B4-BE49-F238E27FC236}">
                <a16:creationId xmlns:a16="http://schemas.microsoft.com/office/drawing/2014/main" id="{3FCF2FE0-6CE1-0D50-F680-8F7601277A53}"/>
              </a:ext>
            </a:extLst>
          </p:cNvPr>
          <p:cNvSpPr txBox="1"/>
          <p:nvPr/>
        </p:nvSpPr>
        <p:spPr>
          <a:xfrm>
            <a:off x="5776435" y="3141410"/>
            <a:ext cx="979527" cy="369332"/>
          </a:xfrm>
          <a:prstGeom prst="rect">
            <a:avLst/>
          </a:prstGeom>
          <a:noFill/>
        </p:spPr>
        <p:txBody>
          <a:bodyPr wrap="square" rtlCol="0">
            <a:spAutoFit/>
          </a:bodyPr>
          <a:lstStyle/>
          <a:p>
            <a:r>
              <a:rPr lang="en-IN" b="1" dirty="0"/>
              <a:t>E9 = 7</a:t>
            </a:r>
          </a:p>
        </p:txBody>
      </p:sp>
      <p:sp>
        <p:nvSpPr>
          <p:cNvPr id="42" name="TextBox 41">
            <a:extLst>
              <a:ext uri="{FF2B5EF4-FFF2-40B4-BE49-F238E27FC236}">
                <a16:creationId xmlns:a16="http://schemas.microsoft.com/office/drawing/2014/main" id="{87840098-D36A-A094-99B9-18AC7CE8EB48}"/>
              </a:ext>
            </a:extLst>
          </p:cNvPr>
          <p:cNvSpPr txBox="1"/>
          <p:nvPr/>
        </p:nvSpPr>
        <p:spPr>
          <a:xfrm>
            <a:off x="4100033" y="2182764"/>
            <a:ext cx="988122" cy="369332"/>
          </a:xfrm>
          <a:prstGeom prst="rect">
            <a:avLst/>
          </a:prstGeom>
          <a:noFill/>
        </p:spPr>
        <p:txBody>
          <a:bodyPr wrap="square" rtlCol="0">
            <a:spAutoFit/>
          </a:bodyPr>
          <a:lstStyle/>
          <a:p>
            <a:r>
              <a:rPr lang="en-IN" b="1" dirty="0"/>
              <a:t>E3 = -2</a:t>
            </a:r>
          </a:p>
        </p:txBody>
      </p:sp>
      <p:sp>
        <p:nvSpPr>
          <p:cNvPr id="43" name="TextBox 42">
            <a:extLst>
              <a:ext uri="{FF2B5EF4-FFF2-40B4-BE49-F238E27FC236}">
                <a16:creationId xmlns:a16="http://schemas.microsoft.com/office/drawing/2014/main" id="{1402968F-4DB7-698E-07A1-BFD39D20AF77}"/>
              </a:ext>
            </a:extLst>
          </p:cNvPr>
          <p:cNvSpPr txBox="1"/>
          <p:nvPr/>
        </p:nvSpPr>
        <p:spPr>
          <a:xfrm>
            <a:off x="4252433" y="1332271"/>
            <a:ext cx="835722" cy="369332"/>
          </a:xfrm>
          <a:prstGeom prst="rect">
            <a:avLst/>
          </a:prstGeom>
          <a:noFill/>
        </p:spPr>
        <p:txBody>
          <a:bodyPr wrap="square" rtlCol="0">
            <a:spAutoFit/>
          </a:bodyPr>
          <a:lstStyle/>
          <a:p>
            <a:r>
              <a:rPr lang="en-IN" b="1" dirty="0"/>
              <a:t>E2 = 5</a:t>
            </a:r>
          </a:p>
        </p:txBody>
      </p:sp>
      <p:sp>
        <p:nvSpPr>
          <p:cNvPr id="44" name="TextBox 43">
            <a:extLst>
              <a:ext uri="{FF2B5EF4-FFF2-40B4-BE49-F238E27FC236}">
                <a16:creationId xmlns:a16="http://schemas.microsoft.com/office/drawing/2014/main" id="{08A67762-AEE7-65C8-FDAB-4EC54FEB2F5A}"/>
              </a:ext>
            </a:extLst>
          </p:cNvPr>
          <p:cNvSpPr txBox="1"/>
          <p:nvPr/>
        </p:nvSpPr>
        <p:spPr>
          <a:xfrm>
            <a:off x="1455154" y="3559279"/>
            <a:ext cx="688258" cy="369332"/>
          </a:xfrm>
          <a:prstGeom prst="rect">
            <a:avLst/>
          </a:prstGeom>
          <a:noFill/>
        </p:spPr>
        <p:txBody>
          <a:bodyPr wrap="square" rtlCol="0">
            <a:spAutoFit/>
          </a:bodyPr>
          <a:lstStyle/>
          <a:p>
            <a:r>
              <a:rPr lang="en-IN" b="1" dirty="0"/>
              <a:t>s</a:t>
            </a:r>
          </a:p>
        </p:txBody>
      </p:sp>
      <p:sp>
        <p:nvSpPr>
          <p:cNvPr id="45" name="TextBox 44">
            <a:extLst>
              <a:ext uri="{FF2B5EF4-FFF2-40B4-BE49-F238E27FC236}">
                <a16:creationId xmlns:a16="http://schemas.microsoft.com/office/drawing/2014/main" id="{E1011384-7497-F7FF-31F6-C52A7322A9EF}"/>
              </a:ext>
            </a:extLst>
          </p:cNvPr>
          <p:cNvSpPr txBox="1"/>
          <p:nvPr/>
        </p:nvSpPr>
        <p:spPr>
          <a:xfrm>
            <a:off x="3239711" y="4930880"/>
            <a:ext cx="688258" cy="369332"/>
          </a:xfrm>
          <a:prstGeom prst="rect">
            <a:avLst/>
          </a:prstGeom>
          <a:noFill/>
        </p:spPr>
        <p:txBody>
          <a:bodyPr wrap="square" rtlCol="0">
            <a:spAutoFit/>
          </a:bodyPr>
          <a:lstStyle/>
          <a:p>
            <a:r>
              <a:rPr lang="en-IN" b="1" dirty="0"/>
              <a:t>y</a:t>
            </a:r>
          </a:p>
        </p:txBody>
      </p:sp>
      <p:sp>
        <p:nvSpPr>
          <p:cNvPr id="46" name="TextBox 45">
            <a:extLst>
              <a:ext uri="{FF2B5EF4-FFF2-40B4-BE49-F238E27FC236}">
                <a16:creationId xmlns:a16="http://schemas.microsoft.com/office/drawing/2014/main" id="{488F449E-FC0B-9D72-D446-AF8262A9898B}"/>
              </a:ext>
            </a:extLst>
          </p:cNvPr>
          <p:cNvSpPr txBox="1"/>
          <p:nvPr/>
        </p:nvSpPr>
        <p:spPr>
          <a:xfrm>
            <a:off x="5624038" y="4925963"/>
            <a:ext cx="688258" cy="369332"/>
          </a:xfrm>
          <a:prstGeom prst="rect">
            <a:avLst/>
          </a:prstGeom>
          <a:noFill/>
        </p:spPr>
        <p:txBody>
          <a:bodyPr wrap="square" rtlCol="0">
            <a:spAutoFit/>
          </a:bodyPr>
          <a:lstStyle/>
          <a:p>
            <a:r>
              <a:rPr lang="en-IN" b="1" dirty="0"/>
              <a:t>z</a:t>
            </a:r>
          </a:p>
        </p:txBody>
      </p:sp>
      <p:sp>
        <p:nvSpPr>
          <p:cNvPr id="47" name="TextBox 46">
            <a:extLst>
              <a:ext uri="{FF2B5EF4-FFF2-40B4-BE49-F238E27FC236}">
                <a16:creationId xmlns:a16="http://schemas.microsoft.com/office/drawing/2014/main" id="{2F5995E3-A8E2-5888-7B78-563F528F9295}"/>
              </a:ext>
            </a:extLst>
          </p:cNvPr>
          <p:cNvSpPr txBox="1"/>
          <p:nvPr/>
        </p:nvSpPr>
        <p:spPr>
          <a:xfrm>
            <a:off x="3234794" y="1632149"/>
            <a:ext cx="688258" cy="369332"/>
          </a:xfrm>
          <a:prstGeom prst="rect">
            <a:avLst/>
          </a:prstGeom>
          <a:noFill/>
        </p:spPr>
        <p:txBody>
          <a:bodyPr wrap="square" rtlCol="0">
            <a:spAutoFit/>
          </a:bodyPr>
          <a:lstStyle/>
          <a:p>
            <a:r>
              <a:rPr lang="en-IN" b="1" dirty="0"/>
              <a:t>t</a:t>
            </a:r>
          </a:p>
        </p:txBody>
      </p:sp>
      <p:sp>
        <p:nvSpPr>
          <p:cNvPr id="48" name="TextBox 47">
            <a:extLst>
              <a:ext uri="{FF2B5EF4-FFF2-40B4-BE49-F238E27FC236}">
                <a16:creationId xmlns:a16="http://schemas.microsoft.com/office/drawing/2014/main" id="{1C1E4816-59FA-9923-0A96-E7096F575AA6}"/>
              </a:ext>
            </a:extLst>
          </p:cNvPr>
          <p:cNvSpPr txBox="1"/>
          <p:nvPr/>
        </p:nvSpPr>
        <p:spPr>
          <a:xfrm>
            <a:off x="5717444" y="1558406"/>
            <a:ext cx="688258" cy="369332"/>
          </a:xfrm>
          <a:prstGeom prst="rect">
            <a:avLst/>
          </a:prstGeom>
          <a:noFill/>
        </p:spPr>
        <p:txBody>
          <a:bodyPr wrap="square" rtlCol="0">
            <a:spAutoFit/>
          </a:bodyPr>
          <a:lstStyle/>
          <a:p>
            <a:r>
              <a:rPr lang="en-IN" b="1" dirty="0"/>
              <a:t>x</a:t>
            </a:r>
          </a:p>
        </p:txBody>
      </p:sp>
      <p:sp>
        <p:nvSpPr>
          <p:cNvPr id="51" name="TextBox 50">
            <a:extLst>
              <a:ext uri="{FF2B5EF4-FFF2-40B4-BE49-F238E27FC236}">
                <a16:creationId xmlns:a16="http://schemas.microsoft.com/office/drawing/2014/main" id="{E7C5A1B4-C53F-5CE2-4CBB-AC074B5DF9E2}"/>
              </a:ext>
            </a:extLst>
          </p:cNvPr>
          <p:cNvSpPr txBox="1"/>
          <p:nvPr/>
        </p:nvSpPr>
        <p:spPr>
          <a:xfrm>
            <a:off x="3377359" y="3180737"/>
            <a:ext cx="875074" cy="369332"/>
          </a:xfrm>
          <a:prstGeom prst="rect">
            <a:avLst/>
          </a:prstGeom>
          <a:noFill/>
        </p:spPr>
        <p:txBody>
          <a:bodyPr wrap="square" rtlCol="0">
            <a:spAutoFit/>
          </a:bodyPr>
          <a:lstStyle/>
          <a:p>
            <a:r>
              <a:rPr lang="en-IN" b="1" dirty="0"/>
              <a:t>E10 = 8</a:t>
            </a:r>
          </a:p>
        </p:txBody>
      </p:sp>
      <p:sp>
        <p:nvSpPr>
          <p:cNvPr id="52" name="TextBox 51">
            <a:extLst>
              <a:ext uri="{FF2B5EF4-FFF2-40B4-BE49-F238E27FC236}">
                <a16:creationId xmlns:a16="http://schemas.microsoft.com/office/drawing/2014/main" id="{C370975B-F655-4C2B-BDA1-B4DC1CFD9626}"/>
              </a:ext>
            </a:extLst>
          </p:cNvPr>
          <p:cNvSpPr txBox="1"/>
          <p:nvPr/>
        </p:nvSpPr>
        <p:spPr>
          <a:xfrm>
            <a:off x="7826477" y="1961536"/>
            <a:ext cx="3512575" cy="646331"/>
          </a:xfrm>
          <a:prstGeom prst="rect">
            <a:avLst/>
          </a:prstGeom>
          <a:noFill/>
        </p:spPr>
        <p:txBody>
          <a:bodyPr wrap="square" rtlCol="0">
            <a:spAutoFit/>
          </a:bodyPr>
          <a:lstStyle/>
          <a:p>
            <a:r>
              <a:rPr lang="en-IN" dirty="0"/>
              <a:t>After visiting all edges in the first iteration.</a:t>
            </a:r>
          </a:p>
        </p:txBody>
      </p:sp>
    </p:spTree>
    <p:extLst>
      <p:ext uri="{BB962C8B-B14F-4D97-AF65-F5344CB8AC3E}">
        <p14:creationId xmlns:p14="http://schemas.microsoft.com/office/powerpoint/2010/main" val="2321044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66251C-F530-958F-9601-E4FE4F3B47EC}"/>
              </a:ext>
            </a:extLst>
          </p:cNvPr>
          <p:cNvSpPr>
            <a:spLocks noGrp="1"/>
          </p:cNvSpPr>
          <p:nvPr>
            <p:ph type="title"/>
          </p:nvPr>
        </p:nvSpPr>
        <p:spPr/>
        <p:txBody>
          <a:bodyPr/>
          <a:lstStyle/>
          <a:p>
            <a:r>
              <a:rPr lang="en-IN" dirty="0"/>
              <a:t>Example</a:t>
            </a:r>
          </a:p>
        </p:txBody>
      </p:sp>
      <p:sp>
        <p:nvSpPr>
          <p:cNvPr id="6" name="Oval 5">
            <a:extLst>
              <a:ext uri="{FF2B5EF4-FFF2-40B4-BE49-F238E27FC236}">
                <a16:creationId xmlns:a16="http://schemas.microsoft.com/office/drawing/2014/main" id="{1405F1FC-01F0-BFD0-4597-28FE22496DC1}"/>
              </a:ext>
            </a:extLst>
          </p:cNvPr>
          <p:cNvSpPr/>
          <p:nvPr/>
        </p:nvSpPr>
        <p:spPr>
          <a:xfrm>
            <a:off x="1661652" y="321515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0</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10F962E-6123-3C56-AE8C-2BBC88A0DFEB}"/>
                  </a:ext>
                </a:extLst>
              </p:cNvPr>
              <p:cNvSpPr/>
              <p:nvPr/>
            </p:nvSpPr>
            <p:spPr>
              <a:xfrm>
                <a:off x="3141408" y="1961536"/>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𝟔</m:t>
                      </m:r>
                    </m:oMath>
                  </m:oMathPara>
                </a14:m>
                <a:endParaRPr lang="en-IN" sz="2400" b="1" dirty="0">
                  <a:solidFill>
                    <a:schemeClr val="tx1"/>
                  </a:solidFill>
                </a:endParaRPr>
              </a:p>
            </p:txBody>
          </p:sp>
        </mc:Choice>
        <mc:Fallback xmlns="">
          <p:sp>
            <p:nvSpPr>
              <p:cNvPr id="7" name="Oval 6">
                <a:extLst>
                  <a:ext uri="{FF2B5EF4-FFF2-40B4-BE49-F238E27FC236}">
                    <a16:creationId xmlns:a16="http://schemas.microsoft.com/office/drawing/2014/main" id="{D10F962E-6123-3C56-AE8C-2BBC88A0DFEB}"/>
                  </a:ext>
                </a:extLst>
              </p:cNvPr>
              <p:cNvSpPr>
                <a:spLocks noRot="1" noChangeAspect="1" noMove="1" noResize="1" noEditPoints="1" noAdjustHandles="1" noChangeArrowheads="1" noChangeShapeType="1" noTextEdit="1"/>
              </p:cNvSpPr>
              <p:nvPr/>
            </p:nvSpPr>
            <p:spPr>
              <a:xfrm>
                <a:off x="3141408" y="1961536"/>
                <a:ext cx="658761" cy="580103"/>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B6DC3288-4242-6755-0E58-663DECD655B4}"/>
                  </a:ext>
                </a:extLst>
              </p:cNvPr>
              <p:cNvSpPr/>
              <p:nvPr/>
            </p:nvSpPr>
            <p:spPr>
              <a:xfrm>
                <a:off x="3057832" y="4395023"/>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𝟕</m:t>
                      </m:r>
                    </m:oMath>
                  </m:oMathPara>
                </a14:m>
                <a:endParaRPr lang="en-IN" sz="2400" b="1" dirty="0">
                  <a:solidFill>
                    <a:schemeClr val="tx1"/>
                  </a:solidFill>
                </a:endParaRPr>
              </a:p>
            </p:txBody>
          </p:sp>
        </mc:Choice>
        <mc:Fallback xmlns="">
          <p:sp>
            <p:nvSpPr>
              <p:cNvPr id="8" name="Oval 7">
                <a:extLst>
                  <a:ext uri="{FF2B5EF4-FFF2-40B4-BE49-F238E27FC236}">
                    <a16:creationId xmlns:a16="http://schemas.microsoft.com/office/drawing/2014/main" id="{B6DC3288-4242-6755-0E58-663DECD655B4}"/>
                  </a:ext>
                </a:extLst>
              </p:cNvPr>
              <p:cNvSpPr>
                <a:spLocks noRot="1" noChangeAspect="1" noMove="1" noResize="1" noEditPoints="1" noAdjustHandles="1" noChangeArrowheads="1" noChangeShapeType="1" noTextEdit="1"/>
              </p:cNvSpPr>
              <p:nvPr/>
            </p:nvSpPr>
            <p:spPr>
              <a:xfrm>
                <a:off x="3057832" y="4395023"/>
                <a:ext cx="658761" cy="580103"/>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497E5D58-D411-8223-149E-DB72E0B119D9}"/>
                  </a:ext>
                </a:extLst>
              </p:cNvPr>
              <p:cNvSpPr/>
              <p:nvPr/>
            </p:nvSpPr>
            <p:spPr>
              <a:xfrm>
                <a:off x="5442159" y="4409771"/>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𝟐</m:t>
                      </m:r>
                    </m:oMath>
                  </m:oMathPara>
                </a14:m>
                <a:endParaRPr lang="en-IN" sz="2400" b="1" dirty="0">
                  <a:solidFill>
                    <a:schemeClr val="tx1"/>
                  </a:solidFill>
                </a:endParaRPr>
              </a:p>
            </p:txBody>
          </p:sp>
        </mc:Choice>
        <mc:Fallback xmlns="">
          <p:sp>
            <p:nvSpPr>
              <p:cNvPr id="9" name="Oval 8">
                <a:extLst>
                  <a:ext uri="{FF2B5EF4-FFF2-40B4-BE49-F238E27FC236}">
                    <a16:creationId xmlns:a16="http://schemas.microsoft.com/office/drawing/2014/main" id="{497E5D58-D411-8223-149E-DB72E0B119D9}"/>
                  </a:ext>
                </a:extLst>
              </p:cNvPr>
              <p:cNvSpPr>
                <a:spLocks noRot="1" noChangeAspect="1" noMove="1" noResize="1" noEditPoints="1" noAdjustHandles="1" noChangeArrowheads="1" noChangeShapeType="1" noTextEdit="1"/>
              </p:cNvSpPr>
              <p:nvPr/>
            </p:nvSpPr>
            <p:spPr>
              <a:xfrm>
                <a:off x="5442159" y="4409771"/>
                <a:ext cx="658761" cy="580103"/>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2A24FE49-E847-9CC1-DC8E-861DFAD8FB8A}"/>
                  </a:ext>
                </a:extLst>
              </p:cNvPr>
              <p:cNvSpPr/>
              <p:nvPr/>
            </p:nvSpPr>
            <p:spPr>
              <a:xfrm>
                <a:off x="5456907" y="188779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𝟒</m:t>
                      </m:r>
                    </m:oMath>
                  </m:oMathPara>
                </a14:m>
                <a:endParaRPr lang="en-IN" sz="2400" b="1" dirty="0">
                  <a:solidFill>
                    <a:schemeClr val="tx1"/>
                  </a:solidFill>
                </a:endParaRPr>
              </a:p>
            </p:txBody>
          </p:sp>
        </mc:Choice>
        <mc:Fallback xmlns="">
          <p:sp>
            <p:nvSpPr>
              <p:cNvPr id="10" name="Oval 9">
                <a:extLst>
                  <a:ext uri="{FF2B5EF4-FFF2-40B4-BE49-F238E27FC236}">
                    <a16:creationId xmlns:a16="http://schemas.microsoft.com/office/drawing/2014/main" id="{2A24FE49-E847-9CC1-DC8E-861DFAD8FB8A}"/>
                  </a:ext>
                </a:extLst>
              </p:cNvPr>
              <p:cNvSpPr>
                <a:spLocks noRot="1" noChangeAspect="1" noMove="1" noResize="1" noEditPoints="1" noAdjustHandles="1" noChangeArrowheads="1" noChangeShapeType="1" noTextEdit="1"/>
              </p:cNvSpPr>
              <p:nvPr/>
            </p:nvSpPr>
            <p:spPr>
              <a:xfrm>
                <a:off x="5456907" y="1887790"/>
                <a:ext cx="658761" cy="580103"/>
              </a:xfrm>
              <a:prstGeom prst="ellipse">
                <a:avLst/>
              </a:prstGeom>
              <a:blipFill>
                <a:blip r:embed="rId5"/>
                <a:stretch>
                  <a:fillRect/>
                </a:stretch>
              </a:blipFill>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ECF57DAE-92D3-E7EB-7866-EC09243D3546}"/>
              </a:ext>
            </a:extLst>
          </p:cNvPr>
          <p:cNvCxnSpPr>
            <a:stCxn id="6" idx="7"/>
            <a:endCxn id="7" idx="3"/>
          </p:cNvCxnSpPr>
          <p:nvPr/>
        </p:nvCxnSpPr>
        <p:spPr>
          <a:xfrm flipV="1">
            <a:off x="2223940" y="2456685"/>
            <a:ext cx="1013941" cy="8434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9B8B17A-57AC-05BD-262A-E2A2AFCFA947}"/>
              </a:ext>
            </a:extLst>
          </p:cNvPr>
          <p:cNvCxnSpPr>
            <a:stCxn id="6" idx="5"/>
            <a:endCxn id="8" idx="1"/>
          </p:cNvCxnSpPr>
          <p:nvPr/>
        </p:nvCxnSpPr>
        <p:spPr>
          <a:xfrm>
            <a:off x="2223940" y="3710299"/>
            <a:ext cx="930365" cy="7696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420E590-D3D0-93EC-61BE-433DA8275B04}"/>
              </a:ext>
            </a:extLst>
          </p:cNvPr>
          <p:cNvCxnSpPr>
            <a:stCxn id="8" idx="6"/>
            <a:endCxn id="9" idx="2"/>
          </p:cNvCxnSpPr>
          <p:nvPr/>
        </p:nvCxnSpPr>
        <p:spPr>
          <a:xfrm>
            <a:off x="3716593" y="4685075"/>
            <a:ext cx="1725566" cy="147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7DAB395-52DF-EF6B-4FDF-DDFE67FF2C05}"/>
              </a:ext>
            </a:extLst>
          </p:cNvPr>
          <p:cNvCxnSpPr>
            <a:stCxn id="9" idx="0"/>
            <a:endCxn id="10" idx="4"/>
          </p:cNvCxnSpPr>
          <p:nvPr/>
        </p:nvCxnSpPr>
        <p:spPr>
          <a:xfrm flipV="1">
            <a:off x="5771540" y="2467893"/>
            <a:ext cx="14748" cy="1941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49F47D7-C321-E306-64AD-51503625EC29}"/>
              </a:ext>
            </a:extLst>
          </p:cNvPr>
          <p:cNvCxnSpPr>
            <a:stCxn id="9" idx="1"/>
            <a:endCxn id="6" idx="6"/>
          </p:cNvCxnSpPr>
          <p:nvPr/>
        </p:nvCxnSpPr>
        <p:spPr>
          <a:xfrm flipH="1" flipV="1">
            <a:off x="2320413" y="3505202"/>
            <a:ext cx="3218219" cy="9895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843406C-4536-3DE6-896F-7D9D583DE1F2}"/>
              </a:ext>
            </a:extLst>
          </p:cNvPr>
          <p:cNvCxnSpPr>
            <a:stCxn id="7" idx="4"/>
            <a:endCxn id="8" idx="0"/>
          </p:cNvCxnSpPr>
          <p:nvPr/>
        </p:nvCxnSpPr>
        <p:spPr>
          <a:xfrm flipH="1">
            <a:off x="3387213" y="2541639"/>
            <a:ext cx="83576" cy="18533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E95589B-9E96-B6C0-A0E7-D77BF6024184}"/>
              </a:ext>
            </a:extLst>
          </p:cNvPr>
          <p:cNvCxnSpPr>
            <a:stCxn id="8" idx="7"/>
            <a:endCxn id="10" idx="3"/>
          </p:cNvCxnSpPr>
          <p:nvPr/>
        </p:nvCxnSpPr>
        <p:spPr>
          <a:xfrm flipV="1">
            <a:off x="3620120" y="2382939"/>
            <a:ext cx="1933260" cy="20970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32019BC-A893-0AEB-38B5-95BFE8D5100D}"/>
              </a:ext>
            </a:extLst>
          </p:cNvPr>
          <p:cNvCxnSpPr>
            <a:stCxn id="7" idx="5"/>
            <a:endCxn id="9" idx="0"/>
          </p:cNvCxnSpPr>
          <p:nvPr/>
        </p:nvCxnSpPr>
        <p:spPr>
          <a:xfrm>
            <a:off x="3703696" y="2456685"/>
            <a:ext cx="2067844" cy="19530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4FB48DB9-6E9C-52D9-99D5-B9DA44317A69}"/>
              </a:ext>
            </a:extLst>
          </p:cNvPr>
          <p:cNvCxnSpPr>
            <a:stCxn id="7" idx="7"/>
            <a:endCxn id="10" idx="1"/>
          </p:cNvCxnSpPr>
          <p:nvPr/>
        </p:nvCxnSpPr>
        <p:spPr>
          <a:xfrm rot="5400000" flipH="1" flipV="1">
            <a:off x="4591665" y="1084775"/>
            <a:ext cx="73746" cy="1849684"/>
          </a:xfrm>
          <a:prstGeom prst="curvedConnector3">
            <a:avLst>
              <a:gd name="adj1" fmla="val 52518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A935BAA4-BAD7-4444-EBFF-4D733BE42829}"/>
              </a:ext>
            </a:extLst>
          </p:cNvPr>
          <p:cNvCxnSpPr>
            <a:stCxn id="10" idx="2"/>
            <a:endCxn id="7" idx="6"/>
          </p:cNvCxnSpPr>
          <p:nvPr/>
        </p:nvCxnSpPr>
        <p:spPr>
          <a:xfrm rot="10800000" flipV="1">
            <a:off x="3800169" y="2177842"/>
            <a:ext cx="1656738" cy="73746"/>
          </a:xfrm>
          <a:prstGeom prst="curvedConnector3">
            <a:avLst>
              <a:gd name="adj1" fmla="val 5059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3EC66F8-0736-4766-721E-8BDD7B643A3B}"/>
              </a:ext>
            </a:extLst>
          </p:cNvPr>
          <p:cNvSpPr txBox="1"/>
          <p:nvPr/>
        </p:nvSpPr>
        <p:spPr>
          <a:xfrm>
            <a:off x="2074609" y="4050894"/>
            <a:ext cx="1032362" cy="369332"/>
          </a:xfrm>
          <a:prstGeom prst="rect">
            <a:avLst/>
          </a:prstGeom>
          <a:noFill/>
        </p:spPr>
        <p:txBody>
          <a:bodyPr wrap="square" rtlCol="0">
            <a:spAutoFit/>
          </a:bodyPr>
          <a:lstStyle/>
          <a:p>
            <a:r>
              <a:rPr lang="en-IN" b="1" dirty="0"/>
              <a:t>E8 = 7</a:t>
            </a:r>
          </a:p>
        </p:txBody>
      </p:sp>
      <p:sp>
        <p:nvSpPr>
          <p:cNvPr id="36" name="TextBox 35">
            <a:extLst>
              <a:ext uri="{FF2B5EF4-FFF2-40B4-BE49-F238E27FC236}">
                <a16:creationId xmlns:a16="http://schemas.microsoft.com/office/drawing/2014/main" id="{86468A06-AD8F-C1DA-E967-1226B8D1BE03}"/>
              </a:ext>
            </a:extLst>
          </p:cNvPr>
          <p:cNvSpPr txBox="1"/>
          <p:nvPr/>
        </p:nvSpPr>
        <p:spPr>
          <a:xfrm>
            <a:off x="2167993" y="2531806"/>
            <a:ext cx="816099" cy="369332"/>
          </a:xfrm>
          <a:prstGeom prst="rect">
            <a:avLst/>
          </a:prstGeom>
          <a:noFill/>
        </p:spPr>
        <p:txBody>
          <a:bodyPr wrap="square" rtlCol="0">
            <a:spAutoFit/>
          </a:bodyPr>
          <a:lstStyle/>
          <a:p>
            <a:r>
              <a:rPr lang="en-IN" b="1" dirty="0"/>
              <a:t>E1 = 6</a:t>
            </a:r>
          </a:p>
        </p:txBody>
      </p:sp>
      <p:sp>
        <p:nvSpPr>
          <p:cNvPr id="37" name="TextBox 36">
            <a:extLst>
              <a:ext uri="{FF2B5EF4-FFF2-40B4-BE49-F238E27FC236}">
                <a16:creationId xmlns:a16="http://schemas.microsoft.com/office/drawing/2014/main" id="{93B91B53-AEAC-C30A-E63D-69F6421E7F7D}"/>
              </a:ext>
            </a:extLst>
          </p:cNvPr>
          <p:cNvSpPr txBox="1"/>
          <p:nvPr/>
        </p:nvSpPr>
        <p:spPr>
          <a:xfrm>
            <a:off x="4399916" y="4744071"/>
            <a:ext cx="937152" cy="369332"/>
          </a:xfrm>
          <a:prstGeom prst="rect">
            <a:avLst/>
          </a:prstGeom>
          <a:noFill/>
        </p:spPr>
        <p:txBody>
          <a:bodyPr wrap="square" rtlCol="0">
            <a:spAutoFit/>
          </a:bodyPr>
          <a:lstStyle/>
          <a:p>
            <a:r>
              <a:rPr lang="en-IN" b="1" dirty="0"/>
              <a:t>E7 = 9</a:t>
            </a:r>
          </a:p>
        </p:txBody>
      </p:sp>
      <p:sp>
        <p:nvSpPr>
          <p:cNvPr id="38" name="TextBox 37">
            <a:extLst>
              <a:ext uri="{FF2B5EF4-FFF2-40B4-BE49-F238E27FC236}">
                <a16:creationId xmlns:a16="http://schemas.microsoft.com/office/drawing/2014/main" id="{2447094A-A90B-6C37-6BC8-C98C60AFD600}"/>
              </a:ext>
            </a:extLst>
          </p:cNvPr>
          <p:cNvSpPr txBox="1"/>
          <p:nvPr/>
        </p:nvSpPr>
        <p:spPr>
          <a:xfrm>
            <a:off x="4198353" y="4247539"/>
            <a:ext cx="804421" cy="369332"/>
          </a:xfrm>
          <a:prstGeom prst="rect">
            <a:avLst/>
          </a:prstGeom>
          <a:noFill/>
        </p:spPr>
        <p:txBody>
          <a:bodyPr wrap="square" rtlCol="0">
            <a:spAutoFit/>
          </a:bodyPr>
          <a:lstStyle/>
          <a:p>
            <a:r>
              <a:rPr lang="en-IN" b="1" dirty="0"/>
              <a:t>E6 = 2</a:t>
            </a:r>
          </a:p>
        </p:txBody>
      </p:sp>
      <p:sp>
        <p:nvSpPr>
          <p:cNvPr id="39" name="TextBox 38">
            <a:extLst>
              <a:ext uri="{FF2B5EF4-FFF2-40B4-BE49-F238E27FC236}">
                <a16:creationId xmlns:a16="http://schemas.microsoft.com/office/drawing/2014/main" id="{EC4A68EE-35A0-B4F0-183A-E6552484D3CC}"/>
              </a:ext>
            </a:extLst>
          </p:cNvPr>
          <p:cNvSpPr txBox="1"/>
          <p:nvPr/>
        </p:nvSpPr>
        <p:spPr>
          <a:xfrm>
            <a:off x="4921027" y="3416715"/>
            <a:ext cx="950683" cy="369332"/>
          </a:xfrm>
          <a:prstGeom prst="rect">
            <a:avLst/>
          </a:prstGeom>
          <a:noFill/>
        </p:spPr>
        <p:txBody>
          <a:bodyPr wrap="square" rtlCol="0">
            <a:spAutoFit/>
          </a:bodyPr>
          <a:lstStyle/>
          <a:p>
            <a:r>
              <a:rPr lang="en-IN" b="1" dirty="0"/>
              <a:t>E5 = -4</a:t>
            </a:r>
          </a:p>
        </p:txBody>
      </p:sp>
      <p:sp>
        <p:nvSpPr>
          <p:cNvPr id="40" name="TextBox 39">
            <a:extLst>
              <a:ext uri="{FF2B5EF4-FFF2-40B4-BE49-F238E27FC236}">
                <a16:creationId xmlns:a16="http://schemas.microsoft.com/office/drawing/2014/main" id="{38E879C6-22BC-9AB5-913A-C340858D4BAD}"/>
              </a:ext>
            </a:extLst>
          </p:cNvPr>
          <p:cNvSpPr txBox="1"/>
          <p:nvPr/>
        </p:nvSpPr>
        <p:spPr>
          <a:xfrm>
            <a:off x="4385167" y="2595720"/>
            <a:ext cx="951901" cy="369332"/>
          </a:xfrm>
          <a:prstGeom prst="rect">
            <a:avLst/>
          </a:prstGeom>
          <a:noFill/>
        </p:spPr>
        <p:txBody>
          <a:bodyPr wrap="square" rtlCol="0">
            <a:spAutoFit/>
          </a:bodyPr>
          <a:lstStyle/>
          <a:p>
            <a:r>
              <a:rPr lang="en-IN" b="1" dirty="0"/>
              <a:t>E4 = -3</a:t>
            </a:r>
          </a:p>
        </p:txBody>
      </p:sp>
      <p:sp>
        <p:nvSpPr>
          <p:cNvPr id="41" name="TextBox 40">
            <a:extLst>
              <a:ext uri="{FF2B5EF4-FFF2-40B4-BE49-F238E27FC236}">
                <a16:creationId xmlns:a16="http://schemas.microsoft.com/office/drawing/2014/main" id="{3FCF2FE0-6CE1-0D50-F680-8F7601277A53}"/>
              </a:ext>
            </a:extLst>
          </p:cNvPr>
          <p:cNvSpPr txBox="1"/>
          <p:nvPr/>
        </p:nvSpPr>
        <p:spPr>
          <a:xfrm>
            <a:off x="5776435" y="3141410"/>
            <a:ext cx="979527" cy="369332"/>
          </a:xfrm>
          <a:prstGeom prst="rect">
            <a:avLst/>
          </a:prstGeom>
          <a:noFill/>
        </p:spPr>
        <p:txBody>
          <a:bodyPr wrap="square" rtlCol="0">
            <a:spAutoFit/>
          </a:bodyPr>
          <a:lstStyle/>
          <a:p>
            <a:r>
              <a:rPr lang="en-IN" b="1" dirty="0"/>
              <a:t>E9 = 7</a:t>
            </a:r>
          </a:p>
        </p:txBody>
      </p:sp>
      <p:sp>
        <p:nvSpPr>
          <p:cNvPr id="42" name="TextBox 41">
            <a:extLst>
              <a:ext uri="{FF2B5EF4-FFF2-40B4-BE49-F238E27FC236}">
                <a16:creationId xmlns:a16="http://schemas.microsoft.com/office/drawing/2014/main" id="{87840098-D36A-A094-99B9-18AC7CE8EB48}"/>
              </a:ext>
            </a:extLst>
          </p:cNvPr>
          <p:cNvSpPr txBox="1"/>
          <p:nvPr/>
        </p:nvSpPr>
        <p:spPr>
          <a:xfrm>
            <a:off x="4100033" y="2182764"/>
            <a:ext cx="988122" cy="369332"/>
          </a:xfrm>
          <a:prstGeom prst="rect">
            <a:avLst/>
          </a:prstGeom>
          <a:noFill/>
        </p:spPr>
        <p:txBody>
          <a:bodyPr wrap="square" rtlCol="0">
            <a:spAutoFit/>
          </a:bodyPr>
          <a:lstStyle/>
          <a:p>
            <a:r>
              <a:rPr lang="en-IN" b="1" dirty="0"/>
              <a:t>E3 = -2</a:t>
            </a:r>
          </a:p>
        </p:txBody>
      </p:sp>
      <p:sp>
        <p:nvSpPr>
          <p:cNvPr id="43" name="TextBox 42">
            <a:extLst>
              <a:ext uri="{FF2B5EF4-FFF2-40B4-BE49-F238E27FC236}">
                <a16:creationId xmlns:a16="http://schemas.microsoft.com/office/drawing/2014/main" id="{1402968F-4DB7-698E-07A1-BFD39D20AF77}"/>
              </a:ext>
            </a:extLst>
          </p:cNvPr>
          <p:cNvSpPr txBox="1"/>
          <p:nvPr/>
        </p:nvSpPr>
        <p:spPr>
          <a:xfrm>
            <a:off x="4252433" y="1332271"/>
            <a:ext cx="835722" cy="369332"/>
          </a:xfrm>
          <a:prstGeom prst="rect">
            <a:avLst/>
          </a:prstGeom>
          <a:noFill/>
        </p:spPr>
        <p:txBody>
          <a:bodyPr wrap="square" rtlCol="0">
            <a:spAutoFit/>
          </a:bodyPr>
          <a:lstStyle/>
          <a:p>
            <a:r>
              <a:rPr lang="en-IN" b="1" dirty="0"/>
              <a:t>E2 = 5</a:t>
            </a:r>
          </a:p>
        </p:txBody>
      </p:sp>
      <p:sp>
        <p:nvSpPr>
          <p:cNvPr id="44" name="TextBox 43">
            <a:extLst>
              <a:ext uri="{FF2B5EF4-FFF2-40B4-BE49-F238E27FC236}">
                <a16:creationId xmlns:a16="http://schemas.microsoft.com/office/drawing/2014/main" id="{08A67762-AEE7-65C8-FDAB-4EC54FEB2F5A}"/>
              </a:ext>
            </a:extLst>
          </p:cNvPr>
          <p:cNvSpPr txBox="1"/>
          <p:nvPr/>
        </p:nvSpPr>
        <p:spPr>
          <a:xfrm>
            <a:off x="1455154" y="3559279"/>
            <a:ext cx="688258" cy="369332"/>
          </a:xfrm>
          <a:prstGeom prst="rect">
            <a:avLst/>
          </a:prstGeom>
          <a:noFill/>
        </p:spPr>
        <p:txBody>
          <a:bodyPr wrap="square" rtlCol="0">
            <a:spAutoFit/>
          </a:bodyPr>
          <a:lstStyle/>
          <a:p>
            <a:r>
              <a:rPr lang="en-IN" b="1" dirty="0"/>
              <a:t>s</a:t>
            </a:r>
          </a:p>
        </p:txBody>
      </p:sp>
      <p:sp>
        <p:nvSpPr>
          <p:cNvPr id="45" name="TextBox 44">
            <a:extLst>
              <a:ext uri="{FF2B5EF4-FFF2-40B4-BE49-F238E27FC236}">
                <a16:creationId xmlns:a16="http://schemas.microsoft.com/office/drawing/2014/main" id="{E1011384-7497-F7FF-31F6-C52A7322A9EF}"/>
              </a:ext>
            </a:extLst>
          </p:cNvPr>
          <p:cNvSpPr txBox="1"/>
          <p:nvPr/>
        </p:nvSpPr>
        <p:spPr>
          <a:xfrm>
            <a:off x="3239711" y="4930880"/>
            <a:ext cx="688258" cy="369332"/>
          </a:xfrm>
          <a:prstGeom prst="rect">
            <a:avLst/>
          </a:prstGeom>
          <a:noFill/>
        </p:spPr>
        <p:txBody>
          <a:bodyPr wrap="square" rtlCol="0">
            <a:spAutoFit/>
          </a:bodyPr>
          <a:lstStyle/>
          <a:p>
            <a:r>
              <a:rPr lang="en-IN" b="1" dirty="0"/>
              <a:t>y</a:t>
            </a:r>
          </a:p>
        </p:txBody>
      </p:sp>
      <p:sp>
        <p:nvSpPr>
          <p:cNvPr id="46" name="TextBox 45">
            <a:extLst>
              <a:ext uri="{FF2B5EF4-FFF2-40B4-BE49-F238E27FC236}">
                <a16:creationId xmlns:a16="http://schemas.microsoft.com/office/drawing/2014/main" id="{488F449E-FC0B-9D72-D446-AF8262A9898B}"/>
              </a:ext>
            </a:extLst>
          </p:cNvPr>
          <p:cNvSpPr txBox="1"/>
          <p:nvPr/>
        </p:nvSpPr>
        <p:spPr>
          <a:xfrm>
            <a:off x="5624038" y="4925963"/>
            <a:ext cx="688258" cy="369332"/>
          </a:xfrm>
          <a:prstGeom prst="rect">
            <a:avLst/>
          </a:prstGeom>
          <a:noFill/>
        </p:spPr>
        <p:txBody>
          <a:bodyPr wrap="square" rtlCol="0">
            <a:spAutoFit/>
          </a:bodyPr>
          <a:lstStyle/>
          <a:p>
            <a:r>
              <a:rPr lang="en-IN" b="1" dirty="0"/>
              <a:t>z</a:t>
            </a:r>
          </a:p>
        </p:txBody>
      </p:sp>
      <p:sp>
        <p:nvSpPr>
          <p:cNvPr id="47" name="TextBox 46">
            <a:extLst>
              <a:ext uri="{FF2B5EF4-FFF2-40B4-BE49-F238E27FC236}">
                <a16:creationId xmlns:a16="http://schemas.microsoft.com/office/drawing/2014/main" id="{2F5995E3-A8E2-5888-7B78-563F528F9295}"/>
              </a:ext>
            </a:extLst>
          </p:cNvPr>
          <p:cNvSpPr txBox="1"/>
          <p:nvPr/>
        </p:nvSpPr>
        <p:spPr>
          <a:xfrm>
            <a:off x="3234794" y="1632149"/>
            <a:ext cx="688258" cy="369332"/>
          </a:xfrm>
          <a:prstGeom prst="rect">
            <a:avLst/>
          </a:prstGeom>
          <a:noFill/>
        </p:spPr>
        <p:txBody>
          <a:bodyPr wrap="square" rtlCol="0">
            <a:spAutoFit/>
          </a:bodyPr>
          <a:lstStyle/>
          <a:p>
            <a:r>
              <a:rPr lang="en-IN" b="1" dirty="0"/>
              <a:t>t</a:t>
            </a:r>
          </a:p>
        </p:txBody>
      </p:sp>
      <p:sp>
        <p:nvSpPr>
          <p:cNvPr id="48" name="TextBox 47">
            <a:extLst>
              <a:ext uri="{FF2B5EF4-FFF2-40B4-BE49-F238E27FC236}">
                <a16:creationId xmlns:a16="http://schemas.microsoft.com/office/drawing/2014/main" id="{1C1E4816-59FA-9923-0A96-E7096F575AA6}"/>
              </a:ext>
            </a:extLst>
          </p:cNvPr>
          <p:cNvSpPr txBox="1"/>
          <p:nvPr/>
        </p:nvSpPr>
        <p:spPr>
          <a:xfrm>
            <a:off x="5717444" y="1558406"/>
            <a:ext cx="688258" cy="369332"/>
          </a:xfrm>
          <a:prstGeom prst="rect">
            <a:avLst/>
          </a:prstGeom>
          <a:noFill/>
        </p:spPr>
        <p:txBody>
          <a:bodyPr wrap="square" rtlCol="0">
            <a:spAutoFit/>
          </a:bodyPr>
          <a:lstStyle/>
          <a:p>
            <a:r>
              <a:rPr lang="en-IN" b="1" dirty="0"/>
              <a:t>x</a:t>
            </a:r>
          </a:p>
        </p:txBody>
      </p:sp>
      <p:sp>
        <p:nvSpPr>
          <p:cNvPr id="51" name="TextBox 50">
            <a:extLst>
              <a:ext uri="{FF2B5EF4-FFF2-40B4-BE49-F238E27FC236}">
                <a16:creationId xmlns:a16="http://schemas.microsoft.com/office/drawing/2014/main" id="{E7C5A1B4-C53F-5CE2-4CBB-AC074B5DF9E2}"/>
              </a:ext>
            </a:extLst>
          </p:cNvPr>
          <p:cNvSpPr txBox="1"/>
          <p:nvPr/>
        </p:nvSpPr>
        <p:spPr>
          <a:xfrm>
            <a:off x="3377359" y="3180737"/>
            <a:ext cx="875074" cy="369332"/>
          </a:xfrm>
          <a:prstGeom prst="rect">
            <a:avLst/>
          </a:prstGeom>
          <a:noFill/>
        </p:spPr>
        <p:txBody>
          <a:bodyPr wrap="square" rtlCol="0">
            <a:spAutoFit/>
          </a:bodyPr>
          <a:lstStyle/>
          <a:p>
            <a:r>
              <a:rPr lang="en-IN" b="1" dirty="0"/>
              <a:t>E10 = 8</a:t>
            </a:r>
          </a:p>
        </p:txBody>
      </p:sp>
      <p:sp>
        <p:nvSpPr>
          <p:cNvPr id="52" name="TextBox 51">
            <a:extLst>
              <a:ext uri="{FF2B5EF4-FFF2-40B4-BE49-F238E27FC236}">
                <a16:creationId xmlns:a16="http://schemas.microsoft.com/office/drawing/2014/main" id="{C370975B-F655-4C2B-BDA1-B4DC1CFD9626}"/>
              </a:ext>
            </a:extLst>
          </p:cNvPr>
          <p:cNvSpPr txBox="1"/>
          <p:nvPr/>
        </p:nvSpPr>
        <p:spPr>
          <a:xfrm>
            <a:off x="7826477" y="1961536"/>
            <a:ext cx="3512575" cy="646331"/>
          </a:xfrm>
          <a:prstGeom prst="rect">
            <a:avLst/>
          </a:prstGeom>
          <a:noFill/>
        </p:spPr>
        <p:txBody>
          <a:bodyPr wrap="square" rtlCol="0">
            <a:spAutoFit/>
          </a:bodyPr>
          <a:lstStyle/>
          <a:p>
            <a:r>
              <a:rPr lang="en-IN" dirty="0"/>
              <a:t>After visiting all edges in the second iteration.</a:t>
            </a:r>
          </a:p>
        </p:txBody>
      </p:sp>
    </p:spTree>
    <p:extLst>
      <p:ext uri="{BB962C8B-B14F-4D97-AF65-F5344CB8AC3E}">
        <p14:creationId xmlns:p14="http://schemas.microsoft.com/office/powerpoint/2010/main" val="2440186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66251C-F530-958F-9601-E4FE4F3B47EC}"/>
              </a:ext>
            </a:extLst>
          </p:cNvPr>
          <p:cNvSpPr>
            <a:spLocks noGrp="1"/>
          </p:cNvSpPr>
          <p:nvPr>
            <p:ph type="title"/>
          </p:nvPr>
        </p:nvSpPr>
        <p:spPr/>
        <p:txBody>
          <a:bodyPr/>
          <a:lstStyle/>
          <a:p>
            <a:r>
              <a:rPr lang="en-IN" dirty="0"/>
              <a:t>Example</a:t>
            </a:r>
          </a:p>
        </p:txBody>
      </p:sp>
      <p:sp>
        <p:nvSpPr>
          <p:cNvPr id="6" name="Oval 5">
            <a:extLst>
              <a:ext uri="{FF2B5EF4-FFF2-40B4-BE49-F238E27FC236}">
                <a16:creationId xmlns:a16="http://schemas.microsoft.com/office/drawing/2014/main" id="{1405F1FC-01F0-BFD0-4597-28FE22496DC1}"/>
              </a:ext>
            </a:extLst>
          </p:cNvPr>
          <p:cNvSpPr/>
          <p:nvPr/>
        </p:nvSpPr>
        <p:spPr>
          <a:xfrm>
            <a:off x="1661652" y="321515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0</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10F962E-6123-3C56-AE8C-2BBC88A0DFEB}"/>
                  </a:ext>
                </a:extLst>
              </p:cNvPr>
              <p:cNvSpPr/>
              <p:nvPr/>
            </p:nvSpPr>
            <p:spPr>
              <a:xfrm>
                <a:off x="3141408" y="1961536"/>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𝟐</m:t>
                      </m:r>
                    </m:oMath>
                  </m:oMathPara>
                </a14:m>
                <a:endParaRPr lang="en-IN" sz="2400" b="1" dirty="0">
                  <a:solidFill>
                    <a:schemeClr val="tx1"/>
                  </a:solidFill>
                </a:endParaRPr>
              </a:p>
            </p:txBody>
          </p:sp>
        </mc:Choice>
        <mc:Fallback xmlns="">
          <p:sp>
            <p:nvSpPr>
              <p:cNvPr id="7" name="Oval 6">
                <a:extLst>
                  <a:ext uri="{FF2B5EF4-FFF2-40B4-BE49-F238E27FC236}">
                    <a16:creationId xmlns:a16="http://schemas.microsoft.com/office/drawing/2014/main" id="{D10F962E-6123-3C56-AE8C-2BBC88A0DFEB}"/>
                  </a:ext>
                </a:extLst>
              </p:cNvPr>
              <p:cNvSpPr>
                <a:spLocks noRot="1" noChangeAspect="1" noMove="1" noResize="1" noEditPoints="1" noAdjustHandles="1" noChangeArrowheads="1" noChangeShapeType="1" noTextEdit="1"/>
              </p:cNvSpPr>
              <p:nvPr/>
            </p:nvSpPr>
            <p:spPr>
              <a:xfrm>
                <a:off x="3141408" y="1961536"/>
                <a:ext cx="658761" cy="580103"/>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B6DC3288-4242-6755-0E58-663DECD655B4}"/>
                  </a:ext>
                </a:extLst>
              </p:cNvPr>
              <p:cNvSpPr/>
              <p:nvPr/>
            </p:nvSpPr>
            <p:spPr>
              <a:xfrm>
                <a:off x="3057832" y="4395023"/>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𝟕</m:t>
                      </m:r>
                    </m:oMath>
                  </m:oMathPara>
                </a14:m>
                <a:endParaRPr lang="en-IN" sz="2400" b="1" dirty="0">
                  <a:solidFill>
                    <a:schemeClr val="tx1"/>
                  </a:solidFill>
                </a:endParaRPr>
              </a:p>
            </p:txBody>
          </p:sp>
        </mc:Choice>
        <mc:Fallback xmlns="">
          <p:sp>
            <p:nvSpPr>
              <p:cNvPr id="8" name="Oval 7">
                <a:extLst>
                  <a:ext uri="{FF2B5EF4-FFF2-40B4-BE49-F238E27FC236}">
                    <a16:creationId xmlns:a16="http://schemas.microsoft.com/office/drawing/2014/main" id="{B6DC3288-4242-6755-0E58-663DECD655B4}"/>
                  </a:ext>
                </a:extLst>
              </p:cNvPr>
              <p:cNvSpPr>
                <a:spLocks noRot="1" noChangeAspect="1" noMove="1" noResize="1" noEditPoints="1" noAdjustHandles="1" noChangeArrowheads="1" noChangeShapeType="1" noTextEdit="1"/>
              </p:cNvSpPr>
              <p:nvPr/>
            </p:nvSpPr>
            <p:spPr>
              <a:xfrm>
                <a:off x="3057832" y="4395023"/>
                <a:ext cx="658761" cy="580103"/>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497E5D58-D411-8223-149E-DB72E0B119D9}"/>
                  </a:ext>
                </a:extLst>
              </p:cNvPr>
              <p:cNvSpPr/>
              <p:nvPr/>
            </p:nvSpPr>
            <p:spPr>
              <a:xfrm>
                <a:off x="5442159" y="4409771"/>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r>
                        <a:rPr lang="en-IN" sz="2400" b="1" i="1" smtClean="0">
                          <a:solidFill>
                            <a:schemeClr val="tx1"/>
                          </a:solidFill>
                          <a:latin typeface="Cambria Math" panose="02040503050406030204" pitchFamily="18" charset="0"/>
                        </a:rPr>
                        <m:t>𝟐</m:t>
                      </m:r>
                    </m:oMath>
                  </m:oMathPara>
                </a14:m>
                <a:endParaRPr lang="en-IN" sz="2400" b="1" dirty="0">
                  <a:solidFill>
                    <a:schemeClr val="tx1"/>
                  </a:solidFill>
                </a:endParaRPr>
              </a:p>
            </p:txBody>
          </p:sp>
        </mc:Choice>
        <mc:Fallback xmlns="">
          <p:sp>
            <p:nvSpPr>
              <p:cNvPr id="9" name="Oval 8">
                <a:extLst>
                  <a:ext uri="{FF2B5EF4-FFF2-40B4-BE49-F238E27FC236}">
                    <a16:creationId xmlns:a16="http://schemas.microsoft.com/office/drawing/2014/main" id="{497E5D58-D411-8223-149E-DB72E0B119D9}"/>
                  </a:ext>
                </a:extLst>
              </p:cNvPr>
              <p:cNvSpPr>
                <a:spLocks noRot="1" noChangeAspect="1" noMove="1" noResize="1" noEditPoints="1" noAdjustHandles="1" noChangeArrowheads="1" noChangeShapeType="1" noTextEdit="1"/>
              </p:cNvSpPr>
              <p:nvPr/>
            </p:nvSpPr>
            <p:spPr>
              <a:xfrm>
                <a:off x="5442159" y="4409771"/>
                <a:ext cx="658761" cy="580103"/>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2A24FE49-E847-9CC1-DC8E-861DFAD8FB8A}"/>
                  </a:ext>
                </a:extLst>
              </p:cNvPr>
              <p:cNvSpPr/>
              <p:nvPr/>
            </p:nvSpPr>
            <p:spPr>
              <a:xfrm>
                <a:off x="5456907" y="188779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𝟒</m:t>
                      </m:r>
                    </m:oMath>
                  </m:oMathPara>
                </a14:m>
                <a:endParaRPr lang="en-IN" sz="2400" b="1" dirty="0">
                  <a:solidFill>
                    <a:schemeClr val="tx1"/>
                  </a:solidFill>
                </a:endParaRPr>
              </a:p>
            </p:txBody>
          </p:sp>
        </mc:Choice>
        <mc:Fallback xmlns="">
          <p:sp>
            <p:nvSpPr>
              <p:cNvPr id="10" name="Oval 9">
                <a:extLst>
                  <a:ext uri="{FF2B5EF4-FFF2-40B4-BE49-F238E27FC236}">
                    <a16:creationId xmlns:a16="http://schemas.microsoft.com/office/drawing/2014/main" id="{2A24FE49-E847-9CC1-DC8E-861DFAD8FB8A}"/>
                  </a:ext>
                </a:extLst>
              </p:cNvPr>
              <p:cNvSpPr>
                <a:spLocks noRot="1" noChangeAspect="1" noMove="1" noResize="1" noEditPoints="1" noAdjustHandles="1" noChangeArrowheads="1" noChangeShapeType="1" noTextEdit="1"/>
              </p:cNvSpPr>
              <p:nvPr/>
            </p:nvSpPr>
            <p:spPr>
              <a:xfrm>
                <a:off x="5456907" y="1887790"/>
                <a:ext cx="658761" cy="580103"/>
              </a:xfrm>
              <a:prstGeom prst="ellipse">
                <a:avLst/>
              </a:prstGeom>
              <a:blipFill>
                <a:blip r:embed="rId5"/>
                <a:stretch>
                  <a:fillRect/>
                </a:stretch>
              </a:blipFill>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ECF57DAE-92D3-E7EB-7866-EC09243D3546}"/>
              </a:ext>
            </a:extLst>
          </p:cNvPr>
          <p:cNvCxnSpPr>
            <a:stCxn id="6" idx="7"/>
            <a:endCxn id="7" idx="3"/>
          </p:cNvCxnSpPr>
          <p:nvPr/>
        </p:nvCxnSpPr>
        <p:spPr>
          <a:xfrm flipV="1">
            <a:off x="2223940" y="2456685"/>
            <a:ext cx="1013941" cy="8434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9B8B17A-57AC-05BD-262A-E2A2AFCFA947}"/>
              </a:ext>
            </a:extLst>
          </p:cNvPr>
          <p:cNvCxnSpPr>
            <a:stCxn id="6" idx="5"/>
            <a:endCxn id="8" idx="1"/>
          </p:cNvCxnSpPr>
          <p:nvPr/>
        </p:nvCxnSpPr>
        <p:spPr>
          <a:xfrm>
            <a:off x="2223940" y="3710299"/>
            <a:ext cx="930365" cy="7696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420E590-D3D0-93EC-61BE-433DA8275B04}"/>
              </a:ext>
            </a:extLst>
          </p:cNvPr>
          <p:cNvCxnSpPr>
            <a:stCxn id="8" idx="6"/>
            <a:endCxn id="9" idx="2"/>
          </p:cNvCxnSpPr>
          <p:nvPr/>
        </p:nvCxnSpPr>
        <p:spPr>
          <a:xfrm>
            <a:off x="3716593" y="4685075"/>
            <a:ext cx="1725566" cy="147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7DAB395-52DF-EF6B-4FDF-DDFE67FF2C05}"/>
              </a:ext>
            </a:extLst>
          </p:cNvPr>
          <p:cNvCxnSpPr>
            <a:stCxn id="9" idx="0"/>
            <a:endCxn id="10" idx="4"/>
          </p:cNvCxnSpPr>
          <p:nvPr/>
        </p:nvCxnSpPr>
        <p:spPr>
          <a:xfrm flipV="1">
            <a:off x="5771540" y="2467893"/>
            <a:ext cx="14748" cy="1941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49F47D7-C321-E306-64AD-51503625EC29}"/>
              </a:ext>
            </a:extLst>
          </p:cNvPr>
          <p:cNvCxnSpPr>
            <a:stCxn id="9" idx="1"/>
            <a:endCxn id="6" idx="6"/>
          </p:cNvCxnSpPr>
          <p:nvPr/>
        </p:nvCxnSpPr>
        <p:spPr>
          <a:xfrm flipH="1" flipV="1">
            <a:off x="2320413" y="3505202"/>
            <a:ext cx="3218219" cy="9895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843406C-4536-3DE6-896F-7D9D583DE1F2}"/>
              </a:ext>
            </a:extLst>
          </p:cNvPr>
          <p:cNvCxnSpPr>
            <a:stCxn id="7" idx="4"/>
            <a:endCxn id="8" idx="0"/>
          </p:cNvCxnSpPr>
          <p:nvPr/>
        </p:nvCxnSpPr>
        <p:spPr>
          <a:xfrm flipH="1">
            <a:off x="3387213" y="2541639"/>
            <a:ext cx="83576" cy="18533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E95589B-9E96-B6C0-A0E7-D77BF6024184}"/>
              </a:ext>
            </a:extLst>
          </p:cNvPr>
          <p:cNvCxnSpPr>
            <a:stCxn id="8" idx="7"/>
            <a:endCxn id="10" idx="3"/>
          </p:cNvCxnSpPr>
          <p:nvPr/>
        </p:nvCxnSpPr>
        <p:spPr>
          <a:xfrm flipV="1">
            <a:off x="3620120" y="2382939"/>
            <a:ext cx="1933260" cy="20970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32019BC-A893-0AEB-38B5-95BFE8D5100D}"/>
              </a:ext>
            </a:extLst>
          </p:cNvPr>
          <p:cNvCxnSpPr>
            <a:stCxn id="7" idx="5"/>
            <a:endCxn id="9" idx="0"/>
          </p:cNvCxnSpPr>
          <p:nvPr/>
        </p:nvCxnSpPr>
        <p:spPr>
          <a:xfrm>
            <a:off x="3703696" y="2456685"/>
            <a:ext cx="2067844" cy="19530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4FB48DB9-6E9C-52D9-99D5-B9DA44317A69}"/>
              </a:ext>
            </a:extLst>
          </p:cNvPr>
          <p:cNvCxnSpPr>
            <a:stCxn id="7" idx="7"/>
            <a:endCxn id="10" idx="1"/>
          </p:cNvCxnSpPr>
          <p:nvPr/>
        </p:nvCxnSpPr>
        <p:spPr>
          <a:xfrm rot="5400000" flipH="1" flipV="1">
            <a:off x="4591665" y="1084775"/>
            <a:ext cx="73746" cy="1849684"/>
          </a:xfrm>
          <a:prstGeom prst="curvedConnector3">
            <a:avLst>
              <a:gd name="adj1" fmla="val 52518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A935BAA4-BAD7-4444-EBFF-4D733BE42829}"/>
              </a:ext>
            </a:extLst>
          </p:cNvPr>
          <p:cNvCxnSpPr>
            <a:stCxn id="10" idx="2"/>
            <a:endCxn id="7" idx="6"/>
          </p:cNvCxnSpPr>
          <p:nvPr/>
        </p:nvCxnSpPr>
        <p:spPr>
          <a:xfrm rot="10800000" flipV="1">
            <a:off x="3800169" y="2177842"/>
            <a:ext cx="1656738" cy="73746"/>
          </a:xfrm>
          <a:prstGeom prst="curvedConnector3">
            <a:avLst>
              <a:gd name="adj1" fmla="val 5059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3EC66F8-0736-4766-721E-8BDD7B643A3B}"/>
              </a:ext>
            </a:extLst>
          </p:cNvPr>
          <p:cNvSpPr txBox="1"/>
          <p:nvPr/>
        </p:nvSpPr>
        <p:spPr>
          <a:xfrm>
            <a:off x="2074609" y="4050894"/>
            <a:ext cx="1032362" cy="369332"/>
          </a:xfrm>
          <a:prstGeom prst="rect">
            <a:avLst/>
          </a:prstGeom>
          <a:noFill/>
        </p:spPr>
        <p:txBody>
          <a:bodyPr wrap="square" rtlCol="0">
            <a:spAutoFit/>
          </a:bodyPr>
          <a:lstStyle/>
          <a:p>
            <a:r>
              <a:rPr lang="en-IN" b="1" dirty="0"/>
              <a:t>E8 = 7</a:t>
            </a:r>
          </a:p>
        </p:txBody>
      </p:sp>
      <p:sp>
        <p:nvSpPr>
          <p:cNvPr id="36" name="TextBox 35">
            <a:extLst>
              <a:ext uri="{FF2B5EF4-FFF2-40B4-BE49-F238E27FC236}">
                <a16:creationId xmlns:a16="http://schemas.microsoft.com/office/drawing/2014/main" id="{86468A06-AD8F-C1DA-E967-1226B8D1BE03}"/>
              </a:ext>
            </a:extLst>
          </p:cNvPr>
          <p:cNvSpPr txBox="1"/>
          <p:nvPr/>
        </p:nvSpPr>
        <p:spPr>
          <a:xfrm>
            <a:off x="2167993" y="2531806"/>
            <a:ext cx="816099" cy="369332"/>
          </a:xfrm>
          <a:prstGeom prst="rect">
            <a:avLst/>
          </a:prstGeom>
          <a:noFill/>
        </p:spPr>
        <p:txBody>
          <a:bodyPr wrap="square" rtlCol="0">
            <a:spAutoFit/>
          </a:bodyPr>
          <a:lstStyle/>
          <a:p>
            <a:r>
              <a:rPr lang="en-IN" b="1" dirty="0"/>
              <a:t>E1 = 6</a:t>
            </a:r>
          </a:p>
        </p:txBody>
      </p:sp>
      <p:sp>
        <p:nvSpPr>
          <p:cNvPr id="37" name="TextBox 36">
            <a:extLst>
              <a:ext uri="{FF2B5EF4-FFF2-40B4-BE49-F238E27FC236}">
                <a16:creationId xmlns:a16="http://schemas.microsoft.com/office/drawing/2014/main" id="{93B91B53-AEAC-C30A-E63D-69F6421E7F7D}"/>
              </a:ext>
            </a:extLst>
          </p:cNvPr>
          <p:cNvSpPr txBox="1"/>
          <p:nvPr/>
        </p:nvSpPr>
        <p:spPr>
          <a:xfrm>
            <a:off x="4399916" y="4744071"/>
            <a:ext cx="937152" cy="369332"/>
          </a:xfrm>
          <a:prstGeom prst="rect">
            <a:avLst/>
          </a:prstGeom>
          <a:noFill/>
        </p:spPr>
        <p:txBody>
          <a:bodyPr wrap="square" rtlCol="0">
            <a:spAutoFit/>
          </a:bodyPr>
          <a:lstStyle/>
          <a:p>
            <a:r>
              <a:rPr lang="en-IN" b="1" dirty="0"/>
              <a:t>E7 = 9</a:t>
            </a:r>
          </a:p>
        </p:txBody>
      </p:sp>
      <p:sp>
        <p:nvSpPr>
          <p:cNvPr id="38" name="TextBox 37">
            <a:extLst>
              <a:ext uri="{FF2B5EF4-FFF2-40B4-BE49-F238E27FC236}">
                <a16:creationId xmlns:a16="http://schemas.microsoft.com/office/drawing/2014/main" id="{2447094A-A90B-6C37-6BC8-C98C60AFD600}"/>
              </a:ext>
            </a:extLst>
          </p:cNvPr>
          <p:cNvSpPr txBox="1"/>
          <p:nvPr/>
        </p:nvSpPr>
        <p:spPr>
          <a:xfrm>
            <a:off x="4198353" y="4247539"/>
            <a:ext cx="804421" cy="369332"/>
          </a:xfrm>
          <a:prstGeom prst="rect">
            <a:avLst/>
          </a:prstGeom>
          <a:noFill/>
        </p:spPr>
        <p:txBody>
          <a:bodyPr wrap="square" rtlCol="0">
            <a:spAutoFit/>
          </a:bodyPr>
          <a:lstStyle/>
          <a:p>
            <a:r>
              <a:rPr lang="en-IN" b="1" dirty="0"/>
              <a:t>E6 = 2</a:t>
            </a:r>
          </a:p>
        </p:txBody>
      </p:sp>
      <p:sp>
        <p:nvSpPr>
          <p:cNvPr id="39" name="TextBox 38">
            <a:extLst>
              <a:ext uri="{FF2B5EF4-FFF2-40B4-BE49-F238E27FC236}">
                <a16:creationId xmlns:a16="http://schemas.microsoft.com/office/drawing/2014/main" id="{EC4A68EE-35A0-B4F0-183A-E6552484D3CC}"/>
              </a:ext>
            </a:extLst>
          </p:cNvPr>
          <p:cNvSpPr txBox="1"/>
          <p:nvPr/>
        </p:nvSpPr>
        <p:spPr>
          <a:xfrm>
            <a:off x="4921027" y="3416715"/>
            <a:ext cx="950683" cy="369332"/>
          </a:xfrm>
          <a:prstGeom prst="rect">
            <a:avLst/>
          </a:prstGeom>
          <a:noFill/>
        </p:spPr>
        <p:txBody>
          <a:bodyPr wrap="square" rtlCol="0">
            <a:spAutoFit/>
          </a:bodyPr>
          <a:lstStyle/>
          <a:p>
            <a:r>
              <a:rPr lang="en-IN" b="1" dirty="0"/>
              <a:t>E5 = -4</a:t>
            </a:r>
          </a:p>
        </p:txBody>
      </p:sp>
      <p:sp>
        <p:nvSpPr>
          <p:cNvPr id="40" name="TextBox 39">
            <a:extLst>
              <a:ext uri="{FF2B5EF4-FFF2-40B4-BE49-F238E27FC236}">
                <a16:creationId xmlns:a16="http://schemas.microsoft.com/office/drawing/2014/main" id="{38E879C6-22BC-9AB5-913A-C340858D4BAD}"/>
              </a:ext>
            </a:extLst>
          </p:cNvPr>
          <p:cNvSpPr txBox="1"/>
          <p:nvPr/>
        </p:nvSpPr>
        <p:spPr>
          <a:xfrm>
            <a:off x="4385167" y="2595720"/>
            <a:ext cx="951901" cy="369332"/>
          </a:xfrm>
          <a:prstGeom prst="rect">
            <a:avLst/>
          </a:prstGeom>
          <a:noFill/>
        </p:spPr>
        <p:txBody>
          <a:bodyPr wrap="square" rtlCol="0">
            <a:spAutoFit/>
          </a:bodyPr>
          <a:lstStyle/>
          <a:p>
            <a:r>
              <a:rPr lang="en-IN" b="1" dirty="0"/>
              <a:t>E4 = -3</a:t>
            </a:r>
          </a:p>
        </p:txBody>
      </p:sp>
      <p:sp>
        <p:nvSpPr>
          <p:cNvPr id="41" name="TextBox 40">
            <a:extLst>
              <a:ext uri="{FF2B5EF4-FFF2-40B4-BE49-F238E27FC236}">
                <a16:creationId xmlns:a16="http://schemas.microsoft.com/office/drawing/2014/main" id="{3FCF2FE0-6CE1-0D50-F680-8F7601277A53}"/>
              </a:ext>
            </a:extLst>
          </p:cNvPr>
          <p:cNvSpPr txBox="1"/>
          <p:nvPr/>
        </p:nvSpPr>
        <p:spPr>
          <a:xfrm>
            <a:off x="5776435" y="3141410"/>
            <a:ext cx="979527" cy="369332"/>
          </a:xfrm>
          <a:prstGeom prst="rect">
            <a:avLst/>
          </a:prstGeom>
          <a:noFill/>
        </p:spPr>
        <p:txBody>
          <a:bodyPr wrap="square" rtlCol="0">
            <a:spAutoFit/>
          </a:bodyPr>
          <a:lstStyle/>
          <a:p>
            <a:r>
              <a:rPr lang="en-IN" b="1" dirty="0"/>
              <a:t>E9 = 7</a:t>
            </a:r>
          </a:p>
        </p:txBody>
      </p:sp>
      <p:sp>
        <p:nvSpPr>
          <p:cNvPr id="42" name="TextBox 41">
            <a:extLst>
              <a:ext uri="{FF2B5EF4-FFF2-40B4-BE49-F238E27FC236}">
                <a16:creationId xmlns:a16="http://schemas.microsoft.com/office/drawing/2014/main" id="{87840098-D36A-A094-99B9-18AC7CE8EB48}"/>
              </a:ext>
            </a:extLst>
          </p:cNvPr>
          <p:cNvSpPr txBox="1"/>
          <p:nvPr/>
        </p:nvSpPr>
        <p:spPr>
          <a:xfrm>
            <a:off x="4100033" y="2182764"/>
            <a:ext cx="988122" cy="369332"/>
          </a:xfrm>
          <a:prstGeom prst="rect">
            <a:avLst/>
          </a:prstGeom>
          <a:noFill/>
        </p:spPr>
        <p:txBody>
          <a:bodyPr wrap="square" rtlCol="0">
            <a:spAutoFit/>
          </a:bodyPr>
          <a:lstStyle/>
          <a:p>
            <a:r>
              <a:rPr lang="en-IN" b="1" dirty="0"/>
              <a:t>E3 = -2</a:t>
            </a:r>
          </a:p>
        </p:txBody>
      </p:sp>
      <p:sp>
        <p:nvSpPr>
          <p:cNvPr id="43" name="TextBox 42">
            <a:extLst>
              <a:ext uri="{FF2B5EF4-FFF2-40B4-BE49-F238E27FC236}">
                <a16:creationId xmlns:a16="http://schemas.microsoft.com/office/drawing/2014/main" id="{1402968F-4DB7-698E-07A1-BFD39D20AF77}"/>
              </a:ext>
            </a:extLst>
          </p:cNvPr>
          <p:cNvSpPr txBox="1"/>
          <p:nvPr/>
        </p:nvSpPr>
        <p:spPr>
          <a:xfrm>
            <a:off x="4252433" y="1332271"/>
            <a:ext cx="835722" cy="369332"/>
          </a:xfrm>
          <a:prstGeom prst="rect">
            <a:avLst/>
          </a:prstGeom>
          <a:noFill/>
        </p:spPr>
        <p:txBody>
          <a:bodyPr wrap="square" rtlCol="0">
            <a:spAutoFit/>
          </a:bodyPr>
          <a:lstStyle/>
          <a:p>
            <a:r>
              <a:rPr lang="en-IN" b="1" dirty="0"/>
              <a:t>E2 = 5</a:t>
            </a:r>
          </a:p>
        </p:txBody>
      </p:sp>
      <p:sp>
        <p:nvSpPr>
          <p:cNvPr id="44" name="TextBox 43">
            <a:extLst>
              <a:ext uri="{FF2B5EF4-FFF2-40B4-BE49-F238E27FC236}">
                <a16:creationId xmlns:a16="http://schemas.microsoft.com/office/drawing/2014/main" id="{08A67762-AEE7-65C8-FDAB-4EC54FEB2F5A}"/>
              </a:ext>
            </a:extLst>
          </p:cNvPr>
          <p:cNvSpPr txBox="1"/>
          <p:nvPr/>
        </p:nvSpPr>
        <p:spPr>
          <a:xfrm>
            <a:off x="1455154" y="3559279"/>
            <a:ext cx="688258" cy="369332"/>
          </a:xfrm>
          <a:prstGeom prst="rect">
            <a:avLst/>
          </a:prstGeom>
          <a:noFill/>
        </p:spPr>
        <p:txBody>
          <a:bodyPr wrap="square" rtlCol="0">
            <a:spAutoFit/>
          </a:bodyPr>
          <a:lstStyle/>
          <a:p>
            <a:r>
              <a:rPr lang="en-IN" b="1" dirty="0"/>
              <a:t>s</a:t>
            </a:r>
          </a:p>
        </p:txBody>
      </p:sp>
      <p:sp>
        <p:nvSpPr>
          <p:cNvPr id="45" name="TextBox 44">
            <a:extLst>
              <a:ext uri="{FF2B5EF4-FFF2-40B4-BE49-F238E27FC236}">
                <a16:creationId xmlns:a16="http://schemas.microsoft.com/office/drawing/2014/main" id="{E1011384-7497-F7FF-31F6-C52A7322A9EF}"/>
              </a:ext>
            </a:extLst>
          </p:cNvPr>
          <p:cNvSpPr txBox="1"/>
          <p:nvPr/>
        </p:nvSpPr>
        <p:spPr>
          <a:xfrm>
            <a:off x="3239711" y="4930880"/>
            <a:ext cx="688258" cy="369332"/>
          </a:xfrm>
          <a:prstGeom prst="rect">
            <a:avLst/>
          </a:prstGeom>
          <a:noFill/>
        </p:spPr>
        <p:txBody>
          <a:bodyPr wrap="square" rtlCol="0">
            <a:spAutoFit/>
          </a:bodyPr>
          <a:lstStyle/>
          <a:p>
            <a:r>
              <a:rPr lang="en-IN" b="1" dirty="0"/>
              <a:t>y</a:t>
            </a:r>
          </a:p>
        </p:txBody>
      </p:sp>
      <p:sp>
        <p:nvSpPr>
          <p:cNvPr id="46" name="TextBox 45">
            <a:extLst>
              <a:ext uri="{FF2B5EF4-FFF2-40B4-BE49-F238E27FC236}">
                <a16:creationId xmlns:a16="http://schemas.microsoft.com/office/drawing/2014/main" id="{488F449E-FC0B-9D72-D446-AF8262A9898B}"/>
              </a:ext>
            </a:extLst>
          </p:cNvPr>
          <p:cNvSpPr txBox="1"/>
          <p:nvPr/>
        </p:nvSpPr>
        <p:spPr>
          <a:xfrm>
            <a:off x="5624038" y="4925963"/>
            <a:ext cx="688258" cy="369332"/>
          </a:xfrm>
          <a:prstGeom prst="rect">
            <a:avLst/>
          </a:prstGeom>
          <a:noFill/>
        </p:spPr>
        <p:txBody>
          <a:bodyPr wrap="square" rtlCol="0">
            <a:spAutoFit/>
          </a:bodyPr>
          <a:lstStyle/>
          <a:p>
            <a:r>
              <a:rPr lang="en-IN" b="1" dirty="0"/>
              <a:t>z</a:t>
            </a:r>
          </a:p>
        </p:txBody>
      </p:sp>
      <p:sp>
        <p:nvSpPr>
          <p:cNvPr id="47" name="TextBox 46">
            <a:extLst>
              <a:ext uri="{FF2B5EF4-FFF2-40B4-BE49-F238E27FC236}">
                <a16:creationId xmlns:a16="http://schemas.microsoft.com/office/drawing/2014/main" id="{2F5995E3-A8E2-5888-7B78-563F528F9295}"/>
              </a:ext>
            </a:extLst>
          </p:cNvPr>
          <p:cNvSpPr txBox="1"/>
          <p:nvPr/>
        </p:nvSpPr>
        <p:spPr>
          <a:xfrm>
            <a:off x="3234794" y="1632149"/>
            <a:ext cx="688258" cy="369332"/>
          </a:xfrm>
          <a:prstGeom prst="rect">
            <a:avLst/>
          </a:prstGeom>
          <a:noFill/>
        </p:spPr>
        <p:txBody>
          <a:bodyPr wrap="square" rtlCol="0">
            <a:spAutoFit/>
          </a:bodyPr>
          <a:lstStyle/>
          <a:p>
            <a:r>
              <a:rPr lang="en-IN" b="1" dirty="0"/>
              <a:t>t</a:t>
            </a:r>
          </a:p>
        </p:txBody>
      </p:sp>
      <p:sp>
        <p:nvSpPr>
          <p:cNvPr id="48" name="TextBox 47">
            <a:extLst>
              <a:ext uri="{FF2B5EF4-FFF2-40B4-BE49-F238E27FC236}">
                <a16:creationId xmlns:a16="http://schemas.microsoft.com/office/drawing/2014/main" id="{1C1E4816-59FA-9923-0A96-E7096F575AA6}"/>
              </a:ext>
            </a:extLst>
          </p:cNvPr>
          <p:cNvSpPr txBox="1"/>
          <p:nvPr/>
        </p:nvSpPr>
        <p:spPr>
          <a:xfrm>
            <a:off x="5717444" y="1558406"/>
            <a:ext cx="688258" cy="369332"/>
          </a:xfrm>
          <a:prstGeom prst="rect">
            <a:avLst/>
          </a:prstGeom>
          <a:noFill/>
        </p:spPr>
        <p:txBody>
          <a:bodyPr wrap="square" rtlCol="0">
            <a:spAutoFit/>
          </a:bodyPr>
          <a:lstStyle/>
          <a:p>
            <a:r>
              <a:rPr lang="en-IN" b="1" dirty="0"/>
              <a:t>x</a:t>
            </a:r>
          </a:p>
        </p:txBody>
      </p:sp>
      <p:sp>
        <p:nvSpPr>
          <p:cNvPr id="51" name="TextBox 50">
            <a:extLst>
              <a:ext uri="{FF2B5EF4-FFF2-40B4-BE49-F238E27FC236}">
                <a16:creationId xmlns:a16="http://schemas.microsoft.com/office/drawing/2014/main" id="{E7C5A1B4-C53F-5CE2-4CBB-AC074B5DF9E2}"/>
              </a:ext>
            </a:extLst>
          </p:cNvPr>
          <p:cNvSpPr txBox="1"/>
          <p:nvPr/>
        </p:nvSpPr>
        <p:spPr>
          <a:xfrm>
            <a:off x="3377359" y="3180737"/>
            <a:ext cx="875074" cy="369332"/>
          </a:xfrm>
          <a:prstGeom prst="rect">
            <a:avLst/>
          </a:prstGeom>
          <a:noFill/>
        </p:spPr>
        <p:txBody>
          <a:bodyPr wrap="square" rtlCol="0">
            <a:spAutoFit/>
          </a:bodyPr>
          <a:lstStyle/>
          <a:p>
            <a:r>
              <a:rPr lang="en-IN" b="1" dirty="0"/>
              <a:t>E10 = 8</a:t>
            </a:r>
          </a:p>
        </p:txBody>
      </p:sp>
      <p:sp>
        <p:nvSpPr>
          <p:cNvPr id="52" name="TextBox 51">
            <a:extLst>
              <a:ext uri="{FF2B5EF4-FFF2-40B4-BE49-F238E27FC236}">
                <a16:creationId xmlns:a16="http://schemas.microsoft.com/office/drawing/2014/main" id="{C370975B-F655-4C2B-BDA1-B4DC1CFD9626}"/>
              </a:ext>
            </a:extLst>
          </p:cNvPr>
          <p:cNvSpPr txBox="1"/>
          <p:nvPr/>
        </p:nvSpPr>
        <p:spPr>
          <a:xfrm>
            <a:off x="7826477" y="1961536"/>
            <a:ext cx="3512575" cy="646331"/>
          </a:xfrm>
          <a:prstGeom prst="rect">
            <a:avLst/>
          </a:prstGeom>
          <a:noFill/>
        </p:spPr>
        <p:txBody>
          <a:bodyPr wrap="square" rtlCol="0">
            <a:spAutoFit/>
          </a:bodyPr>
          <a:lstStyle/>
          <a:p>
            <a:r>
              <a:rPr lang="en-IN" dirty="0"/>
              <a:t>After visiting all edges in the third iteration.</a:t>
            </a:r>
          </a:p>
        </p:txBody>
      </p:sp>
    </p:spTree>
    <p:extLst>
      <p:ext uri="{BB962C8B-B14F-4D97-AF65-F5344CB8AC3E}">
        <p14:creationId xmlns:p14="http://schemas.microsoft.com/office/powerpoint/2010/main" val="3970573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66251C-F530-958F-9601-E4FE4F3B47EC}"/>
              </a:ext>
            </a:extLst>
          </p:cNvPr>
          <p:cNvSpPr>
            <a:spLocks noGrp="1"/>
          </p:cNvSpPr>
          <p:nvPr>
            <p:ph type="title"/>
          </p:nvPr>
        </p:nvSpPr>
        <p:spPr/>
        <p:txBody>
          <a:bodyPr/>
          <a:lstStyle/>
          <a:p>
            <a:r>
              <a:rPr lang="en-IN" dirty="0"/>
              <a:t>Example</a:t>
            </a:r>
          </a:p>
        </p:txBody>
      </p:sp>
      <p:sp>
        <p:nvSpPr>
          <p:cNvPr id="6" name="Oval 5">
            <a:extLst>
              <a:ext uri="{FF2B5EF4-FFF2-40B4-BE49-F238E27FC236}">
                <a16:creationId xmlns:a16="http://schemas.microsoft.com/office/drawing/2014/main" id="{1405F1FC-01F0-BFD0-4597-28FE22496DC1}"/>
              </a:ext>
            </a:extLst>
          </p:cNvPr>
          <p:cNvSpPr/>
          <p:nvPr/>
        </p:nvSpPr>
        <p:spPr>
          <a:xfrm>
            <a:off x="1661652" y="321515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0</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10F962E-6123-3C56-AE8C-2BBC88A0DFEB}"/>
                  </a:ext>
                </a:extLst>
              </p:cNvPr>
              <p:cNvSpPr/>
              <p:nvPr/>
            </p:nvSpPr>
            <p:spPr>
              <a:xfrm>
                <a:off x="3141408" y="1961536"/>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𝟐</m:t>
                      </m:r>
                    </m:oMath>
                  </m:oMathPara>
                </a14:m>
                <a:endParaRPr lang="en-IN" sz="2400" b="1" dirty="0">
                  <a:solidFill>
                    <a:schemeClr val="tx1"/>
                  </a:solidFill>
                </a:endParaRPr>
              </a:p>
            </p:txBody>
          </p:sp>
        </mc:Choice>
        <mc:Fallback xmlns="">
          <p:sp>
            <p:nvSpPr>
              <p:cNvPr id="7" name="Oval 6">
                <a:extLst>
                  <a:ext uri="{FF2B5EF4-FFF2-40B4-BE49-F238E27FC236}">
                    <a16:creationId xmlns:a16="http://schemas.microsoft.com/office/drawing/2014/main" id="{D10F962E-6123-3C56-AE8C-2BBC88A0DFEB}"/>
                  </a:ext>
                </a:extLst>
              </p:cNvPr>
              <p:cNvSpPr>
                <a:spLocks noRot="1" noChangeAspect="1" noMove="1" noResize="1" noEditPoints="1" noAdjustHandles="1" noChangeArrowheads="1" noChangeShapeType="1" noTextEdit="1"/>
              </p:cNvSpPr>
              <p:nvPr/>
            </p:nvSpPr>
            <p:spPr>
              <a:xfrm>
                <a:off x="3141408" y="1961536"/>
                <a:ext cx="658761" cy="580103"/>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B6DC3288-4242-6755-0E58-663DECD655B4}"/>
                  </a:ext>
                </a:extLst>
              </p:cNvPr>
              <p:cNvSpPr/>
              <p:nvPr/>
            </p:nvSpPr>
            <p:spPr>
              <a:xfrm>
                <a:off x="3057832" y="4395023"/>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𝟕</m:t>
                      </m:r>
                    </m:oMath>
                  </m:oMathPara>
                </a14:m>
                <a:endParaRPr lang="en-IN" sz="2400" b="1" dirty="0">
                  <a:solidFill>
                    <a:schemeClr val="tx1"/>
                  </a:solidFill>
                </a:endParaRPr>
              </a:p>
            </p:txBody>
          </p:sp>
        </mc:Choice>
        <mc:Fallback xmlns="">
          <p:sp>
            <p:nvSpPr>
              <p:cNvPr id="8" name="Oval 7">
                <a:extLst>
                  <a:ext uri="{FF2B5EF4-FFF2-40B4-BE49-F238E27FC236}">
                    <a16:creationId xmlns:a16="http://schemas.microsoft.com/office/drawing/2014/main" id="{B6DC3288-4242-6755-0E58-663DECD655B4}"/>
                  </a:ext>
                </a:extLst>
              </p:cNvPr>
              <p:cNvSpPr>
                <a:spLocks noRot="1" noChangeAspect="1" noMove="1" noResize="1" noEditPoints="1" noAdjustHandles="1" noChangeArrowheads="1" noChangeShapeType="1" noTextEdit="1"/>
              </p:cNvSpPr>
              <p:nvPr/>
            </p:nvSpPr>
            <p:spPr>
              <a:xfrm>
                <a:off x="3057832" y="4395023"/>
                <a:ext cx="658761" cy="580103"/>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497E5D58-D411-8223-149E-DB72E0B119D9}"/>
                  </a:ext>
                </a:extLst>
              </p:cNvPr>
              <p:cNvSpPr/>
              <p:nvPr/>
            </p:nvSpPr>
            <p:spPr>
              <a:xfrm>
                <a:off x="5442159" y="4409771"/>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r>
                        <a:rPr lang="en-IN" sz="2400" b="1" i="1" smtClean="0">
                          <a:solidFill>
                            <a:schemeClr val="tx1"/>
                          </a:solidFill>
                          <a:latin typeface="Cambria Math" panose="02040503050406030204" pitchFamily="18" charset="0"/>
                        </a:rPr>
                        <m:t>𝟐</m:t>
                      </m:r>
                    </m:oMath>
                  </m:oMathPara>
                </a14:m>
                <a:endParaRPr lang="en-IN" sz="2400" b="1" dirty="0">
                  <a:solidFill>
                    <a:schemeClr val="tx1"/>
                  </a:solidFill>
                </a:endParaRPr>
              </a:p>
            </p:txBody>
          </p:sp>
        </mc:Choice>
        <mc:Fallback xmlns="">
          <p:sp>
            <p:nvSpPr>
              <p:cNvPr id="9" name="Oval 8">
                <a:extLst>
                  <a:ext uri="{FF2B5EF4-FFF2-40B4-BE49-F238E27FC236}">
                    <a16:creationId xmlns:a16="http://schemas.microsoft.com/office/drawing/2014/main" id="{497E5D58-D411-8223-149E-DB72E0B119D9}"/>
                  </a:ext>
                </a:extLst>
              </p:cNvPr>
              <p:cNvSpPr>
                <a:spLocks noRot="1" noChangeAspect="1" noMove="1" noResize="1" noEditPoints="1" noAdjustHandles="1" noChangeArrowheads="1" noChangeShapeType="1" noTextEdit="1"/>
              </p:cNvSpPr>
              <p:nvPr/>
            </p:nvSpPr>
            <p:spPr>
              <a:xfrm>
                <a:off x="5442159" y="4409771"/>
                <a:ext cx="658761" cy="580103"/>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2A24FE49-E847-9CC1-DC8E-861DFAD8FB8A}"/>
                  </a:ext>
                </a:extLst>
              </p:cNvPr>
              <p:cNvSpPr/>
              <p:nvPr/>
            </p:nvSpPr>
            <p:spPr>
              <a:xfrm>
                <a:off x="5456907" y="188779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𝟒</m:t>
                      </m:r>
                    </m:oMath>
                  </m:oMathPara>
                </a14:m>
                <a:endParaRPr lang="en-IN" sz="2400" b="1" dirty="0">
                  <a:solidFill>
                    <a:schemeClr val="tx1"/>
                  </a:solidFill>
                </a:endParaRPr>
              </a:p>
            </p:txBody>
          </p:sp>
        </mc:Choice>
        <mc:Fallback xmlns="">
          <p:sp>
            <p:nvSpPr>
              <p:cNvPr id="10" name="Oval 9">
                <a:extLst>
                  <a:ext uri="{FF2B5EF4-FFF2-40B4-BE49-F238E27FC236}">
                    <a16:creationId xmlns:a16="http://schemas.microsoft.com/office/drawing/2014/main" id="{2A24FE49-E847-9CC1-DC8E-861DFAD8FB8A}"/>
                  </a:ext>
                </a:extLst>
              </p:cNvPr>
              <p:cNvSpPr>
                <a:spLocks noRot="1" noChangeAspect="1" noMove="1" noResize="1" noEditPoints="1" noAdjustHandles="1" noChangeArrowheads="1" noChangeShapeType="1" noTextEdit="1"/>
              </p:cNvSpPr>
              <p:nvPr/>
            </p:nvSpPr>
            <p:spPr>
              <a:xfrm>
                <a:off x="5456907" y="1887790"/>
                <a:ext cx="658761" cy="580103"/>
              </a:xfrm>
              <a:prstGeom prst="ellipse">
                <a:avLst/>
              </a:prstGeom>
              <a:blipFill>
                <a:blip r:embed="rId5"/>
                <a:stretch>
                  <a:fillRect/>
                </a:stretch>
              </a:blipFill>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ECF57DAE-92D3-E7EB-7866-EC09243D3546}"/>
              </a:ext>
            </a:extLst>
          </p:cNvPr>
          <p:cNvCxnSpPr>
            <a:stCxn id="6" idx="7"/>
            <a:endCxn id="7" idx="3"/>
          </p:cNvCxnSpPr>
          <p:nvPr/>
        </p:nvCxnSpPr>
        <p:spPr>
          <a:xfrm flipV="1">
            <a:off x="2223940" y="2456685"/>
            <a:ext cx="1013941" cy="8434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9B8B17A-57AC-05BD-262A-E2A2AFCFA947}"/>
              </a:ext>
            </a:extLst>
          </p:cNvPr>
          <p:cNvCxnSpPr>
            <a:stCxn id="6" idx="5"/>
            <a:endCxn id="8" idx="1"/>
          </p:cNvCxnSpPr>
          <p:nvPr/>
        </p:nvCxnSpPr>
        <p:spPr>
          <a:xfrm>
            <a:off x="2223940" y="3710299"/>
            <a:ext cx="930365" cy="7696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420E590-D3D0-93EC-61BE-433DA8275B04}"/>
              </a:ext>
            </a:extLst>
          </p:cNvPr>
          <p:cNvCxnSpPr>
            <a:stCxn id="8" idx="6"/>
            <a:endCxn id="9" idx="2"/>
          </p:cNvCxnSpPr>
          <p:nvPr/>
        </p:nvCxnSpPr>
        <p:spPr>
          <a:xfrm>
            <a:off x="3716593" y="4685075"/>
            <a:ext cx="1725566" cy="147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7DAB395-52DF-EF6B-4FDF-DDFE67FF2C05}"/>
              </a:ext>
            </a:extLst>
          </p:cNvPr>
          <p:cNvCxnSpPr>
            <a:stCxn id="9" idx="0"/>
            <a:endCxn id="10" idx="4"/>
          </p:cNvCxnSpPr>
          <p:nvPr/>
        </p:nvCxnSpPr>
        <p:spPr>
          <a:xfrm flipV="1">
            <a:off x="5771540" y="2467893"/>
            <a:ext cx="14748" cy="1941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49F47D7-C321-E306-64AD-51503625EC29}"/>
              </a:ext>
            </a:extLst>
          </p:cNvPr>
          <p:cNvCxnSpPr>
            <a:stCxn id="9" idx="1"/>
            <a:endCxn id="6" idx="6"/>
          </p:cNvCxnSpPr>
          <p:nvPr/>
        </p:nvCxnSpPr>
        <p:spPr>
          <a:xfrm flipH="1" flipV="1">
            <a:off x="2320413" y="3505202"/>
            <a:ext cx="3218219" cy="9895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843406C-4536-3DE6-896F-7D9D583DE1F2}"/>
              </a:ext>
            </a:extLst>
          </p:cNvPr>
          <p:cNvCxnSpPr>
            <a:stCxn id="7" idx="4"/>
            <a:endCxn id="8" idx="0"/>
          </p:cNvCxnSpPr>
          <p:nvPr/>
        </p:nvCxnSpPr>
        <p:spPr>
          <a:xfrm flipH="1">
            <a:off x="3387213" y="2541639"/>
            <a:ext cx="83576" cy="18533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E95589B-9E96-B6C0-A0E7-D77BF6024184}"/>
              </a:ext>
            </a:extLst>
          </p:cNvPr>
          <p:cNvCxnSpPr>
            <a:stCxn id="8" idx="7"/>
            <a:endCxn id="10" idx="3"/>
          </p:cNvCxnSpPr>
          <p:nvPr/>
        </p:nvCxnSpPr>
        <p:spPr>
          <a:xfrm flipV="1">
            <a:off x="3620120" y="2382939"/>
            <a:ext cx="1933260" cy="20970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32019BC-A893-0AEB-38B5-95BFE8D5100D}"/>
              </a:ext>
            </a:extLst>
          </p:cNvPr>
          <p:cNvCxnSpPr>
            <a:stCxn id="7" idx="5"/>
            <a:endCxn id="9" idx="0"/>
          </p:cNvCxnSpPr>
          <p:nvPr/>
        </p:nvCxnSpPr>
        <p:spPr>
          <a:xfrm>
            <a:off x="3703696" y="2456685"/>
            <a:ext cx="2067844" cy="19530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4FB48DB9-6E9C-52D9-99D5-B9DA44317A69}"/>
              </a:ext>
            </a:extLst>
          </p:cNvPr>
          <p:cNvCxnSpPr>
            <a:stCxn id="7" idx="7"/>
            <a:endCxn id="10" idx="1"/>
          </p:cNvCxnSpPr>
          <p:nvPr/>
        </p:nvCxnSpPr>
        <p:spPr>
          <a:xfrm rot="5400000" flipH="1" flipV="1">
            <a:off x="4591665" y="1084775"/>
            <a:ext cx="73746" cy="1849684"/>
          </a:xfrm>
          <a:prstGeom prst="curvedConnector3">
            <a:avLst>
              <a:gd name="adj1" fmla="val 52518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A935BAA4-BAD7-4444-EBFF-4D733BE42829}"/>
              </a:ext>
            </a:extLst>
          </p:cNvPr>
          <p:cNvCxnSpPr>
            <a:stCxn id="10" idx="2"/>
            <a:endCxn id="7" idx="6"/>
          </p:cNvCxnSpPr>
          <p:nvPr/>
        </p:nvCxnSpPr>
        <p:spPr>
          <a:xfrm rot="10800000" flipV="1">
            <a:off x="3800169" y="2177842"/>
            <a:ext cx="1656738" cy="73746"/>
          </a:xfrm>
          <a:prstGeom prst="curvedConnector3">
            <a:avLst>
              <a:gd name="adj1" fmla="val 5059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3EC66F8-0736-4766-721E-8BDD7B643A3B}"/>
              </a:ext>
            </a:extLst>
          </p:cNvPr>
          <p:cNvSpPr txBox="1"/>
          <p:nvPr/>
        </p:nvSpPr>
        <p:spPr>
          <a:xfrm>
            <a:off x="2074609" y="4050894"/>
            <a:ext cx="1032362" cy="369332"/>
          </a:xfrm>
          <a:prstGeom prst="rect">
            <a:avLst/>
          </a:prstGeom>
          <a:noFill/>
        </p:spPr>
        <p:txBody>
          <a:bodyPr wrap="square" rtlCol="0">
            <a:spAutoFit/>
          </a:bodyPr>
          <a:lstStyle/>
          <a:p>
            <a:r>
              <a:rPr lang="en-IN" b="1" dirty="0"/>
              <a:t>E8 = 7</a:t>
            </a:r>
          </a:p>
        </p:txBody>
      </p:sp>
      <p:sp>
        <p:nvSpPr>
          <p:cNvPr id="36" name="TextBox 35">
            <a:extLst>
              <a:ext uri="{FF2B5EF4-FFF2-40B4-BE49-F238E27FC236}">
                <a16:creationId xmlns:a16="http://schemas.microsoft.com/office/drawing/2014/main" id="{86468A06-AD8F-C1DA-E967-1226B8D1BE03}"/>
              </a:ext>
            </a:extLst>
          </p:cNvPr>
          <p:cNvSpPr txBox="1"/>
          <p:nvPr/>
        </p:nvSpPr>
        <p:spPr>
          <a:xfrm>
            <a:off x="2167993" y="2531806"/>
            <a:ext cx="816099" cy="369332"/>
          </a:xfrm>
          <a:prstGeom prst="rect">
            <a:avLst/>
          </a:prstGeom>
          <a:noFill/>
        </p:spPr>
        <p:txBody>
          <a:bodyPr wrap="square" rtlCol="0">
            <a:spAutoFit/>
          </a:bodyPr>
          <a:lstStyle/>
          <a:p>
            <a:r>
              <a:rPr lang="en-IN" b="1" dirty="0"/>
              <a:t>E1 = 6</a:t>
            </a:r>
          </a:p>
        </p:txBody>
      </p:sp>
      <p:sp>
        <p:nvSpPr>
          <p:cNvPr id="37" name="TextBox 36">
            <a:extLst>
              <a:ext uri="{FF2B5EF4-FFF2-40B4-BE49-F238E27FC236}">
                <a16:creationId xmlns:a16="http://schemas.microsoft.com/office/drawing/2014/main" id="{93B91B53-AEAC-C30A-E63D-69F6421E7F7D}"/>
              </a:ext>
            </a:extLst>
          </p:cNvPr>
          <p:cNvSpPr txBox="1"/>
          <p:nvPr/>
        </p:nvSpPr>
        <p:spPr>
          <a:xfrm>
            <a:off x="4399916" y="4744071"/>
            <a:ext cx="937152" cy="369332"/>
          </a:xfrm>
          <a:prstGeom prst="rect">
            <a:avLst/>
          </a:prstGeom>
          <a:noFill/>
        </p:spPr>
        <p:txBody>
          <a:bodyPr wrap="square" rtlCol="0">
            <a:spAutoFit/>
          </a:bodyPr>
          <a:lstStyle/>
          <a:p>
            <a:r>
              <a:rPr lang="en-IN" b="1" dirty="0"/>
              <a:t>E7 = 9</a:t>
            </a:r>
          </a:p>
        </p:txBody>
      </p:sp>
      <p:sp>
        <p:nvSpPr>
          <p:cNvPr id="38" name="TextBox 37">
            <a:extLst>
              <a:ext uri="{FF2B5EF4-FFF2-40B4-BE49-F238E27FC236}">
                <a16:creationId xmlns:a16="http://schemas.microsoft.com/office/drawing/2014/main" id="{2447094A-A90B-6C37-6BC8-C98C60AFD600}"/>
              </a:ext>
            </a:extLst>
          </p:cNvPr>
          <p:cNvSpPr txBox="1"/>
          <p:nvPr/>
        </p:nvSpPr>
        <p:spPr>
          <a:xfrm>
            <a:off x="4198353" y="4247539"/>
            <a:ext cx="804421" cy="369332"/>
          </a:xfrm>
          <a:prstGeom prst="rect">
            <a:avLst/>
          </a:prstGeom>
          <a:noFill/>
        </p:spPr>
        <p:txBody>
          <a:bodyPr wrap="square" rtlCol="0">
            <a:spAutoFit/>
          </a:bodyPr>
          <a:lstStyle/>
          <a:p>
            <a:r>
              <a:rPr lang="en-IN" b="1" dirty="0"/>
              <a:t>E6 = 2</a:t>
            </a:r>
          </a:p>
        </p:txBody>
      </p:sp>
      <p:sp>
        <p:nvSpPr>
          <p:cNvPr id="39" name="TextBox 38">
            <a:extLst>
              <a:ext uri="{FF2B5EF4-FFF2-40B4-BE49-F238E27FC236}">
                <a16:creationId xmlns:a16="http://schemas.microsoft.com/office/drawing/2014/main" id="{EC4A68EE-35A0-B4F0-183A-E6552484D3CC}"/>
              </a:ext>
            </a:extLst>
          </p:cNvPr>
          <p:cNvSpPr txBox="1"/>
          <p:nvPr/>
        </p:nvSpPr>
        <p:spPr>
          <a:xfrm>
            <a:off x="4921027" y="3416715"/>
            <a:ext cx="950683" cy="369332"/>
          </a:xfrm>
          <a:prstGeom prst="rect">
            <a:avLst/>
          </a:prstGeom>
          <a:noFill/>
        </p:spPr>
        <p:txBody>
          <a:bodyPr wrap="square" rtlCol="0">
            <a:spAutoFit/>
          </a:bodyPr>
          <a:lstStyle/>
          <a:p>
            <a:r>
              <a:rPr lang="en-IN" b="1" dirty="0"/>
              <a:t>E5 = -4</a:t>
            </a:r>
          </a:p>
        </p:txBody>
      </p:sp>
      <p:sp>
        <p:nvSpPr>
          <p:cNvPr id="40" name="TextBox 39">
            <a:extLst>
              <a:ext uri="{FF2B5EF4-FFF2-40B4-BE49-F238E27FC236}">
                <a16:creationId xmlns:a16="http://schemas.microsoft.com/office/drawing/2014/main" id="{38E879C6-22BC-9AB5-913A-C340858D4BAD}"/>
              </a:ext>
            </a:extLst>
          </p:cNvPr>
          <p:cNvSpPr txBox="1"/>
          <p:nvPr/>
        </p:nvSpPr>
        <p:spPr>
          <a:xfrm>
            <a:off x="4385167" y="2595720"/>
            <a:ext cx="951901" cy="369332"/>
          </a:xfrm>
          <a:prstGeom prst="rect">
            <a:avLst/>
          </a:prstGeom>
          <a:noFill/>
        </p:spPr>
        <p:txBody>
          <a:bodyPr wrap="square" rtlCol="0">
            <a:spAutoFit/>
          </a:bodyPr>
          <a:lstStyle/>
          <a:p>
            <a:r>
              <a:rPr lang="en-IN" b="1" dirty="0"/>
              <a:t>E4 = -3</a:t>
            </a:r>
          </a:p>
        </p:txBody>
      </p:sp>
      <p:sp>
        <p:nvSpPr>
          <p:cNvPr id="41" name="TextBox 40">
            <a:extLst>
              <a:ext uri="{FF2B5EF4-FFF2-40B4-BE49-F238E27FC236}">
                <a16:creationId xmlns:a16="http://schemas.microsoft.com/office/drawing/2014/main" id="{3FCF2FE0-6CE1-0D50-F680-8F7601277A53}"/>
              </a:ext>
            </a:extLst>
          </p:cNvPr>
          <p:cNvSpPr txBox="1"/>
          <p:nvPr/>
        </p:nvSpPr>
        <p:spPr>
          <a:xfrm>
            <a:off x="5776435" y="3141410"/>
            <a:ext cx="979527" cy="369332"/>
          </a:xfrm>
          <a:prstGeom prst="rect">
            <a:avLst/>
          </a:prstGeom>
          <a:noFill/>
        </p:spPr>
        <p:txBody>
          <a:bodyPr wrap="square" rtlCol="0">
            <a:spAutoFit/>
          </a:bodyPr>
          <a:lstStyle/>
          <a:p>
            <a:r>
              <a:rPr lang="en-IN" b="1" dirty="0"/>
              <a:t>E9 = 7</a:t>
            </a:r>
          </a:p>
        </p:txBody>
      </p:sp>
      <p:sp>
        <p:nvSpPr>
          <p:cNvPr id="42" name="TextBox 41">
            <a:extLst>
              <a:ext uri="{FF2B5EF4-FFF2-40B4-BE49-F238E27FC236}">
                <a16:creationId xmlns:a16="http://schemas.microsoft.com/office/drawing/2014/main" id="{87840098-D36A-A094-99B9-18AC7CE8EB48}"/>
              </a:ext>
            </a:extLst>
          </p:cNvPr>
          <p:cNvSpPr txBox="1"/>
          <p:nvPr/>
        </p:nvSpPr>
        <p:spPr>
          <a:xfrm>
            <a:off x="4100033" y="2182764"/>
            <a:ext cx="988122" cy="369332"/>
          </a:xfrm>
          <a:prstGeom prst="rect">
            <a:avLst/>
          </a:prstGeom>
          <a:noFill/>
        </p:spPr>
        <p:txBody>
          <a:bodyPr wrap="square" rtlCol="0">
            <a:spAutoFit/>
          </a:bodyPr>
          <a:lstStyle/>
          <a:p>
            <a:r>
              <a:rPr lang="en-IN" b="1" dirty="0"/>
              <a:t>E3 = -2</a:t>
            </a:r>
          </a:p>
        </p:txBody>
      </p:sp>
      <p:sp>
        <p:nvSpPr>
          <p:cNvPr id="43" name="TextBox 42">
            <a:extLst>
              <a:ext uri="{FF2B5EF4-FFF2-40B4-BE49-F238E27FC236}">
                <a16:creationId xmlns:a16="http://schemas.microsoft.com/office/drawing/2014/main" id="{1402968F-4DB7-698E-07A1-BFD39D20AF77}"/>
              </a:ext>
            </a:extLst>
          </p:cNvPr>
          <p:cNvSpPr txBox="1"/>
          <p:nvPr/>
        </p:nvSpPr>
        <p:spPr>
          <a:xfrm>
            <a:off x="4252433" y="1332271"/>
            <a:ext cx="835722" cy="369332"/>
          </a:xfrm>
          <a:prstGeom prst="rect">
            <a:avLst/>
          </a:prstGeom>
          <a:noFill/>
        </p:spPr>
        <p:txBody>
          <a:bodyPr wrap="square" rtlCol="0">
            <a:spAutoFit/>
          </a:bodyPr>
          <a:lstStyle/>
          <a:p>
            <a:r>
              <a:rPr lang="en-IN" b="1" dirty="0"/>
              <a:t>E2 = 5</a:t>
            </a:r>
          </a:p>
        </p:txBody>
      </p:sp>
      <p:sp>
        <p:nvSpPr>
          <p:cNvPr id="44" name="TextBox 43">
            <a:extLst>
              <a:ext uri="{FF2B5EF4-FFF2-40B4-BE49-F238E27FC236}">
                <a16:creationId xmlns:a16="http://schemas.microsoft.com/office/drawing/2014/main" id="{08A67762-AEE7-65C8-FDAB-4EC54FEB2F5A}"/>
              </a:ext>
            </a:extLst>
          </p:cNvPr>
          <p:cNvSpPr txBox="1"/>
          <p:nvPr/>
        </p:nvSpPr>
        <p:spPr>
          <a:xfrm>
            <a:off x="1455154" y="3559279"/>
            <a:ext cx="688258" cy="369332"/>
          </a:xfrm>
          <a:prstGeom prst="rect">
            <a:avLst/>
          </a:prstGeom>
          <a:noFill/>
        </p:spPr>
        <p:txBody>
          <a:bodyPr wrap="square" rtlCol="0">
            <a:spAutoFit/>
          </a:bodyPr>
          <a:lstStyle/>
          <a:p>
            <a:r>
              <a:rPr lang="en-IN" b="1" dirty="0"/>
              <a:t>s</a:t>
            </a:r>
          </a:p>
        </p:txBody>
      </p:sp>
      <p:sp>
        <p:nvSpPr>
          <p:cNvPr id="45" name="TextBox 44">
            <a:extLst>
              <a:ext uri="{FF2B5EF4-FFF2-40B4-BE49-F238E27FC236}">
                <a16:creationId xmlns:a16="http://schemas.microsoft.com/office/drawing/2014/main" id="{E1011384-7497-F7FF-31F6-C52A7322A9EF}"/>
              </a:ext>
            </a:extLst>
          </p:cNvPr>
          <p:cNvSpPr txBox="1"/>
          <p:nvPr/>
        </p:nvSpPr>
        <p:spPr>
          <a:xfrm>
            <a:off x="3239711" y="4930880"/>
            <a:ext cx="688258" cy="369332"/>
          </a:xfrm>
          <a:prstGeom prst="rect">
            <a:avLst/>
          </a:prstGeom>
          <a:noFill/>
        </p:spPr>
        <p:txBody>
          <a:bodyPr wrap="square" rtlCol="0">
            <a:spAutoFit/>
          </a:bodyPr>
          <a:lstStyle/>
          <a:p>
            <a:r>
              <a:rPr lang="en-IN" b="1" dirty="0"/>
              <a:t>y</a:t>
            </a:r>
          </a:p>
        </p:txBody>
      </p:sp>
      <p:sp>
        <p:nvSpPr>
          <p:cNvPr id="46" name="TextBox 45">
            <a:extLst>
              <a:ext uri="{FF2B5EF4-FFF2-40B4-BE49-F238E27FC236}">
                <a16:creationId xmlns:a16="http://schemas.microsoft.com/office/drawing/2014/main" id="{488F449E-FC0B-9D72-D446-AF8262A9898B}"/>
              </a:ext>
            </a:extLst>
          </p:cNvPr>
          <p:cNvSpPr txBox="1"/>
          <p:nvPr/>
        </p:nvSpPr>
        <p:spPr>
          <a:xfrm>
            <a:off x="5624038" y="4925963"/>
            <a:ext cx="688258" cy="369332"/>
          </a:xfrm>
          <a:prstGeom prst="rect">
            <a:avLst/>
          </a:prstGeom>
          <a:noFill/>
        </p:spPr>
        <p:txBody>
          <a:bodyPr wrap="square" rtlCol="0">
            <a:spAutoFit/>
          </a:bodyPr>
          <a:lstStyle/>
          <a:p>
            <a:r>
              <a:rPr lang="en-IN" b="1" dirty="0"/>
              <a:t>z</a:t>
            </a:r>
          </a:p>
        </p:txBody>
      </p:sp>
      <p:sp>
        <p:nvSpPr>
          <p:cNvPr id="47" name="TextBox 46">
            <a:extLst>
              <a:ext uri="{FF2B5EF4-FFF2-40B4-BE49-F238E27FC236}">
                <a16:creationId xmlns:a16="http://schemas.microsoft.com/office/drawing/2014/main" id="{2F5995E3-A8E2-5888-7B78-563F528F9295}"/>
              </a:ext>
            </a:extLst>
          </p:cNvPr>
          <p:cNvSpPr txBox="1"/>
          <p:nvPr/>
        </p:nvSpPr>
        <p:spPr>
          <a:xfrm>
            <a:off x="3234794" y="1632149"/>
            <a:ext cx="688258" cy="369332"/>
          </a:xfrm>
          <a:prstGeom prst="rect">
            <a:avLst/>
          </a:prstGeom>
          <a:noFill/>
        </p:spPr>
        <p:txBody>
          <a:bodyPr wrap="square" rtlCol="0">
            <a:spAutoFit/>
          </a:bodyPr>
          <a:lstStyle/>
          <a:p>
            <a:r>
              <a:rPr lang="en-IN" b="1" dirty="0"/>
              <a:t>t</a:t>
            </a:r>
          </a:p>
        </p:txBody>
      </p:sp>
      <p:sp>
        <p:nvSpPr>
          <p:cNvPr id="48" name="TextBox 47">
            <a:extLst>
              <a:ext uri="{FF2B5EF4-FFF2-40B4-BE49-F238E27FC236}">
                <a16:creationId xmlns:a16="http://schemas.microsoft.com/office/drawing/2014/main" id="{1C1E4816-59FA-9923-0A96-E7096F575AA6}"/>
              </a:ext>
            </a:extLst>
          </p:cNvPr>
          <p:cNvSpPr txBox="1"/>
          <p:nvPr/>
        </p:nvSpPr>
        <p:spPr>
          <a:xfrm>
            <a:off x="5717444" y="1558406"/>
            <a:ext cx="688258" cy="369332"/>
          </a:xfrm>
          <a:prstGeom prst="rect">
            <a:avLst/>
          </a:prstGeom>
          <a:noFill/>
        </p:spPr>
        <p:txBody>
          <a:bodyPr wrap="square" rtlCol="0">
            <a:spAutoFit/>
          </a:bodyPr>
          <a:lstStyle/>
          <a:p>
            <a:r>
              <a:rPr lang="en-IN" b="1" dirty="0"/>
              <a:t>x</a:t>
            </a:r>
          </a:p>
        </p:txBody>
      </p:sp>
      <p:sp>
        <p:nvSpPr>
          <p:cNvPr id="51" name="TextBox 50">
            <a:extLst>
              <a:ext uri="{FF2B5EF4-FFF2-40B4-BE49-F238E27FC236}">
                <a16:creationId xmlns:a16="http://schemas.microsoft.com/office/drawing/2014/main" id="{E7C5A1B4-C53F-5CE2-4CBB-AC074B5DF9E2}"/>
              </a:ext>
            </a:extLst>
          </p:cNvPr>
          <p:cNvSpPr txBox="1"/>
          <p:nvPr/>
        </p:nvSpPr>
        <p:spPr>
          <a:xfrm>
            <a:off x="3377359" y="3180737"/>
            <a:ext cx="875074" cy="369332"/>
          </a:xfrm>
          <a:prstGeom prst="rect">
            <a:avLst/>
          </a:prstGeom>
          <a:noFill/>
        </p:spPr>
        <p:txBody>
          <a:bodyPr wrap="square" rtlCol="0">
            <a:spAutoFit/>
          </a:bodyPr>
          <a:lstStyle/>
          <a:p>
            <a:r>
              <a:rPr lang="en-IN" b="1" dirty="0"/>
              <a:t>E10 = 8</a:t>
            </a:r>
          </a:p>
        </p:txBody>
      </p:sp>
      <p:sp>
        <p:nvSpPr>
          <p:cNvPr id="52" name="TextBox 51">
            <a:extLst>
              <a:ext uri="{FF2B5EF4-FFF2-40B4-BE49-F238E27FC236}">
                <a16:creationId xmlns:a16="http://schemas.microsoft.com/office/drawing/2014/main" id="{C370975B-F655-4C2B-BDA1-B4DC1CFD9626}"/>
              </a:ext>
            </a:extLst>
          </p:cNvPr>
          <p:cNvSpPr txBox="1"/>
          <p:nvPr/>
        </p:nvSpPr>
        <p:spPr>
          <a:xfrm>
            <a:off x="7826477" y="1961536"/>
            <a:ext cx="3512575" cy="1754326"/>
          </a:xfrm>
          <a:prstGeom prst="rect">
            <a:avLst/>
          </a:prstGeom>
          <a:noFill/>
        </p:spPr>
        <p:txBody>
          <a:bodyPr wrap="square" rtlCol="0">
            <a:spAutoFit/>
          </a:bodyPr>
          <a:lstStyle/>
          <a:p>
            <a:r>
              <a:rPr lang="en-IN" dirty="0"/>
              <a:t>After visiting all edges in the fourth iteration.</a:t>
            </a:r>
          </a:p>
          <a:p>
            <a:endParaRPr lang="en-IN" dirty="0"/>
          </a:p>
          <a:p>
            <a:r>
              <a:rPr lang="en-IN" dirty="0"/>
              <a:t>No change during this iteration; therefore, the algorithm terminates.</a:t>
            </a:r>
          </a:p>
        </p:txBody>
      </p:sp>
    </p:spTree>
    <p:extLst>
      <p:ext uri="{BB962C8B-B14F-4D97-AF65-F5344CB8AC3E}">
        <p14:creationId xmlns:p14="http://schemas.microsoft.com/office/powerpoint/2010/main" val="3448615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8E699-42D5-8F5F-DDF9-BB098D2F0F2D}"/>
              </a:ext>
            </a:extLst>
          </p:cNvPr>
          <p:cNvSpPr>
            <a:spLocks noGrp="1"/>
          </p:cNvSpPr>
          <p:nvPr>
            <p:ph type="title"/>
          </p:nvPr>
        </p:nvSpPr>
        <p:spPr/>
        <p:txBody>
          <a:bodyPr/>
          <a:lstStyle/>
          <a:p>
            <a:r>
              <a:rPr lang="en-IN" dirty="0"/>
              <a:t>Distance vector routing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44261AD-7D54-F149-66E0-B6EFE8258100}"/>
                  </a:ext>
                </a:extLst>
              </p:cNvPr>
              <p:cNvSpPr>
                <a:spLocks noGrp="1"/>
              </p:cNvSpPr>
              <p:nvPr>
                <p:ph idx="1"/>
              </p:nvPr>
            </p:nvSpPr>
            <p:spPr/>
            <p:txBody>
              <a:bodyPr/>
              <a:lstStyle/>
              <a:p>
                <a:r>
                  <a:rPr lang="en-IN" dirty="0"/>
                  <a:t>Each node </a:t>
                </a:r>
                <a14:m>
                  <m:oMath xmlns:m="http://schemas.openxmlformats.org/officeDocument/2006/math">
                    <m:r>
                      <a:rPr lang="en-IN" b="0" i="1" smtClean="0">
                        <a:latin typeface="Cambria Math" panose="02040503050406030204" pitchFamily="18" charset="0"/>
                      </a:rPr>
                      <m:t>𝑥</m:t>
                    </m:r>
                  </m:oMath>
                </a14:m>
                <a:r>
                  <a:rPr lang="en-IN" dirty="0"/>
                  <a:t> computes a distance vector (DV) that contains the currently known minimum distances to all reachable nodes from </a:t>
                </a:r>
                <a14:m>
                  <m:oMath xmlns:m="http://schemas.openxmlformats.org/officeDocument/2006/math">
                    <m:r>
                      <a:rPr lang="en-IN" b="0" i="1" smtClean="0">
                        <a:latin typeface="Cambria Math" panose="02040503050406030204" pitchFamily="18" charset="0"/>
                      </a:rPr>
                      <m:t>𝑥</m:t>
                    </m:r>
                  </m:oMath>
                </a14:m>
                <a:endParaRPr lang="en-IN" dirty="0"/>
              </a:p>
              <a:p>
                <a:endParaRPr lang="en-IN" dirty="0"/>
              </a:p>
              <a:p>
                <a:r>
                  <a:rPr lang="en-IN" dirty="0"/>
                  <a:t>After computing the DV, each node shares the DV with its neighbours if the DV is different than the last computed DV </a:t>
                </a:r>
              </a:p>
              <a:p>
                <a:endParaRPr lang="en-IN" dirty="0"/>
              </a:p>
              <a:p>
                <a:r>
                  <a:rPr lang="en-IN" dirty="0"/>
                  <a:t>Each node </a:t>
                </a:r>
                <a14:m>
                  <m:oMath xmlns:m="http://schemas.openxmlformats.org/officeDocument/2006/math">
                    <m:r>
                      <a:rPr lang="en-IN" b="0" i="1" smtClean="0">
                        <a:latin typeface="Cambria Math" panose="02040503050406030204" pitchFamily="18" charset="0"/>
                      </a:rPr>
                      <m:t>𝑥</m:t>
                    </m:r>
                  </m:oMath>
                </a14:m>
                <a:r>
                  <a:rPr lang="en-IN" dirty="0"/>
                  <a:t> computes its distance vectors using the following formula</a:t>
                </a:r>
              </a:p>
              <a:p>
                <a:pPr marL="0" indent="0">
                  <a:buNone/>
                </a:pPr>
                <a:r>
                  <a:rPr lang="en-IN" dirty="0"/>
                  <a:t>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𝐷</m:t>
                        </m:r>
                      </m:e>
                      <m:sub>
                        <m:r>
                          <a:rPr lang="en-IN" b="0" i="1" smtClean="0">
                            <a:latin typeface="Cambria Math" panose="02040503050406030204" pitchFamily="18" charset="0"/>
                          </a:rPr>
                          <m:t>𝑥</m:t>
                        </m:r>
                      </m:sub>
                    </m:sSub>
                    <m:d>
                      <m:dPr>
                        <m:ctrlPr>
                          <a:rPr lang="en-IN" b="0" i="1" smtClean="0">
                            <a:latin typeface="Cambria Math" panose="02040503050406030204" pitchFamily="18" charset="0"/>
                          </a:rPr>
                        </m:ctrlPr>
                      </m:dPr>
                      <m:e>
                        <m:r>
                          <a:rPr lang="en-IN" b="0" i="1" smtClean="0">
                            <a:latin typeface="Cambria Math" panose="02040503050406030204" pitchFamily="18" charset="0"/>
                          </a:rPr>
                          <m:t>𝑦</m:t>
                        </m:r>
                      </m:e>
                    </m:d>
                    <m:r>
                      <a:rPr lang="en-IN" b="0" i="1" smtClean="0">
                        <a:latin typeface="Cambria Math" panose="02040503050406030204" pitchFamily="18" charset="0"/>
                      </a:rPr>
                      <m:t>=</m:t>
                    </m:r>
                    <m:func>
                      <m:funcPr>
                        <m:ctrlPr>
                          <a:rPr lang="en-IN" b="0" i="1" smtClean="0">
                            <a:latin typeface="Cambria Math" panose="02040503050406030204" pitchFamily="18" charset="0"/>
                          </a:rPr>
                        </m:ctrlPr>
                      </m:funcPr>
                      <m:fName>
                        <m:r>
                          <a:rPr lang="en-IN" b="0" i="1" smtClean="0">
                            <a:latin typeface="Cambria Math" panose="02040503050406030204" pitchFamily="18" charset="0"/>
                          </a:rPr>
                          <m:t>𝑚𝑖</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𝑛</m:t>
                            </m:r>
                          </m:e>
                          <m:sub>
                            <m:r>
                              <a:rPr lang="en-IN" b="0" i="1" smtClean="0">
                                <a:latin typeface="Cambria Math" panose="02040503050406030204" pitchFamily="18" charset="0"/>
                              </a:rPr>
                              <m:t>𝑣</m:t>
                            </m:r>
                          </m:sub>
                        </m:sSub>
                      </m:fName>
                      <m:e>
                        <m:r>
                          <a:rPr lang="en-IN" b="0" i="1" smtClean="0">
                            <a:latin typeface="Cambria Math" panose="02040503050406030204" pitchFamily="18" charset="0"/>
                          </a:rPr>
                          <m:t>{</m:t>
                        </m:r>
                        <m:r>
                          <a:rPr lang="en-IN" b="0" i="1" smtClean="0">
                            <a:latin typeface="Cambria Math" panose="02040503050406030204" pitchFamily="18" charset="0"/>
                          </a:rPr>
                          <m:t>𝑐</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𝑣</m:t>
                            </m:r>
                          </m:e>
                        </m:d>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𝐷</m:t>
                            </m:r>
                          </m:e>
                          <m:sub>
                            <m:r>
                              <a:rPr lang="en-IN" b="0" i="1" smtClean="0">
                                <a:latin typeface="Cambria Math" panose="02040503050406030204" pitchFamily="18" charset="0"/>
                              </a:rPr>
                              <m:t>𝑣</m:t>
                            </m:r>
                          </m:sub>
                        </m:sSub>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m:t>
                        </m:r>
                      </m:e>
                    </m:func>
                  </m:oMath>
                </a14:m>
                <a:r>
                  <a:rPr lang="en-IN" dirty="0"/>
                  <a:t>   for each </a:t>
                </a:r>
                <a14:m>
                  <m:oMath xmlns:m="http://schemas.openxmlformats.org/officeDocument/2006/math">
                    <m:r>
                      <a:rPr lang="en-IN" b="0" i="1" smtClean="0">
                        <a:latin typeface="Cambria Math" panose="02040503050406030204" pitchFamily="18" charset="0"/>
                      </a:rPr>
                      <m:t>𝑣</m:t>
                    </m:r>
                    <m:r>
                      <a:rPr lang="en-IN" b="0" i="1" smtClean="0">
                        <a:latin typeface="Cambria Math" panose="02040503050406030204" pitchFamily="18" charset="0"/>
                      </a:rPr>
                      <m:t>∈</m:t>
                    </m:r>
                    <m:r>
                      <a:rPr lang="en-IN" b="0" i="1" smtClean="0">
                        <a:latin typeface="Cambria Math" panose="02040503050406030204" pitchFamily="18" charset="0"/>
                      </a:rPr>
                      <m:t>𝑁𝑒𝑖𝑔𝑏𝑜𝑢𝑟𝑠</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oMath>
                </a14:m>
                <a:endParaRPr lang="en-IN" dirty="0"/>
              </a:p>
              <a:p>
                <a:endParaRPr lang="en-IN" dirty="0"/>
              </a:p>
            </p:txBody>
          </p:sp>
        </mc:Choice>
        <mc:Fallback>
          <p:sp>
            <p:nvSpPr>
              <p:cNvPr id="3" name="Content Placeholder 2">
                <a:extLst>
                  <a:ext uri="{FF2B5EF4-FFF2-40B4-BE49-F238E27FC236}">
                    <a16:creationId xmlns:a16="http://schemas.microsoft.com/office/drawing/2014/main" id="{944261AD-7D54-F149-66E0-B6EFE8258100}"/>
                  </a:ext>
                </a:extLst>
              </p:cNvPr>
              <p:cNvSpPr>
                <a:spLocks noGrp="1" noRot="1" noChangeAspect="1" noMove="1" noResize="1" noEditPoints="1" noAdjustHandles="1" noChangeArrowheads="1" noChangeShapeType="1" noTextEdit="1"/>
              </p:cNvSpPr>
              <p:nvPr>
                <p:ph idx="1"/>
              </p:nvPr>
            </p:nvSpPr>
            <p:spPr>
              <a:blipFill>
                <a:blip r:embed="rId2"/>
                <a:stretch>
                  <a:fillRect l="-1043" t="-2241" r="-754" b="-140"/>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E2F6130-B58A-1780-BA98-720D3186B810}"/>
                  </a:ext>
                </a:extLst>
              </p14:cNvPr>
              <p14:cNvContentPartPr/>
              <p14:nvPr/>
            </p14:nvContentPartPr>
            <p14:xfrm>
              <a:off x="1861560" y="6102000"/>
              <a:ext cx="4335480" cy="197640"/>
            </p14:xfrm>
          </p:contentPart>
        </mc:Choice>
        <mc:Fallback xmlns="">
          <p:pic>
            <p:nvPicPr>
              <p:cNvPr id="4" name="Ink 3">
                <a:extLst>
                  <a:ext uri="{FF2B5EF4-FFF2-40B4-BE49-F238E27FC236}">
                    <a16:creationId xmlns:a16="http://schemas.microsoft.com/office/drawing/2014/main" id="{7E2F6130-B58A-1780-BA98-720D3186B810}"/>
                  </a:ext>
                </a:extLst>
              </p:cNvPr>
              <p:cNvPicPr/>
              <p:nvPr/>
            </p:nvPicPr>
            <p:blipFill>
              <a:blip r:embed="rId4"/>
              <a:stretch>
                <a:fillRect/>
              </a:stretch>
            </p:blipFill>
            <p:spPr>
              <a:xfrm>
                <a:off x="1852200" y="6092640"/>
                <a:ext cx="4354200" cy="216360"/>
              </a:xfrm>
              <a:prstGeom prst="rect">
                <a:avLst/>
              </a:prstGeom>
            </p:spPr>
          </p:pic>
        </mc:Fallback>
      </mc:AlternateContent>
    </p:spTree>
    <p:extLst>
      <p:ext uri="{BB962C8B-B14F-4D97-AF65-F5344CB8AC3E}">
        <p14:creationId xmlns:p14="http://schemas.microsoft.com/office/powerpoint/2010/main" val="2372987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10B7C-DFEA-8A70-48B2-ABFF72EC8581}"/>
              </a:ext>
            </a:extLst>
          </p:cNvPr>
          <p:cNvSpPr>
            <a:spLocks noGrp="1"/>
          </p:cNvSpPr>
          <p:nvPr>
            <p:ph type="title"/>
          </p:nvPr>
        </p:nvSpPr>
        <p:spPr/>
        <p:txBody>
          <a:bodyPr/>
          <a:lstStyle/>
          <a:p>
            <a:r>
              <a:rPr lang="en-IN" dirty="0"/>
              <a:t>Distance vector algorithm</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E7A40B9-D9EA-E65E-9048-03DF750FC9ED}"/>
                  </a:ext>
                </a:extLst>
              </p:cNvPr>
              <p:cNvSpPr txBox="1"/>
              <p:nvPr/>
            </p:nvSpPr>
            <p:spPr>
              <a:xfrm>
                <a:off x="370113" y="1578427"/>
                <a:ext cx="11342916" cy="4708981"/>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At each node, </a:t>
                </a:r>
                <a14:m>
                  <m:oMath xmlns:m="http://schemas.openxmlformats.org/officeDocument/2006/math">
                    <m:r>
                      <a:rPr lang="en-IN" sz="2000" b="0" i="1" smtClean="0">
                        <a:latin typeface="Cambria Math" panose="02040503050406030204" pitchFamily="18" charset="0"/>
                      </a:rPr>
                      <m:t>𝑥</m:t>
                    </m:r>
                    <m:r>
                      <a:rPr lang="en-IN" sz="2000" b="0" i="1" smtClean="0">
                        <a:latin typeface="Cambria Math" panose="02040503050406030204" pitchFamily="18" charset="0"/>
                      </a:rPr>
                      <m:t>:</m:t>
                    </m:r>
                  </m:oMath>
                </a14:m>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Initialization:</a:t>
                </a:r>
              </a:p>
              <a:p>
                <a:r>
                  <a:rPr lang="en-IN" sz="2000" b="1" dirty="0">
                    <a:latin typeface="Arial" panose="020B0604020202020204" pitchFamily="34" charset="0"/>
                    <a:cs typeface="Arial" panose="020B0604020202020204" pitchFamily="34" charset="0"/>
                  </a:rPr>
                  <a:t>for</a:t>
                </a:r>
                <a:r>
                  <a:rPr lang="en-IN" sz="2000" dirty="0">
                    <a:latin typeface="Arial" panose="020B0604020202020204" pitchFamily="34" charset="0"/>
                    <a:cs typeface="Arial" panose="020B0604020202020204" pitchFamily="34" charset="0"/>
                  </a:rPr>
                  <a:t> all destination y in N:</a:t>
                </a:r>
              </a:p>
              <a:p>
                <a:r>
                  <a:rPr lang="en-IN" sz="2000" dirty="0">
                    <a:latin typeface="Arial" panose="020B0604020202020204" pitchFamily="34" charset="0"/>
                    <a:cs typeface="Arial" panose="020B0604020202020204" pitchFamily="34" charset="0"/>
                  </a:rPr>
                  <a:t>    </a:t>
                </a:r>
                <a14:m>
                  <m:oMath xmlns:m="http://schemas.openxmlformats.org/officeDocument/2006/math">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𝐷</m:t>
                        </m:r>
                      </m:e>
                      <m:sub>
                        <m:r>
                          <a:rPr lang="en-IN" sz="2000" b="0" i="1" smtClean="0">
                            <a:latin typeface="Cambria Math" panose="02040503050406030204" pitchFamily="18" charset="0"/>
                          </a:rPr>
                          <m:t>𝑥</m:t>
                        </m:r>
                      </m:sub>
                    </m:sSub>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𝑦</m:t>
                        </m:r>
                      </m:e>
                    </m:d>
                    <m:r>
                      <a:rPr lang="en-IN" sz="2000" b="0" i="1" smtClean="0">
                        <a:latin typeface="Cambria Math" panose="02040503050406030204" pitchFamily="18" charset="0"/>
                      </a:rPr>
                      <m:t>=</m:t>
                    </m:r>
                    <m:r>
                      <a:rPr lang="en-IN" sz="2000" b="0" i="1" smtClean="0">
                        <a:latin typeface="Cambria Math" panose="02040503050406030204" pitchFamily="18" charset="0"/>
                      </a:rPr>
                      <m:t>𝑐</m:t>
                    </m:r>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𝑥</m:t>
                        </m:r>
                        <m:r>
                          <a:rPr lang="en-IN" sz="2000" b="0" i="1" smtClean="0">
                            <a:latin typeface="Cambria Math" panose="02040503050406030204" pitchFamily="18" charset="0"/>
                          </a:rPr>
                          <m:t>,</m:t>
                        </m:r>
                        <m:r>
                          <a:rPr lang="en-IN" sz="2000" b="0" i="1" smtClean="0">
                            <a:latin typeface="Cambria Math" panose="02040503050406030204" pitchFamily="18" charset="0"/>
                          </a:rPr>
                          <m:t>𝑦</m:t>
                        </m:r>
                      </m:e>
                    </m:d>
                  </m:oMath>
                </a14:m>
                <a:endParaRPr lang="en-IN" sz="2000" b="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for</a:t>
                </a:r>
                <a:r>
                  <a:rPr lang="en-IN" sz="2000" dirty="0">
                    <a:latin typeface="Arial" panose="020B0604020202020204" pitchFamily="34" charset="0"/>
                    <a:cs typeface="Arial" panose="020B0604020202020204" pitchFamily="34" charset="0"/>
                  </a:rPr>
                  <a:t> each neighbour </a:t>
                </a:r>
                <a14:m>
                  <m:oMath xmlns:m="http://schemas.openxmlformats.org/officeDocument/2006/math">
                    <m:r>
                      <a:rPr lang="en-IN" sz="2000" i="1" dirty="0" smtClean="0">
                        <a:latin typeface="Cambria Math" panose="02040503050406030204" pitchFamily="18" charset="0"/>
                        <a:cs typeface="Arial" panose="020B0604020202020204" pitchFamily="34" charset="0"/>
                      </a:rPr>
                      <m:t>𝑤</m:t>
                    </m:r>
                  </m:oMath>
                </a14:m>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    send distance vector </a:t>
                </a:r>
                <a14:m>
                  <m:oMath xmlns:m="http://schemas.openxmlformats.org/officeDocument/2006/math">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𝐷</m:t>
                        </m:r>
                      </m:e>
                      <m:sub>
                        <m:r>
                          <a:rPr lang="en-IN" sz="2000" b="0" i="1" smtClean="0">
                            <a:latin typeface="Cambria Math" panose="02040503050406030204" pitchFamily="18" charset="0"/>
                          </a:rPr>
                          <m:t>𝑥</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𝐷</m:t>
                        </m:r>
                      </m:e>
                      <m:sub>
                        <m:r>
                          <a:rPr lang="en-IN" sz="2000" b="0" i="1" smtClean="0">
                            <a:latin typeface="Cambria Math" panose="02040503050406030204" pitchFamily="18" charset="0"/>
                          </a:rPr>
                          <m:t>𝑥</m:t>
                        </m:r>
                      </m:sub>
                    </m:sSub>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𝑦</m:t>
                        </m:r>
                      </m:e>
                    </m:d>
                    <m:r>
                      <a:rPr lang="en-IN" sz="2000" b="0" i="1" smtClean="0">
                        <a:latin typeface="Cambria Math" panose="02040503050406030204" pitchFamily="18" charset="0"/>
                      </a:rPr>
                      <m:t>:</m:t>
                    </m:r>
                    <m:r>
                      <a:rPr lang="en-IN" sz="2000" b="0" i="1" smtClean="0">
                        <a:latin typeface="Cambria Math" panose="02040503050406030204" pitchFamily="18" charset="0"/>
                      </a:rPr>
                      <m:t>𝑦</m:t>
                    </m:r>
                    <m:r>
                      <a:rPr lang="en-IN" sz="2000" b="0" i="1" smtClean="0">
                        <a:latin typeface="Cambria Math" panose="02040503050406030204" pitchFamily="18" charset="0"/>
                      </a:rPr>
                      <m:t> </m:t>
                    </m:r>
                    <m:r>
                      <a:rPr lang="en-IN" sz="2000" b="0" i="1" smtClean="0">
                        <a:latin typeface="Cambria Math" panose="02040503050406030204" pitchFamily="18" charset="0"/>
                      </a:rPr>
                      <m:t>𝑖𝑛</m:t>
                    </m:r>
                    <m:r>
                      <a:rPr lang="en-IN" sz="2000" b="0" i="1" smtClean="0">
                        <a:latin typeface="Cambria Math" panose="02040503050406030204" pitchFamily="18" charset="0"/>
                      </a:rPr>
                      <m:t> </m:t>
                    </m:r>
                    <m:r>
                      <a:rPr lang="en-IN" sz="2000" b="0" i="1" smtClean="0">
                        <a:latin typeface="Cambria Math" panose="02040503050406030204" pitchFamily="18" charset="0"/>
                      </a:rPr>
                      <m:t>𝑁</m:t>
                    </m:r>
                    <m:r>
                      <a:rPr lang="en-IN" sz="2000" b="0" i="1" smtClean="0">
                        <a:latin typeface="Cambria Math" panose="02040503050406030204" pitchFamily="18" charset="0"/>
                      </a:rPr>
                      <m:t>]</m:t>
                    </m:r>
                  </m:oMath>
                </a14:m>
                <a:r>
                  <a:rPr lang="en-IN" sz="2000" dirty="0">
                    <a:latin typeface="Arial" panose="020B0604020202020204" pitchFamily="34" charset="0"/>
                    <a:cs typeface="Arial" panose="020B0604020202020204" pitchFamily="34" charset="0"/>
                  </a:rPr>
                  <a:t> to w</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loop</a:t>
                </a:r>
              </a:p>
              <a:p>
                <a:r>
                  <a:rPr lang="en-IN" sz="2000" dirty="0">
                    <a:latin typeface="Arial" panose="020B0604020202020204" pitchFamily="34" charset="0"/>
                    <a:cs typeface="Arial" panose="020B0604020202020204" pitchFamily="34" charset="0"/>
                  </a:rPr>
                  <a:t>     wait (until I see a link cost change to some neighbour w or until I receive a distance vector from 	some neighbour w)</a:t>
                </a:r>
              </a:p>
              <a:p>
                <a:r>
                  <a:rPr lang="en-IN" sz="2000" dirty="0">
                    <a:latin typeface="Arial" panose="020B0604020202020204" pitchFamily="34" charset="0"/>
                    <a:cs typeface="Arial" panose="020B0604020202020204" pitchFamily="34" charset="0"/>
                  </a:rPr>
                  <a:t>     </a:t>
                </a:r>
                <a:r>
                  <a:rPr lang="en-IN" sz="2000" b="1" dirty="0">
                    <a:latin typeface="Arial" panose="020B0604020202020204" pitchFamily="34" charset="0"/>
                    <a:cs typeface="Arial" panose="020B0604020202020204" pitchFamily="34" charset="0"/>
                  </a:rPr>
                  <a:t>for</a:t>
                </a:r>
                <a:r>
                  <a:rPr lang="en-IN" sz="2000" dirty="0">
                    <a:latin typeface="Arial" panose="020B0604020202020204" pitchFamily="34" charset="0"/>
                    <a:cs typeface="Arial" panose="020B0604020202020204" pitchFamily="34" charset="0"/>
                  </a:rPr>
                  <a:t> each y in N:</a:t>
                </a:r>
              </a:p>
              <a:p>
                <a:r>
                  <a:rPr lang="en-IN" sz="2000" dirty="0">
                    <a:latin typeface="Arial" panose="020B0604020202020204" pitchFamily="34" charset="0"/>
                    <a:cs typeface="Arial" panose="020B0604020202020204" pitchFamily="34" charset="0"/>
                  </a:rPr>
                  <a:t>         </a:t>
                </a:r>
                <a14:m>
                  <m:oMath xmlns:m="http://schemas.openxmlformats.org/officeDocument/2006/math">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𝐷</m:t>
                        </m:r>
                      </m:e>
                      <m:sub>
                        <m:r>
                          <a:rPr lang="en-IN" sz="2000" b="0" i="1" smtClean="0">
                            <a:latin typeface="Cambria Math" panose="02040503050406030204" pitchFamily="18" charset="0"/>
                          </a:rPr>
                          <m:t>𝑥</m:t>
                        </m:r>
                      </m:sub>
                    </m:sSub>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𝑦</m:t>
                        </m:r>
                      </m:e>
                    </m:d>
                    <m:r>
                      <a:rPr lang="en-IN" sz="2000" b="0" i="1" smtClean="0">
                        <a:latin typeface="Cambria Math" panose="02040503050406030204" pitchFamily="18" charset="0"/>
                      </a:rPr>
                      <m:t>=</m:t>
                    </m:r>
                    <m:func>
                      <m:funcPr>
                        <m:ctrlPr>
                          <a:rPr lang="en-IN" sz="2000" b="0" i="1" smtClean="0">
                            <a:latin typeface="Cambria Math" panose="02040503050406030204" pitchFamily="18" charset="0"/>
                          </a:rPr>
                        </m:ctrlPr>
                      </m:funcPr>
                      <m:fName>
                        <m:limLow>
                          <m:limLowPr>
                            <m:ctrlPr>
                              <a:rPr lang="en-IN" sz="2000" b="0" i="1" smtClean="0">
                                <a:latin typeface="Cambria Math" panose="02040503050406030204" pitchFamily="18" charset="0"/>
                              </a:rPr>
                            </m:ctrlPr>
                          </m:limLowPr>
                          <m:e>
                            <m:r>
                              <m:rPr>
                                <m:sty m:val="p"/>
                              </m:rPr>
                              <a:rPr lang="en-IN" sz="2000" b="0" i="0" smtClean="0">
                                <a:latin typeface="Cambria Math" panose="02040503050406030204" pitchFamily="18" charset="0"/>
                              </a:rPr>
                              <m:t>min</m:t>
                            </m:r>
                          </m:e>
                          <m:lim>
                            <m:r>
                              <a:rPr lang="en-IN" sz="2000" b="0" i="1" smtClean="0">
                                <a:latin typeface="Cambria Math" panose="02040503050406030204" pitchFamily="18" charset="0"/>
                              </a:rPr>
                              <m:t>𝑣</m:t>
                            </m:r>
                          </m:lim>
                        </m:limLow>
                      </m:fName>
                      <m:e>
                        <m:r>
                          <a:rPr lang="en-IN" sz="2000" b="0" i="1" smtClean="0">
                            <a:latin typeface="Cambria Math" panose="02040503050406030204" pitchFamily="18" charset="0"/>
                          </a:rPr>
                          <m:t>{</m:t>
                        </m:r>
                        <m:r>
                          <a:rPr lang="en-IN" sz="2000" b="0" i="1" smtClean="0">
                            <a:latin typeface="Cambria Math" panose="02040503050406030204" pitchFamily="18" charset="0"/>
                          </a:rPr>
                          <m:t>𝑐</m:t>
                        </m:r>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𝑥</m:t>
                            </m:r>
                            <m:r>
                              <a:rPr lang="en-IN" sz="2000" b="0" i="1" smtClean="0">
                                <a:latin typeface="Cambria Math" panose="02040503050406030204" pitchFamily="18" charset="0"/>
                              </a:rPr>
                              <m:t>,</m:t>
                            </m:r>
                            <m:r>
                              <a:rPr lang="en-IN" sz="2000" b="0" i="1" smtClean="0">
                                <a:latin typeface="Cambria Math" panose="02040503050406030204" pitchFamily="18" charset="0"/>
                              </a:rPr>
                              <m:t>𝑣</m:t>
                            </m:r>
                          </m:e>
                        </m:d>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𝐷</m:t>
                            </m:r>
                          </m:e>
                          <m:sub>
                            <m:r>
                              <a:rPr lang="en-IN" sz="2000" b="0" i="1" smtClean="0">
                                <a:latin typeface="Cambria Math" panose="02040503050406030204" pitchFamily="18" charset="0"/>
                              </a:rPr>
                              <m:t>𝑣</m:t>
                            </m:r>
                          </m:sub>
                        </m:sSub>
                        <m:r>
                          <a:rPr lang="en-IN" sz="2000" b="0" i="1" smtClean="0">
                            <a:latin typeface="Cambria Math" panose="02040503050406030204" pitchFamily="18" charset="0"/>
                          </a:rPr>
                          <m:t>(</m:t>
                        </m:r>
                        <m:r>
                          <a:rPr lang="en-IN" sz="2000" b="0" i="1" smtClean="0">
                            <a:latin typeface="Cambria Math" panose="02040503050406030204" pitchFamily="18" charset="0"/>
                          </a:rPr>
                          <m:t>𝑦</m:t>
                        </m:r>
                        <m:r>
                          <a:rPr lang="en-IN" sz="2000" b="0" i="1" smtClean="0">
                            <a:latin typeface="Cambria Math" panose="02040503050406030204" pitchFamily="18" charset="0"/>
                          </a:rPr>
                          <m:t>)}</m:t>
                        </m:r>
                      </m:e>
                    </m:func>
                  </m:oMath>
                </a14:m>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     </a:t>
                </a:r>
                <a:r>
                  <a:rPr lang="en-IN" sz="2000" b="1" dirty="0">
                    <a:latin typeface="Arial" panose="020B0604020202020204" pitchFamily="34" charset="0"/>
                    <a:cs typeface="Arial" panose="020B0604020202020204" pitchFamily="34" charset="0"/>
                  </a:rPr>
                  <a:t>if</a:t>
                </a:r>
                <a:r>
                  <a:rPr lang="en-IN" sz="2000" dirty="0">
                    <a:latin typeface="Arial" panose="020B0604020202020204" pitchFamily="34" charset="0"/>
                    <a:cs typeface="Arial" panose="020B0604020202020204" pitchFamily="34" charset="0"/>
                  </a:rPr>
                  <a:t> </a:t>
                </a:r>
                <a14:m>
                  <m:oMath xmlns:m="http://schemas.openxmlformats.org/officeDocument/2006/math">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𝐷</m:t>
                        </m:r>
                      </m:e>
                      <m:sub>
                        <m:r>
                          <a:rPr lang="en-IN" sz="2000" b="0" i="1" smtClean="0">
                            <a:latin typeface="Cambria Math" panose="02040503050406030204" pitchFamily="18" charset="0"/>
                          </a:rPr>
                          <m:t>𝑥</m:t>
                        </m:r>
                      </m:sub>
                    </m:sSub>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𝑦</m:t>
                        </m:r>
                      </m:e>
                    </m:d>
                  </m:oMath>
                </a14:m>
                <a:r>
                  <a:rPr lang="en-IN" sz="2000" dirty="0">
                    <a:latin typeface="Arial" panose="020B0604020202020204" pitchFamily="34" charset="0"/>
                    <a:cs typeface="Arial" panose="020B0604020202020204" pitchFamily="34" charset="0"/>
                  </a:rPr>
                  <a:t> changed for any destination </a:t>
                </a:r>
                <a14:m>
                  <m:oMath xmlns:m="http://schemas.openxmlformats.org/officeDocument/2006/math">
                    <m:r>
                      <a:rPr lang="en-IN" sz="2000" i="1" dirty="0" smtClean="0">
                        <a:latin typeface="Cambria Math" panose="02040503050406030204" pitchFamily="18" charset="0"/>
                        <a:cs typeface="Arial" panose="020B0604020202020204" pitchFamily="34" charset="0"/>
                      </a:rPr>
                      <m:t>𝑦</m:t>
                    </m:r>
                  </m:oMath>
                </a14:m>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          send distance vector </a:t>
                </a:r>
                <a14:m>
                  <m:oMath xmlns:m="http://schemas.openxmlformats.org/officeDocument/2006/math">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𝐷</m:t>
                        </m:r>
                      </m:e>
                      <m:sub>
                        <m:r>
                          <a:rPr lang="en-IN" sz="2000" b="0" i="1" smtClean="0">
                            <a:latin typeface="Cambria Math" panose="02040503050406030204" pitchFamily="18" charset="0"/>
                          </a:rPr>
                          <m:t>𝑥</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𝐷</m:t>
                        </m:r>
                      </m:e>
                      <m:sub>
                        <m:r>
                          <a:rPr lang="en-IN" sz="2000" b="0" i="1" smtClean="0">
                            <a:latin typeface="Cambria Math" panose="02040503050406030204" pitchFamily="18" charset="0"/>
                          </a:rPr>
                          <m:t>𝑥</m:t>
                        </m:r>
                      </m:sub>
                    </m:sSub>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𝑦</m:t>
                        </m:r>
                      </m:e>
                    </m:d>
                    <m:r>
                      <a:rPr lang="en-IN" sz="2000" b="0" i="1" smtClean="0">
                        <a:latin typeface="Cambria Math" panose="02040503050406030204" pitchFamily="18" charset="0"/>
                      </a:rPr>
                      <m:t>:  </m:t>
                    </m:r>
                    <m:r>
                      <a:rPr lang="en-IN" sz="2000" b="0" i="1" smtClean="0">
                        <a:latin typeface="Cambria Math" panose="02040503050406030204" pitchFamily="18" charset="0"/>
                      </a:rPr>
                      <m:t>𝑦</m:t>
                    </m:r>
                    <m:r>
                      <a:rPr lang="en-IN" sz="2000" b="0" i="1" smtClean="0">
                        <a:latin typeface="Cambria Math" panose="02040503050406030204" pitchFamily="18" charset="0"/>
                      </a:rPr>
                      <m:t> </m:t>
                    </m:r>
                    <m:r>
                      <a:rPr lang="en-IN" sz="2000" b="0" i="1" smtClean="0">
                        <a:latin typeface="Cambria Math" panose="02040503050406030204" pitchFamily="18" charset="0"/>
                      </a:rPr>
                      <m:t>𝑖𝑛</m:t>
                    </m:r>
                    <m:r>
                      <a:rPr lang="en-IN" sz="2000" b="0" i="1" smtClean="0">
                        <a:latin typeface="Cambria Math" panose="02040503050406030204" pitchFamily="18" charset="0"/>
                      </a:rPr>
                      <m:t> </m:t>
                    </m:r>
                    <m:r>
                      <a:rPr lang="en-IN" sz="2000" b="0" i="1" smtClean="0">
                        <a:latin typeface="Cambria Math" panose="02040503050406030204" pitchFamily="18" charset="0"/>
                      </a:rPr>
                      <m:t>𝑁</m:t>
                    </m:r>
                    <m:r>
                      <a:rPr lang="en-IN" sz="2000" b="0" i="1" smtClean="0">
                        <a:latin typeface="Cambria Math" panose="02040503050406030204" pitchFamily="18" charset="0"/>
                      </a:rPr>
                      <m:t>]</m:t>
                    </m:r>
                  </m:oMath>
                </a14:m>
                <a:r>
                  <a:rPr lang="en-IN" sz="2000" dirty="0">
                    <a:latin typeface="Arial" panose="020B0604020202020204" pitchFamily="34" charset="0"/>
                    <a:cs typeface="Arial" panose="020B0604020202020204" pitchFamily="34" charset="0"/>
                  </a:rPr>
                  <a:t> for all neighbours</a:t>
                </a:r>
              </a:p>
              <a:p>
                <a:r>
                  <a:rPr lang="en-IN" sz="2000" b="1" dirty="0">
                    <a:latin typeface="Arial" panose="020B0604020202020204" pitchFamily="34" charset="0"/>
                    <a:cs typeface="Arial" panose="020B0604020202020204" pitchFamily="34" charset="0"/>
                  </a:rPr>
                  <a:t>forever</a:t>
                </a:r>
                <a:r>
                  <a:rPr lang="en-IN" sz="2000" dirty="0">
                    <a:latin typeface="Arial" panose="020B0604020202020204" pitchFamily="34" charset="0"/>
                    <a:cs typeface="Arial" panose="020B0604020202020204" pitchFamily="34" charset="0"/>
                  </a:rPr>
                  <a:t>  </a:t>
                </a:r>
              </a:p>
            </p:txBody>
          </p:sp>
        </mc:Choice>
        <mc:Fallback>
          <p:sp>
            <p:nvSpPr>
              <p:cNvPr id="4" name="TextBox 3">
                <a:extLst>
                  <a:ext uri="{FF2B5EF4-FFF2-40B4-BE49-F238E27FC236}">
                    <a16:creationId xmlns:a16="http://schemas.microsoft.com/office/drawing/2014/main" id="{4E7A40B9-D9EA-E65E-9048-03DF750FC9ED}"/>
                  </a:ext>
                </a:extLst>
              </p:cNvPr>
              <p:cNvSpPr txBox="1">
                <a:spLocks noRot="1" noChangeAspect="1" noMove="1" noResize="1" noEditPoints="1" noAdjustHandles="1" noChangeArrowheads="1" noChangeShapeType="1" noTextEdit="1"/>
              </p:cNvSpPr>
              <p:nvPr/>
            </p:nvSpPr>
            <p:spPr>
              <a:xfrm>
                <a:off x="370113" y="1578427"/>
                <a:ext cx="11342916" cy="4708981"/>
              </a:xfrm>
              <a:prstGeom prst="rect">
                <a:avLst/>
              </a:prstGeom>
              <a:blipFill>
                <a:blip r:embed="rId2"/>
                <a:stretch>
                  <a:fillRect l="-591" t="-648" b="-1554"/>
                </a:stretch>
              </a:blipFill>
            </p:spPr>
            <p:txBody>
              <a:bodyPr/>
              <a:lstStyle/>
              <a:p>
                <a:r>
                  <a:rPr lang="en-IN">
                    <a:noFill/>
                  </a:rPr>
                  <a:t> </a:t>
                </a:r>
              </a:p>
            </p:txBody>
          </p:sp>
        </mc:Fallback>
      </mc:AlternateContent>
    </p:spTree>
    <p:extLst>
      <p:ext uri="{BB962C8B-B14F-4D97-AF65-F5344CB8AC3E}">
        <p14:creationId xmlns:p14="http://schemas.microsoft.com/office/powerpoint/2010/main" val="402245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9C63-7643-0C07-F42B-24CE6E1F9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869BA9-291D-EBDE-BAB7-D16D7F85B832}"/>
              </a:ext>
            </a:extLst>
          </p:cNvPr>
          <p:cNvSpPr>
            <a:spLocks noGrp="1"/>
          </p:cNvSpPr>
          <p:nvPr>
            <p:ph type="title"/>
          </p:nvPr>
        </p:nvSpPr>
        <p:spPr>
          <a:xfrm>
            <a:off x="5268682" y="5459635"/>
            <a:ext cx="5671454" cy="1325563"/>
          </a:xfrm>
        </p:spPr>
        <p:txBody>
          <a:bodyPr/>
          <a:lstStyle/>
          <a:p>
            <a:r>
              <a:rPr lang="en-IN" dirty="0"/>
              <a:t>Distance vector routing</a:t>
            </a:r>
          </a:p>
        </p:txBody>
      </p:sp>
      <p:sp>
        <p:nvSpPr>
          <p:cNvPr id="45" name="Oval 44">
            <a:extLst>
              <a:ext uri="{FF2B5EF4-FFF2-40B4-BE49-F238E27FC236}">
                <a16:creationId xmlns:a16="http://schemas.microsoft.com/office/drawing/2014/main" id="{445921D1-B9FC-A011-0E67-AC7DBE562EBC}"/>
              </a:ext>
            </a:extLst>
          </p:cNvPr>
          <p:cNvSpPr/>
          <p:nvPr/>
        </p:nvSpPr>
        <p:spPr>
          <a:xfrm>
            <a:off x="4539344" y="3831772"/>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X</a:t>
            </a:r>
          </a:p>
        </p:txBody>
      </p:sp>
      <p:sp>
        <p:nvSpPr>
          <p:cNvPr id="46" name="Oval 45">
            <a:extLst>
              <a:ext uri="{FF2B5EF4-FFF2-40B4-BE49-F238E27FC236}">
                <a16:creationId xmlns:a16="http://schemas.microsoft.com/office/drawing/2014/main" id="{A0E494FE-70B6-2A69-42E2-3E7024901EEF}"/>
              </a:ext>
            </a:extLst>
          </p:cNvPr>
          <p:cNvSpPr/>
          <p:nvPr/>
        </p:nvSpPr>
        <p:spPr>
          <a:xfrm>
            <a:off x="7075712" y="384265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Z</a:t>
            </a:r>
          </a:p>
        </p:txBody>
      </p:sp>
      <p:sp>
        <p:nvSpPr>
          <p:cNvPr id="47" name="Oval 46">
            <a:extLst>
              <a:ext uri="{FF2B5EF4-FFF2-40B4-BE49-F238E27FC236}">
                <a16:creationId xmlns:a16="http://schemas.microsoft.com/office/drawing/2014/main" id="{1505CDC8-B0C2-812D-602D-B72ABA509E25}"/>
              </a:ext>
            </a:extLst>
          </p:cNvPr>
          <p:cNvSpPr/>
          <p:nvPr/>
        </p:nvSpPr>
        <p:spPr>
          <a:xfrm>
            <a:off x="7053943" y="1937659"/>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W</a:t>
            </a:r>
          </a:p>
        </p:txBody>
      </p:sp>
      <p:sp>
        <p:nvSpPr>
          <p:cNvPr id="48" name="Oval 47">
            <a:extLst>
              <a:ext uri="{FF2B5EF4-FFF2-40B4-BE49-F238E27FC236}">
                <a16:creationId xmlns:a16="http://schemas.microsoft.com/office/drawing/2014/main" id="{D5FAB017-AC7C-20DB-E209-0E1CEE3FE7F0}"/>
              </a:ext>
            </a:extLst>
          </p:cNvPr>
          <p:cNvSpPr/>
          <p:nvPr/>
        </p:nvSpPr>
        <p:spPr>
          <a:xfrm>
            <a:off x="4572001" y="191588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Y</a:t>
            </a:r>
          </a:p>
        </p:txBody>
      </p:sp>
      <p:cxnSp>
        <p:nvCxnSpPr>
          <p:cNvPr id="51" name="Straight Connector 50">
            <a:extLst>
              <a:ext uri="{FF2B5EF4-FFF2-40B4-BE49-F238E27FC236}">
                <a16:creationId xmlns:a16="http://schemas.microsoft.com/office/drawing/2014/main" id="{FB1EAFA9-425B-CAE8-716A-437DD0EE06CC}"/>
              </a:ext>
            </a:extLst>
          </p:cNvPr>
          <p:cNvCxnSpPr>
            <a:stCxn id="48" idx="6"/>
            <a:endCxn id="47" idx="2"/>
          </p:cNvCxnSpPr>
          <p:nvPr/>
        </p:nvCxnSpPr>
        <p:spPr>
          <a:xfrm>
            <a:off x="5638801" y="2302331"/>
            <a:ext cx="1415142"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EE2BBEF-62D3-0CB9-6424-AFB2DC15DE44}"/>
              </a:ext>
            </a:extLst>
          </p:cNvPr>
          <p:cNvCxnSpPr>
            <a:stCxn id="47" idx="4"/>
            <a:endCxn id="46" idx="0"/>
          </p:cNvCxnSpPr>
          <p:nvPr/>
        </p:nvCxnSpPr>
        <p:spPr>
          <a:xfrm>
            <a:off x="7587343" y="2710544"/>
            <a:ext cx="21769" cy="113211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735C070-E404-1D21-45A1-709185908A36}"/>
              </a:ext>
            </a:extLst>
          </p:cNvPr>
          <p:cNvCxnSpPr>
            <a:stCxn id="48" idx="4"/>
            <a:endCxn id="45" idx="0"/>
          </p:cNvCxnSpPr>
          <p:nvPr/>
        </p:nvCxnSpPr>
        <p:spPr>
          <a:xfrm flipH="1">
            <a:off x="5072744" y="2688773"/>
            <a:ext cx="32657" cy="1142999"/>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D96125F-644F-BD0B-C3AF-DECCD125F102}"/>
              </a:ext>
            </a:extLst>
          </p:cNvPr>
          <p:cNvCxnSpPr>
            <a:stCxn id="45" idx="6"/>
            <a:endCxn id="46" idx="2"/>
          </p:cNvCxnSpPr>
          <p:nvPr/>
        </p:nvCxnSpPr>
        <p:spPr>
          <a:xfrm>
            <a:off x="5606144" y="4218215"/>
            <a:ext cx="1469568" cy="10886"/>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B864E86F-E304-5C2C-16C4-524428E2311A}"/>
              </a:ext>
            </a:extLst>
          </p:cNvPr>
          <p:cNvSpPr txBox="1"/>
          <p:nvPr/>
        </p:nvSpPr>
        <p:spPr>
          <a:xfrm>
            <a:off x="7587336" y="3019672"/>
            <a:ext cx="576943" cy="400110"/>
          </a:xfrm>
          <a:prstGeom prst="rect">
            <a:avLst/>
          </a:prstGeom>
          <a:noFill/>
        </p:spPr>
        <p:txBody>
          <a:bodyPr wrap="square" rtlCol="0">
            <a:spAutoFit/>
          </a:bodyPr>
          <a:lstStyle/>
          <a:p>
            <a:r>
              <a:rPr lang="en-IN" sz="2000" b="1" dirty="0"/>
              <a:t>1</a:t>
            </a:r>
          </a:p>
        </p:txBody>
      </p:sp>
      <p:sp>
        <p:nvSpPr>
          <p:cNvPr id="67" name="TextBox 66">
            <a:extLst>
              <a:ext uri="{FF2B5EF4-FFF2-40B4-BE49-F238E27FC236}">
                <a16:creationId xmlns:a16="http://schemas.microsoft.com/office/drawing/2014/main" id="{17A3BFC0-B799-E6A2-E4AB-12C8E33A0BB5}"/>
              </a:ext>
            </a:extLst>
          </p:cNvPr>
          <p:cNvSpPr txBox="1"/>
          <p:nvPr/>
        </p:nvSpPr>
        <p:spPr>
          <a:xfrm>
            <a:off x="6150425" y="1985531"/>
            <a:ext cx="576943" cy="400110"/>
          </a:xfrm>
          <a:prstGeom prst="rect">
            <a:avLst/>
          </a:prstGeom>
          <a:noFill/>
        </p:spPr>
        <p:txBody>
          <a:bodyPr wrap="square" rtlCol="0">
            <a:spAutoFit/>
          </a:bodyPr>
          <a:lstStyle/>
          <a:p>
            <a:r>
              <a:rPr lang="en-IN" sz="2000" b="1" dirty="0"/>
              <a:t>1</a:t>
            </a:r>
          </a:p>
        </p:txBody>
      </p:sp>
      <p:sp>
        <p:nvSpPr>
          <p:cNvPr id="68" name="TextBox 67">
            <a:extLst>
              <a:ext uri="{FF2B5EF4-FFF2-40B4-BE49-F238E27FC236}">
                <a16:creationId xmlns:a16="http://schemas.microsoft.com/office/drawing/2014/main" id="{DE1BECEF-CB67-EA1D-97FD-D07259ED3757}"/>
              </a:ext>
            </a:extLst>
          </p:cNvPr>
          <p:cNvSpPr txBox="1"/>
          <p:nvPr/>
        </p:nvSpPr>
        <p:spPr>
          <a:xfrm>
            <a:off x="4746170" y="3117645"/>
            <a:ext cx="576943" cy="400110"/>
          </a:xfrm>
          <a:prstGeom prst="rect">
            <a:avLst/>
          </a:prstGeom>
          <a:noFill/>
        </p:spPr>
        <p:txBody>
          <a:bodyPr wrap="square" rtlCol="0">
            <a:spAutoFit/>
          </a:bodyPr>
          <a:lstStyle/>
          <a:p>
            <a:r>
              <a:rPr lang="en-IN" sz="2000" b="1" dirty="0"/>
              <a:t>4</a:t>
            </a:r>
          </a:p>
        </p:txBody>
      </p:sp>
      <p:sp>
        <p:nvSpPr>
          <p:cNvPr id="70" name="TextBox 69">
            <a:extLst>
              <a:ext uri="{FF2B5EF4-FFF2-40B4-BE49-F238E27FC236}">
                <a16:creationId xmlns:a16="http://schemas.microsoft.com/office/drawing/2014/main" id="{C7767D12-443D-465B-5973-A095E14A5964}"/>
              </a:ext>
            </a:extLst>
          </p:cNvPr>
          <p:cNvSpPr txBox="1"/>
          <p:nvPr/>
        </p:nvSpPr>
        <p:spPr>
          <a:xfrm>
            <a:off x="6237513" y="4227989"/>
            <a:ext cx="576943" cy="400110"/>
          </a:xfrm>
          <a:prstGeom prst="rect">
            <a:avLst/>
          </a:prstGeom>
          <a:noFill/>
        </p:spPr>
        <p:txBody>
          <a:bodyPr wrap="square" rtlCol="0">
            <a:spAutoFit/>
          </a:bodyPr>
          <a:lstStyle/>
          <a:p>
            <a:r>
              <a:rPr lang="en-IN" sz="2000" b="1" dirty="0"/>
              <a:t>50</a:t>
            </a:r>
          </a:p>
        </p:txBody>
      </p:sp>
      <mc:AlternateContent xmlns:mc="http://schemas.openxmlformats.org/markup-compatibility/2006">
        <mc:Choice xmlns:a14="http://schemas.microsoft.com/office/drawing/2010/main" Requires="a14">
          <p:graphicFrame>
            <p:nvGraphicFramePr>
              <p:cNvPr id="71" name="Table 70">
                <a:extLst>
                  <a:ext uri="{FF2B5EF4-FFF2-40B4-BE49-F238E27FC236}">
                    <a16:creationId xmlns:a16="http://schemas.microsoft.com/office/drawing/2014/main" id="{09B36768-319E-495E-4EFC-D43A95D2A294}"/>
                  </a:ext>
                </a:extLst>
              </p:cNvPr>
              <p:cNvGraphicFramePr>
                <a:graphicFrameLocks noGrp="1"/>
              </p:cNvGraphicFramePr>
              <p:nvPr>
                <p:extLst>
                  <p:ext uri="{D42A27DB-BD31-4B8C-83A1-F6EECF244321}">
                    <p14:modId xmlns:p14="http://schemas.microsoft.com/office/powerpoint/2010/main" val="1230072952"/>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910597213"/>
                      </a:ext>
                    </a:extLst>
                  </a:tr>
                </a:tbl>
              </a:graphicData>
            </a:graphic>
          </p:graphicFrame>
        </mc:Choice>
        <mc:Fallback>
          <p:graphicFrame>
            <p:nvGraphicFramePr>
              <p:cNvPr id="71" name="Table 70">
                <a:extLst>
                  <a:ext uri="{FF2B5EF4-FFF2-40B4-BE49-F238E27FC236}">
                    <a16:creationId xmlns:a16="http://schemas.microsoft.com/office/drawing/2014/main" id="{09B36768-319E-495E-4EFC-D43A95D2A294}"/>
                  </a:ext>
                </a:extLst>
              </p:cNvPr>
              <p:cNvGraphicFramePr>
                <a:graphicFrameLocks noGrp="1"/>
              </p:cNvGraphicFramePr>
              <p:nvPr>
                <p:extLst>
                  <p:ext uri="{D42A27DB-BD31-4B8C-83A1-F6EECF244321}">
                    <p14:modId xmlns:p14="http://schemas.microsoft.com/office/powerpoint/2010/main" val="1230072952"/>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830" t="-107692" r="-1307" b="-415385"/>
                          </a:stretch>
                        </a:blipFill>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910597213"/>
                      </a:ext>
                    </a:extLst>
                  </a:tr>
                </a:tbl>
              </a:graphicData>
            </a:graphic>
          </p:graphicFrame>
        </mc:Fallback>
      </mc:AlternateContent>
      <p:graphicFrame>
        <p:nvGraphicFramePr>
          <p:cNvPr id="72" name="Table 71">
            <a:extLst>
              <a:ext uri="{FF2B5EF4-FFF2-40B4-BE49-F238E27FC236}">
                <a16:creationId xmlns:a16="http://schemas.microsoft.com/office/drawing/2014/main" id="{63EEE2B8-CB9C-9AC5-75AA-8DE1AE131D2F}"/>
              </a:ext>
            </a:extLst>
          </p:cNvPr>
          <p:cNvGraphicFramePr>
            <a:graphicFrameLocks noGrp="1"/>
          </p:cNvGraphicFramePr>
          <p:nvPr>
            <p:extLst>
              <p:ext uri="{D42A27DB-BD31-4B8C-83A1-F6EECF244321}">
                <p14:modId xmlns:p14="http://schemas.microsoft.com/office/powerpoint/2010/main" val="3379621667"/>
              </p:ext>
            </p:extLst>
          </p:nvPr>
        </p:nvGraphicFramePr>
        <p:xfrm>
          <a:off x="235858" y="567266"/>
          <a:ext cx="4111370" cy="2960930"/>
        </p:xfrm>
        <a:graphic>
          <a:graphicData uri="http://schemas.openxmlformats.org/drawingml/2006/table">
            <a:tbl>
              <a:tblPr bandRow="1">
                <a:tableStyleId>{5C22544A-7EE6-4342-B048-85BDC9FD1C3A}</a:tableStyleId>
              </a:tblPr>
              <a:tblGrid>
                <a:gridCol w="613228">
                  <a:extLst>
                    <a:ext uri="{9D8B030D-6E8A-4147-A177-3AD203B41FA5}">
                      <a16:colId xmlns:a16="http://schemas.microsoft.com/office/drawing/2014/main" val="1041368970"/>
                    </a:ext>
                  </a:extLst>
                </a:gridCol>
                <a:gridCol w="718458">
                  <a:extLst>
                    <a:ext uri="{9D8B030D-6E8A-4147-A177-3AD203B41FA5}">
                      <a16:colId xmlns:a16="http://schemas.microsoft.com/office/drawing/2014/main" val="3138672394"/>
                    </a:ext>
                  </a:extLst>
                </a:gridCol>
                <a:gridCol w="936171">
                  <a:extLst>
                    <a:ext uri="{9D8B030D-6E8A-4147-A177-3AD203B41FA5}">
                      <a16:colId xmlns:a16="http://schemas.microsoft.com/office/drawing/2014/main" val="358923639"/>
                    </a:ext>
                  </a:extLst>
                </a:gridCol>
                <a:gridCol w="881743">
                  <a:extLst>
                    <a:ext uri="{9D8B030D-6E8A-4147-A177-3AD203B41FA5}">
                      <a16:colId xmlns:a16="http://schemas.microsoft.com/office/drawing/2014/main" val="30883990"/>
                    </a:ext>
                  </a:extLst>
                </a:gridCol>
                <a:gridCol w="961770">
                  <a:extLst>
                    <a:ext uri="{9D8B030D-6E8A-4147-A177-3AD203B41FA5}">
                      <a16:colId xmlns:a16="http://schemas.microsoft.com/office/drawing/2014/main" val="691000221"/>
                    </a:ext>
                  </a:extLst>
                </a:gridCol>
              </a:tblGrid>
              <a:tr h="42299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42299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422990">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42299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42299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42299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634013817"/>
                  </a:ext>
                </a:extLst>
              </a:tr>
              <a:tr h="42299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489864172"/>
                  </a:ext>
                </a:extLst>
              </a:tr>
            </a:tbl>
          </a:graphicData>
        </a:graphic>
      </p:graphicFrame>
      <p:graphicFrame>
        <p:nvGraphicFramePr>
          <p:cNvPr id="75" name="Table 74">
            <a:extLst>
              <a:ext uri="{FF2B5EF4-FFF2-40B4-BE49-F238E27FC236}">
                <a16:creationId xmlns:a16="http://schemas.microsoft.com/office/drawing/2014/main" id="{79ADA93F-3485-FDC1-7B28-8EC7415D455B}"/>
              </a:ext>
            </a:extLst>
          </p:cNvPr>
          <p:cNvGraphicFramePr>
            <a:graphicFrameLocks noGrp="1"/>
          </p:cNvGraphicFramePr>
          <p:nvPr>
            <p:extLst>
              <p:ext uri="{D42A27DB-BD31-4B8C-83A1-F6EECF244321}">
                <p14:modId xmlns:p14="http://schemas.microsoft.com/office/powerpoint/2010/main" val="3129026536"/>
              </p:ext>
            </p:extLst>
          </p:nvPr>
        </p:nvGraphicFramePr>
        <p:xfrm>
          <a:off x="8389250" y="3147180"/>
          <a:ext cx="3661240" cy="2560320"/>
        </p:xfrm>
        <a:graphic>
          <a:graphicData uri="http://schemas.openxmlformats.org/drawingml/2006/table">
            <a:tbl>
              <a:tblPr bandRow="1">
                <a:tableStyleId>{5C22544A-7EE6-4342-B048-85BDC9FD1C3A}</a:tableStyleId>
              </a:tblPr>
              <a:tblGrid>
                <a:gridCol w="569694">
                  <a:extLst>
                    <a:ext uri="{9D8B030D-6E8A-4147-A177-3AD203B41FA5}">
                      <a16:colId xmlns:a16="http://schemas.microsoft.com/office/drawing/2014/main" val="1041368970"/>
                    </a:ext>
                  </a:extLst>
                </a:gridCol>
                <a:gridCol w="894802">
                  <a:extLst>
                    <a:ext uri="{9D8B030D-6E8A-4147-A177-3AD203B41FA5}">
                      <a16:colId xmlns:a16="http://schemas.microsoft.com/office/drawing/2014/main" val="3138672394"/>
                    </a:ext>
                  </a:extLst>
                </a:gridCol>
                <a:gridCol w="732248">
                  <a:extLst>
                    <a:ext uri="{9D8B030D-6E8A-4147-A177-3AD203B41FA5}">
                      <a16:colId xmlns:a16="http://schemas.microsoft.com/office/drawing/2014/main" val="358923639"/>
                    </a:ext>
                  </a:extLst>
                </a:gridCol>
                <a:gridCol w="732248">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0990628"/>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985824019"/>
                  </a:ext>
                </a:extLst>
              </a:tr>
              <a:tr h="320604">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25794364"/>
                  </a:ext>
                </a:extLst>
              </a:tr>
            </a:tbl>
          </a:graphicData>
        </a:graphic>
      </p:graphicFrame>
      <mc:AlternateContent xmlns:mc="http://schemas.openxmlformats.org/markup-compatibility/2006">
        <mc:Choice xmlns:a14="http://schemas.microsoft.com/office/drawing/2010/main" Requires="a14">
          <p:graphicFrame>
            <p:nvGraphicFramePr>
              <p:cNvPr id="76" name="Table 75">
                <a:extLst>
                  <a:ext uri="{FF2B5EF4-FFF2-40B4-BE49-F238E27FC236}">
                    <a16:creationId xmlns:a16="http://schemas.microsoft.com/office/drawing/2014/main" id="{933199A8-1D45-78AD-60AC-94D6A5E62C32}"/>
                  </a:ext>
                </a:extLst>
              </p:cNvPr>
              <p:cNvGraphicFramePr>
                <a:graphicFrameLocks noGrp="1"/>
              </p:cNvGraphicFramePr>
              <p:nvPr>
                <p:extLst>
                  <p:ext uri="{D42A27DB-BD31-4B8C-83A1-F6EECF244321}">
                    <p14:modId xmlns:p14="http://schemas.microsoft.com/office/powerpoint/2010/main" val="1545534279"/>
                  </p:ext>
                </p:extLst>
              </p:nvPr>
            </p:nvGraphicFramePr>
            <p:xfrm>
              <a:off x="8345702" y="186267"/>
              <a:ext cx="3661241" cy="2194560"/>
            </p:xfrm>
            <a:graphic>
              <a:graphicData uri="http://schemas.openxmlformats.org/drawingml/2006/table">
                <a:tbl>
                  <a:tblPr bandRow="1">
                    <a:tableStyleId>{5C22544A-7EE6-4342-B048-85BDC9FD1C3A}</a:tableStyleId>
                  </a:tblPr>
                  <a:tblGrid>
                    <a:gridCol w="533351">
                      <a:extLst>
                        <a:ext uri="{9D8B030D-6E8A-4147-A177-3AD203B41FA5}">
                          <a16:colId xmlns:a16="http://schemas.microsoft.com/office/drawing/2014/main" val="1041368970"/>
                        </a:ext>
                      </a:extLst>
                    </a:gridCol>
                    <a:gridCol w="75791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20604">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Choice>
        <mc:Fallback>
          <p:graphicFrame>
            <p:nvGraphicFramePr>
              <p:cNvPr id="76" name="Table 75">
                <a:extLst>
                  <a:ext uri="{FF2B5EF4-FFF2-40B4-BE49-F238E27FC236}">
                    <a16:creationId xmlns:a16="http://schemas.microsoft.com/office/drawing/2014/main" id="{933199A8-1D45-78AD-60AC-94D6A5E62C32}"/>
                  </a:ext>
                </a:extLst>
              </p:cNvPr>
              <p:cNvGraphicFramePr>
                <a:graphicFrameLocks noGrp="1"/>
              </p:cNvGraphicFramePr>
              <p:nvPr>
                <p:extLst>
                  <p:ext uri="{D42A27DB-BD31-4B8C-83A1-F6EECF244321}">
                    <p14:modId xmlns:p14="http://schemas.microsoft.com/office/powerpoint/2010/main" val="1545534279"/>
                  </p:ext>
                </p:extLst>
              </p:nvPr>
            </p:nvGraphicFramePr>
            <p:xfrm>
              <a:off x="8345702" y="186267"/>
              <a:ext cx="3661241" cy="2194560"/>
            </p:xfrm>
            <a:graphic>
              <a:graphicData uri="http://schemas.openxmlformats.org/drawingml/2006/table">
                <a:tbl>
                  <a:tblPr bandRow="1">
                    <a:tableStyleId>{5C22544A-7EE6-4342-B048-85BDC9FD1C3A}</a:tableStyleId>
                  </a:tblPr>
                  <a:tblGrid>
                    <a:gridCol w="533351">
                      <a:extLst>
                        <a:ext uri="{9D8B030D-6E8A-4147-A177-3AD203B41FA5}">
                          <a16:colId xmlns:a16="http://schemas.microsoft.com/office/drawing/2014/main" val="1041368970"/>
                        </a:ext>
                      </a:extLst>
                    </a:gridCol>
                    <a:gridCol w="75791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6576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6576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774" t="-108333" r="-315323" b="-405000"/>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6576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6576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6576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65760">
                    <a:tc>
                      <a:txBody>
                        <a:bodyPr/>
                        <a:lstStyle/>
                        <a:p>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Fallback>
      </mc:AlternateContent>
      <p:cxnSp>
        <p:nvCxnSpPr>
          <p:cNvPr id="83" name="Straight Connector 82">
            <a:extLst>
              <a:ext uri="{FF2B5EF4-FFF2-40B4-BE49-F238E27FC236}">
                <a16:creationId xmlns:a16="http://schemas.microsoft.com/office/drawing/2014/main" id="{61258A00-9E45-2F9B-EBBD-523616970584}"/>
              </a:ext>
            </a:extLst>
          </p:cNvPr>
          <p:cNvCxnSpPr>
            <a:stCxn id="48" idx="5"/>
            <a:endCxn id="46" idx="1"/>
          </p:cNvCxnSpPr>
          <p:nvPr/>
        </p:nvCxnSpPr>
        <p:spPr>
          <a:xfrm>
            <a:off x="5482572" y="2575587"/>
            <a:ext cx="1749369" cy="1380257"/>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E2106442-7CE1-0F27-3C1F-D69DB93CB8E0}"/>
              </a:ext>
            </a:extLst>
          </p:cNvPr>
          <p:cNvSpPr txBox="1"/>
          <p:nvPr/>
        </p:nvSpPr>
        <p:spPr>
          <a:xfrm>
            <a:off x="6302825" y="2987017"/>
            <a:ext cx="576943" cy="400110"/>
          </a:xfrm>
          <a:prstGeom prst="rect">
            <a:avLst/>
          </a:prstGeom>
          <a:noFill/>
        </p:spPr>
        <p:txBody>
          <a:bodyPr wrap="square" rtlCol="0">
            <a:spAutoFit/>
          </a:bodyPr>
          <a:lstStyle/>
          <a:p>
            <a:r>
              <a:rPr lang="en-IN" sz="2000" b="1" dirty="0"/>
              <a:t>3</a:t>
            </a:r>
          </a:p>
        </p:txBody>
      </p:sp>
    </p:spTree>
    <p:extLst>
      <p:ext uri="{BB962C8B-B14F-4D97-AF65-F5344CB8AC3E}">
        <p14:creationId xmlns:p14="http://schemas.microsoft.com/office/powerpoint/2010/main" val="1330006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BA529-439E-09BF-A177-232282E7DE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83FA9E-47D9-F92D-137D-3D2D90298F6A}"/>
              </a:ext>
            </a:extLst>
          </p:cNvPr>
          <p:cNvSpPr>
            <a:spLocks noGrp="1"/>
          </p:cNvSpPr>
          <p:nvPr>
            <p:ph type="title"/>
          </p:nvPr>
        </p:nvSpPr>
        <p:spPr>
          <a:xfrm>
            <a:off x="5268682" y="5459635"/>
            <a:ext cx="5671454" cy="1325563"/>
          </a:xfrm>
        </p:spPr>
        <p:txBody>
          <a:bodyPr/>
          <a:lstStyle/>
          <a:p>
            <a:r>
              <a:rPr lang="en-IN" dirty="0"/>
              <a:t>Distance vector routing</a:t>
            </a:r>
          </a:p>
        </p:txBody>
      </p:sp>
      <p:sp>
        <p:nvSpPr>
          <p:cNvPr id="45" name="Oval 44">
            <a:extLst>
              <a:ext uri="{FF2B5EF4-FFF2-40B4-BE49-F238E27FC236}">
                <a16:creationId xmlns:a16="http://schemas.microsoft.com/office/drawing/2014/main" id="{5519786A-A8BB-B9CF-4225-4F7E76DAE30A}"/>
              </a:ext>
            </a:extLst>
          </p:cNvPr>
          <p:cNvSpPr/>
          <p:nvPr/>
        </p:nvSpPr>
        <p:spPr>
          <a:xfrm>
            <a:off x="4539344" y="3831772"/>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X</a:t>
            </a:r>
          </a:p>
        </p:txBody>
      </p:sp>
      <p:sp>
        <p:nvSpPr>
          <p:cNvPr id="46" name="Oval 45">
            <a:extLst>
              <a:ext uri="{FF2B5EF4-FFF2-40B4-BE49-F238E27FC236}">
                <a16:creationId xmlns:a16="http://schemas.microsoft.com/office/drawing/2014/main" id="{7C4A60CC-CB73-8417-DD8C-F9F9698CD029}"/>
              </a:ext>
            </a:extLst>
          </p:cNvPr>
          <p:cNvSpPr/>
          <p:nvPr/>
        </p:nvSpPr>
        <p:spPr>
          <a:xfrm>
            <a:off x="7075712" y="384265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Z</a:t>
            </a:r>
          </a:p>
        </p:txBody>
      </p:sp>
      <p:sp>
        <p:nvSpPr>
          <p:cNvPr id="47" name="Oval 46">
            <a:extLst>
              <a:ext uri="{FF2B5EF4-FFF2-40B4-BE49-F238E27FC236}">
                <a16:creationId xmlns:a16="http://schemas.microsoft.com/office/drawing/2014/main" id="{92B2683D-6A59-1063-4CDB-7225FF7D53FA}"/>
              </a:ext>
            </a:extLst>
          </p:cNvPr>
          <p:cNvSpPr/>
          <p:nvPr/>
        </p:nvSpPr>
        <p:spPr>
          <a:xfrm>
            <a:off x="7053943" y="1937659"/>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W</a:t>
            </a:r>
          </a:p>
        </p:txBody>
      </p:sp>
      <p:sp>
        <p:nvSpPr>
          <p:cNvPr id="48" name="Oval 47">
            <a:extLst>
              <a:ext uri="{FF2B5EF4-FFF2-40B4-BE49-F238E27FC236}">
                <a16:creationId xmlns:a16="http://schemas.microsoft.com/office/drawing/2014/main" id="{F1CCA7FE-B211-C20A-1991-350148ACA4A6}"/>
              </a:ext>
            </a:extLst>
          </p:cNvPr>
          <p:cNvSpPr/>
          <p:nvPr/>
        </p:nvSpPr>
        <p:spPr>
          <a:xfrm>
            <a:off x="4572001" y="191588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Y</a:t>
            </a:r>
          </a:p>
        </p:txBody>
      </p:sp>
      <p:cxnSp>
        <p:nvCxnSpPr>
          <p:cNvPr id="51" name="Straight Connector 50">
            <a:extLst>
              <a:ext uri="{FF2B5EF4-FFF2-40B4-BE49-F238E27FC236}">
                <a16:creationId xmlns:a16="http://schemas.microsoft.com/office/drawing/2014/main" id="{CABCA77F-B072-BA5E-37F7-4F0022EBB6B5}"/>
              </a:ext>
            </a:extLst>
          </p:cNvPr>
          <p:cNvCxnSpPr>
            <a:stCxn id="48" idx="6"/>
            <a:endCxn id="47" idx="2"/>
          </p:cNvCxnSpPr>
          <p:nvPr/>
        </p:nvCxnSpPr>
        <p:spPr>
          <a:xfrm>
            <a:off x="5638801" y="2302331"/>
            <a:ext cx="1415142"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3CF7848-2A9C-D945-EEC1-88CA4A6F5D62}"/>
              </a:ext>
            </a:extLst>
          </p:cNvPr>
          <p:cNvCxnSpPr>
            <a:stCxn id="47" idx="4"/>
            <a:endCxn id="46" idx="0"/>
          </p:cNvCxnSpPr>
          <p:nvPr/>
        </p:nvCxnSpPr>
        <p:spPr>
          <a:xfrm>
            <a:off x="7587343" y="2710544"/>
            <a:ext cx="21769" cy="113211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44A74EB-E405-3DD2-B69E-D9A8B4E61CC8}"/>
              </a:ext>
            </a:extLst>
          </p:cNvPr>
          <p:cNvCxnSpPr>
            <a:stCxn id="48" idx="4"/>
            <a:endCxn id="45" idx="0"/>
          </p:cNvCxnSpPr>
          <p:nvPr/>
        </p:nvCxnSpPr>
        <p:spPr>
          <a:xfrm flipH="1">
            <a:off x="5072744" y="2688773"/>
            <a:ext cx="32657" cy="1142999"/>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4DB61F9-094F-DAD0-C64F-6B98367CE96B}"/>
              </a:ext>
            </a:extLst>
          </p:cNvPr>
          <p:cNvCxnSpPr>
            <a:stCxn id="45" idx="6"/>
            <a:endCxn id="46" idx="2"/>
          </p:cNvCxnSpPr>
          <p:nvPr/>
        </p:nvCxnSpPr>
        <p:spPr>
          <a:xfrm>
            <a:off x="5606144" y="4218215"/>
            <a:ext cx="1469568" cy="10886"/>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0A54C358-3B61-A805-DDBC-1D0CC19A7F74}"/>
              </a:ext>
            </a:extLst>
          </p:cNvPr>
          <p:cNvSpPr txBox="1"/>
          <p:nvPr/>
        </p:nvSpPr>
        <p:spPr>
          <a:xfrm>
            <a:off x="7587336" y="3019672"/>
            <a:ext cx="576943" cy="400110"/>
          </a:xfrm>
          <a:prstGeom prst="rect">
            <a:avLst/>
          </a:prstGeom>
          <a:noFill/>
        </p:spPr>
        <p:txBody>
          <a:bodyPr wrap="square" rtlCol="0">
            <a:spAutoFit/>
          </a:bodyPr>
          <a:lstStyle/>
          <a:p>
            <a:r>
              <a:rPr lang="en-IN" sz="2000" b="1" dirty="0"/>
              <a:t>1</a:t>
            </a:r>
          </a:p>
        </p:txBody>
      </p:sp>
      <p:sp>
        <p:nvSpPr>
          <p:cNvPr id="67" name="TextBox 66">
            <a:extLst>
              <a:ext uri="{FF2B5EF4-FFF2-40B4-BE49-F238E27FC236}">
                <a16:creationId xmlns:a16="http://schemas.microsoft.com/office/drawing/2014/main" id="{558263EA-3389-C7B5-7676-C434CDECFF5D}"/>
              </a:ext>
            </a:extLst>
          </p:cNvPr>
          <p:cNvSpPr txBox="1"/>
          <p:nvPr/>
        </p:nvSpPr>
        <p:spPr>
          <a:xfrm>
            <a:off x="6150425" y="1985531"/>
            <a:ext cx="576943" cy="400110"/>
          </a:xfrm>
          <a:prstGeom prst="rect">
            <a:avLst/>
          </a:prstGeom>
          <a:noFill/>
        </p:spPr>
        <p:txBody>
          <a:bodyPr wrap="square" rtlCol="0">
            <a:spAutoFit/>
          </a:bodyPr>
          <a:lstStyle/>
          <a:p>
            <a:r>
              <a:rPr lang="en-IN" sz="2000" b="1" dirty="0"/>
              <a:t>1</a:t>
            </a:r>
          </a:p>
        </p:txBody>
      </p:sp>
      <p:sp>
        <p:nvSpPr>
          <p:cNvPr id="68" name="TextBox 67">
            <a:extLst>
              <a:ext uri="{FF2B5EF4-FFF2-40B4-BE49-F238E27FC236}">
                <a16:creationId xmlns:a16="http://schemas.microsoft.com/office/drawing/2014/main" id="{A171E3F1-C138-21A4-E52B-C08B339A7B05}"/>
              </a:ext>
            </a:extLst>
          </p:cNvPr>
          <p:cNvSpPr txBox="1"/>
          <p:nvPr/>
        </p:nvSpPr>
        <p:spPr>
          <a:xfrm>
            <a:off x="4746170" y="3117645"/>
            <a:ext cx="576943" cy="400110"/>
          </a:xfrm>
          <a:prstGeom prst="rect">
            <a:avLst/>
          </a:prstGeom>
          <a:noFill/>
        </p:spPr>
        <p:txBody>
          <a:bodyPr wrap="square" rtlCol="0">
            <a:spAutoFit/>
          </a:bodyPr>
          <a:lstStyle/>
          <a:p>
            <a:r>
              <a:rPr lang="en-IN" sz="2000" b="1" dirty="0"/>
              <a:t>4</a:t>
            </a:r>
          </a:p>
        </p:txBody>
      </p:sp>
      <p:sp>
        <p:nvSpPr>
          <p:cNvPr id="70" name="TextBox 69">
            <a:extLst>
              <a:ext uri="{FF2B5EF4-FFF2-40B4-BE49-F238E27FC236}">
                <a16:creationId xmlns:a16="http://schemas.microsoft.com/office/drawing/2014/main" id="{C4BFA1D2-7B38-66CE-E143-E3220DFE6E41}"/>
              </a:ext>
            </a:extLst>
          </p:cNvPr>
          <p:cNvSpPr txBox="1"/>
          <p:nvPr/>
        </p:nvSpPr>
        <p:spPr>
          <a:xfrm>
            <a:off x="6237513" y="4227989"/>
            <a:ext cx="576943" cy="400110"/>
          </a:xfrm>
          <a:prstGeom prst="rect">
            <a:avLst/>
          </a:prstGeom>
          <a:noFill/>
        </p:spPr>
        <p:txBody>
          <a:bodyPr wrap="square" rtlCol="0">
            <a:spAutoFit/>
          </a:bodyPr>
          <a:lstStyle/>
          <a:p>
            <a:r>
              <a:rPr lang="en-IN" sz="2000" b="1" dirty="0"/>
              <a:t>50</a:t>
            </a:r>
          </a:p>
        </p:txBody>
      </p:sp>
      <mc:AlternateContent xmlns:mc="http://schemas.openxmlformats.org/markup-compatibility/2006">
        <mc:Choice xmlns:a14="http://schemas.microsoft.com/office/drawing/2010/main" Requires="a14">
          <p:graphicFrame>
            <p:nvGraphicFramePr>
              <p:cNvPr id="71" name="Table 70">
                <a:extLst>
                  <a:ext uri="{FF2B5EF4-FFF2-40B4-BE49-F238E27FC236}">
                    <a16:creationId xmlns:a16="http://schemas.microsoft.com/office/drawing/2014/main" id="{845E7B73-67B9-E895-3F95-1D895511EFFF}"/>
                  </a:ext>
                </a:extLst>
              </p:cNvPr>
              <p:cNvGraphicFramePr>
                <a:graphicFrameLocks noGrp="1"/>
              </p:cNvGraphicFramePr>
              <p:nvPr>
                <p:extLst>
                  <p:ext uri="{D42A27DB-BD31-4B8C-83A1-F6EECF244321}">
                    <p14:modId xmlns:p14="http://schemas.microsoft.com/office/powerpoint/2010/main" val="2242806225"/>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910597213"/>
                      </a:ext>
                    </a:extLst>
                  </a:tr>
                </a:tbl>
              </a:graphicData>
            </a:graphic>
          </p:graphicFrame>
        </mc:Choice>
        <mc:Fallback>
          <p:graphicFrame>
            <p:nvGraphicFramePr>
              <p:cNvPr id="71" name="Table 70">
                <a:extLst>
                  <a:ext uri="{FF2B5EF4-FFF2-40B4-BE49-F238E27FC236}">
                    <a16:creationId xmlns:a16="http://schemas.microsoft.com/office/drawing/2014/main" id="{845E7B73-67B9-E895-3F95-1D895511EFFF}"/>
                  </a:ext>
                </a:extLst>
              </p:cNvPr>
              <p:cNvGraphicFramePr>
                <a:graphicFrameLocks noGrp="1"/>
              </p:cNvGraphicFramePr>
              <p:nvPr>
                <p:extLst>
                  <p:ext uri="{D42A27DB-BD31-4B8C-83A1-F6EECF244321}">
                    <p14:modId xmlns:p14="http://schemas.microsoft.com/office/powerpoint/2010/main" val="2242806225"/>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830" t="-107692" r="-1307" b="-415385"/>
                          </a:stretch>
                        </a:blipFill>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830" t="-406154" r="-1307" b="-116923"/>
                          </a:stretch>
                        </a:blip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910597213"/>
                      </a:ext>
                    </a:extLst>
                  </a:tr>
                </a:tbl>
              </a:graphicData>
            </a:graphic>
          </p:graphicFrame>
        </mc:Fallback>
      </mc:AlternateContent>
      <p:graphicFrame>
        <p:nvGraphicFramePr>
          <p:cNvPr id="72" name="Table 71">
            <a:extLst>
              <a:ext uri="{FF2B5EF4-FFF2-40B4-BE49-F238E27FC236}">
                <a16:creationId xmlns:a16="http://schemas.microsoft.com/office/drawing/2014/main" id="{446D770C-CC45-609B-3B5A-8E4E810BCB43}"/>
              </a:ext>
            </a:extLst>
          </p:cNvPr>
          <p:cNvGraphicFramePr>
            <a:graphicFrameLocks noGrp="1"/>
          </p:cNvGraphicFramePr>
          <p:nvPr>
            <p:extLst>
              <p:ext uri="{D42A27DB-BD31-4B8C-83A1-F6EECF244321}">
                <p14:modId xmlns:p14="http://schemas.microsoft.com/office/powerpoint/2010/main" val="1109147108"/>
              </p:ext>
            </p:extLst>
          </p:nvPr>
        </p:nvGraphicFramePr>
        <p:xfrm>
          <a:off x="235858" y="567266"/>
          <a:ext cx="4111370" cy="2960930"/>
        </p:xfrm>
        <a:graphic>
          <a:graphicData uri="http://schemas.openxmlformats.org/drawingml/2006/table">
            <a:tbl>
              <a:tblPr bandRow="1">
                <a:tableStyleId>{5C22544A-7EE6-4342-B048-85BDC9FD1C3A}</a:tableStyleId>
              </a:tblPr>
              <a:tblGrid>
                <a:gridCol w="613228">
                  <a:extLst>
                    <a:ext uri="{9D8B030D-6E8A-4147-A177-3AD203B41FA5}">
                      <a16:colId xmlns:a16="http://schemas.microsoft.com/office/drawing/2014/main" val="1041368970"/>
                    </a:ext>
                  </a:extLst>
                </a:gridCol>
                <a:gridCol w="718458">
                  <a:extLst>
                    <a:ext uri="{9D8B030D-6E8A-4147-A177-3AD203B41FA5}">
                      <a16:colId xmlns:a16="http://schemas.microsoft.com/office/drawing/2014/main" val="3138672394"/>
                    </a:ext>
                  </a:extLst>
                </a:gridCol>
                <a:gridCol w="936171">
                  <a:extLst>
                    <a:ext uri="{9D8B030D-6E8A-4147-A177-3AD203B41FA5}">
                      <a16:colId xmlns:a16="http://schemas.microsoft.com/office/drawing/2014/main" val="358923639"/>
                    </a:ext>
                  </a:extLst>
                </a:gridCol>
                <a:gridCol w="881743">
                  <a:extLst>
                    <a:ext uri="{9D8B030D-6E8A-4147-A177-3AD203B41FA5}">
                      <a16:colId xmlns:a16="http://schemas.microsoft.com/office/drawing/2014/main" val="30883990"/>
                    </a:ext>
                  </a:extLst>
                </a:gridCol>
                <a:gridCol w="961770">
                  <a:extLst>
                    <a:ext uri="{9D8B030D-6E8A-4147-A177-3AD203B41FA5}">
                      <a16:colId xmlns:a16="http://schemas.microsoft.com/office/drawing/2014/main" val="691000221"/>
                    </a:ext>
                  </a:extLst>
                </a:gridCol>
              </a:tblGrid>
              <a:tr h="42299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42299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422990">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42299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42299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42299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634013817"/>
                  </a:ext>
                </a:extLst>
              </a:tr>
              <a:tr h="42299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489864172"/>
                  </a:ext>
                </a:extLst>
              </a:tr>
            </a:tbl>
          </a:graphicData>
        </a:graphic>
      </p:graphicFrame>
      <p:graphicFrame>
        <p:nvGraphicFramePr>
          <p:cNvPr id="75" name="Table 74">
            <a:extLst>
              <a:ext uri="{FF2B5EF4-FFF2-40B4-BE49-F238E27FC236}">
                <a16:creationId xmlns:a16="http://schemas.microsoft.com/office/drawing/2014/main" id="{99C5B12E-0B3A-CD08-2871-84AE62FE79AA}"/>
              </a:ext>
            </a:extLst>
          </p:cNvPr>
          <p:cNvGraphicFramePr>
            <a:graphicFrameLocks noGrp="1"/>
          </p:cNvGraphicFramePr>
          <p:nvPr>
            <p:extLst>
              <p:ext uri="{D42A27DB-BD31-4B8C-83A1-F6EECF244321}">
                <p14:modId xmlns:p14="http://schemas.microsoft.com/office/powerpoint/2010/main" val="87677328"/>
              </p:ext>
            </p:extLst>
          </p:nvPr>
        </p:nvGraphicFramePr>
        <p:xfrm>
          <a:off x="8389250" y="3147180"/>
          <a:ext cx="3661240" cy="2560320"/>
        </p:xfrm>
        <a:graphic>
          <a:graphicData uri="http://schemas.openxmlformats.org/drawingml/2006/table">
            <a:tbl>
              <a:tblPr bandRow="1">
                <a:tableStyleId>{5C22544A-7EE6-4342-B048-85BDC9FD1C3A}</a:tableStyleId>
              </a:tblPr>
              <a:tblGrid>
                <a:gridCol w="689436">
                  <a:extLst>
                    <a:ext uri="{9D8B030D-6E8A-4147-A177-3AD203B41FA5}">
                      <a16:colId xmlns:a16="http://schemas.microsoft.com/office/drawing/2014/main" val="1041368970"/>
                    </a:ext>
                  </a:extLst>
                </a:gridCol>
                <a:gridCol w="775060">
                  <a:extLst>
                    <a:ext uri="{9D8B030D-6E8A-4147-A177-3AD203B41FA5}">
                      <a16:colId xmlns:a16="http://schemas.microsoft.com/office/drawing/2014/main" val="3138672394"/>
                    </a:ext>
                  </a:extLst>
                </a:gridCol>
                <a:gridCol w="732248">
                  <a:extLst>
                    <a:ext uri="{9D8B030D-6E8A-4147-A177-3AD203B41FA5}">
                      <a16:colId xmlns:a16="http://schemas.microsoft.com/office/drawing/2014/main" val="358923639"/>
                    </a:ext>
                  </a:extLst>
                </a:gridCol>
                <a:gridCol w="732248">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0990628"/>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985824019"/>
                  </a:ext>
                </a:extLst>
              </a:tr>
              <a:tr h="320604">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25794364"/>
                  </a:ext>
                </a:extLst>
              </a:tr>
            </a:tbl>
          </a:graphicData>
        </a:graphic>
      </p:graphicFrame>
      <mc:AlternateContent xmlns:mc="http://schemas.openxmlformats.org/markup-compatibility/2006">
        <mc:Choice xmlns:a14="http://schemas.microsoft.com/office/drawing/2010/main" Requires="a14">
          <p:graphicFrame>
            <p:nvGraphicFramePr>
              <p:cNvPr id="76" name="Table 75">
                <a:extLst>
                  <a:ext uri="{FF2B5EF4-FFF2-40B4-BE49-F238E27FC236}">
                    <a16:creationId xmlns:a16="http://schemas.microsoft.com/office/drawing/2014/main" id="{06C77E73-F57C-3A31-D16C-AEB2BEDE99C9}"/>
                  </a:ext>
                </a:extLst>
              </p:cNvPr>
              <p:cNvGraphicFramePr>
                <a:graphicFrameLocks noGrp="1"/>
              </p:cNvGraphicFramePr>
              <p:nvPr>
                <p:extLst>
                  <p:ext uri="{D42A27DB-BD31-4B8C-83A1-F6EECF244321}">
                    <p14:modId xmlns:p14="http://schemas.microsoft.com/office/powerpoint/2010/main" val="3625460273"/>
                  </p:ext>
                </p:extLst>
              </p:nvPr>
            </p:nvGraphicFramePr>
            <p:xfrm>
              <a:off x="8345702" y="186267"/>
              <a:ext cx="3661241" cy="2194560"/>
            </p:xfrm>
            <a:graphic>
              <a:graphicData uri="http://schemas.openxmlformats.org/drawingml/2006/table">
                <a:tbl>
                  <a:tblPr bandRow="1">
                    <a:tableStyleId>{5C22544A-7EE6-4342-B048-85BDC9FD1C3A}</a:tableStyleId>
                  </a:tblPr>
                  <a:tblGrid>
                    <a:gridCol w="613241">
                      <a:extLst>
                        <a:ext uri="{9D8B030D-6E8A-4147-A177-3AD203B41FA5}">
                          <a16:colId xmlns:a16="http://schemas.microsoft.com/office/drawing/2014/main" val="1041368970"/>
                        </a:ext>
                      </a:extLst>
                    </a:gridCol>
                    <a:gridCol w="67802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20604">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Choice>
        <mc:Fallback>
          <p:graphicFrame>
            <p:nvGraphicFramePr>
              <p:cNvPr id="76" name="Table 75">
                <a:extLst>
                  <a:ext uri="{FF2B5EF4-FFF2-40B4-BE49-F238E27FC236}">
                    <a16:creationId xmlns:a16="http://schemas.microsoft.com/office/drawing/2014/main" id="{06C77E73-F57C-3A31-D16C-AEB2BEDE99C9}"/>
                  </a:ext>
                </a:extLst>
              </p:cNvPr>
              <p:cNvGraphicFramePr>
                <a:graphicFrameLocks noGrp="1"/>
              </p:cNvGraphicFramePr>
              <p:nvPr>
                <p:extLst>
                  <p:ext uri="{D42A27DB-BD31-4B8C-83A1-F6EECF244321}">
                    <p14:modId xmlns:p14="http://schemas.microsoft.com/office/powerpoint/2010/main" val="3625460273"/>
                  </p:ext>
                </p:extLst>
              </p:nvPr>
            </p:nvGraphicFramePr>
            <p:xfrm>
              <a:off x="8345702" y="186267"/>
              <a:ext cx="3661241" cy="2194560"/>
            </p:xfrm>
            <a:graphic>
              <a:graphicData uri="http://schemas.openxmlformats.org/drawingml/2006/table">
                <a:tbl>
                  <a:tblPr bandRow="1">
                    <a:tableStyleId>{5C22544A-7EE6-4342-B048-85BDC9FD1C3A}</a:tableStyleId>
                  </a:tblPr>
                  <a:tblGrid>
                    <a:gridCol w="613241">
                      <a:extLst>
                        <a:ext uri="{9D8B030D-6E8A-4147-A177-3AD203B41FA5}">
                          <a16:colId xmlns:a16="http://schemas.microsoft.com/office/drawing/2014/main" val="1041368970"/>
                        </a:ext>
                      </a:extLst>
                    </a:gridCol>
                    <a:gridCol w="67802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6576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6576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892" t="-108333" r="-352252" b="-428333"/>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6576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6576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6576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892" t="-410000" r="-352252" b="-126667"/>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6576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Fallback>
      </mc:AlternateContent>
      <p:cxnSp>
        <p:nvCxnSpPr>
          <p:cNvPr id="83" name="Straight Connector 82">
            <a:extLst>
              <a:ext uri="{FF2B5EF4-FFF2-40B4-BE49-F238E27FC236}">
                <a16:creationId xmlns:a16="http://schemas.microsoft.com/office/drawing/2014/main" id="{9BCF4FE4-6BB8-56A6-88F1-3EFAADB6FBE0}"/>
              </a:ext>
            </a:extLst>
          </p:cNvPr>
          <p:cNvCxnSpPr>
            <a:stCxn id="48" idx="5"/>
            <a:endCxn id="46" idx="1"/>
          </p:cNvCxnSpPr>
          <p:nvPr/>
        </p:nvCxnSpPr>
        <p:spPr>
          <a:xfrm>
            <a:off x="5482572" y="2575587"/>
            <a:ext cx="1749369" cy="1380257"/>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8A25E1E4-F8C3-F6BB-56BD-92E30ED413AA}"/>
              </a:ext>
            </a:extLst>
          </p:cNvPr>
          <p:cNvSpPr txBox="1"/>
          <p:nvPr/>
        </p:nvSpPr>
        <p:spPr>
          <a:xfrm>
            <a:off x="6302825" y="2987017"/>
            <a:ext cx="576943" cy="400110"/>
          </a:xfrm>
          <a:prstGeom prst="rect">
            <a:avLst/>
          </a:prstGeom>
          <a:noFill/>
        </p:spPr>
        <p:txBody>
          <a:bodyPr wrap="square" rtlCol="0">
            <a:spAutoFit/>
          </a:bodyPr>
          <a:lstStyle/>
          <a:p>
            <a:r>
              <a:rPr lang="en-IN" sz="2000" b="1" dirty="0"/>
              <a:t>3</a:t>
            </a:r>
          </a:p>
        </p:txBody>
      </p:sp>
      <p:sp>
        <p:nvSpPr>
          <p:cNvPr id="3" name="TextBox 2">
            <a:extLst>
              <a:ext uri="{FF2B5EF4-FFF2-40B4-BE49-F238E27FC236}">
                <a16:creationId xmlns:a16="http://schemas.microsoft.com/office/drawing/2014/main" id="{FB16B359-0874-D24E-63B0-CB6B10EFDBD2}"/>
              </a:ext>
            </a:extLst>
          </p:cNvPr>
          <p:cNvSpPr txBox="1"/>
          <p:nvPr/>
        </p:nvSpPr>
        <p:spPr>
          <a:xfrm>
            <a:off x="5105401" y="567266"/>
            <a:ext cx="2819399" cy="461665"/>
          </a:xfrm>
          <a:prstGeom prst="rect">
            <a:avLst/>
          </a:prstGeom>
          <a:noFill/>
        </p:spPr>
        <p:txBody>
          <a:bodyPr wrap="square" rtlCol="0">
            <a:spAutoFit/>
          </a:bodyPr>
          <a:lstStyle/>
          <a:p>
            <a:r>
              <a:rPr lang="en-IN" sz="2400" dirty="0"/>
              <a:t>Compute DV</a:t>
            </a:r>
          </a:p>
        </p:txBody>
      </p:sp>
    </p:spTree>
    <p:extLst>
      <p:ext uri="{BB962C8B-B14F-4D97-AF65-F5344CB8AC3E}">
        <p14:creationId xmlns:p14="http://schemas.microsoft.com/office/powerpoint/2010/main" val="1338747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F5F65-BADA-C478-494D-541D882910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31776A-52DB-E023-2D0F-2618D51EAFA2}"/>
              </a:ext>
            </a:extLst>
          </p:cNvPr>
          <p:cNvSpPr>
            <a:spLocks noGrp="1"/>
          </p:cNvSpPr>
          <p:nvPr>
            <p:ph type="title"/>
          </p:nvPr>
        </p:nvSpPr>
        <p:spPr>
          <a:xfrm>
            <a:off x="5268682" y="5459635"/>
            <a:ext cx="5671454" cy="1325563"/>
          </a:xfrm>
        </p:spPr>
        <p:txBody>
          <a:bodyPr/>
          <a:lstStyle/>
          <a:p>
            <a:r>
              <a:rPr lang="en-IN" dirty="0"/>
              <a:t>Distance vector routing</a:t>
            </a:r>
          </a:p>
        </p:txBody>
      </p:sp>
      <p:sp>
        <p:nvSpPr>
          <p:cNvPr id="45" name="Oval 44">
            <a:extLst>
              <a:ext uri="{FF2B5EF4-FFF2-40B4-BE49-F238E27FC236}">
                <a16:creationId xmlns:a16="http://schemas.microsoft.com/office/drawing/2014/main" id="{62CEEB55-2ED5-24C0-FE6F-02302EFCE19F}"/>
              </a:ext>
            </a:extLst>
          </p:cNvPr>
          <p:cNvSpPr/>
          <p:nvPr/>
        </p:nvSpPr>
        <p:spPr>
          <a:xfrm>
            <a:off x="4539344" y="3831772"/>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X</a:t>
            </a:r>
          </a:p>
        </p:txBody>
      </p:sp>
      <p:sp>
        <p:nvSpPr>
          <p:cNvPr id="46" name="Oval 45">
            <a:extLst>
              <a:ext uri="{FF2B5EF4-FFF2-40B4-BE49-F238E27FC236}">
                <a16:creationId xmlns:a16="http://schemas.microsoft.com/office/drawing/2014/main" id="{CF6B772A-56BD-64C0-D339-6C7DBB5F6017}"/>
              </a:ext>
            </a:extLst>
          </p:cNvPr>
          <p:cNvSpPr/>
          <p:nvPr/>
        </p:nvSpPr>
        <p:spPr>
          <a:xfrm>
            <a:off x="7075712" y="384265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Z</a:t>
            </a:r>
          </a:p>
        </p:txBody>
      </p:sp>
      <p:sp>
        <p:nvSpPr>
          <p:cNvPr id="47" name="Oval 46">
            <a:extLst>
              <a:ext uri="{FF2B5EF4-FFF2-40B4-BE49-F238E27FC236}">
                <a16:creationId xmlns:a16="http://schemas.microsoft.com/office/drawing/2014/main" id="{B3E3E51F-19F4-DB72-C848-CD808CCA3609}"/>
              </a:ext>
            </a:extLst>
          </p:cNvPr>
          <p:cNvSpPr/>
          <p:nvPr/>
        </p:nvSpPr>
        <p:spPr>
          <a:xfrm>
            <a:off x="7053943" y="1937659"/>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W</a:t>
            </a:r>
          </a:p>
        </p:txBody>
      </p:sp>
      <p:sp>
        <p:nvSpPr>
          <p:cNvPr id="48" name="Oval 47">
            <a:extLst>
              <a:ext uri="{FF2B5EF4-FFF2-40B4-BE49-F238E27FC236}">
                <a16:creationId xmlns:a16="http://schemas.microsoft.com/office/drawing/2014/main" id="{00D16247-1F84-07A9-EDE4-50C5C647CC7E}"/>
              </a:ext>
            </a:extLst>
          </p:cNvPr>
          <p:cNvSpPr/>
          <p:nvPr/>
        </p:nvSpPr>
        <p:spPr>
          <a:xfrm>
            <a:off x="4572001" y="191588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Y</a:t>
            </a:r>
          </a:p>
        </p:txBody>
      </p:sp>
      <p:cxnSp>
        <p:nvCxnSpPr>
          <p:cNvPr id="51" name="Straight Connector 50">
            <a:extLst>
              <a:ext uri="{FF2B5EF4-FFF2-40B4-BE49-F238E27FC236}">
                <a16:creationId xmlns:a16="http://schemas.microsoft.com/office/drawing/2014/main" id="{25B0A192-469B-EF29-1FC4-6342783EB915}"/>
              </a:ext>
            </a:extLst>
          </p:cNvPr>
          <p:cNvCxnSpPr>
            <a:stCxn id="48" idx="6"/>
            <a:endCxn id="47" idx="2"/>
          </p:cNvCxnSpPr>
          <p:nvPr/>
        </p:nvCxnSpPr>
        <p:spPr>
          <a:xfrm>
            <a:off x="5638801" y="2302331"/>
            <a:ext cx="1415142"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280FF4C-AF04-C79C-5F21-915B52EFAFEA}"/>
              </a:ext>
            </a:extLst>
          </p:cNvPr>
          <p:cNvCxnSpPr>
            <a:stCxn id="47" idx="4"/>
            <a:endCxn id="46" idx="0"/>
          </p:cNvCxnSpPr>
          <p:nvPr/>
        </p:nvCxnSpPr>
        <p:spPr>
          <a:xfrm>
            <a:off x="7587343" y="2710544"/>
            <a:ext cx="21769" cy="113211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B24C9B0-A8B8-B835-532F-67DB59726692}"/>
              </a:ext>
            </a:extLst>
          </p:cNvPr>
          <p:cNvCxnSpPr>
            <a:stCxn id="48" idx="4"/>
            <a:endCxn id="45" idx="0"/>
          </p:cNvCxnSpPr>
          <p:nvPr/>
        </p:nvCxnSpPr>
        <p:spPr>
          <a:xfrm flipH="1">
            <a:off x="5072744" y="2688773"/>
            <a:ext cx="32657" cy="1142999"/>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A76D8AC-F0E3-DDBC-9FB5-FC7B4792DB42}"/>
              </a:ext>
            </a:extLst>
          </p:cNvPr>
          <p:cNvCxnSpPr>
            <a:stCxn id="45" idx="6"/>
            <a:endCxn id="46" idx="2"/>
          </p:cNvCxnSpPr>
          <p:nvPr/>
        </p:nvCxnSpPr>
        <p:spPr>
          <a:xfrm>
            <a:off x="5606144" y="4218215"/>
            <a:ext cx="1469568" cy="10886"/>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8BA0CE4F-F734-B773-678A-AC45F676231A}"/>
              </a:ext>
            </a:extLst>
          </p:cNvPr>
          <p:cNvSpPr txBox="1"/>
          <p:nvPr/>
        </p:nvSpPr>
        <p:spPr>
          <a:xfrm>
            <a:off x="7587336" y="3019672"/>
            <a:ext cx="576943" cy="400110"/>
          </a:xfrm>
          <a:prstGeom prst="rect">
            <a:avLst/>
          </a:prstGeom>
          <a:noFill/>
        </p:spPr>
        <p:txBody>
          <a:bodyPr wrap="square" rtlCol="0">
            <a:spAutoFit/>
          </a:bodyPr>
          <a:lstStyle/>
          <a:p>
            <a:r>
              <a:rPr lang="en-IN" sz="2000" b="1" dirty="0"/>
              <a:t>1</a:t>
            </a:r>
          </a:p>
        </p:txBody>
      </p:sp>
      <p:sp>
        <p:nvSpPr>
          <p:cNvPr id="67" name="TextBox 66">
            <a:extLst>
              <a:ext uri="{FF2B5EF4-FFF2-40B4-BE49-F238E27FC236}">
                <a16:creationId xmlns:a16="http://schemas.microsoft.com/office/drawing/2014/main" id="{A3F62FD1-92EF-0E5B-420C-F38AFC6CAE27}"/>
              </a:ext>
            </a:extLst>
          </p:cNvPr>
          <p:cNvSpPr txBox="1"/>
          <p:nvPr/>
        </p:nvSpPr>
        <p:spPr>
          <a:xfrm>
            <a:off x="6150425" y="1985531"/>
            <a:ext cx="576943" cy="400110"/>
          </a:xfrm>
          <a:prstGeom prst="rect">
            <a:avLst/>
          </a:prstGeom>
          <a:noFill/>
        </p:spPr>
        <p:txBody>
          <a:bodyPr wrap="square" rtlCol="0">
            <a:spAutoFit/>
          </a:bodyPr>
          <a:lstStyle/>
          <a:p>
            <a:r>
              <a:rPr lang="en-IN" sz="2000" b="1" dirty="0"/>
              <a:t>1</a:t>
            </a:r>
          </a:p>
        </p:txBody>
      </p:sp>
      <p:sp>
        <p:nvSpPr>
          <p:cNvPr id="68" name="TextBox 67">
            <a:extLst>
              <a:ext uri="{FF2B5EF4-FFF2-40B4-BE49-F238E27FC236}">
                <a16:creationId xmlns:a16="http://schemas.microsoft.com/office/drawing/2014/main" id="{95ECB64A-FF05-4E37-1E41-25428BA1BEE7}"/>
              </a:ext>
            </a:extLst>
          </p:cNvPr>
          <p:cNvSpPr txBox="1"/>
          <p:nvPr/>
        </p:nvSpPr>
        <p:spPr>
          <a:xfrm>
            <a:off x="4746170" y="3117645"/>
            <a:ext cx="576943" cy="400110"/>
          </a:xfrm>
          <a:prstGeom prst="rect">
            <a:avLst/>
          </a:prstGeom>
          <a:noFill/>
        </p:spPr>
        <p:txBody>
          <a:bodyPr wrap="square" rtlCol="0">
            <a:spAutoFit/>
          </a:bodyPr>
          <a:lstStyle/>
          <a:p>
            <a:r>
              <a:rPr lang="en-IN" sz="2000" b="1" dirty="0"/>
              <a:t>4</a:t>
            </a:r>
          </a:p>
        </p:txBody>
      </p:sp>
      <p:sp>
        <p:nvSpPr>
          <p:cNvPr id="70" name="TextBox 69">
            <a:extLst>
              <a:ext uri="{FF2B5EF4-FFF2-40B4-BE49-F238E27FC236}">
                <a16:creationId xmlns:a16="http://schemas.microsoft.com/office/drawing/2014/main" id="{B01D91B2-DF55-0C6D-28B1-B1405C636873}"/>
              </a:ext>
            </a:extLst>
          </p:cNvPr>
          <p:cNvSpPr txBox="1"/>
          <p:nvPr/>
        </p:nvSpPr>
        <p:spPr>
          <a:xfrm>
            <a:off x="6237513" y="4227989"/>
            <a:ext cx="576943" cy="400110"/>
          </a:xfrm>
          <a:prstGeom prst="rect">
            <a:avLst/>
          </a:prstGeom>
          <a:noFill/>
        </p:spPr>
        <p:txBody>
          <a:bodyPr wrap="square" rtlCol="0">
            <a:spAutoFit/>
          </a:bodyPr>
          <a:lstStyle/>
          <a:p>
            <a:r>
              <a:rPr lang="en-IN" sz="2000" b="1" dirty="0"/>
              <a:t>50</a:t>
            </a:r>
          </a:p>
        </p:txBody>
      </p:sp>
      <mc:AlternateContent xmlns:mc="http://schemas.openxmlformats.org/markup-compatibility/2006">
        <mc:Choice xmlns:a14="http://schemas.microsoft.com/office/drawing/2010/main" Requires="a14">
          <p:graphicFrame>
            <p:nvGraphicFramePr>
              <p:cNvPr id="71" name="Table 70">
                <a:extLst>
                  <a:ext uri="{FF2B5EF4-FFF2-40B4-BE49-F238E27FC236}">
                    <a16:creationId xmlns:a16="http://schemas.microsoft.com/office/drawing/2014/main" id="{C48777E0-2896-8579-D360-C45753A295C1}"/>
                  </a:ext>
                </a:extLst>
              </p:cNvPr>
              <p:cNvGraphicFramePr>
                <a:graphicFrameLocks noGrp="1"/>
              </p:cNvGraphicFramePr>
              <p:nvPr>
                <p:extLst>
                  <p:ext uri="{D42A27DB-BD31-4B8C-83A1-F6EECF244321}">
                    <p14:modId xmlns:p14="http://schemas.microsoft.com/office/powerpoint/2010/main" val="2409238261"/>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910597213"/>
                      </a:ext>
                    </a:extLst>
                  </a:tr>
                </a:tbl>
              </a:graphicData>
            </a:graphic>
          </p:graphicFrame>
        </mc:Choice>
        <mc:Fallback>
          <p:graphicFrame>
            <p:nvGraphicFramePr>
              <p:cNvPr id="71" name="Table 70">
                <a:extLst>
                  <a:ext uri="{FF2B5EF4-FFF2-40B4-BE49-F238E27FC236}">
                    <a16:creationId xmlns:a16="http://schemas.microsoft.com/office/drawing/2014/main" id="{C48777E0-2896-8579-D360-C45753A295C1}"/>
                  </a:ext>
                </a:extLst>
              </p:cNvPr>
              <p:cNvGraphicFramePr>
                <a:graphicFrameLocks noGrp="1"/>
              </p:cNvGraphicFramePr>
              <p:nvPr>
                <p:extLst>
                  <p:ext uri="{D42A27DB-BD31-4B8C-83A1-F6EECF244321}">
                    <p14:modId xmlns:p14="http://schemas.microsoft.com/office/powerpoint/2010/main" val="2409238261"/>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830" t="-107692" r="-1307" b="-415385"/>
                          </a:stretch>
                        </a:blipFill>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830" t="-506154" r="-1307" b="-16923"/>
                          </a:stretch>
                        </a:blipFill>
                      </a:tcPr>
                    </a:tc>
                    <a:extLst>
                      <a:ext uri="{0D108BD9-81ED-4DB2-BD59-A6C34878D82A}">
                        <a16:rowId xmlns:a16="http://schemas.microsoft.com/office/drawing/2014/main" val="1910597213"/>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72" name="Table 71">
                <a:extLst>
                  <a:ext uri="{FF2B5EF4-FFF2-40B4-BE49-F238E27FC236}">
                    <a16:creationId xmlns:a16="http://schemas.microsoft.com/office/drawing/2014/main" id="{E808D563-774E-5E54-EFE8-3FB9E19210B2}"/>
                  </a:ext>
                </a:extLst>
              </p:cNvPr>
              <p:cNvGraphicFramePr>
                <a:graphicFrameLocks noGrp="1"/>
              </p:cNvGraphicFramePr>
              <p:nvPr>
                <p:extLst>
                  <p:ext uri="{D42A27DB-BD31-4B8C-83A1-F6EECF244321}">
                    <p14:modId xmlns:p14="http://schemas.microsoft.com/office/powerpoint/2010/main" val="36898480"/>
                  </p:ext>
                </p:extLst>
              </p:nvPr>
            </p:nvGraphicFramePr>
            <p:xfrm>
              <a:off x="235858" y="567266"/>
              <a:ext cx="4111370" cy="2960930"/>
            </p:xfrm>
            <a:graphic>
              <a:graphicData uri="http://schemas.openxmlformats.org/drawingml/2006/table">
                <a:tbl>
                  <a:tblPr bandRow="1">
                    <a:tableStyleId>{5C22544A-7EE6-4342-B048-85BDC9FD1C3A}</a:tableStyleId>
                  </a:tblPr>
                  <a:tblGrid>
                    <a:gridCol w="613228">
                      <a:extLst>
                        <a:ext uri="{9D8B030D-6E8A-4147-A177-3AD203B41FA5}">
                          <a16:colId xmlns:a16="http://schemas.microsoft.com/office/drawing/2014/main" val="1041368970"/>
                        </a:ext>
                      </a:extLst>
                    </a:gridCol>
                    <a:gridCol w="718458">
                      <a:extLst>
                        <a:ext uri="{9D8B030D-6E8A-4147-A177-3AD203B41FA5}">
                          <a16:colId xmlns:a16="http://schemas.microsoft.com/office/drawing/2014/main" val="3138672394"/>
                        </a:ext>
                      </a:extLst>
                    </a:gridCol>
                    <a:gridCol w="936171">
                      <a:extLst>
                        <a:ext uri="{9D8B030D-6E8A-4147-A177-3AD203B41FA5}">
                          <a16:colId xmlns:a16="http://schemas.microsoft.com/office/drawing/2014/main" val="358923639"/>
                        </a:ext>
                      </a:extLst>
                    </a:gridCol>
                    <a:gridCol w="881743">
                      <a:extLst>
                        <a:ext uri="{9D8B030D-6E8A-4147-A177-3AD203B41FA5}">
                          <a16:colId xmlns:a16="http://schemas.microsoft.com/office/drawing/2014/main" val="30883990"/>
                        </a:ext>
                      </a:extLst>
                    </a:gridCol>
                    <a:gridCol w="961770">
                      <a:extLst>
                        <a:ext uri="{9D8B030D-6E8A-4147-A177-3AD203B41FA5}">
                          <a16:colId xmlns:a16="http://schemas.microsoft.com/office/drawing/2014/main" val="691000221"/>
                        </a:ext>
                      </a:extLst>
                    </a:gridCol>
                  </a:tblGrid>
                  <a:tr h="42299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42299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422990">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42299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42299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42299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634013817"/>
                      </a:ext>
                    </a:extLst>
                  </a:tr>
                  <a:tr h="42299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489864172"/>
                      </a:ext>
                    </a:extLst>
                  </a:tr>
                </a:tbl>
              </a:graphicData>
            </a:graphic>
          </p:graphicFrame>
        </mc:Choice>
        <mc:Fallback>
          <p:graphicFrame>
            <p:nvGraphicFramePr>
              <p:cNvPr id="72" name="Table 71">
                <a:extLst>
                  <a:ext uri="{FF2B5EF4-FFF2-40B4-BE49-F238E27FC236}">
                    <a16:creationId xmlns:a16="http://schemas.microsoft.com/office/drawing/2014/main" id="{E808D563-774E-5E54-EFE8-3FB9E19210B2}"/>
                  </a:ext>
                </a:extLst>
              </p:cNvPr>
              <p:cNvGraphicFramePr>
                <a:graphicFrameLocks noGrp="1"/>
              </p:cNvGraphicFramePr>
              <p:nvPr>
                <p:extLst>
                  <p:ext uri="{D42A27DB-BD31-4B8C-83A1-F6EECF244321}">
                    <p14:modId xmlns:p14="http://schemas.microsoft.com/office/powerpoint/2010/main" val="36898480"/>
                  </p:ext>
                </p:extLst>
              </p:nvPr>
            </p:nvGraphicFramePr>
            <p:xfrm>
              <a:off x="235858" y="567266"/>
              <a:ext cx="4111370" cy="2960930"/>
            </p:xfrm>
            <a:graphic>
              <a:graphicData uri="http://schemas.openxmlformats.org/drawingml/2006/table">
                <a:tbl>
                  <a:tblPr bandRow="1">
                    <a:tableStyleId>{5C22544A-7EE6-4342-B048-85BDC9FD1C3A}</a:tableStyleId>
                  </a:tblPr>
                  <a:tblGrid>
                    <a:gridCol w="613228">
                      <a:extLst>
                        <a:ext uri="{9D8B030D-6E8A-4147-A177-3AD203B41FA5}">
                          <a16:colId xmlns:a16="http://schemas.microsoft.com/office/drawing/2014/main" val="1041368970"/>
                        </a:ext>
                      </a:extLst>
                    </a:gridCol>
                    <a:gridCol w="718458">
                      <a:extLst>
                        <a:ext uri="{9D8B030D-6E8A-4147-A177-3AD203B41FA5}">
                          <a16:colId xmlns:a16="http://schemas.microsoft.com/office/drawing/2014/main" val="3138672394"/>
                        </a:ext>
                      </a:extLst>
                    </a:gridCol>
                    <a:gridCol w="936171">
                      <a:extLst>
                        <a:ext uri="{9D8B030D-6E8A-4147-A177-3AD203B41FA5}">
                          <a16:colId xmlns:a16="http://schemas.microsoft.com/office/drawing/2014/main" val="358923639"/>
                        </a:ext>
                      </a:extLst>
                    </a:gridCol>
                    <a:gridCol w="881743">
                      <a:extLst>
                        <a:ext uri="{9D8B030D-6E8A-4147-A177-3AD203B41FA5}">
                          <a16:colId xmlns:a16="http://schemas.microsoft.com/office/drawing/2014/main" val="30883990"/>
                        </a:ext>
                      </a:extLst>
                    </a:gridCol>
                    <a:gridCol w="961770">
                      <a:extLst>
                        <a:ext uri="{9D8B030D-6E8A-4147-A177-3AD203B41FA5}">
                          <a16:colId xmlns:a16="http://schemas.microsoft.com/office/drawing/2014/main" val="691000221"/>
                        </a:ext>
                      </a:extLst>
                    </a:gridCol>
                  </a:tblGrid>
                  <a:tr h="42299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42299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422990">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8481" t="-208696" r="-1266" b="-411594"/>
                          </a:stretch>
                        </a:blipFill>
                      </a:tcPr>
                    </a:tc>
                    <a:extLst>
                      <a:ext uri="{0D108BD9-81ED-4DB2-BD59-A6C34878D82A}">
                        <a16:rowId xmlns:a16="http://schemas.microsoft.com/office/drawing/2014/main" val="3035748092"/>
                      </a:ext>
                    </a:extLst>
                  </a:tr>
                  <a:tr h="42299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42299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6441" t="-410145" r="-388983" b="-210145"/>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42299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634013817"/>
                      </a:ext>
                    </a:extLst>
                  </a:tr>
                  <a:tr h="42299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489864172"/>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75" name="Table 74">
                <a:extLst>
                  <a:ext uri="{FF2B5EF4-FFF2-40B4-BE49-F238E27FC236}">
                    <a16:creationId xmlns:a16="http://schemas.microsoft.com/office/drawing/2014/main" id="{99F92E08-E7C2-C236-FC2C-6A9C534A6AB1}"/>
                  </a:ext>
                </a:extLst>
              </p:cNvPr>
              <p:cNvGraphicFramePr>
                <a:graphicFrameLocks noGrp="1"/>
              </p:cNvGraphicFramePr>
              <p:nvPr>
                <p:extLst>
                  <p:ext uri="{D42A27DB-BD31-4B8C-83A1-F6EECF244321}">
                    <p14:modId xmlns:p14="http://schemas.microsoft.com/office/powerpoint/2010/main" val="3265643425"/>
                  </p:ext>
                </p:extLst>
              </p:nvPr>
            </p:nvGraphicFramePr>
            <p:xfrm>
              <a:off x="8389250" y="3147180"/>
              <a:ext cx="3661240" cy="2560320"/>
            </p:xfrm>
            <a:graphic>
              <a:graphicData uri="http://schemas.openxmlformats.org/drawingml/2006/table">
                <a:tbl>
                  <a:tblPr bandRow="1">
                    <a:tableStyleId>{5C22544A-7EE6-4342-B048-85BDC9FD1C3A}</a:tableStyleId>
                  </a:tblPr>
                  <a:tblGrid>
                    <a:gridCol w="689436">
                      <a:extLst>
                        <a:ext uri="{9D8B030D-6E8A-4147-A177-3AD203B41FA5}">
                          <a16:colId xmlns:a16="http://schemas.microsoft.com/office/drawing/2014/main" val="1041368970"/>
                        </a:ext>
                      </a:extLst>
                    </a:gridCol>
                    <a:gridCol w="775060">
                      <a:extLst>
                        <a:ext uri="{9D8B030D-6E8A-4147-A177-3AD203B41FA5}">
                          <a16:colId xmlns:a16="http://schemas.microsoft.com/office/drawing/2014/main" val="3138672394"/>
                        </a:ext>
                      </a:extLst>
                    </a:gridCol>
                    <a:gridCol w="732248">
                      <a:extLst>
                        <a:ext uri="{9D8B030D-6E8A-4147-A177-3AD203B41FA5}">
                          <a16:colId xmlns:a16="http://schemas.microsoft.com/office/drawing/2014/main" val="358923639"/>
                        </a:ext>
                      </a:extLst>
                    </a:gridCol>
                    <a:gridCol w="732248">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0990628"/>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985824019"/>
                      </a:ext>
                    </a:extLst>
                  </a:tr>
                  <a:tr h="320604">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25794364"/>
                      </a:ext>
                    </a:extLst>
                  </a:tr>
                </a:tbl>
              </a:graphicData>
            </a:graphic>
          </p:graphicFrame>
        </mc:Choice>
        <mc:Fallback>
          <p:graphicFrame>
            <p:nvGraphicFramePr>
              <p:cNvPr id="75" name="Table 74">
                <a:extLst>
                  <a:ext uri="{FF2B5EF4-FFF2-40B4-BE49-F238E27FC236}">
                    <a16:creationId xmlns:a16="http://schemas.microsoft.com/office/drawing/2014/main" id="{99F92E08-E7C2-C236-FC2C-6A9C534A6AB1}"/>
                  </a:ext>
                </a:extLst>
              </p:cNvPr>
              <p:cNvGraphicFramePr>
                <a:graphicFrameLocks noGrp="1"/>
              </p:cNvGraphicFramePr>
              <p:nvPr>
                <p:extLst>
                  <p:ext uri="{D42A27DB-BD31-4B8C-83A1-F6EECF244321}">
                    <p14:modId xmlns:p14="http://schemas.microsoft.com/office/powerpoint/2010/main" val="3265643425"/>
                  </p:ext>
                </p:extLst>
              </p:nvPr>
            </p:nvGraphicFramePr>
            <p:xfrm>
              <a:off x="8389250" y="3147180"/>
              <a:ext cx="3661240" cy="2560320"/>
            </p:xfrm>
            <a:graphic>
              <a:graphicData uri="http://schemas.openxmlformats.org/drawingml/2006/table">
                <a:tbl>
                  <a:tblPr bandRow="1">
                    <a:tableStyleId>{5C22544A-7EE6-4342-B048-85BDC9FD1C3A}</a:tableStyleId>
                  </a:tblPr>
                  <a:tblGrid>
                    <a:gridCol w="689436">
                      <a:extLst>
                        <a:ext uri="{9D8B030D-6E8A-4147-A177-3AD203B41FA5}">
                          <a16:colId xmlns:a16="http://schemas.microsoft.com/office/drawing/2014/main" val="1041368970"/>
                        </a:ext>
                      </a:extLst>
                    </a:gridCol>
                    <a:gridCol w="775060">
                      <a:extLst>
                        <a:ext uri="{9D8B030D-6E8A-4147-A177-3AD203B41FA5}">
                          <a16:colId xmlns:a16="http://schemas.microsoft.com/office/drawing/2014/main" val="3138672394"/>
                        </a:ext>
                      </a:extLst>
                    </a:gridCol>
                    <a:gridCol w="732248">
                      <a:extLst>
                        <a:ext uri="{9D8B030D-6E8A-4147-A177-3AD203B41FA5}">
                          <a16:colId xmlns:a16="http://schemas.microsoft.com/office/drawing/2014/main" val="358923639"/>
                        </a:ext>
                      </a:extLst>
                    </a:gridCol>
                    <a:gridCol w="732248">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6576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6576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6576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65760">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67" t="-303279" r="-1667" b="-319672"/>
                          </a:stretch>
                        </a:blipFill>
                      </a:tcPr>
                    </a:tc>
                    <a:extLst>
                      <a:ext uri="{0D108BD9-81ED-4DB2-BD59-A6C34878D82A}">
                        <a16:rowId xmlns:a16="http://schemas.microsoft.com/office/drawing/2014/main" val="3720058941"/>
                      </a:ext>
                    </a:extLst>
                  </a:tr>
                  <a:tr h="36576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9764" t="-410000" r="-285827" b="-225000"/>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0990628"/>
                      </a:ext>
                    </a:extLst>
                  </a:tr>
                  <a:tr h="36576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985824019"/>
                      </a:ext>
                    </a:extLst>
                  </a:tr>
                  <a:tr h="36576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25794364"/>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76" name="Table 75">
                <a:extLst>
                  <a:ext uri="{FF2B5EF4-FFF2-40B4-BE49-F238E27FC236}">
                    <a16:creationId xmlns:a16="http://schemas.microsoft.com/office/drawing/2014/main" id="{7B95129E-A705-615C-F2B1-A279DEAF1857}"/>
                  </a:ext>
                </a:extLst>
              </p:cNvPr>
              <p:cNvGraphicFramePr>
                <a:graphicFrameLocks noGrp="1"/>
              </p:cNvGraphicFramePr>
              <p:nvPr>
                <p:extLst>
                  <p:ext uri="{D42A27DB-BD31-4B8C-83A1-F6EECF244321}">
                    <p14:modId xmlns:p14="http://schemas.microsoft.com/office/powerpoint/2010/main" val="2816889116"/>
                  </p:ext>
                </p:extLst>
              </p:nvPr>
            </p:nvGraphicFramePr>
            <p:xfrm>
              <a:off x="8345702" y="186267"/>
              <a:ext cx="3661241" cy="2194560"/>
            </p:xfrm>
            <a:graphic>
              <a:graphicData uri="http://schemas.openxmlformats.org/drawingml/2006/table">
                <a:tbl>
                  <a:tblPr bandRow="1">
                    <a:tableStyleId>{5C22544A-7EE6-4342-B048-85BDC9FD1C3A}</a:tableStyleId>
                  </a:tblPr>
                  <a:tblGrid>
                    <a:gridCol w="613241">
                      <a:extLst>
                        <a:ext uri="{9D8B030D-6E8A-4147-A177-3AD203B41FA5}">
                          <a16:colId xmlns:a16="http://schemas.microsoft.com/office/drawing/2014/main" val="1041368970"/>
                        </a:ext>
                      </a:extLst>
                    </a:gridCol>
                    <a:gridCol w="67802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20604">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Choice>
        <mc:Fallback>
          <p:graphicFrame>
            <p:nvGraphicFramePr>
              <p:cNvPr id="76" name="Table 75">
                <a:extLst>
                  <a:ext uri="{FF2B5EF4-FFF2-40B4-BE49-F238E27FC236}">
                    <a16:creationId xmlns:a16="http://schemas.microsoft.com/office/drawing/2014/main" id="{7B95129E-A705-615C-F2B1-A279DEAF1857}"/>
                  </a:ext>
                </a:extLst>
              </p:cNvPr>
              <p:cNvGraphicFramePr>
                <a:graphicFrameLocks noGrp="1"/>
              </p:cNvGraphicFramePr>
              <p:nvPr>
                <p:extLst>
                  <p:ext uri="{D42A27DB-BD31-4B8C-83A1-F6EECF244321}">
                    <p14:modId xmlns:p14="http://schemas.microsoft.com/office/powerpoint/2010/main" val="2816889116"/>
                  </p:ext>
                </p:extLst>
              </p:nvPr>
            </p:nvGraphicFramePr>
            <p:xfrm>
              <a:off x="8345702" y="186267"/>
              <a:ext cx="3661241" cy="2194560"/>
            </p:xfrm>
            <a:graphic>
              <a:graphicData uri="http://schemas.openxmlformats.org/drawingml/2006/table">
                <a:tbl>
                  <a:tblPr bandRow="1">
                    <a:tableStyleId>{5C22544A-7EE6-4342-B048-85BDC9FD1C3A}</a:tableStyleId>
                  </a:tblPr>
                  <a:tblGrid>
                    <a:gridCol w="613241">
                      <a:extLst>
                        <a:ext uri="{9D8B030D-6E8A-4147-A177-3AD203B41FA5}">
                          <a16:colId xmlns:a16="http://schemas.microsoft.com/office/drawing/2014/main" val="1041368970"/>
                        </a:ext>
                      </a:extLst>
                    </a:gridCol>
                    <a:gridCol w="67802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6576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6576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1892" t="-108333" r="-352252" b="-428333"/>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6576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6576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6576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6576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1892" t="-510000" r="-352252" b="-26667"/>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Fallback>
      </mc:AlternateContent>
      <p:cxnSp>
        <p:nvCxnSpPr>
          <p:cNvPr id="83" name="Straight Connector 82">
            <a:extLst>
              <a:ext uri="{FF2B5EF4-FFF2-40B4-BE49-F238E27FC236}">
                <a16:creationId xmlns:a16="http://schemas.microsoft.com/office/drawing/2014/main" id="{5701A59D-1E3D-D146-A68D-7D3CC415E3F9}"/>
              </a:ext>
            </a:extLst>
          </p:cNvPr>
          <p:cNvCxnSpPr>
            <a:stCxn id="48" idx="5"/>
            <a:endCxn id="46" idx="1"/>
          </p:cNvCxnSpPr>
          <p:nvPr/>
        </p:nvCxnSpPr>
        <p:spPr>
          <a:xfrm>
            <a:off x="5482572" y="2575587"/>
            <a:ext cx="1749369" cy="1380257"/>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B76810CD-9624-CAC4-E295-9E980A58D520}"/>
              </a:ext>
            </a:extLst>
          </p:cNvPr>
          <p:cNvSpPr txBox="1"/>
          <p:nvPr/>
        </p:nvSpPr>
        <p:spPr>
          <a:xfrm>
            <a:off x="6302825" y="2987017"/>
            <a:ext cx="576943" cy="400110"/>
          </a:xfrm>
          <a:prstGeom prst="rect">
            <a:avLst/>
          </a:prstGeom>
          <a:noFill/>
        </p:spPr>
        <p:txBody>
          <a:bodyPr wrap="square" rtlCol="0">
            <a:spAutoFit/>
          </a:bodyPr>
          <a:lstStyle/>
          <a:p>
            <a:r>
              <a:rPr lang="en-IN" sz="2000" b="1" dirty="0"/>
              <a:t>3</a:t>
            </a:r>
          </a:p>
        </p:txBody>
      </p:sp>
      <p:sp>
        <p:nvSpPr>
          <p:cNvPr id="3" name="TextBox 2">
            <a:extLst>
              <a:ext uri="{FF2B5EF4-FFF2-40B4-BE49-F238E27FC236}">
                <a16:creationId xmlns:a16="http://schemas.microsoft.com/office/drawing/2014/main" id="{C8420FCF-EFF5-F415-15BE-BDE973C4F928}"/>
              </a:ext>
            </a:extLst>
          </p:cNvPr>
          <p:cNvSpPr txBox="1"/>
          <p:nvPr/>
        </p:nvSpPr>
        <p:spPr>
          <a:xfrm>
            <a:off x="5105401" y="567266"/>
            <a:ext cx="2819399" cy="461665"/>
          </a:xfrm>
          <a:prstGeom prst="rect">
            <a:avLst/>
          </a:prstGeom>
          <a:noFill/>
        </p:spPr>
        <p:txBody>
          <a:bodyPr wrap="square" rtlCol="0">
            <a:spAutoFit/>
          </a:bodyPr>
          <a:lstStyle/>
          <a:p>
            <a:r>
              <a:rPr lang="en-IN" sz="2400" dirty="0"/>
              <a:t>Share DV</a:t>
            </a:r>
          </a:p>
        </p:txBody>
      </p:sp>
    </p:spTree>
    <p:extLst>
      <p:ext uri="{BB962C8B-B14F-4D97-AF65-F5344CB8AC3E}">
        <p14:creationId xmlns:p14="http://schemas.microsoft.com/office/powerpoint/2010/main" val="710199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3F249-BF42-1316-CFDD-30CF3BAAF1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32BAF-D370-B5C1-C06E-1AAF88B4397B}"/>
              </a:ext>
            </a:extLst>
          </p:cNvPr>
          <p:cNvSpPr>
            <a:spLocks noGrp="1"/>
          </p:cNvSpPr>
          <p:nvPr>
            <p:ph type="title"/>
          </p:nvPr>
        </p:nvSpPr>
        <p:spPr>
          <a:xfrm>
            <a:off x="5268682" y="5459635"/>
            <a:ext cx="5671454" cy="1325563"/>
          </a:xfrm>
        </p:spPr>
        <p:txBody>
          <a:bodyPr/>
          <a:lstStyle/>
          <a:p>
            <a:r>
              <a:rPr lang="en-IN" dirty="0"/>
              <a:t>Distance vector routing</a:t>
            </a:r>
          </a:p>
        </p:txBody>
      </p:sp>
      <p:sp>
        <p:nvSpPr>
          <p:cNvPr id="45" name="Oval 44">
            <a:extLst>
              <a:ext uri="{FF2B5EF4-FFF2-40B4-BE49-F238E27FC236}">
                <a16:creationId xmlns:a16="http://schemas.microsoft.com/office/drawing/2014/main" id="{369C15F2-AAA8-15F2-4180-47DBD56CC9C2}"/>
              </a:ext>
            </a:extLst>
          </p:cNvPr>
          <p:cNvSpPr/>
          <p:nvPr/>
        </p:nvSpPr>
        <p:spPr>
          <a:xfrm>
            <a:off x="4539344" y="3831772"/>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X</a:t>
            </a:r>
          </a:p>
        </p:txBody>
      </p:sp>
      <p:sp>
        <p:nvSpPr>
          <p:cNvPr id="46" name="Oval 45">
            <a:extLst>
              <a:ext uri="{FF2B5EF4-FFF2-40B4-BE49-F238E27FC236}">
                <a16:creationId xmlns:a16="http://schemas.microsoft.com/office/drawing/2014/main" id="{2A873C13-DE20-B4CB-2B57-36274E6D3314}"/>
              </a:ext>
            </a:extLst>
          </p:cNvPr>
          <p:cNvSpPr/>
          <p:nvPr/>
        </p:nvSpPr>
        <p:spPr>
          <a:xfrm>
            <a:off x="7075712" y="384265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Z</a:t>
            </a:r>
          </a:p>
        </p:txBody>
      </p:sp>
      <p:sp>
        <p:nvSpPr>
          <p:cNvPr id="47" name="Oval 46">
            <a:extLst>
              <a:ext uri="{FF2B5EF4-FFF2-40B4-BE49-F238E27FC236}">
                <a16:creationId xmlns:a16="http://schemas.microsoft.com/office/drawing/2014/main" id="{8FEC2C20-CB1B-FB0E-EF7F-F145A3E5F607}"/>
              </a:ext>
            </a:extLst>
          </p:cNvPr>
          <p:cNvSpPr/>
          <p:nvPr/>
        </p:nvSpPr>
        <p:spPr>
          <a:xfrm>
            <a:off x="7053943" y="1937659"/>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W</a:t>
            </a:r>
          </a:p>
        </p:txBody>
      </p:sp>
      <p:sp>
        <p:nvSpPr>
          <p:cNvPr id="48" name="Oval 47">
            <a:extLst>
              <a:ext uri="{FF2B5EF4-FFF2-40B4-BE49-F238E27FC236}">
                <a16:creationId xmlns:a16="http://schemas.microsoft.com/office/drawing/2014/main" id="{7DE7EBB4-EBD9-0680-E261-CE10322DEC3D}"/>
              </a:ext>
            </a:extLst>
          </p:cNvPr>
          <p:cNvSpPr/>
          <p:nvPr/>
        </p:nvSpPr>
        <p:spPr>
          <a:xfrm>
            <a:off x="4572001" y="191588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Y</a:t>
            </a:r>
          </a:p>
        </p:txBody>
      </p:sp>
      <p:cxnSp>
        <p:nvCxnSpPr>
          <p:cNvPr id="51" name="Straight Connector 50">
            <a:extLst>
              <a:ext uri="{FF2B5EF4-FFF2-40B4-BE49-F238E27FC236}">
                <a16:creationId xmlns:a16="http://schemas.microsoft.com/office/drawing/2014/main" id="{C4C98D0E-3809-09CA-6E89-8AE0CB1383B3}"/>
              </a:ext>
            </a:extLst>
          </p:cNvPr>
          <p:cNvCxnSpPr>
            <a:stCxn id="48" idx="6"/>
            <a:endCxn id="47" idx="2"/>
          </p:cNvCxnSpPr>
          <p:nvPr/>
        </p:nvCxnSpPr>
        <p:spPr>
          <a:xfrm>
            <a:off x="5638801" y="2302331"/>
            <a:ext cx="1415142"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C1B602E-9BC0-C656-8B32-2FD5D2A007AD}"/>
              </a:ext>
            </a:extLst>
          </p:cNvPr>
          <p:cNvCxnSpPr>
            <a:stCxn id="47" idx="4"/>
            <a:endCxn id="46" idx="0"/>
          </p:cNvCxnSpPr>
          <p:nvPr/>
        </p:nvCxnSpPr>
        <p:spPr>
          <a:xfrm>
            <a:off x="7587343" y="2710544"/>
            <a:ext cx="21769" cy="113211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9A37CA9-B190-30FA-B707-6DD8E57E5074}"/>
              </a:ext>
            </a:extLst>
          </p:cNvPr>
          <p:cNvCxnSpPr>
            <a:stCxn id="48" idx="4"/>
            <a:endCxn id="45" idx="0"/>
          </p:cNvCxnSpPr>
          <p:nvPr/>
        </p:nvCxnSpPr>
        <p:spPr>
          <a:xfrm flipH="1">
            <a:off x="5072744" y="2688773"/>
            <a:ext cx="32657" cy="1142999"/>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F72CF58D-86C0-0F9C-7C3C-74635BFF8536}"/>
              </a:ext>
            </a:extLst>
          </p:cNvPr>
          <p:cNvCxnSpPr>
            <a:stCxn id="45" idx="6"/>
            <a:endCxn id="46" idx="2"/>
          </p:cNvCxnSpPr>
          <p:nvPr/>
        </p:nvCxnSpPr>
        <p:spPr>
          <a:xfrm>
            <a:off x="5606144" y="4218215"/>
            <a:ext cx="1469568" cy="10886"/>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7E37DD81-8A24-7201-A1E8-499459F0ABC1}"/>
              </a:ext>
            </a:extLst>
          </p:cNvPr>
          <p:cNvSpPr txBox="1"/>
          <p:nvPr/>
        </p:nvSpPr>
        <p:spPr>
          <a:xfrm>
            <a:off x="7587336" y="3019672"/>
            <a:ext cx="576943" cy="400110"/>
          </a:xfrm>
          <a:prstGeom prst="rect">
            <a:avLst/>
          </a:prstGeom>
          <a:noFill/>
        </p:spPr>
        <p:txBody>
          <a:bodyPr wrap="square" rtlCol="0">
            <a:spAutoFit/>
          </a:bodyPr>
          <a:lstStyle/>
          <a:p>
            <a:r>
              <a:rPr lang="en-IN" sz="2000" b="1" dirty="0"/>
              <a:t>1</a:t>
            </a:r>
          </a:p>
        </p:txBody>
      </p:sp>
      <p:sp>
        <p:nvSpPr>
          <p:cNvPr id="67" name="TextBox 66">
            <a:extLst>
              <a:ext uri="{FF2B5EF4-FFF2-40B4-BE49-F238E27FC236}">
                <a16:creationId xmlns:a16="http://schemas.microsoft.com/office/drawing/2014/main" id="{2645835D-606B-29CE-057C-87B4DD56787C}"/>
              </a:ext>
            </a:extLst>
          </p:cNvPr>
          <p:cNvSpPr txBox="1"/>
          <p:nvPr/>
        </p:nvSpPr>
        <p:spPr>
          <a:xfrm>
            <a:off x="6150425" y="1985531"/>
            <a:ext cx="576943" cy="400110"/>
          </a:xfrm>
          <a:prstGeom prst="rect">
            <a:avLst/>
          </a:prstGeom>
          <a:noFill/>
        </p:spPr>
        <p:txBody>
          <a:bodyPr wrap="square" rtlCol="0">
            <a:spAutoFit/>
          </a:bodyPr>
          <a:lstStyle/>
          <a:p>
            <a:r>
              <a:rPr lang="en-IN" sz="2000" b="1" dirty="0"/>
              <a:t>1</a:t>
            </a:r>
          </a:p>
        </p:txBody>
      </p:sp>
      <p:sp>
        <p:nvSpPr>
          <p:cNvPr id="68" name="TextBox 67">
            <a:extLst>
              <a:ext uri="{FF2B5EF4-FFF2-40B4-BE49-F238E27FC236}">
                <a16:creationId xmlns:a16="http://schemas.microsoft.com/office/drawing/2014/main" id="{3E95F857-9D91-0BA4-A70A-48DB54EC577B}"/>
              </a:ext>
            </a:extLst>
          </p:cNvPr>
          <p:cNvSpPr txBox="1"/>
          <p:nvPr/>
        </p:nvSpPr>
        <p:spPr>
          <a:xfrm>
            <a:off x="4746170" y="3117645"/>
            <a:ext cx="576943" cy="400110"/>
          </a:xfrm>
          <a:prstGeom prst="rect">
            <a:avLst/>
          </a:prstGeom>
          <a:noFill/>
        </p:spPr>
        <p:txBody>
          <a:bodyPr wrap="square" rtlCol="0">
            <a:spAutoFit/>
          </a:bodyPr>
          <a:lstStyle/>
          <a:p>
            <a:r>
              <a:rPr lang="en-IN" sz="2000" b="1" dirty="0"/>
              <a:t>4</a:t>
            </a:r>
          </a:p>
        </p:txBody>
      </p:sp>
      <p:sp>
        <p:nvSpPr>
          <p:cNvPr id="70" name="TextBox 69">
            <a:extLst>
              <a:ext uri="{FF2B5EF4-FFF2-40B4-BE49-F238E27FC236}">
                <a16:creationId xmlns:a16="http://schemas.microsoft.com/office/drawing/2014/main" id="{36B0A84A-E086-7EF0-DD11-44657E3DF381}"/>
              </a:ext>
            </a:extLst>
          </p:cNvPr>
          <p:cNvSpPr txBox="1"/>
          <p:nvPr/>
        </p:nvSpPr>
        <p:spPr>
          <a:xfrm>
            <a:off x="6237513" y="4227989"/>
            <a:ext cx="576943" cy="400110"/>
          </a:xfrm>
          <a:prstGeom prst="rect">
            <a:avLst/>
          </a:prstGeom>
          <a:noFill/>
        </p:spPr>
        <p:txBody>
          <a:bodyPr wrap="square" rtlCol="0">
            <a:spAutoFit/>
          </a:bodyPr>
          <a:lstStyle/>
          <a:p>
            <a:r>
              <a:rPr lang="en-IN" sz="2000" b="1" dirty="0"/>
              <a:t>50</a:t>
            </a:r>
          </a:p>
        </p:txBody>
      </p:sp>
      <mc:AlternateContent xmlns:mc="http://schemas.openxmlformats.org/markup-compatibility/2006">
        <mc:Choice xmlns:a14="http://schemas.microsoft.com/office/drawing/2010/main" Requires="a14">
          <p:graphicFrame>
            <p:nvGraphicFramePr>
              <p:cNvPr id="71" name="Table 70">
                <a:extLst>
                  <a:ext uri="{FF2B5EF4-FFF2-40B4-BE49-F238E27FC236}">
                    <a16:creationId xmlns:a16="http://schemas.microsoft.com/office/drawing/2014/main" id="{94DD4DCB-6B58-DE98-53B8-8B8EAA3F44D8}"/>
                  </a:ext>
                </a:extLst>
              </p:cNvPr>
              <p:cNvGraphicFramePr>
                <a:graphicFrameLocks noGrp="1"/>
              </p:cNvGraphicFramePr>
              <p:nvPr>
                <p:extLst>
                  <p:ext uri="{D42A27DB-BD31-4B8C-83A1-F6EECF244321}">
                    <p14:modId xmlns:p14="http://schemas.microsoft.com/office/powerpoint/2010/main" val="2918056051"/>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910597213"/>
                      </a:ext>
                    </a:extLst>
                  </a:tr>
                </a:tbl>
              </a:graphicData>
            </a:graphic>
          </p:graphicFrame>
        </mc:Choice>
        <mc:Fallback>
          <p:graphicFrame>
            <p:nvGraphicFramePr>
              <p:cNvPr id="71" name="Table 70">
                <a:extLst>
                  <a:ext uri="{FF2B5EF4-FFF2-40B4-BE49-F238E27FC236}">
                    <a16:creationId xmlns:a16="http://schemas.microsoft.com/office/drawing/2014/main" id="{94DD4DCB-6B58-DE98-53B8-8B8EAA3F44D8}"/>
                  </a:ext>
                </a:extLst>
              </p:cNvPr>
              <p:cNvGraphicFramePr>
                <a:graphicFrameLocks noGrp="1"/>
              </p:cNvGraphicFramePr>
              <p:nvPr>
                <p:extLst>
                  <p:ext uri="{D42A27DB-BD31-4B8C-83A1-F6EECF244321}">
                    <p14:modId xmlns:p14="http://schemas.microsoft.com/office/powerpoint/2010/main" val="2918056051"/>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830" t="-107692" r="-1307" b="-415385"/>
                          </a:stretch>
                        </a:blipFill>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830" t="-506154" r="-1307" b="-16923"/>
                          </a:stretch>
                        </a:blipFill>
                      </a:tcPr>
                    </a:tc>
                    <a:extLst>
                      <a:ext uri="{0D108BD9-81ED-4DB2-BD59-A6C34878D82A}">
                        <a16:rowId xmlns:a16="http://schemas.microsoft.com/office/drawing/2014/main" val="1910597213"/>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72" name="Table 71">
                <a:extLst>
                  <a:ext uri="{FF2B5EF4-FFF2-40B4-BE49-F238E27FC236}">
                    <a16:creationId xmlns:a16="http://schemas.microsoft.com/office/drawing/2014/main" id="{AE31E51C-DB05-0C2A-B3C8-24B16850090A}"/>
                  </a:ext>
                </a:extLst>
              </p:cNvPr>
              <p:cNvGraphicFramePr>
                <a:graphicFrameLocks noGrp="1"/>
              </p:cNvGraphicFramePr>
              <p:nvPr>
                <p:extLst>
                  <p:ext uri="{D42A27DB-BD31-4B8C-83A1-F6EECF244321}">
                    <p14:modId xmlns:p14="http://schemas.microsoft.com/office/powerpoint/2010/main" val="247963005"/>
                  </p:ext>
                </p:extLst>
              </p:nvPr>
            </p:nvGraphicFramePr>
            <p:xfrm>
              <a:off x="235858" y="567266"/>
              <a:ext cx="4111370" cy="2960930"/>
            </p:xfrm>
            <a:graphic>
              <a:graphicData uri="http://schemas.openxmlformats.org/drawingml/2006/table">
                <a:tbl>
                  <a:tblPr bandRow="1">
                    <a:tableStyleId>{5C22544A-7EE6-4342-B048-85BDC9FD1C3A}</a:tableStyleId>
                  </a:tblPr>
                  <a:tblGrid>
                    <a:gridCol w="613228">
                      <a:extLst>
                        <a:ext uri="{9D8B030D-6E8A-4147-A177-3AD203B41FA5}">
                          <a16:colId xmlns:a16="http://schemas.microsoft.com/office/drawing/2014/main" val="1041368970"/>
                        </a:ext>
                      </a:extLst>
                    </a:gridCol>
                    <a:gridCol w="718458">
                      <a:extLst>
                        <a:ext uri="{9D8B030D-6E8A-4147-A177-3AD203B41FA5}">
                          <a16:colId xmlns:a16="http://schemas.microsoft.com/office/drawing/2014/main" val="3138672394"/>
                        </a:ext>
                      </a:extLst>
                    </a:gridCol>
                    <a:gridCol w="936171">
                      <a:extLst>
                        <a:ext uri="{9D8B030D-6E8A-4147-A177-3AD203B41FA5}">
                          <a16:colId xmlns:a16="http://schemas.microsoft.com/office/drawing/2014/main" val="358923639"/>
                        </a:ext>
                      </a:extLst>
                    </a:gridCol>
                    <a:gridCol w="881743">
                      <a:extLst>
                        <a:ext uri="{9D8B030D-6E8A-4147-A177-3AD203B41FA5}">
                          <a16:colId xmlns:a16="http://schemas.microsoft.com/office/drawing/2014/main" val="30883990"/>
                        </a:ext>
                      </a:extLst>
                    </a:gridCol>
                    <a:gridCol w="961770">
                      <a:extLst>
                        <a:ext uri="{9D8B030D-6E8A-4147-A177-3AD203B41FA5}">
                          <a16:colId xmlns:a16="http://schemas.microsoft.com/office/drawing/2014/main" val="691000221"/>
                        </a:ext>
                      </a:extLst>
                    </a:gridCol>
                  </a:tblGrid>
                  <a:tr h="42299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42299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422990">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42299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42299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42299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634013817"/>
                      </a:ext>
                    </a:extLst>
                  </a:tr>
                  <a:tr h="42299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489864172"/>
                      </a:ext>
                    </a:extLst>
                  </a:tr>
                </a:tbl>
              </a:graphicData>
            </a:graphic>
          </p:graphicFrame>
        </mc:Choice>
        <mc:Fallback>
          <p:graphicFrame>
            <p:nvGraphicFramePr>
              <p:cNvPr id="72" name="Table 71">
                <a:extLst>
                  <a:ext uri="{FF2B5EF4-FFF2-40B4-BE49-F238E27FC236}">
                    <a16:creationId xmlns:a16="http://schemas.microsoft.com/office/drawing/2014/main" id="{AE31E51C-DB05-0C2A-B3C8-24B16850090A}"/>
                  </a:ext>
                </a:extLst>
              </p:cNvPr>
              <p:cNvGraphicFramePr>
                <a:graphicFrameLocks noGrp="1"/>
              </p:cNvGraphicFramePr>
              <p:nvPr>
                <p:extLst>
                  <p:ext uri="{D42A27DB-BD31-4B8C-83A1-F6EECF244321}">
                    <p14:modId xmlns:p14="http://schemas.microsoft.com/office/powerpoint/2010/main" val="247963005"/>
                  </p:ext>
                </p:extLst>
              </p:nvPr>
            </p:nvGraphicFramePr>
            <p:xfrm>
              <a:off x="235858" y="567266"/>
              <a:ext cx="4111370" cy="2960930"/>
            </p:xfrm>
            <a:graphic>
              <a:graphicData uri="http://schemas.openxmlformats.org/drawingml/2006/table">
                <a:tbl>
                  <a:tblPr bandRow="1">
                    <a:tableStyleId>{5C22544A-7EE6-4342-B048-85BDC9FD1C3A}</a:tableStyleId>
                  </a:tblPr>
                  <a:tblGrid>
                    <a:gridCol w="613228">
                      <a:extLst>
                        <a:ext uri="{9D8B030D-6E8A-4147-A177-3AD203B41FA5}">
                          <a16:colId xmlns:a16="http://schemas.microsoft.com/office/drawing/2014/main" val="1041368970"/>
                        </a:ext>
                      </a:extLst>
                    </a:gridCol>
                    <a:gridCol w="718458">
                      <a:extLst>
                        <a:ext uri="{9D8B030D-6E8A-4147-A177-3AD203B41FA5}">
                          <a16:colId xmlns:a16="http://schemas.microsoft.com/office/drawing/2014/main" val="3138672394"/>
                        </a:ext>
                      </a:extLst>
                    </a:gridCol>
                    <a:gridCol w="936171">
                      <a:extLst>
                        <a:ext uri="{9D8B030D-6E8A-4147-A177-3AD203B41FA5}">
                          <a16:colId xmlns:a16="http://schemas.microsoft.com/office/drawing/2014/main" val="358923639"/>
                        </a:ext>
                      </a:extLst>
                    </a:gridCol>
                    <a:gridCol w="881743">
                      <a:extLst>
                        <a:ext uri="{9D8B030D-6E8A-4147-A177-3AD203B41FA5}">
                          <a16:colId xmlns:a16="http://schemas.microsoft.com/office/drawing/2014/main" val="30883990"/>
                        </a:ext>
                      </a:extLst>
                    </a:gridCol>
                    <a:gridCol w="961770">
                      <a:extLst>
                        <a:ext uri="{9D8B030D-6E8A-4147-A177-3AD203B41FA5}">
                          <a16:colId xmlns:a16="http://schemas.microsoft.com/office/drawing/2014/main" val="691000221"/>
                        </a:ext>
                      </a:extLst>
                    </a:gridCol>
                  </a:tblGrid>
                  <a:tr h="42299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42299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422990">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8481" t="-208696" r="-1266" b="-411594"/>
                          </a:stretch>
                        </a:blipFill>
                      </a:tcPr>
                    </a:tc>
                    <a:extLst>
                      <a:ext uri="{0D108BD9-81ED-4DB2-BD59-A6C34878D82A}">
                        <a16:rowId xmlns:a16="http://schemas.microsoft.com/office/drawing/2014/main" val="3035748092"/>
                      </a:ext>
                    </a:extLst>
                  </a:tr>
                  <a:tr h="42299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42299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6441" t="-410145" r="-388983" b="-210145"/>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42299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634013817"/>
                      </a:ext>
                    </a:extLst>
                  </a:tr>
                  <a:tr h="42299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489864172"/>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75" name="Table 74">
                <a:extLst>
                  <a:ext uri="{FF2B5EF4-FFF2-40B4-BE49-F238E27FC236}">
                    <a16:creationId xmlns:a16="http://schemas.microsoft.com/office/drawing/2014/main" id="{CBAF7F3A-25FC-D6CC-6E43-07BBA59F6B1D}"/>
                  </a:ext>
                </a:extLst>
              </p:cNvPr>
              <p:cNvGraphicFramePr>
                <a:graphicFrameLocks noGrp="1"/>
              </p:cNvGraphicFramePr>
              <p:nvPr>
                <p:extLst>
                  <p:ext uri="{D42A27DB-BD31-4B8C-83A1-F6EECF244321}">
                    <p14:modId xmlns:p14="http://schemas.microsoft.com/office/powerpoint/2010/main" val="1115886107"/>
                  </p:ext>
                </p:extLst>
              </p:nvPr>
            </p:nvGraphicFramePr>
            <p:xfrm>
              <a:off x="8389250" y="3147180"/>
              <a:ext cx="3661240" cy="2560320"/>
            </p:xfrm>
            <a:graphic>
              <a:graphicData uri="http://schemas.openxmlformats.org/drawingml/2006/table">
                <a:tbl>
                  <a:tblPr bandRow="1">
                    <a:tableStyleId>{5C22544A-7EE6-4342-B048-85BDC9FD1C3A}</a:tableStyleId>
                  </a:tblPr>
                  <a:tblGrid>
                    <a:gridCol w="689436">
                      <a:extLst>
                        <a:ext uri="{9D8B030D-6E8A-4147-A177-3AD203B41FA5}">
                          <a16:colId xmlns:a16="http://schemas.microsoft.com/office/drawing/2014/main" val="1041368970"/>
                        </a:ext>
                      </a:extLst>
                    </a:gridCol>
                    <a:gridCol w="775060">
                      <a:extLst>
                        <a:ext uri="{9D8B030D-6E8A-4147-A177-3AD203B41FA5}">
                          <a16:colId xmlns:a16="http://schemas.microsoft.com/office/drawing/2014/main" val="3138672394"/>
                        </a:ext>
                      </a:extLst>
                    </a:gridCol>
                    <a:gridCol w="732248">
                      <a:extLst>
                        <a:ext uri="{9D8B030D-6E8A-4147-A177-3AD203B41FA5}">
                          <a16:colId xmlns:a16="http://schemas.microsoft.com/office/drawing/2014/main" val="358923639"/>
                        </a:ext>
                      </a:extLst>
                    </a:gridCol>
                    <a:gridCol w="732248">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0990628"/>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985824019"/>
                      </a:ext>
                    </a:extLst>
                  </a:tr>
                  <a:tr h="320604">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25794364"/>
                      </a:ext>
                    </a:extLst>
                  </a:tr>
                </a:tbl>
              </a:graphicData>
            </a:graphic>
          </p:graphicFrame>
        </mc:Choice>
        <mc:Fallback>
          <p:graphicFrame>
            <p:nvGraphicFramePr>
              <p:cNvPr id="75" name="Table 74">
                <a:extLst>
                  <a:ext uri="{FF2B5EF4-FFF2-40B4-BE49-F238E27FC236}">
                    <a16:creationId xmlns:a16="http://schemas.microsoft.com/office/drawing/2014/main" id="{CBAF7F3A-25FC-D6CC-6E43-07BBA59F6B1D}"/>
                  </a:ext>
                </a:extLst>
              </p:cNvPr>
              <p:cNvGraphicFramePr>
                <a:graphicFrameLocks noGrp="1"/>
              </p:cNvGraphicFramePr>
              <p:nvPr>
                <p:extLst>
                  <p:ext uri="{D42A27DB-BD31-4B8C-83A1-F6EECF244321}">
                    <p14:modId xmlns:p14="http://schemas.microsoft.com/office/powerpoint/2010/main" val="1115886107"/>
                  </p:ext>
                </p:extLst>
              </p:nvPr>
            </p:nvGraphicFramePr>
            <p:xfrm>
              <a:off x="8389250" y="3147180"/>
              <a:ext cx="3661240" cy="2560320"/>
            </p:xfrm>
            <a:graphic>
              <a:graphicData uri="http://schemas.openxmlformats.org/drawingml/2006/table">
                <a:tbl>
                  <a:tblPr bandRow="1">
                    <a:tableStyleId>{5C22544A-7EE6-4342-B048-85BDC9FD1C3A}</a:tableStyleId>
                  </a:tblPr>
                  <a:tblGrid>
                    <a:gridCol w="689436">
                      <a:extLst>
                        <a:ext uri="{9D8B030D-6E8A-4147-A177-3AD203B41FA5}">
                          <a16:colId xmlns:a16="http://schemas.microsoft.com/office/drawing/2014/main" val="1041368970"/>
                        </a:ext>
                      </a:extLst>
                    </a:gridCol>
                    <a:gridCol w="775060">
                      <a:extLst>
                        <a:ext uri="{9D8B030D-6E8A-4147-A177-3AD203B41FA5}">
                          <a16:colId xmlns:a16="http://schemas.microsoft.com/office/drawing/2014/main" val="3138672394"/>
                        </a:ext>
                      </a:extLst>
                    </a:gridCol>
                    <a:gridCol w="732248">
                      <a:extLst>
                        <a:ext uri="{9D8B030D-6E8A-4147-A177-3AD203B41FA5}">
                          <a16:colId xmlns:a16="http://schemas.microsoft.com/office/drawing/2014/main" val="358923639"/>
                        </a:ext>
                      </a:extLst>
                    </a:gridCol>
                    <a:gridCol w="732248">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6576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6576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6576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65760">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67" t="-303279" r="-1667" b="-319672"/>
                          </a:stretch>
                        </a:blipFill>
                      </a:tcPr>
                    </a:tc>
                    <a:extLst>
                      <a:ext uri="{0D108BD9-81ED-4DB2-BD59-A6C34878D82A}">
                        <a16:rowId xmlns:a16="http://schemas.microsoft.com/office/drawing/2014/main" val="3720058941"/>
                      </a:ext>
                    </a:extLst>
                  </a:tr>
                  <a:tr h="36576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9764" t="-410000" r="-285827" b="-225000"/>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0990628"/>
                      </a:ext>
                    </a:extLst>
                  </a:tr>
                  <a:tr h="36576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985824019"/>
                      </a:ext>
                    </a:extLst>
                  </a:tr>
                  <a:tr h="36576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25794364"/>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76" name="Table 75">
                <a:extLst>
                  <a:ext uri="{FF2B5EF4-FFF2-40B4-BE49-F238E27FC236}">
                    <a16:creationId xmlns:a16="http://schemas.microsoft.com/office/drawing/2014/main" id="{850A437E-5BB5-AE1F-044F-5D2336192833}"/>
                  </a:ext>
                </a:extLst>
              </p:cNvPr>
              <p:cNvGraphicFramePr>
                <a:graphicFrameLocks noGrp="1"/>
              </p:cNvGraphicFramePr>
              <p:nvPr>
                <p:extLst>
                  <p:ext uri="{D42A27DB-BD31-4B8C-83A1-F6EECF244321}">
                    <p14:modId xmlns:p14="http://schemas.microsoft.com/office/powerpoint/2010/main" val="972153240"/>
                  </p:ext>
                </p:extLst>
              </p:nvPr>
            </p:nvGraphicFramePr>
            <p:xfrm>
              <a:off x="8345702" y="186267"/>
              <a:ext cx="3661241" cy="2194560"/>
            </p:xfrm>
            <a:graphic>
              <a:graphicData uri="http://schemas.openxmlformats.org/drawingml/2006/table">
                <a:tbl>
                  <a:tblPr bandRow="1">
                    <a:tableStyleId>{5C22544A-7EE6-4342-B048-85BDC9FD1C3A}</a:tableStyleId>
                  </a:tblPr>
                  <a:tblGrid>
                    <a:gridCol w="613241">
                      <a:extLst>
                        <a:ext uri="{9D8B030D-6E8A-4147-A177-3AD203B41FA5}">
                          <a16:colId xmlns:a16="http://schemas.microsoft.com/office/drawing/2014/main" val="1041368970"/>
                        </a:ext>
                      </a:extLst>
                    </a:gridCol>
                    <a:gridCol w="67802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20604">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Choice>
        <mc:Fallback>
          <p:graphicFrame>
            <p:nvGraphicFramePr>
              <p:cNvPr id="76" name="Table 75">
                <a:extLst>
                  <a:ext uri="{FF2B5EF4-FFF2-40B4-BE49-F238E27FC236}">
                    <a16:creationId xmlns:a16="http://schemas.microsoft.com/office/drawing/2014/main" id="{850A437E-5BB5-AE1F-044F-5D2336192833}"/>
                  </a:ext>
                </a:extLst>
              </p:cNvPr>
              <p:cNvGraphicFramePr>
                <a:graphicFrameLocks noGrp="1"/>
              </p:cNvGraphicFramePr>
              <p:nvPr>
                <p:extLst>
                  <p:ext uri="{D42A27DB-BD31-4B8C-83A1-F6EECF244321}">
                    <p14:modId xmlns:p14="http://schemas.microsoft.com/office/powerpoint/2010/main" val="972153240"/>
                  </p:ext>
                </p:extLst>
              </p:nvPr>
            </p:nvGraphicFramePr>
            <p:xfrm>
              <a:off x="8345702" y="186267"/>
              <a:ext cx="3661241" cy="2194560"/>
            </p:xfrm>
            <a:graphic>
              <a:graphicData uri="http://schemas.openxmlformats.org/drawingml/2006/table">
                <a:tbl>
                  <a:tblPr bandRow="1">
                    <a:tableStyleId>{5C22544A-7EE6-4342-B048-85BDC9FD1C3A}</a:tableStyleId>
                  </a:tblPr>
                  <a:tblGrid>
                    <a:gridCol w="613241">
                      <a:extLst>
                        <a:ext uri="{9D8B030D-6E8A-4147-A177-3AD203B41FA5}">
                          <a16:colId xmlns:a16="http://schemas.microsoft.com/office/drawing/2014/main" val="1041368970"/>
                        </a:ext>
                      </a:extLst>
                    </a:gridCol>
                    <a:gridCol w="67802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6576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6576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1892" t="-108333" r="-352252" b="-428333"/>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6576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6576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6576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6576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1892" t="-510000" r="-352252" b="-26667"/>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Fallback>
      </mc:AlternateContent>
      <p:cxnSp>
        <p:nvCxnSpPr>
          <p:cNvPr id="83" name="Straight Connector 82">
            <a:extLst>
              <a:ext uri="{FF2B5EF4-FFF2-40B4-BE49-F238E27FC236}">
                <a16:creationId xmlns:a16="http://schemas.microsoft.com/office/drawing/2014/main" id="{45EB2457-0B9D-FB9F-2404-5F172D36D60A}"/>
              </a:ext>
            </a:extLst>
          </p:cNvPr>
          <p:cNvCxnSpPr>
            <a:stCxn id="48" idx="5"/>
            <a:endCxn id="46" idx="1"/>
          </p:cNvCxnSpPr>
          <p:nvPr/>
        </p:nvCxnSpPr>
        <p:spPr>
          <a:xfrm>
            <a:off x="5482572" y="2575587"/>
            <a:ext cx="1749369" cy="1380257"/>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B605AE7B-5DDE-AD2C-9547-0CD63CF1EF38}"/>
              </a:ext>
            </a:extLst>
          </p:cNvPr>
          <p:cNvSpPr txBox="1"/>
          <p:nvPr/>
        </p:nvSpPr>
        <p:spPr>
          <a:xfrm>
            <a:off x="6302825" y="2987017"/>
            <a:ext cx="576943" cy="400110"/>
          </a:xfrm>
          <a:prstGeom prst="rect">
            <a:avLst/>
          </a:prstGeom>
          <a:noFill/>
        </p:spPr>
        <p:txBody>
          <a:bodyPr wrap="square" rtlCol="0">
            <a:spAutoFit/>
          </a:bodyPr>
          <a:lstStyle/>
          <a:p>
            <a:r>
              <a:rPr lang="en-IN" sz="2000" b="1" dirty="0"/>
              <a:t>3</a:t>
            </a:r>
          </a:p>
        </p:txBody>
      </p:sp>
      <p:sp>
        <p:nvSpPr>
          <p:cNvPr id="3" name="TextBox 2">
            <a:extLst>
              <a:ext uri="{FF2B5EF4-FFF2-40B4-BE49-F238E27FC236}">
                <a16:creationId xmlns:a16="http://schemas.microsoft.com/office/drawing/2014/main" id="{FA41A38C-738C-E0A3-B65A-3386C59BB24F}"/>
              </a:ext>
            </a:extLst>
          </p:cNvPr>
          <p:cNvSpPr txBox="1"/>
          <p:nvPr/>
        </p:nvSpPr>
        <p:spPr>
          <a:xfrm>
            <a:off x="5105401" y="567266"/>
            <a:ext cx="2819399" cy="461665"/>
          </a:xfrm>
          <a:prstGeom prst="rect">
            <a:avLst/>
          </a:prstGeom>
          <a:noFill/>
        </p:spPr>
        <p:txBody>
          <a:bodyPr wrap="square" rtlCol="0">
            <a:spAutoFit/>
          </a:bodyPr>
          <a:lstStyle/>
          <a:p>
            <a:r>
              <a:rPr lang="en-IN" sz="2400" dirty="0"/>
              <a:t>Compute DV</a:t>
            </a:r>
          </a:p>
        </p:txBody>
      </p:sp>
    </p:spTree>
    <p:extLst>
      <p:ext uri="{BB962C8B-B14F-4D97-AF65-F5344CB8AC3E}">
        <p14:creationId xmlns:p14="http://schemas.microsoft.com/office/powerpoint/2010/main" val="295088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AAC93-F99F-82A2-287C-F350C3FBB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AB7391-CB75-E191-4033-19A6AF52EF32}"/>
              </a:ext>
            </a:extLst>
          </p:cNvPr>
          <p:cNvSpPr>
            <a:spLocks noGrp="1"/>
          </p:cNvSpPr>
          <p:nvPr>
            <p:ph type="title"/>
          </p:nvPr>
        </p:nvSpPr>
        <p:spPr>
          <a:xfrm>
            <a:off x="5268682" y="5459635"/>
            <a:ext cx="5671454" cy="1325563"/>
          </a:xfrm>
        </p:spPr>
        <p:txBody>
          <a:bodyPr/>
          <a:lstStyle/>
          <a:p>
            <a:r>
              <a:rPr lang="en-IN" dirty="0"/>
              <a:t>Distance vector routing</a:t>
            </a:r>
          </a:p>
        </p:txBody>
      </p:sp>
      <p:sp>
        <p:nvSpPr>
          <p:cNvPr id="45" name="Oval 44">
            <a:extLst>
              <a:ext uri="{FF2B5EF4-FFF2-40B4-BE49-F238E27FC236}">
                <a16:creationId xmlns:a16="http://schemas.microsoft.com/office/drawing/2014/main" id="{0C8C5ABC-D8C2-EC85-85DA-4FBBF97EF196}"/>
              </a:ext>
            </a:extLst>
          </p:cNvPr>
          <p:cNvSpPr/>
          <p:nvPr/>
        </p:nvSpPr>
        <p:spPr>
          <a:xfrm>
            <a:off x="4539344" y="3831772"/>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X</a:t>
            </a:r>
          </a:p>
        </p:txBody>
      </p:sp>
      <p:sp>
        <p:nvSpPr>
          <p:cNvPr id="46" name="Oval 45">
            <a:extLst>
              <a:ext uri="{FF2B5EF4-FFF2-40B4-BE49-F238E27FC236}">
                <a16:creationId xmlns:a16="http://schemas.microsoft.com/office/drawing/2014/main" id="{047D98B2-7148-A929-1F3E-1CE127ACD854}"/>
              </a:ext>
            </a:extLst>
          </p:cNvPr>
          <p:cNvSpPr/>
          <p:nvPr/>
        </p:nvSpPr>
        <p:spPr>
          <a:xfrm>
            <a:off x="7075712" y="384265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Z</a:t>
            </a:r>
          </a:p>
        </p:txBody>
      </p:sp>
      <p:sp>
        <p:nvSpPr>
          <p:cNvPr id="47" name="Oval 46">
            <a:extLst>
              <a:ext uri="{FF2B5EF4-FFF2-40B4-BE49-F238E27FC236}">
                <a16:creationId xmlns:a16="http://schemas.microsoft.com/office/drawing/2014/main" id="{A839C1AF-E5B4-1CDF-3DF8-2797AA2B7EE2}"/>
              </a:ext>
            </a:extLst>
          </p:cNvPr>
          <p:cNvSpPr/>
          <p:nvPr/>
        </p:nvSpPr>
        <p:spPr>
          <a:xfrm>
            <a:off x="7053943" y="1937659"/>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W</a:t>
            </a:r>
          </a:p>
        </p:txBody>
      </p:sp>
      <p:sp>
        <p:nvSpPr>
          <p:cNvPr id="48" name="Oval 47">
            <a:extLst>
              <a:ext uri="{FF2B5EF4-FFF2-40B4-BE49-F238E27FC236}">
                <a16:creationId xmlns:a16="http://schemas.microsoft.com/office/drawing/2014/main" id="{4E5A1DD7-EEB9-5614-2627-267996C9B13C}"/>
              </a:ext>
            </a:extLst>
          </p:cNvPr>
          <p:cNvSpPr/>
          <p:nvPr/>
        </p:nvSpPr>
        <p:spPr>
          <a:xfrm>
            <a:off x="4572001" y="191588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Y</a:t>
            </a:r>
          </a:p>
        </p:txBody>
      </p:sp>
      <p:cxnSp>
        <p:nvCxnSpPr>
          <p:cNvPr id="51" name="Straight Connector 50">
            <a:extLst>
              <a:ext uri="{FF2B5EF4-FFF2-40B4-BE49-F238E27FC236}">
                <a16:creationId xmlns:a16="http://schemas.microsoft.com/office/drawing/2014/main" id="{60E616C0-D0FC-7DB1-6B4F-D19B57B7AC2B}"/>
              </a:ext>
            </a:extLst>
          </p:cNvPr>
          <p:cNvCxnSpPr>
            <a:stCxn id="48" idx="6"/>
            <a:endCxn id="47" idx="2"/>
          </p:cNvCxnSpPr>
          <p:nvPr/>
        </p:nvCxnSpPr>
        <p:spPr>
          <a:xfrm>
            <a:off x="5638801" y="2302331"/>
            <a:ext cx="1415142"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052BDE1-D5B5-C1FE-6CBA-69D9F2EDE7E5}"/>
              </a:ext>
            </a:extLst>
          </p:cNvPr>
          <p:cNvCxnSpPr>
            <a:stCxn id="47" idx="4"/>
            <a:endCxn id="46" idx="0"/>
          </p:cNvCxnSpPr>
          <p:nvPr/>
        </p:nvCxnSpPr>
        <p:spPr>
          <a:xfrm>
            <a:off x="7587343" y="2710544"/>
            <a:ext cx="21769" cy="113211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56B2EC9-D0D8-6CB8-1044-E5CCF45A682E}"/>
              </a:ext>
            </a:extLst>
          </p:cNvPr>
          <p:cNvCxnSpPr>
            <a:stCxn id="48" idx="4"/>
            <a:endCxn id="45" idx="0"/>
          </p:cNvCxnSpPr>
          <p:nvPr/>
        </p:nvCxnSpPr>
        <p:spPr>
          <a:xfrm flipH="1">
            <a:off x="5072744" y="2688773"/>
            <a:ext cx="32657" cy="1142999"/>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588790EB-CD72-A287-21A2-1DA3131C25D1}"/>
              </a:ext>
            </a:extLst>
          </p:cNvPr>
          <p:cNvCxnSpPr>
            <a:stCxn id="45" idx="6"/>
            <a:endCxn id="46" idx="2"/>
          </p:cNvCxnSpPr>
          <p:nvPr/>
        </p:nvCxnSpPr>
        <p:spPr>
          <a:xfrm>
            <a:off x="5606144" y="4218215"/>
            <a:ext cx="1469568" cy="10886"/>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108E5B61-9344-74C8-949D-857F8BBE3360}"/>
              </a:ext>
            </a:extLst>
          </p:cNvPr>
          <p:cNvSpPr txBox="1"/>
          <p:nvPr/>
        </p:nvSpPr>
        <p:spPr>
          <a:xfrm>
            <a:off x="7587336" y="3019672"/>
            <a:ext cx="576943" cy="400110"/>
          </a:xfrm>
          <a:prstGeom prst="rect">
            <a:avLst/>
          </a:prstGeom>
          <a:noFill/>
        </p:spPr>
        <p:txBody>
          <a:bodyPr wrap="square" rtlCol="0">
            <a:spAutoFit/>
          </a:bodyPr>
          <a:lstStyle/>
          <a:p>
            <a:r>
              <a:rPr lang="en-IN" sz="2000" b="1" dirty="0"/>
              <a:t>1</a:t>
            </a:r>
          </a:p>
        </p:txBody>
      </p:sp>
      <p:sp>
        <p:nvSpPr>
          <p:cNvPr id="67" name="TextBox 66">
            <a:extLst>
              <a:ext uri="{FF2B5EF4-FFF2-40B4-BE49-F238E27FC236}">
                <a16:creationId xmlns:a16="http://schemas.microsoft.com/office/drawing/2014/main" id="{2489047C-479B-9D0D-7013-A190E00047C4}"/>
              </a:ext>
            </a:extLst>
          </p:cNvPr>
          <p:cNvSpPr txBox="1"/>
          <p:nvPr/>
        </p:nvSpPr>
        <p:spPr>
          <a:xfrm>
            <a:off x="6150425" y="1985531"/>
            <a:ext cx="576943" cy="400110"/>
          </a:xfrm>
          <a:prstGeom prst="rect">
            <a:avLst/>
          </a:prstGeom>
          <a:noFill/>
        </p:spPr>
        <p:txBody>
          <a:bodyPr wrap="square" rtlCol="0">
            <a:spAutoFit/>
          </a:bodyPr>
          <a:lstStyle/>
          <a:p>
            <a:r>
              <a:rPr lang="en-IN" sz="2000" b="1" dirty="0"/>
              <a:t>1</a:t>
            </a:r>
          </a:p>
        </p:txBody>
      </p:sp>
      <p:sp>
        <p:nvSpPr>
          <p:cNvPr id="68" name="TextBox 67">
            <a:extLst>
              <a:ext uri="{FF2B5EF4-FFF2-40B4-BE49-F238E27FC236}">
                <a16:creationId xmlns:a16="http://schemas.microsoft.com/office/drawing/2014/main" id="{2E881307-8E76-3E9E-B3CD-58E5065B12C4}"/>
              </a:ext>
            </a:extLst>
          </p:cNvPr>
          <p:cNvSpPr txBox="1"/>
          <p:nvPr/>
        </p:nvSpPr>
        <p:spPr>
          <a:xfrm>
            <a:off x="4746170" y="3117645"/>
            <a:ext cx="576943" cy="400110"/>
          </a:xfrm>
          <a:prstGeom prst="rect">
            <a:avLst/>
          </a:prstGeom>
          <a:noFill/>
        </p:spPr>
        <p:txBody>
          <a:bodyPr wrap="square" rtlCol="0">
            <a:spAutoFit/>
          </a:bodyPr>
          <a:lstStyle/>
          <a:p>
            <a:r>
              <a:rPr lang="en-IN" sz="2000" b="1" dirty="0"/>
              <a:t>4</a:t>
            </a:r>
          </a:p>
        </p:txBody>
      </p:sp>
      <p:sp>
        <p:nvSpPr>
          <p:cNvPr id="70" name="TextBox 69">
            <a:extLst>
              <a:ext uri="{FF2B5EF4-FFF2-40B4-BE49-F238E27FC236}">
                <a16:creationId xmlns:a16="http://schemas.microsoft.com/office/drawing/2014/main" id="{9B46516E-8B37-7BA7-9A36-6A3DB1AB00D6}"/>
              </a:ext>
            </a:extLst>
          </p:cNvPr>
          <p:cNvSpPr txBox="1"/>
          <p:nvPr/>
        </p:nvSpPr>
        <p:spPr>
          <a:xfrm>
            <a:off x="6237513" y="4227989"/>
            <a:ext cx="576943" cy="400110"/>
          </a:xfrm>
          <a:prstGeom prst="rect">
            <a:avLst/>
          </a:prstGeom>
          <a:noFill/>
        </p:spPr>
        <p:txBody>
          <a:bodyPr wrap="square" rtlCol="0">
            <a:spAutoFit/>
          </a:bodyPr>
          <a:lstStyle/>
          <a:p>
            <a:r>
              <a:rPr lang="en-IN" sz="2000" b="1" dirty="0"/>
              <a:t>50</a:t>
            </a:r>
          </a:p>
        </p:txBody>
      </p:sp>
      <mc:AlternateContent xmlns:mc="http://schemas.openxmlformats.org/markup-compatibility/2006">
        <mc:Choice xmlns:a14="http://schemas.microsoft.com/office/drawing/2010/main" Requires="a14">
          <p:graphicFrame>
            <p:nvGraphicFramePr>
              <p:cNvPr id="71" name="Table 70">
                <a:extLst>
                  <a:ext uri="{FF2B5EF4-FFF2-40B4-BE49-F238E27FC236}">
                    <a16:creationId xmlns:a16="http://schemas.microsoft.com/office/drawing/2014/main" id="{7E33FAB0-494E-F94A-EA73-F7D67DB17802}"/>
                  </a:ext>
                </a:extLst>
              </p:cNvPr>
              <p:cNvGraphicFramePr>
                <a:graphicFrameLocks noGrp="1"/>
              </p:cNvGraphicFramePr>
              <p:nvPr>
                <p:extLst>
                  <p:ext uri="{D42A27DB-BD31-4B8C-83A1-F6EECF244321}">
                    <p14:modId xmlns:p14="http://schemas.microsoft.com/office/powerpoint/2010/main" val="649351107"/>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910597213"/>
                      </a:ext>
                    </a:extLst>
                  </a:tr>
                </a:tbl>
              </a:graphicData>
            </a:graphic>
          </p:graphicFrame>
        </mc:Choice>
        <mc:Fallback>
          <p:graphicFrame>
            <p:nvGraphicFramePr>
              <p:cNvPr id="71" name="Table 70">
                <a:extLst>
                  <a:ext uri="{FF2B5EF4-FFF2-40B4-BE49-F238E27FC236}">
                    <a16:creationId xmlns:a16="http://schemas.microsoft.com/office/drawing/2014/main" id="{7E33FAB0-494E-F94A-EA73-F7D67DB17802}"/>
                  </a:ext>
                </a:extLst>
              </p:cNvPr>
              <p:cNvGraphicFramePr>
                <a:graphicFrameLocks noGrp="1"/>
              </p:cNvGraphicFramePr>
              <p:nvPr>
                <p:extLst>
                  <p:ext uri="{D42A27DB-BD31-4B8C-83A1-F6EECF244321}">
                    <p14:modId xmlns:p14="http://schemas.microsoft.com/office/powerpoint/2010/main" val="649351107"/>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830" t="-107692" r="-1307" b="-415385"/>
                          </a:stretch>
                        </a:blipFill>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910597213"/>
                      </a:ext>
                    </a:extLst>
                  </a:tr>
                </a:tbl>
              </a:graphicData>
            </a:graphic>
          </p:graphicFrame>
        </mc:Fallback>
      </mc:AlternateContent>
      <p:graphicFrame>
        <p:nvGraphicFramePr>
          <p:cNvPr id="72" name="Table 71">
            <a:extLst>
              <a:ext uri="{FF2B5EF4-FFF2-40B4-BE49-F238E27FC236}">
                <a16:creationId xmlns:a16="http://schemas.microsoft.com/office/drawing/2014/main" id="{E2D407C2-4883-4F28-F7CE-2057AB9D1EDD}"/>
              </a:ext>
            </a:extLst>
          </p:cNvPr>
          <p:cNvGraphicFramePr>
            <a:graphicFrameLocks noGrp="1"/>
          </p:cNvGraphicFramePr>
          <p:nvPr>
            <p:extLst>
              <p:ext uri="{D42A27DB-BD31-4B8C-83A1-F6EECF244321}">
                <p14:modId xmlns:p14="http://schemas.microsoft.com/office/powerpoint/2010/main" val="3031823224"/>
              </p:ext>
            </p:extLst>
          </p:nvPr>
        </p:nvGraphicFramePr>
        <p:xfrm>
          <a:off x="235858" y="567266"/>
          <a:ext cx="4111370" cy="2960930"/>
        </p:xfrm>
        <a:graphic>
          <a:graphicData uri="http://schemas.openxmlformats.org/drawingml/2006/table">
            <a:tbl>
              <a:tblPr bandRow="1">
                <a:tableStyleId>{5C22544A-7EE6-4342-B048-85BDC9FD1C3A}</a:tableStyleId>
              </a:tblPr>
              <a:tblGrid>
                <a:gridCol w="613228">
                  <a:extLst>
                    <a:ext uri="{9D8B030D-6E8A-4147-A177-3AD203B41FA5}">
                      <a16:colId xmlns:a16="http://schemas.microsoft.com/office/drawing/2014/main" val="1041368970"/>
                    </a:ext>
                  </a:extLst>
                </a:gridCol>
                <a:gridCol w="718458">
                  <a:extLst>
                    <a:ext uri="{9D8B030D-6E8A-4147-A177-3AD203B41FA5}">
                      <a16:colId xmlns:a16="http://schemas.microsoft.com/office/drawing/2014/main" val="3138672394"/>
                    </a:ext>
                  </a:extLst>
                </a:gridCol>
                <a:gridCol w="936171">
                  <a:extLst>
                    <a:ext uri="{9D8B030D-6E8A-4147-A177-3AD203B41FA5}">
                      <a16:colId xmlns:a16="http://schemas.microsoft.com/office/drawing/2014/main" val="358923639"/>
                    </a:ext>
                  </a:extLst>
                </a:gridCol>
                <a:gridCol w="881743">
                  <a:extLst>
                    <a:ext uri="{9D8B030D-6E8A-4147-A177-3AD203B41FA5}">
                      <a16:colId xmlns:a16="http://schemas.microsoft.com/office/drawing/2014/main" val="30883990"/>
                    </a:ext>
                  </a:extLst>
                </a:gridCol>
                <a:gridCol w="961770">
                  <a:extLst>
                    <a:ext uri="{9D8B030D-6E8A-4147-A177-3AD203B41FA5}">
                      <a16:colId xmlns:a16="http://schemas.microsoft.com/office/drawing/2014/main" val="691000221"/>
                    </a:ext>
                  </a:extLst>
                </a:gridCol>
              </a:tblGrid>
              <a:tr h="42299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42299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422990">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42299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42299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42299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634013817"/>
                  </a:ext>
                </a:extLst>
              </a:tr>
              <a:tr h="42299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489864172"/>
                  </a:ext>
                </a:extLst>
              </a:tr>
            </a:tbl>
          </a:graphicData>
        </a:graphic>
      </p:graphicFrame>
      <p:graphicFrame>
        <p:nvGraphicFramePr>
          <p:cNvPr id="75" name="Table 74">
            <a:extLst>
              <a:ext uri="{FF2B5EF4-FFF2-40B4-BE49-F238E27FC236}">
                <a16:creationId xmlns:a16="http://schemas.microsoft.com/office/drawing/2014/main" id="{BF7FC77E-0B83-9E01-EC95-87A2652412D7}"/>
              </a:ext>
            </a:extLst>
          </p:cNvPr>
          <p:cNvGraphicFramePr>
            <a:graphicFrameLocks noGrp="1"/>
          </p:cNvGraphicFramePr>
          <p:nvPr>
            <p:extLst>
              <p:ext uri="{D42A27DB-BD31-4B8C-83A1-F6EECF244321}">
                <p14:modId xmlns:p14="http://schemas.microsoft.com/office/powerpoint/2010/main" val="1631965978"/>
              </p:ext>
            </p:extLst>
          </p:nvPr>
        </p:nvGraphicFramePr>
        <p:xfrm>
          <a:off x="8389250" y="3147180"/>
          <a:ext cx="3661240" cy="2560320"/>
        </p:xfrm>
        <a:graphic>
          <a:graphicData uri="http://schemas.openxmlformats.org/drawingml/2006/table">
            <a:tbl>
              <a:tblPr bandRow="1">
                <a:tableStyleId>{5C22544A-7EE6-4342-B048-85BDC9FD1C3A}</a:tableStyleId>
              </a:tblPr>
              <a:tblGrid>
                <a:gridCol w="689436">
                  <a:extLst>
                    <a:ext uri="{9D8B030D-6E8A-4147-A177-3AD203B41FA5}">
                      <a16:colId xmlns:a16="http://schemas.microsoft.com/office/drawing/2014/main" val="1041368970"/>
                    </a:ext>
                  </a:extLst>
                </a:gridCol>
                <a:gridCol w="775060">
                  <a:extLst>
                    <a:ext uri="{9D8B030D-6E8A-4147-A177-3AD203B41FA5}">
                      <a16:colId xmlns:a16="http://schemas.microsoft.com/office/drawing/2014/main" val="3138672394"/>
                    </a:ext>
                  </a:extLst>
                </a:gridCol>
                <a:gridCol w="732248">
                  <a:extLst>
                    <a:ext uri="{9D8B030D-6E8A-4147-A177-3AD203B41FA5}">
                      <a16:colId xmlns:a16="http://schemas.microsoft.com/office/drawing/2014/main" val="358923639"/>
                    </a:ext>
                  </a:extLst>
                </a:gridCol>
                <a:gridCol w="732248">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0990628"/>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985824019"/>
                  </a:ext>
                </a:extLst>
              </a:tr>
              <a:tr h="320604">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25794364"/>
                  </a:ext>
                </a:extLst>
              </a:tr>
            </a:tbl>
          </a:graphicData>
        </a:graphic>
      </p:graphicFrame>
      <mc:AlternateContent xmlns:mc="http://schemas.openxmlformats.org/markup-compatibility/2006">
        <mc:Choice xmlns:a14="http://schemas.microsoft.com/office/drawing/2010/main" Requires="a14">
          <p:graphicFrame>
            <p:nvGraphicFramePr>
              <p:cNvPr id="76" name="Table 75">
                <a:extLst>
                  <a:ext uri="{FF2B5EF4-FFF2-40B4-BE49-F238E27FC236}">
                    <a16:creationId xmlns:a16="http://schemas.microsoft.com/office/drawing/2014/main" id="{1FC8822D-845D-C55B-F783-E47A19BCA224}"/>
                  </a:ext>
                </a:extLst>
              </p:cNvPr>
              <p:cNvGraphicFramePr>
                <a:graphicFrameLocks noGrp="1"/>
              </p:cNvGraphicFramePr>
              <p:nvPr>
                <p:extLst>
                  <p:ext uri="{D42A27DB-BD31-4B8C-83A1-F6EECF244321}">
                    <p14:modId xmlns:p14="http://schemas.microsoft.com/office/powerpoint/2010/main" val="2256808295"/>
                  </p:ext>
                </p:extLst>
              </p:nvPr>
            </p:nvGraphicFramePr>
            <p:xfrm>
              <a:off x="8345702" y="186267"/>
              <a:ext cx="3661241" cy="2194560"/>
            </p:xfrm>
            <a:graphic>
              <a:graphicData uri="http://schemas.openxmlformats.org/drawingml/2006/table">
                <a:tbl>
                  <a:tblPr bandRow="1">
                    <a:tableStyleId>{5C22544A-7EE6-4342-B048-85BDC9FD1C3A}</a:tableStyleId>
                  </a:tblPr>
                  <a:tblGrid>
                    <a:gridCol w="613241">
                      <a:extLst>
                        <a:ext uri="{9D8B030D-6E8A-4147-A177-3AD203B41FA5}">
                          <a16:colId xmlns:a16="http://schemas.microsoft.com/office/drawing/2014/main" val="1041368970"/>
                        </a:ext>
                      </a:extLst>
                    </a:gridCol>
                    <a:gridCol w="67802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20604">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Choice>
        <mc:Fallback>
          <p:graphicFrame>
            <p:nvGraphicFramePr>
              <p:cNvPr id="76" name="Table 75">
                <a:extLst>
                  <a:ext uri="{FF2B5EF4-FFF2-40B4-BE49-F238E27FC236}">
                    <a16:creationId xmlns:a16="http://schemas.microsoft.com/office/drawing/2014/main" id="{1FC8822D-845D-C55B-F783-E47A19BCA224}"/>
                  </a:ext>
                </a:extLst>
              </p:cNvPr>
              <p:cNvGraphicFramePr>
                <a:graphicFrameLocks noGrp="1"/>
              </p:cNvGraphicFramePr>
              <p:nvPr>
                <p:extLst>
                  <p:ext uri="{D42A27DB-BD31-4B8C-83A1-F6EECF244321}">
                    <p14:modId xmlns:p14="http://schemas.microsoft.com/office/powerpoint/2010/main" val="2256808295"/>
                  </p:ext>
                </p:extLst>
              </p:nvPr>
            </p:nvGraphicFramePr>
            <p:xfrm>
              <a:off x="8345702" y="186267"/>
              <a:ext cx="3661241" cy="2194560"/>
            </p:xfrm>
            <a:graphic>
              <a:graphicData uri="http://schemas.openxmlformats.org/drawingml/2006/table">
                <a:tbl>
                  <a:tblPr bandRow="1">
                    <a:tableStyleId>{5C22544A-7EE6-4342-B048-85BDC9FD1C3A}</a:tableStyleId>
                  </a:tblPr>
                  <a:tblGrid>
                    <a:gridCol w="613241">
                      <a:extLst>
                        <a:ext uri="{9D8B030D-6E8A-4147-A177-3AD203B41FA5}">
                          <a16:colId xmlns:a16="http://schemas.microsoft.com/office/drawing/2014/main" val="1041368970"/>
                        </a:ext>
                      </a:extLst>
                    </a:gridCol>
                    <a:gridCol w="67802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6576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6576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892" t="-108333" r="-352252" b="-428333"/>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6576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6576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6576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6576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Fallback>
      </mc:AlternateContent>
      <p:cxnSp>
        <p:nvCxnSpPr>
          <p:cNvPr id="83" name="Straight Connector 82">
            <a:extLst>
              <a:ext uri="{FF2B5EF4-FFF2-40B4-BE49-F238E27FC236}">
                <a16:creationId xmlns:a16="http://schemas.microsoft.com/office/drawing/2014/main" id="{605275FC-8D17-4865-6B50-3665FD3EF306}"/>
              </a:ext>
            </a:extLst>
          </p:cNvPr>
          <p:cNvCxnSpPr>
            <a:stCxn id="48" idx="5"/>
            <a:endCxn id="46" idx="1"/>
          </p:cNvCxnSpPr>
          <p:nvPr/>
        </p:nvCxnSpPr>
        <p:spPr>
          <a:xfrm>
            <a:off x="5482572" y="2575587"/>
            <a:ext cx="1749369" cy="1380257"/>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540BC2EB-DD11-DDD1-8089-EF94A019FB6A}"/>
              </a:ext>
            </a:extLst>
          </p:cNvPr>
          <p:cNvSpPr txBox="1"/>
          <p:nvPr/>
        </p:nvSpPr>
        <p:spPr>
          <a:xfrm>
            <a:off x="6302825" y="2987017"/>
            <a:ext cx="576943" cy="400110"/>
          </a:xfrm>
          <a:prstGeom prst="rect">
            <a:avLst/>
          </a:prstGeom>
          <a:noFill/>
        </p:spPr>
        <p:txBody>
          <a:bodyPr wrap="square" rtlCol="0">
            <a:spAutoFit/>
          </a:bodyPr>
          <a:lstStyle/>
          <a:p>
            <a:r>
              <a:rPr lang="en-IN" sz="2000" b="1" dirty="0"/>
              <a:t>3</a:t>
            </a:r>
          </a:p>
        </p:txBody>
      </p:sp>
      <p:sp>
        <p:nvSpPr>
          <p:cNvPr id="3" name="TextBox 2">
            <a:extLst>
              <a:ext uri="{FF2B5EF4-FFF2-40B4-BE49-F238E27FC236}">
                <a16:creationId xmlns:a16="http://schemas.microsoft.com/office/drawing/2014/main" id="{32A1BB35-472B-A796-3BA2-ED050B45941E}"/>
              </a:ext>
            </a:extLst>
          </p:cNvPr>
          <p:cNvSpPr txBox="1"/>
          <p:nvPr/>
        </p:nvSpPr>
        <p:spPr>
          <a:xfrm>
            <a:off x="5105401" y="567266"/>
            <a:ext cx="2819399" cy="461665"/>
          </a:xfrm>
          <a:prstGeom prst="rect">
            <a:avLst/>
          </a:prstGeom>
          <a:noFill/>
        </p:spPr>
        <p:txBody>
          <a:bodyPr wrap="square" rtlCol="0">
            <a:spAutoFit/>
          </a:bodyPr>
          <a:lstStyle/>
          <a:p>
            <a:r>
              <a:rPr lang="en-IN" sz="2400" dirty="0"/>
              <a:t>Share DV</a:t>
            </a:r>
          </a:p>
        </p:txBody>
      </p:sp>
    </p:spTree>
    <p:extLst>
      <p:ext uri="{BB962C8B-B14F-4D97-AF65-F5344CB8AC3E}">
        <p14:creationId xmlns:p14="http://schemas.microsoft.com/office/powerpoint/2010/main" val="1271973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A67B1-AEA2-809E-C92F-EB0EBEDDA5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2990C-F54F-5CC4-BC27-72E0B4E73C00}"/>
              </a:ext>
            </a:extLst>
          </p:cNvPr>
          <p:cNvSpPr>
            <a:spLocks noGrp="1"/>
          </p:cNvSpPr>
          <p:nvPr>
            <p:ph type="title"/>
          </p:nvPr>
        </p:nvSpPr>
        <p:spPr>
          <a:xfrm>
            <a:off x="5268682" y="5459635"/>
            <a:ext cx="5671454" cy="1325563"/>
          </a:xfrm>
        </p:spPr>
        <p:txBody>
          <a:bodyPr/>
          <a:lstStyle/>
          <a:p>
            <a:r>
              <a:rPr lang="en-IN" dirty="0"/>
              <a:t>Distance vector routing</a:t>
            </a:r>
          </a:p>
        </p:txBody>
      </p:sp>
      <p:sp>
        <p:nvSpPr>
          <p:cNvPr id="45" name="Oval 44">
            <a:extLst>
              <a:ext uri="{FF2B5EF4-FFF2-40B4-BE49-F238E27FC236}">
                <a16:creationId xmlns:a16="http://schemas.microsoft.com/office/drawing/2014/main" id="{1B95B79E-A8D9-09BB-F8A1-35AC75F1E8A6}"/>
              </a:ext>
            </a:extLst>
          </p:cNvPr>
          <p:cNvSpPr/>
          <p:nvPr/>
        </p:nvSpPr>
        <p:spPr>
          <a:xfrm>
            <a:off x="4539344" y="3831772"/>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X</a:t>
            </a:r>
          </a:p>
        </p:txBody>
      </p:sp>
      <p:sp>
        <p:nvSpPr>
          <p:cNvPr id="46" name="Oval 45">
            <a:extLst>
              <a:ext uri="{FF2B5EF4-FFF2-40B4-BE49-F238E27FC236}">
                <a16:creationId xmlns:a16="http://schemas.microsoft.com/office/drawing/2014/main" id="{BE83B227-E819-DE3A-B2A6-8E1F34C482F5}"/>
              </a:ext>
            </a:extLst>
          </p:cNvPr>
          <p:cNvSpPr/>
          <p:nvPr/>
        </p:nvSpPr>
        <p:spPr>
          <a:xfrm>
            <a:off x="7075712" y="384265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Z</a:t>
            </a:r>
          </a:p>
        </p:txBody>
      </p:sp>
      <p:sp>
        <p:nvSpPr>
          <p:cNvPr id="47" name="Oval 46">
            <a:extLst>
              <a:ext uri="{FF2B5EF4-FFF2-40B4-BE49-F238E27FC236}">
                <a16:creationId xmlns:a16="http://schemas.microsoft.com/office/drawing/2014/main" id="{D6DB40BF-F0E8-8754-3ECD-829A195ED6AD}"/>
              </a:ext>
            </a:extLst>
          </p:cNvPr>
          <p:cNvSpPr/>
          <p:nvPr/>
        </p:nvSpPr>
        <p:spPr>
          <a:xfrm>
            <a:off x="7053943" y="1937659"/>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W</a:t>
            </a:r>
          </a:p>
        </p:txBody>
      </p:sp>
      <p:sp>
        <p:nvSpPr>
          <p:cNvPr id="48" name="Oval 47">
            <a:extLst>
              <a:ext uri="{FF2B5EF4-FFF2-40B4-BE49-F238E27FC236}">
                <a16:creationId xmlns:a16="http://schemas.microsoft.com/office/drawing/2014/main" id="{3B3D3D53-E65A-1325-91F7-D5DE096F693A}"/>
              </a:ext>
            </a:extLst>
          </p:cNvPr>
          <p:cNvSpPr/>
          <p:nvPr/>
        </p:nvSpPr>
        <p:spPr>
          <a:xfrm>
            <a:off x="4572001" y="191588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Y</a:t>
            </a:r>
          </a:p>
        </p:txBody>
      </p:sp>
      <p:cxnSp>
        <p:nvCxnSpPr>
          <p:cNvPr id="51" name="Straight Connector 50">
            <a:extLst>
              <a:ext uri="{FF2B5EF4-FFF2-40B4-BE49-F238E27FC236}">
                <a16:creationId xmlns:a16="http://schemas.microsoft.com/office/drawing/2014/main" id="{A227CB1F-9CCA-F814-20FC-425948F80A0A}"/>
              </a:ext>
            </a:extLst>
          </p:cNvPr>
          <p:cNvCxnSpPr>
            <a:stCxn id="48" idx="6"/>
            <a:endCxn id="47" idx="2"/>
          </p:cNvCxnSpPr>
          <p:nvPr/>
        </p:nvCxnSpPr>
        <p:spPr>
          <a:xfrm>
            <a:off x="5638801" y="2302331"/>
            <a:ext cx="1415142"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ACD551D-831C-8236-35C3-26AED5A0DDFB}"/>
              </a:ext>
            </a:extLst>
          </p:cNvPr>
          <p:cNvCxnSpPr>
            <a:stCxn id="47" idx="4"/>
            <a:endCxn id="46" idx="0"/>
          </p:cNvCxnSpPr>
          <p:nvPr/>
        </p:nvCxnSpPr>
        <p:spPr>
          <a:xfrm>
            <a:off x="7587343" y="2710544"/>
            <a:ext cx="21769" cy="113211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6C0A316-BCB4-1463-C637-DBFD46764087}"/>
              </a:ext>
            </a:extLst>
          </p:cNvPr>
          <p:cNvCxnSpPr>
            <a:stCxn id="48" idx="4"/>
            <a:endCxn id="45" idx="0"/>
          </p:cNvCxnSpPr>
          <p:nvPr/>
        </p:nvCxnSpPr>
        <p:spPr>
          <a:xfrm flipH="1">
            <a:off x="5072744" y="2688773"/>
            <a:ext cx="32657" cy="1142999"/>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A58EA8F-2D61-7958-0212-8F4761E9A0F5}"/>
              </a:ext>
            </a:extLst>
          </p:cNvPr>
          <p:cNvCxnSpPr>
            <a:stCxn id="45" idx="6"/>
            <a:endCxn id="46" idx="2"/>
          </p:cNvCxnSpPr>
          <p:nvPr/>
        </p:nvCxnSpPr>
        <p:spPr>
          <a:xfrm>
            <a:off x="5606144" y="4218215"/>
            <a:ext cx="1469568" cy="10886"/>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10264A45-2CE1-B758-01A0-0FC20501DE79}"/>
              </a:ext>
            </a:extLst>
          </p:cNvPr>
          <p:cNvSpPr txBox="1"/>
          <p:nvPr/>
        </p:nvSpPr>
        <p:spPr>
          <a:xfrm>
            <a:off x="7587336" y="3019672"/>
            <a:ext cx="576943" cy="400110"/>
          </a:xfrm>
          <a:prstGeom prst="rect">
            <a:avLst/>
          </a:prstGeom>
          <a:noFill/>
        </p:spPr>
        <p:txBody>
          <a:bodyPr wrap="square" rtlCol="0">
            <a:spAutoFit/>
          </a:bodyPr>
          <a:lstStyle/>
          <a:p>
            <a:r>
              <a:rPr lang="en-IN" sz="2000" b="1" dirty="0"/>
              <a:t>1</a:t>
            </a:r>
          </a:p>
        </p:txBody>
      </p:sp>
      <p:sp>
        <p:nvSpPr>
          <p:cNvPr id="67" name="TextBox 66">
            <a:extLst>
              <a:ext uri="{FF2B5EF4-FFF2-40B4-BE49-F238E27FC236}">
                <a16:creationId xmlns:a16="http://schemas.microsoft.com/office/drawing/2014/main" id="{4FDF59DB-BE10-DC2C-7DF6-D5123208B5EA}"/>
              </a:ext>
            </a:extLst>
          </p:cNvPr>
          <p:cNvSpPr txBox="1"/>
          <p:nvPr/>
        </p:nvSpPr>
        <p:spPr>
          <a:xfrm>
            <a:off x="6150425" y="1985531"/>
            <a:ext cx="576943" cy="400110"/>
          </a:xfrm>
          <a:prstGeom prst="rect">
            <a:avLst/>
          </a:prstGeom>
          <a:noFill/>
        </p:spPr>
        <p:txBody>
          <a:bodyPr wrap="square" rtlCol="0">
            <a:spAutoFit/>
          </a:bodyPr>
          <a:lstStyle/>
          <a:p>
            <a:r>
              <a:rPr lang="en-IN" sz="2000" b="1" dirty="0"/>
              <a:t>1</a:t>
            </a:r>
          </a:p>
        </p:txBody>
      </p:sp>
      <p:sp>
        <p:nvSpPr>
          <p:cNvPr id="68" name="TextBox 67">
            <a:extLst>
              <a:ext uri="{FF2B5EF4-FFF2-40B4-BE49-F238E27FC236}">
                <a16:creationId xmlns:a16="http://schemas.microsoft.com/office/drawing/2014/main" id="{9A2BEF72-A433-BC8D-4993-247AF6E909BD}"/>
              </a:ext>
            </a:extLst>
          </p:cNvPr>
          <p:cNvSpPr txBox="1"/>
          <p:nvPr/>
        </p:nvSpPr>
        <p:spPr>
          <a:xfrm>
            <a:off x="4746170" y="3117645"/>
            <a:ext cx="576943" cy="400110"/>
          </a:xfrm>
          <a:prstGeom prst="rect">
            <a:avLst/>
          </a:prstGeom>
          <a:noFill/>
        </p:spPr>
        <p:txBody>
          <a:bodyPr wrap="square" rtlCol="0">
            <a:spAutoFit/>
          </a:bodyPr>
          <a:lstStyle/>
          <a:p>
            <a:r>
              <a:rPr lang="en-IN" sz="2000" b="1" dirty="0"/>
              <a:t>4</a:t>
            </a:r>
          </a:p>
        </p:txBody>
      </p:sp>
      <p:sp>
        <p:nvSpPr>
          <p:cNvPr id="70" name="TextBox 69">
            <a:extLst>
              <a:ext uri="{FF2B5EF4-FFF2-40B4-BE49-F238E27FC236}">
                <a16:creationId xmlns:a16="http://schemas.microsoft.com/office/drawing/2014/main" id="{FBFDBB81-4F6F-A006-6F7F-00C14EAA7EB4}"/>
              </a:ext>
            </a:extLst>
          </p:cNvPr>
          <p:cNvSpPr txBox="1"/>
          <p:nvPr/>
        </p:nvSpPr>
        <p:spPr>
          <a:xfrm>
            <a:off x="6237513" y="4227989"/>
            <a:ext cx="576943" cy="400110"/>
          </a:xfrm>
          <a:prstGeom prst="rect">
            <a:avLst/>
          </a:prstGeom>
          <a:noFill/>
        </p:spPr>
        <p:txBody>
          <a:bodyPr wrap="square" rtlCol="0">
            <a:spAutoFit/>
          </a:bodyPr>
          <a:lstStyle/>
          <a:p>
            <a:r>
              <a:rPr lang="en-IN" sz="2000" b="1" dirty="0"/>
              <a:t>50</a:t>
            </a:r>
          </a:p>
        </p:txBody>
      </p:sp>
      <mc:AlternateContent xmlns:mc="http://schemas.openxmlformats.org/markup-compatibility/2006">
        <mc:Choice xmlns:a14="http://schemas.microsoft.com/office/drawing/2010/main" Requires="a14">
          <p:graphicFrame>
            <p:nvGraphicFramePr>
              <p:cNvPr id="71" name="Table 70">
                <a:extLst>
                  <a:ext uri="{FF2B5EF4-FFF2-40B4-BE49-F238E27FC236}">
                    <a16:creationId xmlns:a16="http://schemas.microsoft.com/office/drawing/2014/main" id="{34EB49B4-183A-005E-E56A-43FE4F926E3C}"/>
                  </a:ext>
                </a:extLst>
              </p:cNvPr>
              <p:cNvGraphicFramePr>
                <a:graphicFrameLocks noGrp="1"/>
              </p:cNvGraphicFramePr>
              <p:nvPr>
                <p:extLst>
                  <p:ext uri="{D42A27DB-BD31-4B8C-83A1-F6EECF244321}">
                    <p14:modId xmlns:p14="http://schemas.microsoft.com/office/powerpoint/2010/main" val="1395972448"/>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910597213"/>
                      </a:ext>
                    </a:extLst>
                  </a:tr>
                </a:tbl>
              </a:graphicData>
            </a:graphic>
          </p:graphicFrame>
        </mc:Choice>
        <mc:Fallback>
          <p:graphicFrame>
            <p:nvGraphicFramePr>
              <p:cNvPr id="71" name="Table 70">
                <a:extLst>
                  <a:ext uri="{FF2B5EF4-FFF2-40B4-BE49-F238E27FC236}">
                    <a16:creationId xmlns:a16="http://schemas.microsoft.com/office/drawing/2014/main" id="{34EB49B4-183A-005E-E56A-43FE4F926E3C}"/>
                  </a:ext>
                </a:extLst>
              </p:cNvPr>
              <p:cNvGraphicFramePr>
                <a:graphicFrameLocks noGrp="1"/>
              </p:cNvGraphicFramePr>
              <p:nvPr>
                <p:extLst>
                  <p:ext uri="{D42A27DB-BD31-4B8C-83A1-F6EECF244321}">
                    <p14:modId xmlns:p14="http://schemas.microsoft.com/office/powerpoint/2010/main" val="1395972448"/>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830" t="-107692" r="-1307" b="-415385"/>
                          </a:stretch>
                        </a:blipFill>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910597213"/>
                      </a:ext>
                    </a:extLst>
                  </a:tr>
                </a:tbl>
              </a:graphicData>
            </a:graphic>
          </p:graphicFrame>
        </mc:Fallback>
      </mc:AlternateContent>
      <p:graphicFrame>
        <p:nvGraphicFramePr>
          <p:cNvPr id="72" name="Table 71">
            <a:extLst>
              <a:ext uri="{FF2B5EF4-FFF2-40B4-BE49-F238E27FC236}">
                <a16:creationId xmlns:a16="http://schemas.microsoft.com/office/drawing/2014/main" id="{FB17F876-EF27-FDC9-F836-D569D0F99857}"/>
              </a:ext>
            </a:extLst>
          </p:cNvPr>
          <p:cNvGraphicFramePr>
            <a:graphicFrameLocks noGrp="1"/>
          </p:cNvGraphicFramePr>
          <p:nvPr>
            <p:extLst>
              <p:ext uri="{D42A27DB-BD31-4B8C-83A1-F6EECF244321}">
                <p14:modId xmlns:p14="http://schemas.microsoft.com/office/powerpoint/2010/main" val="67560985"/>
              </p:ext>
            </p:extLst>
          </p:nvPr>
        </p:nvGraphicFramePr>
        <p:xfrm>
          <a:off x="235858" y="567266"/>
          <a:ext cx="4111370" cy="2960930"/>
        </p:xfrm>
        <a:graphic>
          <a:graphicData uri="http://schemas.openxmlformats.org/drawingml/2006/table">
            <a:tbl>
              <a:tblPr bandRow="1">
                <a:tableStyleId>{5C22544A-7EE6-4342-B048-85BDC9FD1C3A}</a:tableStyleId>
              </a:tblPr>
              <a:tblGrid>
                <a:gridCol w="613228">
                  <a:extLst>
                    <a:ext uri="{9D8B030D-6E8A-4147-A177-3AD203B41FA5}">
                      <a16:colId xmlns:a16="http://schemas.microsoft.com/office/drawing/2014/main" val="1041368970"/>
                    </a:ext>
                  </a:extLst>
                </a:gridCol>
                <a:gridCol w="718458">
                  <a:extLst>
                    <a:ext uri="{9D8B030D-6E8A-4147-A177-3AD203B41FA5}">
                      <a16:colId xmlns:a16="http://schemas.microsoft.com/office/drawing/2014/main" val="3138672394"/>
                    </a:ext>
                  </a:extLst>
                </a:gridCol>
                <a:gridCol w="936171">
                  <a:extLst>
                    <a:ext uri="{9D8B030D-6E8A-4147-A177-3AD203B41FA5}">
                      <a16:colId xmlns:a16="http://schemas.microsoft.com/office/drawing/2014/main" val="358923639"/>
                    </a:ext>
                  </a:extLst>
                </a:gridCol>
                <a:gridCol w="881743">
                  <a:extLst>
                    <a:ext uri="{9D8B030D-6E8A-4147-A177-3AD203B41FA5}">
                      <a16:colId xmlns:a16="http://schemas.microsoft.com/office/drawing/2014/main" val="30883990"/>
                    </a:ext>
                  </a:extLst>
                </a:gridCol>
                <a:gridCol w="961770">
                  <a:extLst>
                    <a:ext uri="{9D8B030D-6E8A-4147-A177-3AD203B41FA5}">
                      <a16:colId xmlns:a16="http://schemas.microsoft.com/office/drawing/2014/main" val="691000221"/>
                    </a:ext>
                  </a:extLst>
                </a:gridCol>
              </a:tblGrid>
              <a:tr h="42299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42299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422990">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42299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42299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42299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634013817"/>
                  </a:ext>
                </a:extLst>
              </a:tr>
              <a:tr h="42299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489864172"/>
                  </a:ext>
                </a:extLst>
              </a:tr>
            </a:tbl>
          </a:graphicData>
        </a:graphic>
      </p:graphicFrame>
      <p:graphicFrame>
        <p:nvGraphicFramePr>
          <p:cNvPr id="75" name="Table 74">
            <a:extLst>
              <a:ext uri="{FF2B5EF4-FFF2-40B4-BE49-F238E27FC236}">
                <a16:creationId xmlns:a16="http://schemas.microsoft.com/office/drawing/2014/main" id="{B60A7ACB-C2FE-41DB-F810-B097E94F87D2}"/>
              </a:ext>
            </a:extLst>
          </p:cNvPr>
          <p:cNvGraphicFramePr>
            <a:graphicFrameLocks noGrp="1"/>
          </p:cNvGraphicFramePr>
          <p:nvPr>
            <p:extLst>
              <p:ext uri="{D42A27DB-BD31-4B8C-83A1-F6EECF244321}">
                <p14:modId xmlns:p14="http://schemas.microsoft.com/office/powerpoint/2010/main" val="1882365688"/>
              </p:ext>
            </p:extLst>
          </p:nvPr>
        </p:nvGraphicFramePr>
        <p:xfrm>
          <a:off x="8389250" y="3147180"/>
          <a:ext cx="3661240" cy="2560320"/>
        </p:xfrm>
        <a:graphic>
          <a:graphicData uri="http://schemas.openxmlformats.org/drawingml/2006/table">
            <a:tbl>
              <a:tblPr bandRow="1">
                <a:tableStyleId>{5C22544A-7EE6-4342-B048-85BDC9FD1C3A}</a:tableStyleId>
              </a:tblPr>
              <a:tblGrid>
                <a:gridCol w="689436">
                  <a:extLst>
                    <a:ext uri="{9D8B030D-6E8A-4147-A177-3AD203B41FA5}">
                      <a16:colId xmlns:a16="http://schemas.microsoft.com/office/drawing/2014/main" val="1041368970"/>
                    </a:ext>
                  </a:extLst>
                </a:gridCol>
                <a:gridCol w="775060">
                  <a:extLst>
                    <a:ext uri="{9D8B030D-6E8A-4147-A177-3AD203B41FA5}">
                      <a16:colId xmlns:a16="http://schemas.microsoft.com/office/drawing/2014/main" val="3138672394"/>
                    </a:ext>
                  </a:extLst>
                </a:gridCol>
                <a:gridCol w="732248">
                  <a:extLst>
                    <a:ext uri="{9D8B030D-6E8A-4147-A177-3AD203B41FA5}">
                      <a16:colId xmlns:a16="http://schemas.microsoft.com/office/drawing/2014/main" val="358923639"/>
                    </a:ext>
                  </a:extLst>
                </a:gridCol>
                <a:gridCol w="732248">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0990628"/>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985824019"/>
                  </a:ext>
                </a:extLst>
              </a:tr>
              <a:tr h="320604">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25794364"/>
                  </a:ext>
                </a:extLst>
              </a:tr>
            </a:tbl>
          </a:graphicData>
        </a:graphic>
      </p:graphicFrame>
      <mc:AlternateContent xmlns:mc="http://schemas.openxmlformats.org/markup-compatibility/2006">
        <mc:Choice xmlns:a14="http://schemas.microsoft.com/office/drawing/2010/main" Requires="a14">
          <p:graphicFrame>
            <p:nvGraphicFramePr>
              <p:cNvPr id="76" name="Table 75">
                <a:extLst>
                  <a:ext uri="{FF2B5EF4-FFF2-40B4-BE49-F238E27FC236}">
                    <a16:creationId xmlns:a16="http://schemas.microsoft.com/office/drawing/2014/main" id="{7F348583-BCFF-3C05-829D-A429A6BDF9A9}"/>
                  </a:ext>
                </a:extLst>
              </p:cNvPr>
              <p:cNvGraphicFramePr>
                <a:graphicFrameLocks noGrp="1"/>
              </p:cNvGraphicFramePr>
              <p:nvPr>
                <p:extLst>
                  <p:ext uri="{D42A27DB-BD31-4B8C-83A1-F6EECF244321}">
                    <p14:modId xmlns:p14="http://schemas.microsoft.com/office/powerpoint/2010/main" val="167573776"/>
                  </p:ext>
                </p:extLst>
              </p:nvPr>
            </p:nvGraphicFramePr>
            <p:xfrm>
              <a:off x="8345702" y="186267"/>
              <a:ext cx="3661241" cy="2194560"/>
            </p:xfrm>
            <a:graphic>
              <a:graphicData uri="http://schemas.openxmlformats.org/drawingml/2006/table">
                <a:tbl>
                  <a:tblPr bandRow="1">
                    <a:tableStyleId>{5C22544A-7EE6-4342-B048-85BDC9FD1C3A}</a:tableStyleId>
                  </a:tblPr>
                  <a:tblGrid>
                    <a:gridCol w="613241">
                      <a:extLst>
                        <a:ext uri="{9D8B030D-6E8A-4147-A177-3AD203B41FA5}">
                          <a16:colId xmlns:a16="http://schemas.microsoft.com/office/drawing/2014/main" val="1041368970"/>
                        </a:ext>
                      </a:extLst>
                    </a:gridCol>
                    <a:gridCol w="67802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20604">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Choice>
        <mc:Fallback>
          <p:graphicFrame>
            <p:nvGraphicFramePr>
              <p:cNvPr id="76" name="Table 75">
                <a:extLst>
                  <a:ext uri="{FF2B5EF4-FFF2-40B4-BE49-F238E27FC236}">
                    <a16:creationId xmlns:a16="http://schemas.microsoft.com/office/drawing/2014/main" id="{7F348583-BCFF-3C05-829D-A429A6BDF9A9}"/>
                  </a:ext>
                </a:extLst>
              </p:cNvPr>
              <p:cNvGraphicFramePr>
                <a:graphicFrameLocks noGrp="1"/>
              </p:cNvGraphicFramePr>
              <p:nvPr>
                <p:extLst>
                  <p:ext uri="{D42A27DB-BD31-4B8C-83A1-F6EECF244321}">
                    <p14:modId xmlns:p14="http://schemas.microsoft.com/office/powerpoint/2010/main" val="167573776"/>
                  </p:ext>
                </p:extLst>
              </p:nvPr>
            </p:nvGraphicFramePr>
            <p:xfrm>
              <a:off x="8345702" y="186267"/>
              <a:ext cx="3661241" cy="2194560"/>
            </p:xfrm>
            <a:graphic>
              <a:graphicData uri="http://schemas.openxmlformats.org/drawingml/2006/table">
                <a:tbl>
                  <a:tblPr bandRow="1">
                    <a:tableStyleId>{5C22544A-7EE6-4342-B048-85BDC9FD1C3A}</a:tableStyleId>
                  </a:tblPr>
                  <a:tblGrid>
                    <a:gridCol w="613241">
                      <a:extLst>
                        <a:ext uri="{9D8B030D-6E8A-4147-A177-3AD203B41FA5}">
                          <a16:colId xmlns:a16="http://schemas.microsoft.com/office/drawing/2014/main" val="1041368970"/>
                        </a:ext>
                      </a:extLst>
                    </a:gridCol>
                    <a:gridCol w="67802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6576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6576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892" t="-108333" r="-352252" b="-428333"/>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6576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6576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6576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6576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Fallback>
      </mc:AlternateContent>
      <p:cxnSp>
        <p:nvCxnSpPr>
          <p:cNvPr id="83" name="Straight Connector 82">
            <a:extLst>
              <a:ext uri="{FF2B5EF4-FFF2-40B4-BE49-F238E27FC236}">
                <a16:creationId xmlns:a16="http://schemas.microsoft.com/office/drawing/2014/main" id="{5D3E456B-BA5D-F5A1-88AB-04E57ECEE1DF}"/>
              </a:ext>
            </a:extLst>
          </p:cNvPr>
          <p:cNvCxnSpPr>
            <a:stCxn id="48" idx="5"/>
            <a:endCxn id="46" idx="1"/>
          </p:cNvCxnSpPr>
          <p:nvPr/>
        </p:nvCxnSpPr>
        <p:spPr>
          <a:xfrm>
            <a:off x="5482572" y="2575587"/>
            <a:ext cx="1749369" cy="1380257"/>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9CB5177B-D343-CF7F-ACC6-ECF790BB4E0F}"/>
              </a:ext>
            </a:extLst>
          </p:cNvPr>
          <p:cNvSpPr txBox="1"/>
          <p:nvPr/>
        </p:nvSpPr>
        <p:spPr>
          <a:xfrm>
            <a:off x="6302825" y="2987017"/>
            <a:ext cx="576943" cy="400110"/>
          </a:xfrm>
          <a:prstGeom prst="rect">
            <a:avLst/>
          </a:prstGeom>
          <a:noFill/>
        </p:spPr>
        <p:txBody>
          <a:bodyPr wrap="square" rtlCol="0">
            <a:spAutoFit/>
          </a:bodyPr>
          <a:lstStyle/>
          <a:p>
            <a:r>
              <a:rPr lang="en-IN" sz="2000" b="1" dirty="0"/>
              <a:t>3</a:t>
            </a:r>
          </a:p>
        </p:txBody>
      </p:sp>
      <p:sp>
        <p:nvSpPr>
          <p:cNvPr id="3" name="TextBox 2">
            <a:extLst>
              <a:ext uri="{FF2B5EF4-FFF2-40B4-BE49-F238E27FC236}">
                <a16:creationId xmlns:a16="http://schemas.microsoft.com/office/drawing/2014/main" id="{06868654-1C68-D1EC-38B7-841ABAA4A277}"/>
              </a:ext>
            </a:extLst>
          </p:cNvPr>
          <p:cNvSpPr txBox="1"/>
          <p:nvPr/>
        </p:nvSpPr>
        <p:spPr>
          <a:xfrm>
            <a:off x="5105401" y="567266"/>
            <a:ext cx="2819399" cy="461665"/>
          </a:xfrm>
          <a:prstGeom prst="rect">
            <a:avLst/>
          </a:prstGeom>
          <a:noFill/>
        </p:spPr>
        <p:txBody>
          <a:bodyPr wrap="square" rtlCol="0">
            <a:spAutoFit/>
          </a:bodyPr>
          <a:lstStyle/>
          <a:p>
            <a:r>
              <a:rPr lang="en-IN" sz="2400" dirty="0"/>
              <a:t>Compute DV</a:t>
            </a:r>
          </a:p>
        </p:txBody>
      </p:sp>
    </p:spTree>
    <p:extLst>
      <p:ext uri="{BB962C8B-B14F-4D97-AF65-F5344CB8AC3E}">
        <p14:creationId xmlns:p14="http://schemas.microsoft.com/office/powerpoint/2010/main" val="1385589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21AB6-3B6E-6635-BE3B-F1430C027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E37C3-9A83-444F-03F3-02F249032CE2}"/>
              </a:ext>
            </a:extLst>
          </p:cNvPr>
          <p:cNvSpPr>
            <a:spLocks noGrp="1"/>
          </p:cNvSpPr>
          <p:nvPr>
            <p:ph type="title"/>
          </p:nvPr>
        </p:nvSpPr>
        <p:spPr>
          <a:xfrm>
            <a:off x="5268682" y="5459635"/>
            <a:ext cx="5671454" cy="1325563"/>
          </a:xfrm>
        </p:spPr>
        <p:txBody>
          <a:bodyPr/>
          <a:lstStyle/>
          <a:p>
            <a:r>
              <a:rPr lang="en-IN" dirty="0"/>
              <a:t>Distance vector routing</a:t>
            </a:r>
          </a:p>
        </p:txBody>
      </p:sp>
      <p:sp>
        <p:nvSpPr>
          <p:cNvPr id="45" name="Oval 44">
            <a:extLst>
              <a:ext uri="{FF2B5EF4-FFF2-40B4-BE49-F238E27FC236}">
                <a16:creationId xmlns:a16="http://schemas.microsoft.com/office/drawing/2014/main" id="{4B039516-91DD-82FE-3D6D-1620F4DCC363}"/>
              </a:ext>
            </a:extLst>
          </p:cNvPr>
          <p:cNvSpPr/>
          <p:nvPr/>
        </p:nvSpPr>
        <p:spPr>
          <a:xfrm>
            <a:off x="4539344" y="3831772"/>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X</a:t>
            </a:r>
          </a:p>
        </p:txBody>
      </p:sp>
      <p:sp>
        <p:nvSpPr>
          <p:cNvPr id="46" name="Oval 45">
            <a:extLst>
              <a:ext uri="{FF2B5EF4-FFF2-40B4-BE49-F238E27FC236}">
                <a16:creationId xmlns:a16="http://schemas.microsoft.com/office/drawing/2014/main" id="{A53255A3-5AC9-CDF2-438D-09D70FE08442}"/>
              </a:ext>
            </a:extLst>
          </p:cNvPr>
          <p:cNvSpPr/>
          <p:nvPr/>
        </p:nvSpPr>
        <p:spPr>
          <a:xfrm>
            <a:off x="7075712" y="384265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Z</a:t>
            </a:r>
          </a:p>
        </p:txBody>
      </p:sp>
      <p:sp>
        <p:nvSpPr>
          <p:cNvPr id="47" name="Oval 46">
            <a:extLst>
              <a:ext uri="{FF2B5EF4-FFF2-40B4-BE49-F238E27FC236}">
                <a16:creationId xmlns:a16="http://schemas.microsoft.com/office/drawing/2014/main" id="{8C6F666C-2E73-60E9-D014-EF67DAC0BC4C}"/>
              </a:ext>
            </a:extLst>
          </p:cNvPr>
          <p:cNvSpPr/>
          <p:nvPr/>
        </p:nvSpPr>
        <p:spPr>
          <a:xfrm>
            <a:off x="7053943" y="1937659"/>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W</a:t>
            </a:r>
          </a:p>
        </p:txBody>
      </p:sp>
      <p:sp>
        <p:nvSpPr>
          <p:cNvPr id="48" name="Oval 47">
            <a:extLst>
              <a:ext uri="{FF2B5EF4-FFF2-40B4-BE49-F238E27FC236}">
                <a16:creationId xmlns:a16="http://schemas.microsoft.com/office/drawing/2014/main" id="{6DAA7627-E0B5-0C64-8165-7358042D771F}"/>
              </a:ext>
            </a:extLst>
          </p:cNvPr>
          <p:cNvSpPr/>
          <p:nvPr/>
        </p:nvSpPr>
        <p:spPr>
          <a:xfrm>
            <a:off x="4572001" y="191588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Y</a:t>
            </a:r>
          </a:p>
        </p:txBody>
      </p:sp>
      <p:cxnSp>
        <p:nvCxnSpPr>
          <p:cNvPr id="51" name="Straight Connector 50">
            <a:extLst>
              <a:ext uri="{FF2B5EF4-FFF2-40B4-BE49-F238E27FC236}">
                <a16:creationId xmlns:a16="http://schemas.microsoft.com/office/drawing/2014/main" id="{9E43068B-B3E0-8618-29B9-C27D4D9F6E8B}"/>
              </a:ext>
            </a:extLst>
          </p:cNvPr>
          <p:cNvCxnSpPr>
            <a:stCxn id="48" idx="6"/>
            <a:endCxn id="47" idx="2"/>
          </p:cNvCxnSpPr>
          <p:nvPr/>
        </p:nvCxnSpPr>
        <p:spPr>
          <a:xfrm>
            <a:off x="5638801" y="2302331"/>
            <a:ext cx="1415142"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F49E642-4A0E-05D1-743E-727F4B2AF0A1}"/>
              </a:ext>
            </a:extLst>
          </p:cNvPr>
          <p:cNvCxnSpPr>
            <a:stCxn id="47" idx="4"/>
            <a:endCxn id="46" idx="0"/>
          </p:cNvCxnSpPr>
          <p:nvPr/>
        </p:nvCxnSpPr>
        <p:spPr>
          <a:xfrm>
            <a:off x="7587343" y="2710544"/>
            <a:ext cx="21769" cy="113211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5A1C4BC-6384-7880-629C-A31130ECFBF9}"/>
              </a:ext>
            </a:extLst>
          </p:cNvPr>
          <p:cNvCxnSpPr>
            <a:stCxn id="48" idx="4"/>
            <a:endCxn id="45" idx="0"/>
          </p:cNvCxnSpPr>
          <p:nvPr/>
        </p:nvCxnSpPr>
        <p:spPr>
          <a:xfrm flipH="1">
            <a:off x="5072744" y="2688773"/>
            <a:ext cx="32657" cy="1142999"/>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527E660-CBF0-2AC2-2646-E8E82E0FD5B5}"/>
              </a:ext>
            </a:extLst>
          </p:cNvPr>
          <p:cNvCxnSpPr>
            <a:stCxn id="45" idx="6"/>
            <a:endCxn id="46" idx="2"/>
          </p:cNvCxnSpPr>
          <p:nvPr/>
        </p:nvCxnSpPr>
        <p:spPr>
          <a:xfrm>
            <a:off x="5606144" y="4218215"/>
            <a:ext cx="1469568" cy="10886"/>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38D526D3-4AE8-99F5-DC34-61649D2EE7C6}"/>
              </a:ext>
            </a:extLst>
          </p:cNvPr>
          <p:cNvSpPr txBox="1"/>
          <p:nvPr/>
        </p:nvSpPr>
        <p:spPr>
          <a:xfrm>
            <a:off x="7587336" y="3019672"/>
            <a:ext cx="576943" cy="400110"/>
          </a:xfrm>
          <a:prstGeom prst="rect">
            <a:avLst/>
          </a:prstGeom>
          <a:noFill/>
        </p:spPr>
        <p:txBody>
          <a:bodyPr wrap="square" rtlCol="0">
            <a:spAutoFit/>
          </a:bodyPr>
          <a:lstStyle/>
          <a:p>
            <a:r>
              <a:rPr lang="en-IN" sz="2000" b="1" dirty="0"/>
              <a:t>1</a:t>
            </a:r>
          </a:p>
        </p:txBody>
      </p:sp>
      <p:sp>
        <p:nvSpPr>
          <p:cNvPr id="67" name="TextBox 66">
            <a:extLst>
              <a:ext uri="{FF2B5EF4-FFF2-40B4-BE49-F238E27FC236}">
                <a16:creationId xmlns:a16="http://schemas.microsoft.com/office/drawing/2014/main" id="{AC3A75FA-64FB-6371-A417-A1AC65A3CD64}"/>
              </a:ext>
            </a:extLst>
          </p:cNvPr>
          <p:cNvSpPr txBox="1"/>
          <p:nvPr/>
        </p:nvSpPr>
        <p:spPr>
          <a:xfrm>
            <a:off x="6150425" y="1985531"/>
            <a:ext cx="576943" cy="400110"/>
          </a:xfrm>
          <a:prstGeom prst="rect">
            <a:avLst/>
          </a:prstGeom>
          <a:noFill/>
        </p:spPr>
        <p:txBody>
          <a:bodyPr wrap="square" rtlCol="0">
            <a:spAutoFit/>
          </a:bodyPr>
          <a:lstStyle/>
          <a:p>
            <a:r>
              <a:rPr lang="en-IN" sz="2000" b="1" dirty="0"/>
              <a:t>1</a:t>
            </a:r>
          </a:p>
        </p:txBody>
      </p:sp>
      <p:sp>
        <p:nvSpPr>
          <p:cNvPr id="68" name="TextBox 67">
            <a:extLst>
              <a:ext uri="{FF2B5EF4-FFF2-40B4-BE49-F238E27FC236}">
                <a16:creationId xmlns:a16="http://schemas.microsoft.com/office/drawing/2014/main" id="{3EEBC961-9103-28F5-3BB2-9B6D1465DEE8}"/>
              </a:ext>
            </a:extLst>
          </p:cNvPr>
          <p:cNvSpPr txBox="1"/>
          <p:nvPr/>
        </p:nvSpPr>
        <p:spPr>
          <a:xfrm>
            <a:off x="4746170" y="3117645"/>
            <a:ext cx="576943" cy="400110"/>
          </a:xfrm>
          <a:prstGeom prst="rect">
            <a:avLst/>
          </a:prstGeom>
          <a:noFill/>
        </p:spPr>
        <p:txBody>
          <a:bodyPr wrap="square" rtlCol="0">
            <a:spAutoFit/>
          </a:bodyPr>
          <a:lstStyle/>
          <a:p>
            <a:r>
              <a:rPr lang="en-IN" sz="2000" b="1" dirty="0"/>
              <a:t>4</a:t>
            </a:r>
          </a:p>
        </p:txBody>
      </p:sp>
      <p:sp>
        <p:nvSpPr>
          <p:cNvPr id="70" name="TextBox 69">
            <a:extLst>
              <a:ext uri="{FF2B5EF4-FFF2-40B4-BE49-F238E27FC236}">
                <a16:creationId xmlns:a16="http://schemas.microsoft.com/office/drawing/2014/main" id="{96019052-85E3-5337-BBB8-281E2C4C7116}"/>
              </a:ext>
            </a:extLst>
          </p:cNvPr>
          <p:cNvSpPr txBox="1"/>
          <p:nvPr/>
        </p:nvSpPr>
        <p:spPr>
          <a:xfrm>
            <a:off x="6237513" y="4227989"/>
            <a:ext cx="576943" cy="400110"/>
          </a:xfrm>
          <a:prstGeom prst="rect">
            <a:avLst/>
          </a:prstGeom>
          <a:noFill/>
        </p:spPr>
        <p:txBody>
          <a:bodyPr wrap="square" rtlCol="0">
            <a:spAutoFit/>
          </a:bodyPr>
          <a:lstStyle/>
          <a:p>
            <a:r>
              <a:rPr lang="en-IN" sz="2000" b="1" dirty="0"/>
              <a:t>50</a:t>
            </a:r>
          </a:p>
        </p:txBody>
      </p:sp>
      <mc:AlternateContent xmlns:mc="http://schemas.openxmlformats.org/markup-compatibility/2006">
        <mc:Choice xmlns:a14="http://schemas.microsoft.com/office/drawing/2010/main" Requires="a14">
          <p:graphicFrame>
            <p:nvGraphicFramePr>
              <p:cNvPr id="71" name="Table 70">
                <a:extLst>
                  <a:ext uri="{FF2B5EF4-FFF2-40B4-BE49-F238E27FC236}">
                    <a16:creationId xmlns:a16="http://schemas.microsoft.com/office/drawing/2014/main" id="{30D45E04-A190-CA54-4FEB-06641346E296}"/>
                  </a:ext>
                </a:extLst>
              </p:cNvPr>
              <p:cNvGraphicFramePr>
                <a:graphicFrameLocks noGrp="1"/>
              </p:cNvGraphicFramePr>
              <p:nvPr>
                <p:extLst>
                  <p:ext uri="{D42A27DB-BD31-4B8C-83A1-F6EECF244321}">
                    <p14:modId xmlns:p14="http://schemas.microsoft.com/office/powerpoint/2010/main" val="330956741"/>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910597213"/>
                      </a:ext>
                    </a:extLst>
                  </a:tr>
                </a:tbl>
              </a:graphicData>
            </a:graphic>
          </p:graphicFrame>
        </mc:Choice>
        <mc:Fallback>
          <p:graphicFrame>
            <p:nvGraphicFramePr>
              <p:cNvPr id="71" name="Table 70">
                <a:extLst>
                  <a:ext uri="{FF2B5EF4-FFF2-40B4-BE49-F238E27FC236}">
                    <a16:creationId xmlns:a16="http://schemas.microsoft.com/office/drawing/2014/main" id="{30D45E04-A190-CA54-4FEB-06641346E296}"/>
                  </a:ext>
                </a:extLst>
              </p:cNvPr>
              <p:cNvGraphicFramePr>
                <a:graphicFrameLocks noGrp="1"/>
              </p:cNvGraphicFramePr>
              <p:nvPr>
                <p:extLst>
                  <p:ext uri="{D42A27DB-BD31-4B8C-83A1-F6EECF244321}">
                    <p14:modId xmlns:p14="http://schemas.microsoft.com/office/powerpoint/2010/main" val="330956741"/>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830" t="-107692" r="-1307" b="-415385"/>
                          </a:stretch>
                        </a:blipFill>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910597213"/>
                      </a:ext>
                    </a:extLst>
                  </a:tr>
                </a:tbl>
              </a:graphicData>
            </a:graphic>
          </p:graphicFrame>
        </mc:Fallback>
      </mc:AlternateContent>
      <p:graphicFrame>
        <p:nvGraphicFramePr>
          <p:cNvPr id="72" name="Table 71">
            <a:extLst>
              <a:ext uri="{FF2B5EF4-FFF2-40B4-BE49-F238E27FC236}">
                <a16:creationId xmlns:a16="http://schemas.microsoft.com/office/drawing/2014/main" id="{2C0C84CA-392F-6127-5ADC-E06C9C057C6B}"/>
              </a:ext>
            </a:extLst>
          </p:cNvPr>
          <p:cNvGraphicFramePr>
            <a:graphicFrameLocks noGrp="1"/>
          </p:cNvGraphicFramePr>
          <p:nvPr>
            <p:extLst>
              <p:ext uri="{D42A27DB-BD31-4B8C-83A1-F6EECF244321}">
                <p14:modId xmlns:p14="http://schemas.microsoft.com/office/powerpoint/2010/main" val="921894348"/>
              </p:ext>
            </p:extLst>
          </p:nvPr>
        </p:nvGraphicFramePr>
        <p:xfrm>
          <a:off x="235858" y="567266"/>
          <a:ext cx="4111370" cy="2960930"/>
        </p:xfrm>
        <a:graphic>
          <a:graphicData uri="http://schemas.openxmlformats.org/drawingml/2006/table">
            <a:tbl>
              <a:tblPr bandRow="1">
                <a:tableStyleId>{5C22544A-7EE6-4342-B048-85BDC9FD1C3A}</a:tableStyleId>
              </a:tblPr>
              <a:tblGrid>
                <a:gridCol w="613228">
                  <a:extLst>
                    <a:ext uri="{9D8B030D-6E8A-4147-A177-3AD203B41FA5}">
                      <a16:colId xmlns:a16="http://schemas.microsoft.com/office/drawing/2014/main" val="1041368970"/>
                    </a:ext>
                  </a:extLst>
                </a:gridCol>
                <a:gridCol w="718458">
                  <a:extLst>
                    <a:ext uri="{9D8B030D-6E8A-4147-A177-3AD203B41FA5}">
                      <a16:colId xmlns:a16="http://schemas.microsoft.com/office/drawing/2014/main" val="3138672394"/>
                    </a:ext>
                  </a:extLst>
                </a:gridCol>
                <a:gridCol w="936171">
                  <a:extLst>
                    <a:ext uri="{9D8B030D-6E8A-4147-A177-3AD203B41FA5}">
                      <a16:colId xmlns:a16="http://schemas.microsoft.com/office/drawing/2014/main" val="358923639"/>
                    </a:ext>
                  </a:extLst>
                </a:gridCol>
                <a:gridCol w="881743">
                  <a:extLst>
                    <a:ext uri="{9D8B030D-6E8A-4147-A177-3AD203B41FA5}">
                      <a16:colId xmlns:a16="http://schemas.microsoft.com/office/drawing/2014/main" val="30883990"/>
                    </a:ext>
                  </a:extLst>
                </a:gridCol>
                <a:gridCol w="961770">
                  <a:extLst>
                    <a:ext uri="{9D8B030D-6E8A-4147-A177-3AD203B41FA5}">
                      <a16:colId xmlns:a16="http://schemas.microsoft.com/office/drawing/2014/main" val="691000221"/>
                    </a:ext>
                  </a:extLst>
                </a:gridCol>
              </a:tblGrid>
              <a:tr h="42299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42299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422990">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42299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42299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42299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634013817"/>
                  </a:ext>
                </a:extLst>
              </a:tr>
              <a:tr h="42299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489864172"/>
                  </a:ext>
                </a:extLst>
              </a:tr>
            </a:tbl>
          </a:graphicData>
        </a:graphic>
      </p:graphicFrame>
      <p:graphicFrame>
        <p:nvGraphicFramePr>
          <p:cNvPr id="75" name="Table 74">
            <a:extLst>
              <a:ext uri="{FF2B5EF4-FFF2-40B4-BE49-F238E27FC236}">
                <a16:creationId xmlns:a16="http://schemas.microsoft.com/office/drawing/2014/main" id="{79B3803F-CA8F-B995-79E8-6E95F4B9B688}"/>
              </a:ext>
            </a:extLst>
          </p:cNvPr>
          <p:cNvGraphicFramePr>
            <a:graphicFrameLocks noGrp="1"/>
          </p:cNvGraphicFramePr>
          <p:nvPr>
            <p:extLst>
              <p:ext uri="{D42A27DB-BD31-4B8C-83A1-F6EECF244321}">
                <p14:modId xmlns:p14="http://schemas.microsoft.com/office/powerpoint/2010/main" val="1244038258"/>
              </p:ext>
            </p:extLst>
          </p:nvPr>
        </p:nvGraphicFramePr>
        <p:xfrm>
          <a:off x="8389250" y="3147180"/>
          <a:ext cx="3661240" cy="2560320"/>
        </p:xfrm>
        <a:graphic>
          <a:graphicData uri="http://schemas.openxmlformats.org/drawingml/2006/table">
            <a:tbl>
              <a:tblPr bandRow="1">
                <a:tableStyleId>{5C22544A-7EE6-4342-B048-85BDC9FD1C3A}</a:tableStyleId>
              </a:tblPr>
              <a:tblGrid>
                <a:gridCol w="689436">
                  <a:extLst>
                    <a:ext uri="{9D8B030D-6E8A-4147-A177-3AD203B41FA5}">
                      <a16:colId xmlns:a16="http://schemas.microsoft.com/office/drawing/2014/main" val="1041368970"/>
                    </a:ext>
                  </a:extLst>
                </a:gridCol>
                <a:gridCol w="775060">
                  <a:extLst>
                    <a:ext uri="{9D8B030D-6E8A-4147-A177-3AD203B41FA5}">
                      <a16:colId xmlns:a16="http://schemas.microsoft.com/office/drawing/2014/main" val="3138672394"/>
                    </a:ext>
                  </a:extLst>
                </a:gridCol>
                <a:gridCol w="732248">
                  <a:extLst>
                    <a:ext uri="{9D8B030D-6E8A-4147-A177-3AD203B41FA5}">
                      <a16:colId xmlns:a16="http://schemas.microsoft.com/office/drawing/2014/main" val="358923639"/>
                    </a:ext>
                  </a:extLst>
                </a:gridCol>
                <a:gridCol w="732248">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0990628"/>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985824019"/>
                  </a:ext>
                </a:extLst>
              </a:tr>
              <a:tr h="320604">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25794364"/>
                  </a:ext>
                </a:extLst>
              </a:tr>
            </a:tbl>
          </a:graphicData>
        </a:graphic>
      </p:graphicFrame>
      <mc:AlternateContent xmlns:mc="http://schemas.openxmlformats.org/markup-compatibility/2006">
        <mc:Choice xmlns:a14="http://schemas.microsoft.com/office/drawing/2010/main" Requires="a14">
          <p:graphicFrame>
            <p:nvGraphicFramePr>
              <p:cNvPr id="76" name="Table 75">
                <a:extLst>
                  <a:ext uri="{FF2B5EF4-FFF2-40B4-BE49-F238E27FC236}">
                    <a16:creationId xmlns:a16="http://schemas.microsoft.com/office/drawing/2014/main" id="{9E7106CA-2CBA-2B32-06EE-7F907B1CBF82}"/>
                  </a:ext>
                </a:extLst>
              </p:cNvPr>
              <p:cNvGraphicFramePr>
                <a:graphicFrameLocks noGrp="1"/>
              </p:cNvGraphicFramePr>
              <p:nvPr>
                <p:extLst>
                  <p:ext uri="{D42A27DB-BD31-4B8C-83A1-F6EECF244321}">
                    <p14:modId xmlns:p14="http://schemas.microsoft.com/office/powerpoint/2010/main" val="3037102038"/>
                  </p:ext>
                </p:extLst>
              </p:nvPr>
            </p:nvGraphicFramePr>
            <p:xfrm>
              <a:off x="8345702" y="186267"/>
              <a:ext cx="3661241" cy="2194560"/>
            </p:xfrm>
            <a:graphic>
              <a:graphicData uri="http://schemas.openxmlformats.org/drawingml/2006/table">
                <a:tbl>
                  <a:tblPr bandRow="1">
                    <a:tableStyleId>{5C22544A-7EE6-4342-B048-85BDC9FD1C3A}</a:tableStyleId>
                  </a:tblPr>
                  <a:tblGrid>
                    <a:gridCol w="613241">
                      <a:extLst>
                        <a:ext uri="{9D8B030D-6E8A-4147-A177-3AD203B41FA5}">
                          <a16:colId xmlns:a16="http://schemas.microsoft.com/office/drawing/2014/main" val="1041368970"/>
                        </a:ext>
                      </a:extLst>
                    </a:gridCol>
                    <a:gridCol w="67802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20604">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Choice>
        <mc:Fallback>
          <p:graphicFrame>
            <p:nvGraphicFramePr>
              <p:cNvPr id="76" name="Table 75">
                <a:extLst>
                  <a:ext uri="{FF2B5EF4-FFF2-40B4-BE49-F238E27FC236}">
                    <a16:creationId xmlns:a16="http://schemas.microsoft.com/office/drawing/2014/main" id="{9E7106CA-2CBA-2B32-06EE-7F907B1CBF82}"/>
                  </a:ext>
                </a:extLst>
              </p:cNvPr>
              <p:cNvGraphicFramePr>
                <a:graphicFrameLocks noGrp="1"/>
              </p:cNvGraphicFramePr>
              <p:nvPr>
                <p:extLst>
                  <p:ext uri="{D42A27DB-BD31-4B8C-83A1-F6EECF244321}">
                    <p14:modId xmlns:p14="http://schemas.microsoft.com/office/powerpoint/2010/main" val="3037102038"/>
                  </p:ext>
                </p:extLst>
              </p:nvPr>
            </p:nvGraphicFramePr>
            <p:xfrm>
              <a:off x="8345702" y="186267"/>
              <a:ext cx="3661241" cy="2194560"/>
            </p:xfrm>
            <a:graphic>
              <a:graphicData uri="http://schemas.openxmlformats.org/drawingml/2006/table">
                <a:tbl>
                  <a:tblPr bandRow="1">
                    <a:tableStyleId>{5C22544A-7EE6-4342-B048-85BDC9FD1C3A}</a:tableStyleId>
                  </a:tblPr>
                  <a:tblGrid>
                    <a:gridCol w="613241">
                      <a:extLst>
                        <a:ext uri="{9D8B030D-6E8A-4147-A177-3AD203B41FA5}">
                          <a16:colId xmlns:a16="http://schemas.microsoft.com/office/drawing/2014/main" val="1041368970"/>
                        </a:ext>
                      </a:extLst>
                    </a:gridCol>
                    <a:gridCol w="67802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6576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6576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892" t="-108333" r="-352252" b="-428333"/>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6576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6576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6576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6576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Fallback>
      </mc:AlternateContent>
      <p:cxnSp>
        <p:nvCxnSpPr>
          <p:cNvPr id="83" name="Straight Connector 82">
            <a:extLst>
              <a:ext uri="{FF2B5EF4-FFF2-40B4-BE49-F238E27FC236}">
                <a16:creationId xmlns:a16="http://schemas.microsoft.com/office/drawing/2014/main" id="{88A863CA-CC80-B059-B6A6-5A9C68E69373}"/>
              </a:ext>
            </a:extLst>
          </p:cNvPr>
          <p:cNvCxnSpPr>
            <a:stCxn id="48" idx="5"/>
            <a:endCxn id="46" idx="1"/>
          </p:cNvCxnSpPr>
          <p:nvPr/>
        </p:nvCxnSpPr>
        <p:spPr>
          <a:xfrm>
            <a:off x="5482572" y="2575587"/>
            <a:ext cx="1749369" cy="1380257"/>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899E36BE-36CE-1E0C-A2E4-2D2F627E1BD8}"/>
              </a:ext>
            </a:extLst>
          </p:cNvPr>
          <p:cNvSpPr txBox="1"/>
          <p:nvPr/>
        </p:nvSpPr>
        <p:spPr>
          <a:xfrm>
            <a:off x="6302825" y="2987017"/>
            <a:ext cx="576943" cy="400110"/>
          </a:xfrm>
          <a:prstGeom prst="rect">
            <a:avLst/>
          </a:prstGeom>
          <a:noFill/>
        </p:spPr>
        <p:txBody>
          <a:bodyPr wrap="square" rtlCol="0">
            <a:spAutoFit/>
          </a:bodyPr>
          <a:lstStyle/>
          <a:p>
            <a:r>
              <a:rPr lang="en-IN" sz="2000" b="1" dirty="0"/>
              <a:t>3</a:t>
            </a:r>
          </a:p>
        </p:txBody>
      </p:sp>
      <p:sp>
        <p:nvSpPr>
          <p:cNvPr id="3" name="TextBox 2">
            <a:extLst>
              <a:ext uri="{FF2B5EF4-FFF2-40B4-BE49-F238E27FC236}">
                <a16:creationId xmlns:a16="http://schemas.microsoft.com/office/drawing/2014/main" id="{57FC26BE-5995-A9D7-9254-9D482F53CEED}"/>
              </a:ext>
            </a:extLst>
          </p:cNvPr>
          <p:cNvSpPr txBox="1"/>
          <p:nvPr/>
        </p:nvSpPr>
        <p:spPr>
          <a:xfrm>
            <a:off x="5105401" y="567266"/>
            <a:ext cx="2819399" cy="461665"/>
          </a:xfrm>
          <a:prstGeom prst="rect">
            <a:avLst/>
          </a:prstGeom>
          <a:noFill/>
        </p:spPr>
        <p:txBody>
          <a:bodyPr wrap="square" rtlCol="0">
            <a:spAutoFit/>
          </a:bodyPr>
          <a:lstStyle/>
          <a:p>
            <a:r>
              <a:rPr lang="en-IN" sz="2400" dirty="0"/>
              <a:t>Share DV</a:t>
            </a:r>
          </a:p>
        </p:txBody>
      </p:sp>
    </p:spTree>
    <p:extLst>
      <p:ext uri="{BB962C8B-B14F-4D97-AF65-F5344CB8AC3E}">
        <p14:creationId xmlns:p14="http://schemas.microsoft.com/office/powerpoint/2010/main" val="1222319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A0F49-1289-6E27-A096-73C3FAF28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21713-6E50-465F-A87B-546F58293149}"/>
              </a:ext>
            </a:extLst>
          </p:cNvPr>
          <p:cNvSpPr>
            <a:spLocks noGrp="1"/>
          </p:cNvSpPr>
          <p:nvPr>
            <p:ph type="title"/>
          </p:nvPr>
        </p:nvSpPr>
        <p:spPr>
          <a:xfrm>
            <a:off x="5268682" y="5459635"/>
            <a:ext cx="5671454" cy="1325563"/>
          </a:xfrm>
        </p:spPr>
        <p:txBody>
          <a:bodyPr/>
          <a:lstStyle/>
          <a:p>
            <a:r>
              <a:rPr lang="en-IN" dirty="0"/>
              <a:t>Distance vector routing</a:t>
            </a:r>
          </a:p>
        </p:txBody>
      </p:sp>
      <p:sp>
        <p:nvSpPr>
          <p:cNvPr id="45" name="Oval 44">
            <a:extLst>
              <a:ext uri="{FF2B5EF4-FFF2-40B4-BE49-F238E27FC236}">
                <a16:creationId xmlns:a16="http://schemas.microsoft.com/office/drawing/2014/main" id="{17560B6F-EF94-E18A-7C9D-0BA8DCAE0CCC}"/>
              </a:ext>
            </a:extLst>
          </p:cNvPr>
          <p:cNvSpPr/>
          <p:nvPr/>
        </p:nvSpPr>
        <p:spPr>
          <a:xfrm>
            <a:off x="4539344" y="3831772"/>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X</a:t>
            </a:r>
          </a:p>
        </p:txBody>
      </p:sp>
      <p:sp>
        <p:nvSpPr>
          <p:cNvPr id="46" name="Oval 45">
            <a:extLst>
              <a:ext uri="{FF2B5EF4-FFF2-40B4-BE49-F238E27FC236}">
                <a16:creationId xmlns:a16="http://schemas.microsoft.com/office/drawing/2014/main" id="{676CBE09-9B15-9864-96D8-08D1095F8F4D}"/>
              </a:ext>
            </a:extLst>
          </p:cNvPr>
          <p:cNvSpPr/>
          <p:nvPr/>
        </p:nvSpPr>
        <p:spPr>
          <a:xfrm>
            <a:off x="7075712" y="384265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Z</a:t>
            </a:r>
          </a:p>
        </p:txBody>
      </p:sp>
      <p:sp>
        <p:nvSpPr>
          <p:cNvPr id="47" name="Oval 46">
            <a:extLst>
              <a:ext uri="{FF2B5EF4-FFF2-40B4-BE49-F238E27FC236}">
                <a16:creationId xmlns:a16="http://schemas.microsoft.com/office/drawing/2014/main" id="{D28F69F8-5289-914E-6EAC-D84240B5B839}"/>
              </a:ext>
            </a:extLst>
          </p:cNvPr>
          <p:cNvSpPr/>
          <p:nvPr/>
        </p:nvSpPr>
        <p:spPr>
          <a:xfrm>
            <a:off x="7053943" y="1937659"/>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W</a:t>
            </a:r>
          </a:p>
        </p:txBody>
      </p:sp>
      <p:sp>
        <p:nvSpPr>
          <p:cNvPr id="48" name="Oval 47">
            <a:extLst>
              <a:ext uri="{FF2B5EF4-FFF2-40B4-BE49-F238E27FC236}">
                <a16:creationId xmlns:a16="http://schemas.microsoft.com/office/drawing/2014/main" id="{90619BD9-B754-D359-AAA6-B2CBC5DDA6D8}"/>
              </a:ext>
            </a:extLst>
          </p:cNvPr>
          <p:cNvSpPr/>
          <p:nvPr/>
        </p:nvSpPr>
        <p:spPr>
          <a:xfrm>
            <a:off x="4572001" y="191588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Y</a:t>
            </a:r>
          </a:p>
        </p:txBody>
      </p:sp>
      <p:cxnSp>
        <p:nvCxnSpPr>
          <p:cNvPr id="51" name="Straight Connector 50">
            <a:extLst>
              <a:ext uri="{FF2B5EF4-FFF2-40B4-BE49-F238E27FC236}">
                <a16:creationId xmlns:a16="http://schemas.microsoft.com/office/drawing/2014/main" id="{E2BEF3FF-A28A-0B2B-8EA8-F5C5D5C3EA38}"/>
              </a:ext>
            </a:extLst>
          </p:cNvPr>
          <p:cNvCxnSpPr>
            <a:stCxn id="48" idx="6"/>
            <a:endCxn id="47" idx="2"/>
          </p:cNvCxnSpPr>
          <p:nvPr/>
        </p:nvCxnSpPr>
        <p:spPr>
          <a:xfrm>
            <a:off x="5638801" y="2302331"/>
            <a:ext cx="1415142" cy="21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72430C9-C3D0-9F3B-E7E0-CA3C74450A02}"/>
              </a:ext>
            </a:extLst>
          </p:cNvPr>
          <p:cNvCxnSpPr>
            <a:stCxn id="47" idx="4"/>
            <a:endCxn id="46" idx="0"/>
          </p:cNvCxnSpPr>
          <p:nvPr/>
        </p:nvCxnSpPr>
        <p:spPr>
          <a:xfrm>
            <a:off x="7587343" y="2710544"/>
            <a:ext cx="21769" cy="113211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A15C4E1-5712-0090-766E-1F1A6E0B8397}"/>
              </a:ext>
            </a:extLst>
          </p:cNvPr>
          <p:cNvCxnSpPr>
            <a:stCxn id="48" idx="4"/>
            <a:endCxn id="45" idx="0"/>
          </p:cNvCxnSpPr>
          <p:nvPr/>
        </p:nvCxnSpPr>
        <p:spPr>
          <a:xfrm flipH="1">
            <a:off x="5072744" y="2688773"/>
            <a:ext cx="32657" cy="1142999"/>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0D7357C-1614-3D4E-A581-3D9FF9211BC0}"/>
              </a:ext>
            </a:extLst>
          </p:cNvPr>
          <p:cNvCxnSpPr>
            <a:stCxn id="45" idx="6"/>
            <a:endCxn id="46" idx="2"/>
          </p:cNvCxnSpPr>
          <p:nvPr/>
        </p:nvCxnSpPr>
        <p:spPr>
          <a:xfrm>
            <a:off x="5606144" y="4218215"/>
            <a:ext cx="1469568" cy="10886"/>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923E3B8D-6151-FF28-9D08-BFFD912D1F36}"/>
              </a:ext>
            </a:extLst>
          </p:cNvPr>
          <p:cNvSpPr txBox="1"/>
          <p:nvPr/>
        </p:nvSpPr>
        <p:spPr>
          <a:xfrm>
            <a:off x="7587336" y="3019672"/>
            <a:ext cx="576943" cy="400110"/>
          </a:xfrm>
          <a:prstGeom prst="rect">
            <a:avLst/>
          </a:prstGeom>
          <a:noFill/>
        </p:spPr>
        <p:txBody>
          <a:bodyPr wrap="square" rtlCol="0">
            <a:spAutoFit/>
          </a:bodyPr>
          <a:lstStyle/>
          <a:p>
            <a:r>
              <a:rPr lang="en-IN" sz="2000" b="1" dirty="0"/>
              <a:t>1</a:t>
            </a:r>
          </a:p>
        </p:txBody>
      </p:sp>
      <p:sp>
        <p:nvSpPr>
          <p:cNvPr id="67" name="TextBox 66">
            <a:extLst>
              <a:ext uri="{FF2B5EF4-FFF2-40B4-BE49-F238E27FC236}">
                <a16:creationId xmlns:a16="http://schemas.microsoft.com/office/drawing/2014/main" id="{BFD2C242-FA99-F9F5-90ED-B97A1E637956}"/>
              </a:ext>
            </a:extLst>
          </p:cNvPr>
          <p:cNvSpPr txBox="1"/>
          <p:nvPr/>
        </p:nvSpPr>
        <p:spPr>
          <a:xfrm>
            <a:off x="6150425" y="1985531"/>
            <a:ext cx="576943" cy="400110"/>
          </a:xfrm>
          <a:prstGeom prst="rect">
            <a:avLst/>
          </a:prstGeom>
          <a:noFill/>
        </p:spPr>
        <p:txBody>
          <a:bodyPr wrap="square" rtlCol="0">
            <a:spAutoFit/>
          </a:bodyPr>
          <a:lstStyle/>
          <a:p>
            <a:r>
              <a:rPr lang="en-IN" sz="2000" b="1" dirty="0"/>
              <a:t>1</a:t>
            </a:r>
          </a:p>
        </p:txBody>
      </p:sp>
      <p:sp>
        <p:nvSpPr>
          <p:cNvPr id="68" name="TextBox 67">
            <a:extLst>
              <a:ext uri="{FF2B5EF4-FFF2-40B4-BE49-F238E27FC236}">
                <a16:creationId xmlns:a16="http://schemas.microsoft.com/office/drawing/2014/main" id="{2879D3DB-B7F9-5B40-0150-10C7C0F98BB7}"/>
              </a:ext>
            </a:extLst>
          </p:cNvPr>
          <p:cNvSpPr txBox="1"/>
          <p:nvPr/>
        </p:nvSpPr>
        <p:spPr>
          <a:xfrm>
            <a:off x="4746170" y="3117645"/>
            <a:ext cx="576943" cy="400110"/>
          </a:xfrm>
          <a:prstGeom prst="rect">
            <a:avLst/>
          </a:prstGeom>
          <a:noFill/>
        </p:spPr>
        <p:txBody>
          <a:bodyPr wrap="square" rtlCol="0">
            <a:spAutoFit/>
          </a:bodyPr>
          <a:lstStyle/>
          <a:p>
            <a:r>
              <a:rPr lang="en-IN" sz="2000" b="1" dirty="0"/>
              <a:t>4</a:t>
            </a:r>
          </a:p>
        </p:txBody>
      </p:sp>
      <p:sp>
        <p:nvSpPr>
          <p:cNvPr id="70" name="TextBox 69">
            <a:extLst>
              <a:ext uri="{FF2B5EF4-FFF2-40B4-BE49-F238E27FC236}">
                <a16:creationId xmlns:a16="http://schemas.microsoft.com/office/drawing/2014/main" id="{4ACCF24D-AD37-36F2-31C5-DAEEA597E645}"/>
              </a:ext>
            </a:extLst>
          </p:cNvPr>
          <p:cNvSpPr txBox="1"/>
          <p:nvPr/>
        </p:nvSpPr>
        <p:spPr>
          <a:xfrm>
            <a:off x="6237513" y="4227989"/>
            <a:ext cx="576943" cy="400110"/>
          </a:xfrm>
          <a:prstGeom prst="rect">
            <a:avLst/>
          </a:prstGeom>
          <a:noFill/>
        </p:spPr>
        <p:txBody>
          <a:bodyPr wrap="square" rtlCol="0">
            <a:spAutoFit/>
          </a:bodyPr>
          <a:lstStyle/>
          <a:p>
            <a:r>
              <a:rPr lang="en-IN" sz="2000" b="1" dirty="0"/>
              <a:t>50</a:t>
            </a:r>
          </a:p>
        </p:txBody>
      </p:sp>
      <mc:AlternateContent xmlns:mc="http://schemas.openxmlformats.org/markup-compatibility/2006">
        <mc:Choice xmlns:a14="http://schemas.microsoft.com/office/drawing/2010/main" Requires="a14">
          <p:graphicFrame>
            <p:nvGraphicFramePr>
              <p:cNvPr id="71" name="Table 70">
                <a:extLst>
                  <a:ext uri="{FF2B5EF4-FFF2-40B4-BE49-F238E27FC236}">
                    <a16:creationId xmlns:a16="http://schemas.microsoft.com/office/drawing/2014/main" id="{AA4CE33F-A13C-D304-CB72-CEEC0F0FFCF1}"/>
                  </a:ext>
                </a:extLst>
              </p:cNvPr>
              <p:cNvGraphicFramePr>
                <a:graphicFrameLocks noGrp="1"/>
              </p:cNvGraphicFramePr>
              <p:nvPr>
                <p:extLst>
                  <p:ext uri="{D42A27DB-BD31-4B8C-83A1-F6EECF244321}">
                    <p14:modId xmlns:p14="http://schemas.microsoft.com/office/powerpoint/2010/main" val="994691925"/>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910597213"/>
                      </a:ext>
                    </a:extLst>
                  </a:tr>
                </a:tbl>
              </a:graphicData>
            </a:graphic>
          </p:graphicFrame>
        </mc:Choice>
        <mc:Fallback>
          <p:graphicFrame>
            <p:nvGraphicFramePr>
              <p:cNvPr id="71" name="Table 70">
                <a:extLst>
                  <a:ext uri="{FF2B5EF4-FFF2-40B4-BE49-F238E27FC236}">
                    <a16:creationId xmlns:a16="http://schemas.microsoft.com/office/drawing/2014/main" id="{AA4CE33F-A13C-D304-CB72-CEEC0F0FFCF1}"/>
                  </a:ext>
                </a:extLst>
              </p:cNvPr>
              <p:cNvGraphicFramePr>
                <a:graphicFrameLocks noGrp="1"/>
              </p:cNvGraphicFramePr>
              <p:nvPr>
                <p:extLst>
                  <p:ext uri="{D42A27DB-BD31-4B8C-83A1-F6EECF244321}">
                    <p14:modId xmlns:p14="http://schemas.microsoft.com/office/powerpoint/2010/main" val="994691925"/>
                  </p:ext>
                </p:extLst>
              </p:nvPr>
            </p:nvGraphicFramePr>
            <p:xfrm>
              <a:off x="268513" y="3778549"/>
              <a:ext cx="4111370" cy="2362932"/>
            </p:xfrm>
            <a:graphic>
              <a:graphicData uri="http://schemas.openxmlformats.org/drawingml/2006/table">
                <a:tbl>
                  <a:tblPr bandRow="1">
                    <a:tableStyleId>{5C22544A-7EE6-4342-B048-85BDC9FD1C3A}</a:tableStyleId>
                  </a:tblPr>
                  <a:tblGrid>
                    <a:gridCol w="732973">
                      <a:extLst>
                        <a:ext uri="{9D8B030D-6E8A-4147-A177-3AD203B41FA5}">
                          <a16:colId xmlns:a16="http://schemas.microsoft.com/office/drawing/2014/main" val="1041368970"/>
                        </a:ext>
                      </a:extLst>
                    </a:gridCol>
                    <a:gridCol w="751114">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gridCol w="929112">
                      <a:extLst>
                        <a:ext uri="{9D8B030D-6E8A-4147-A177-3AD203B41FA5}">
                          <a16:colId xmlns:a16="http://schemas.microsoft.com/office/drawing/2014/main" val="691000221"/>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830" t="-107692" r="-1307" b="-415385"/>
                          </a:stretch>
                        </a:blipFill>
                      </a:tcPr>
                    </a:tc>
                    <a:extLst>
                      <a:ext uri="{0D108BD9-81ED-4DB2-BD59-A6C34878D82A}">
                        <a16:rowId xmlns:a16="http://schemas.microsoft.com/office/drawing/2014/main" val="3824743364"/>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r h="393822">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910597213"/>
                      </a:ext>
                    </a:extLst>
                  </a:tr>
                </a:tbl>
              </a:graphicData>
            </a:graphic>
          </p:graphicFrame>
        </mc:Fallback>
      </mc:AlternateContent>
      <p:graphicFrame>
        <p:nvGraphicFramePr>
          <p:cNvPr id="72" name="Table 71">
            <a:extLst>
              <a:ext uri="{FF2B5EF4-FFF2-40B4-BE49-F238E27FC236}">
                <a16:creationId xmlns:a16="http://schemas.microsoft.com/office/drawing/2014/main" id="{75B979EF-BC74-E847-AEC8-532444CF00E7}"/>
              </a:ext>
            </a:extLst>
          </p:cNvPr>
          <p:cNvGraphicFramePr>
            <a:graphicFrameLocks noGrp="1"/>
          </p:cNvGraphicFramePr>
          <p:nvPr>
            <p:extLst>
              <p:ext uri="{D42A27DB-BD31-4B8C-83A1-F6EECF244321}">
                <p14:modId xmlns:p14="http://schemas.microsoft.com/office/powerpoint/2010/main" val="1886572265"/>
              </p:ext>
            </p:extLst>
          </p:nvPr>
        </p:nvGraphicFramePr>
        <p:xfrm>
          <a:off x="235858" y="567266"/>
          <a:ext cx="4111370" cy="2960930"/>
        </p:xfrm>
        <a:graphic>
          <a:graphicData uri="http://schemas.openxmlformats.org/drawingml/2006/table">
            <a:tbl>
              <a:tblPr bandRow="1">
                <a:tableStyleId>{5C22544A-7EE6-4342-B048-85BDC9FD1C3A}</a:tableStyleId>
              </a:tblPr>
              <a:tblGrid>
                <a:gridCol w="613228">
                  <a:extLst>
                    <a:ext uri="{9D8B030D-6E8A-4147-A177-3AD203B41FA5}">
                      <a16:colId xmlns:a16="http://schemas.microsoft.com/office/drawing/2014/main" val="1041368970"/>
                    </a:ext>
                  </a:extLst>
                </a:gridCol>
                <a:gridCol w="718458">
                  <a:extLst>
                    <a:ext uri="{9D8B030D-6E8A-4147-A177-3AD203B41FA5}">
                      <a16:colId xmlns:a16="http://schemas.microsoft.com/office/drawing/2014/main" val="3138672394"/>
                    </a:ext>
                  </a:extLst>
                </a:gridCol>
                <a:gridCol w="936171">
                  <a:extLst>
                    <a:ext uri="{9D8B030D-6E8A-4147-A177-3AD203B41FA5}">
                      <a16:colId xmlns:a16="http://schemas.microsoft.com/office/drawing/2014/main" val="358923639"/>
                    </a:ext>
                  </a:extLst>
                </a:gridCol>
                <a:gridCol w="881743">
                  <a:extLst>
                    <a:ext uri="{9D8B030D-6E8A-4147-A177-3AD203B41FA5}">
                      <a16:colId xmlns:a16="http://schemas.microsoft.com/office/drawing/2014/main" val="30883990"/>
                    </a:ext>
                  </a:extLst>
                </a:gridCol>
                <a:gridCol w="961770">
                  <a:extLst>
                    <a:ext uri="{9D8B030D-6E8A-4147-A177-3AD203B41FA5}">
                      <a16:colId xmlns:a16="http://schemas.microsoft.com/office/drawing/2014/main" val="691000221"/>
                    </a:ext>
                  </a:extLst>
                </a:gridCol>
              </a:tblGrid>
              <a:tr h="42299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42299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422990">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42299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42299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42299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634013817"/>
                  </a:ext>
                </a:extLst>
              </a:tr>
              <a:tr h="42299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489864172"/>
                  </a:ext>
                </a:extLst>
              </a:tr>
            </a:tbl>
          </a:graphicData>
        </a:graphic>
      </p:graphicFrame>
      <p:graphicFrame>
        <p:nvGraphicFramePr>
          <p:cNvPr id="75" name="Table 74">
            <a:extLst>
              <a:ext uri="{FF2B5EF4-FFF2-40B4-BE49-F238E27FC236}">
                <a16:creationId xmlns:a16="http://schemas.microsoft.com/office/drawing/2014/main" id="{519F7DEF-A32A-4C91-052D-79F36D6633E7}"/>
              </a:ext>
            </a:extLst>
          </p:cNvPr>
          <p:cNvGraphicFramePr>
            <a:graphicFrameLocks noGrp="1"/>
          </p:cNvGraphicFramePr>
          <p:nvPr>
            <p:extLst>
              <p:ext uri="{D42A27DB-BD31-4B8C-83A1-F6EECF244321}">
                <p14:modId xmlns:p14="http://schemas.microsoft.com/office/powerpoint/2010/main" val="3478681351"/>
              </p:ext>
            </p:extLst>
          </p:nvPr>
        </p:nvGraphicFramePr>
        <p:xfrm>
          <a:off x="8389250" y="3147180"/>
          <a:ext cx="3661240" cy="2560320"/>
        </p:xfrm>
        <a:graphic>
          <a:graphicData uri="http://schemas.openxmlformats.org/drawingml/2006/table">
            <a:tbl>
              <a:tblPr bandRow="1">
                <a:tableStyleId>{5C22544A-7EE6-4342-B048-85BDC9FD1C3A}</a:tableStyleId>
              </a:tblPr>
              <a:tblGrid>
                <a:gridCol w="689436">
                  <a:extLst>
                    <a:ext uri="{9D8B030D-6E8A-4147-A177-3AD203B41FA5}">
                      <a16:colId xmlns:a16="http://schemas.microsoft.com/office/drawing/2014/main" val="1041368970"/>
                    </a:ext>
                  </a:extLst>
                </a:gridCol>
                <a:gridCol w="775060">
                  <a:extLst>
                    <a:ext uri="{9D8B030D-6E8A-4147-A177-3AD203B41FA5}">
                      <a16:colId xmlns:a16="http://schemas.microsoft.com/office/drawing/2014/main" val="3138672394"/>
                    </a:ext>
                  </a:extLst>
                </a:gridCol>
                <a:gridCol w="732248">
                  <a:extLst>
                    <a:ext uri="{9D8B030D-6E8A-4147-A177-3AD203B41FA5}">
                      <a16:colId xmlns:a16="http://schemas.microsoft.com/office/drawing/2014/main" val="358923639"/>
                    </a:ext>
                  </a:extLst>
                </a:gridCol>
                <a:gridCol w="732248">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0990628"/>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985824019"/>
                  </a:ext>
                </a:extLst>
              </a:tr>
              <a:tr h="320604">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25794364"/>
                  </a:ext>
                </a:extLst>
              </a:tr>
            </a:tbl>
          </a:graphicData>
        </a:graphic>
      </p:graphicFrame>
      <mc:AlternateContent xmlns:mc="http://schemas.openxmlformats.org/markup-compatibility/2006">
        <mc:Choice xmlns:a14="http://schemas.microsoft.com/office/drawing/2010/main" Requires="a14">
          <p:graphicFrame>
            <p:nvGraphicFramePr>
              <p:cNvPr id="76" name="Table 75">
                <a:extLst>
                  <a:ext uri="{FF2B5EF4-FFF2-40B4-BE49-F238E27FC236}">
                    <a16:creationId xmlns:a16="http://schemas.microsoft.com/office/drawing/2014/main" id="{CA6753BB-A69B-1969-CA14-0B588ED169F0}"/>
                  </a:ext>
                </a:extLst>
              </p:cNvPr>
              <p:cNvGraphicFramePr>
                <a:graphicFrameLocks noGrp="1"/>
              </p:cNvGraphicFramePr>
              <p:nvPr>
                <p:extLst>
                  <p:ext uri="{D42A27DB-BD31-4B8C-83A1-F6EECF244321}">
                    <p14:modId xmlns:p14="http://schemas.microsoft.com/office/powerpoint/2010/main" val="1951138037"/>
                  </p:ext>
                </p:extLst>
              </p:nvPr>
            </p:nvGraphicFramePr>
            <p:xfrm>
              <a:off x="8345702" y="186267"/>
              <a:ext cx="3661241" cy="2194560"/>
            </p:xfrm>
            <a:graphic>
              <a:graphicData uri="http://schemas.openxmlformats.org/drawingml/2006/table">
                <a:tbl>
                  <a:tblPr bandRow="1">
                    <a:tableStyleId>{5C22544A-7EE6-4342-B048-85BDC9FD1C3A}</a:tableStyleId>
                  </a:tblPr>
                  <a:tblGrid>
                    <a:gridCol w="613241">
                      <a:extLst>
                        <a:ext uri="{9D8B030D-6E8A-4147-A177-3AD203B41FA5}">
                          <a16:colId xmlns:a16="http://schemas.microsoft.com/office/drawing/2014/main" val="1041368970"/>
                        </a:ext>
                      </a:extLst>
                    </a:gridCol>
                    <a:gridCol w="67802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20604">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Choice>
        <mc:Fallback>
          <p:graphicFrame>
            <p:nvGraphicFramePr>
              <p:cNvPr id="76" name="Table 75">
                <a:extLst>
                  <a:ext uri="{FF2B5EF4-FFF2-40B4-BE49-F238E27FC236}">
                    <a16:creationId xmlns:a16="http://schemas.microsoft.com/office/drawing/2014/main" id="{CA6753BB-A69B-1969-CA14-0B588ED169F0}"/>
                  </a:ext>
                </a:extLst>
              </p:cNvPr>
              <p:cNvGraphicFramePr>
                <a:graphicFrameLocks noGrp="1"/>
              </p:cNvGraphicFramePr>
              <p:nvPr>
                <p:extLst>
                  <p:ext uri="{D42A27DB-BD31-4B8C-83A1-F6EECF244321}">
                    <p14:modId xmlns:p14="http://schemas.microsoft.com/office/powerpoint/2010/main" val="1951138037"/>
                  </p:ext>
                </p:extLst>
              </p:nvPr>
            </p:nvGraphicFramePr>
            <p:xfrm>
              <a:off x="8345702" y="186267"/>
              <a:ext cx="3661241" cy="2194560"/>
            </p:xfrm>
            <a:graphic>
              <a:graphicData uri="http://schemas.openxmlformats.org/drawingml/2006/table">
                <a:tbl>
                  <a:tblPr bandRow="1">
                    <a:tableStyleId>{5C22544A-7EE6-4342-B048-85BDC9FD1C3A}</a:tableStyleId>
                  </a:tblPr>
                  <a:tblGrid>
                    <a:gridCol w="613241">
                      <a:extLst>
                        <a:ext uri="{9D8B030D-6E8A-4147-A177-3AD203B41FA5}">
                          <a16:colId xmlns:a16="http://schemas.microsoft.com/office/drawing/2014/main" val="1041368970"/>
                        </a:ext>
                      </a:extLst>
                    </a:gridCol>
                    <a:gridCol w="678022">
                      <a:extLst>
                        <a:ext uri="{9D8B030D-6E8A-4147-A177-3AD203B41FA5}">
                          <a16:colId xmlns:a16="http://schemas.microsoft.com/office/drawing/2014/main" val="3138672394"/>
                        </a:ext>
                      </a:extLst>
                    </a:gridCol>
                    <a:gridCol w="794003">
                      <a:extLst>
                        <a:ext uri="{9D8B030D-6E8A-4147-A177-3AD203B41FA5}">
                          <a16:colId xmlns:a16="http://schemas.microsoft.com/office/drawing/2014/main" val="358923639"/>
                        </a:ext>
                      </a:extLst>
                    </a:gridCol>
                    <a:gridCol w="843727">
                      <a:extLst>
                        <a:ext uri="{9D8B030D-6E8A-4147-A177-3AD203B41FA5}">
                          <a16:colId xmlns:a16="http://schemas.microsoft.com/office/drawing/2014/main" val="30883990"/>
                        </a:ext>
                      </a:extLst>
                    </a:gridCol>
                    <a:gridCol w="732248">
                      <a:extLst>
                        <a:ext uri="{9D8B030D-6E8A-4147-A177-3AD203B41FA5}">
                          <a16:colId xmlns:a16="http://schemas.microsoft.com/office/drawing/2014/main" val="691000221"/>
                        </a:ext>
                      </a:extLst>
                    </a:gridCol>
                  </a:tblGrid>
                  <a:tr h="36576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65760">
                    <a:tc>
                      <a:txBody>
                        <a:bodyPr/>
                        <a:lstStyle/>
                        <a:p>
                          <a:r>
                            <a:rPr lang="en-IN" dirty="0">
                              <a:solidFill>
                                <a:schemeClr val="bg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892" t="-108333" r="-352252" b="-428333"/>
                          </a:stretch>
                        </a:blip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65760">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058941"/>
                      </a:ext>
                    </a:extLst>
                  </a:tr>
                  <a:tr h="365760">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824019"/>
                      </a:ext>
                    </a:extLst>
                  </a:tr>
                  <a:tr h="36576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7160931"/>
                      </a:ext>
                    </a:extLst>
                  </a:tr>
                  <a:tr h="365760">
                    <a:tc>
                      <a:txBody>
                        <a:bodyPr/>
                        <a:lstStyle/>
                        <a:p>
                          <a:r>
                            <a:rPr lang="en-IN" dirty="0">
                              <a:solidFill>
                                <a:schemeClr val="bg1"/>
                              </a:solidFill>
                            </a:rPr>
                            <a:t>ODV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l"/>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16409701"/>
                      </a:ext>
                    </a:extLst>
                  </a:tr>
                </a:tbl>
              </a:graphicData>
            </a:graphic>
          </p:graphicFrame>
        </mc:Fallback>
      </mc:AlternateContent>
      <p:cxnSp>
        <p:nvCxnSpPr>
          <p:cNvPr id="83" name="Straight Connector 82">
            <a:extLst>
              <a:ext uri="{FF2B5EF4-FFF2-40B4-BE49-F238E27FC236}">
                <a16:creationId xmlns:a16="http://schemas.microsoft.com/office/drawing/2014/main" id="{33110FC8-CB63-ABC5-024B-21F3247AB126}"/>
              </a:ext>
            </a:extLst>
          </p:cNvPr>
          <p:cNvCxnSpPr>
            <a:stCxn id="48" idx="5"/>
            <a:endCxn id="46" idx="1"/>
          </p:cNvCxnSpPr>
          <p:nvPr/>
        </p:nvCxnSpPr>
        <p:spPr>
          <a:xfrm>
            <a:off x="5482572" y="2575587"/>
            <a:ext cx="1749369" cy="1380257"/>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E5F3EA8E-5F55-E2AD-AAAD-96BD0C12C1AB}"/>
              </a:ext>
            </a:extLst>
          </p:cNvPr>
          <p:cNvSpPr txBox="1"/>
          <p:nvPr/>
        </p:nvSpPr>
        <p:spPr>
          <a:xfrm>
            <a:off x="6302825" y="2987017"/>
            <a:ext cx="576943" cy="400110"/>
          </a:xfrm>
          <a:prstGeom prst="rect">
            <a:avLst/>
          </a:prstGeom>
          <a:noFill/>
        </p:spPr>
        <p:txBody>
          <a:bodyPr wrap="square" rtlCol="0">
            <a:spAutoFit/>
          </a:bodyPr>
          <a:lstStyle/>
          <a:p>
            <a:r>
              <a:rPr lang="en-IN" sz="2000" b="1" dirty="0"/>
              <a:t>3</a:t>
            </a:r>
          </a:p>
        </p:txBody>
      </p:sp>
      <p:sp>
        <p:nvSpPr>
          <p:cNvPr id="3" name="TextBox 2">
            <a:extLst>
              <a:ext uri="{FF2B5EF4-FFF2-40B4-BE49-F238E27FC236}">
                <a16:creationId xmlns:a16="http://schemas.microsoft.com/office/drawing/2014/main" id="{FA17E329-A93C-2FA8-78F6-FE8D646D4BE7}"/>
              </a:ext>
            </a:extLst>
          </p:cNvPr>
          <p:cNvSpPr txBox="1"/>
          <p:nvPr/>
        </p:nvSpPr>
        <p:spPr>
          <a:xfrm>
            <a:off x="5105401" y="567266"/>
            <a:ext cx="2819399" cy="1200329"/>
          </a:xfrm>
          <a:prstGeom prst="rect">
            <a:avLst/>
          </a:prstGeom>
          <a:noFill/>
        </p:spPr>
        <p:txBody>
          <a:bodyPr wrap="square" rtlCol="0">
            <a:spAutoFit/>
          </a:bodyPr>
          <a:lstStyle/>
          <a:p>
            <a:r>
              <a:rPr lang="en-IN" sz="2400" dirty="0"/>
              <a:t>Compute DV</a:t>
            </a:r>
          </a:p>
          <a:p>
            <a:r>
              <a:rPr lang="en-IN" sz="2400" dirty="0"/>
              <a:t>All DVs are the same as ODVs. STOP.</a:t>
            </a:r>
          </a:p>
        </p:txBody>
      </p:sp>
    </p:spTree>
    <p:extLst>
      <p:ext uri="{BB962C8B-B14F-4D97-AF65-F5344CB8AC3E}">
        <p14:creationId xmlns:p14="http://schemas.microsoft.com/office/powerpoint/2010/main" val="17938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041F9-5465-8D5A-BCB5-AC0639E1321D}"/>
              </a:ext>
            </a:extLst>
          </p:cNvPr>
          <p:cNvSpPr>
            <a:spLocks noGrp="1"/>
          </p:cNvSpPr>
          <p:nvPr>
            <p:ph type="title"/>
          </p:nvPr>
        </p:nvSpPr>
        <p:spPr/>
        <p:txBody>
          <a:bodyPr/>
          <a:lstStyle/>
          <a:p>
            <a:r>
              <a:rPr lang="en-IN" dirty="0"/>
              <a:t>Link cost update</a:t>
            </a:r>
          </a:p>
        </p:txBody>
      </p:sp>
      <p:sp>
        <p:nvSpPr>
          <p:cNvPr id="3" name="Text Placeholder 2">
            <a:extLst>
              <a:ext uri="{FF2B5EF4-FFF2-40B4-BE49-F238E27FC236}">
                <a16:creationId xmlns:a16="http://schemas.microsoft.com/office/drawing/2014/main" id="{EBFBBFE8-D4D7-CC7D-CCCA-572979FFA102}"/>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824888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C32FE-92B9-4D3D-C2C7-A2805FCE7239}"/>
              </a:ext>
            </a:extLst>
          </p:cNvPr>
          <p:cNvSpPr>
            <a:spLocks noGrp="1"/>
          </p:cNvSpPr>
          <p:nvPr>
            <p:ph type="title"/>
          </p:nvPr>
        </p:nvSpPr>
        <p:spPr/>
        <p:txBody>
          <a:bodyPr/>
          <a:lstStyle/>
          <a:p>
            <a:r>
              <a:rPr lang="en-IN" dirty="0"/>
              <a:t>Link-cost change</a:t>
            </a:r>
          </a:p>
        </p:txBody>
      </p:sp>
      <p:sp>
        <p:nvSpPr>
          <p:cNvPr id="3" name="Content Placeholder 2">
            <a:extLst>
              <a:ext uri="{FF2B5EF4-FFF2-40B4-BE49-F238E27FC236}">
                <a16:creationId xmlns:a16="http://schemas.microsoft.com/office/drawing/2014/main" id="{D444FE71-B2B8-C4C2-CBD0-5765F3824575}"/>
              </a:ext>
            </a:extLst>
          </p:cNvPr>
          <p:cNvSpPr>
            <a:spLocks noGrp="1"/>
          </p:cNvSpPr>
          <p:nvPr>
            <p:ph idx="1"/>
          </p:nvPr>
        </p:nvSpPr>
        <p:spPr/>
        <p:txBody>
          <a:bodyPr/>
          <a:lstStyle/>
          <a:p>
            <a:r>
              <a:rPr lang="en-IN" dirty="0"/>
              <a:t>If the cost of a link changes, the nodes connected to the link recompute their DVs, using the old advertised DVs of neighbours</a:t>
            </a:r>
          </a:p>
          <a:p>
            <a:pPr lvl="1"/>
            <a:r>
              <a:rPr lang="en-IN" dirty="0"/>
              <a:t>If the DV is not the same as the last computed DV, the node shares the new DV with all its neighbours</a:t>
            </a:r>
          </a:p>
          <a:p>
            <a:pPr lvl="1"/>
            <a:endParaRPr lang="en-IN" dirty="0"/>
          </a:p>
          <a:p>
            <a:r>
              <a:rPr lang="en-IN" dirty="0"/>
              <a:t>If the link cost decreases, the algorithm quickly stabilizes</a:t>
            </a:r>
          </a:p>
          <a:p>
            <a:endParaRPr lang="en-IN" dirty="0"/>
          </a:p>
          <a:p>
            <a:r>
              <a:rPr lang="en-IN" dirty="0"/>
              <a:t>If the link cost increases, it </a:t>
            </a:r>
            <a:r>
              <a:rPr lang="en-IN"/>
              <a:t>sometimes gets </a:t>
            </a:r>
            <a:r>
              <a:rPr lang="en-IN" dirty="0"/>
              <a:t>into the count-to-infinity problem</a:t>
            </a:r>
          </a:p>
        </p:txBody>
      </p:sp>
    </p:spTree>
    <p:extLst>
      <p:ext uri="{BB962C8B-B14F-4D97-AF65-F5344CB8AC3E}">
        <p14:creationId xmlns:p14="http://schemas.microsoft.com/office/powerpoint/2010/main" val="1336920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E700E-511D-10D2-540D-D9B670C46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2F3020-CD7A-443C-E5EA-8BD7E959B9C7}"/>
              </a:ext>
            </a:extLst>
          </p:cNvPr>
          <p:cNvSpPr>
            <a:spLocks noGrp="1"/>
          </p:cNvSpPr>
          <p:nvPr>
            <p:ph type="title"/>
          </p:nvPr>
        </p:nvSpPr>
        <p:spPr/>
        <p:txBody>
          <a:bodyPr/>
          <a:lstStyle/>
          <a:p>
            <a:r>
              <a:rPr lang="en-IN" dirty="0"/>
              <a:t>Distance vector routing</a:t>
            </a:r>
          </a:p>
        </p:txBody>
      </p:sp>
      <p:sp>
        <p:nvSpPr>
          <p:cNvPr id="45" name="Oval 44">
            <a:extLst>
              <a:ext uri="{FF2B5EF4-FFF2-40B4-BE49-F238E27FC236}">
                <a16:creationId xmlns:a16="http://schemas.microsoft.com/office/drawing/2014/main" id="{45DD042B-8C19-F49D-F853-6F378B5DC082}"/>
              </a:ext>
            </a:extLst>
          </p:cNvPr>
          <p:cNvSpPr/>
          <p:nvPr/>
        </p:nvSpPr>
        <p:spPr>
          <a:xfrm>
            <a:off x="4898573" y="3831772"/>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X</a:t>
            </a:r>
          </a:p>
        </p:txBody>
      </p:sp>
      <p:sp>
        <p:nvSpPr>
          <p:cNvPr id="46" name="Oval 45">
            <a:extLst>
              <a:ext uri="{FF2B5EF4-FFF2-40B4-BE49-F238E27FC236}">
                <a16:creationId xmlns:a16="http://schemas.microsoft.com/office/drawing/2014/main" id="{3CE54D65-9727-C80C-3DDF-E3B3D5BFF9AE}"/>
              </a:ext>
            </a:extLst>
          </p:cNvPr>
          <p:cNvSpPr/>
          <p:nvPr/>
        </p:nvSpPr>
        <p:spPr>
          <a:xfrm>
            <a:off x="7434941" y="384265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Z</a:t>
            </a:r>
          </a:p>
        </p:txBody>
      </p:sp>
      <p:sp>
        <p:nvSpPr>
          <p:cNvPr id="48" name="Oval 47">
            <a:extLst>
              <a:ext uri="{FF2B5EF4-FFF2-40B4-BE49-F238E27FC236}">
                <a16:creationId xmlns:a16="http://schemas.microsoft.com/office/drawing/2014/main" id="{94B446A8-678F-F460-A7AA-215DE8EAB81D}"/>
              </a:ext>
            </a:extLst>
          </p:cNvPr>
          <p:cNvSpPr/>
          <p:nvPr/>
        </p:nvSpPr>
        <p:spPr>
          <a:xfrm>
            <a:off x="4931230" y="1915888"/>
            <a:ext cx="1066800" cy="7728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Y</a:t>
            </a:r>
          </a:p>
        </p:txBody>
      </p:sp>
      <p:sp>
        <p:nvSpPr>
          <p:cNvPr id="68" name="TextBox 67">
            <a:extLst>
              <a:ext uri="{FF2B5EF4-FFF2-40B4-BE49-F238E27FC236}">
                <a16:creationId xmlns:a16="http://schemas.microsoft.com/office/drawing/2014/main" id="{B0FE4B1A-FCA6-6373-1DE4-F9538A8F1AAD}"/>
              </a:ext>
            </a:extLst>
          </p:cNvPr>
          <p:cNvSpPr txBox="1"/>
          <p:nvPr/>
        </p:nvSpPr>
        <p:spPr>
          <a:xfrm>
            <a:off x="5105399" y="3117645"/>
            <a:ext cx="576943" cy="400110"/>
          </a:xfrm>
          <a:prstGeom prst="rect">
            <a:avLst/>
          </a:prstGeom>
          <a:noFill/>
        </p:spPr>
        <p:txBody>
          <a:bodyPr wrap="square" rtlCol="0">
            <a:spAutoFit/>
          </a:bodyPr>
          <a:lstStyle/>
          <a:p>
            <a:r>
              <a:rPr lang="en-IN" sz="2000" b="1" dirty="0"/>
              <a:t>4</a:t>
            </a:r>
          </a:p>
        </p:txBody>
      </p:sp>
      <p:sp>
        <p:nvSpPr>
          <p:cNvPr id="70" name="TextBox 69">
            <a:extLst>
              <a:ext uri="{FF2B5EF4-FFF2-40B4-BE49-F238E27FC236}">
                <a16:creationId xmlns:a16="http://schemas.microsoft.com/office/drawing/2014/main" id="{BAF41EA0-85D4-E89D-4F7F-3CDC30F793FD}"/>
              </a:ext>
            </a:extLst>
          </p:cNvPr>
          <p:cNvSpPr txBox="1"/>
          <p:nvPr/>
        </p:nvSpPr>
        <p:spPr>
          <a:xfrm>
            <a:off x="6596742" y="4227989"/>
            <a:ext cx="576943" cy="400110"/>
          </a:xfrm>
          <a:prstGeom prst="rect">
            <a:avLst/>
          </a:prstGeom>
          <a:noFill/>
        </p:spPr>
        <p:txBody>
          <a:bodyPr wrap="square" rtlCol="0">
            <a:spAutoFit/>
          </a:bodyPr>
          <a:lstStyle/>
          <a:p>
            <a:r>
              <a:rPr lang="en-IN" sz="2000" b="1" dirty="0"/>
              <a:t>50</a:t>
            </a:r>
          </a:p>
        </p:txBody>
      </p:sp>
      <p:graphicFrame>
        <p:nvGraphicFramePr>
          <p:cNvPr id="71" name="Table 70">
            <a:extLst>
              <a:ext uri="{FF2B5EF4-FFF2-40B4-BE49-F238E27FC236}">
                <a16:creationId xmlns:a16="http://schemas.microsoft.com/office/drawing/2014/main" id="{642ABB67-90CB-CADA-0B56-31519C6EA65E}"/>
              </a:ext>
            </a:extLst>
          </p:cNvPr>
          <p:cNvGraphicFramePr>
            <a:graphicFrameLocks noGrp="1"/>
          </p:cNvGraphicFramePr>
          <p:nvPr>
            <p:extLst>
              <p:ext uri="{D42A27DB-BD31-4B8C-83A1-F6EECF244321}">
                <p14:modId xmlns:p14="http://schemas.microsoft.com/office/powerpoint/2010/main" val="2023537881"/>
              </p:ext>
            </p:extLst>
          </p:nvPr>
        </p:nvGraphicFramePr>
        <p:xfrm>
          <a:off x="6484250" y="1046237"/>
          <a:ext cx="3182258" cy="1575288"/>
        </p:xfrm>
        <a:graphic>
          <a:graphicData uri="http://schemas.openxmlformats.org/drawingml/2006/table">
            <a:tbl>
              <a:tblPr bandRow="1">
                <a:tableStyleId>{5C22544A-7EE6-4342-B048-85BDC9FD1C3A}</a:tableStyleId>
              </a:tblPr>
              <a:tblGrid>
                <a:gridCol w="591458">
                  <a:extLst>
                    <a:ext uri="{9D8B030D-6E8A-4147-A177-3AD203B41FA5}">
                      <a16:colId xmlns:a16="http://schemas.microsoft.com/office/drawing/2014/main" val="1041368970"/>
                    </a:ext>
                  </a:extLst>
                </a:gridCol>
                <a:gridCol w="892629">
                  <a:extLst>
                    <a:ext uri="{9D8B030D-6E8A-4147-A177-3AD203B41FA5}">
                      <a16:colId xmlns:a16="http://schemas.microsoft.com/office/drawing/2014/main" val="3138672394"/>
                    </a:ext>
                  </a:extLst>
                </a:gridCol>
                <a:gridCol w="838200">
                  <a:extLst>
                    <a:ext uri="{9D8B030D-6E8A-4147-A177-3AD203B41FA5}">
                      <a16:colId xmlns:a16="http://schemas.microsoft.com/office/drawing/2014/main" val="358923639"/>
                    </a:ext>
                  </a:extLst>
                </a:gridCol>
                <a:gridCol w="859971">
                  <a:extLst>
                    <a:ext uri="{9D8B030D-6E8A-4147-A177-3AD203B41FA5}">
                      <a16:colId xmlns:a16="http://schemas.microsoft.com/office/drawing/2014/main" val="30883990"/>
                    </a:ext>
                  </a:extLst>
                </a:gridCol>
              </a:tblGrid>
              <a:tr h="393822">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93822">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93822">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93822">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0452933"/>
                  </a:ext>
                </a:extLst>
              </a:tr>
            </a:tbl>
          </a:graphicData>
        </a:graphic>
      </p:graphicFrame>
      <mc:AlternateContent xmlns:mc="http://schemas.openxmlformats.org/markup-compatibility/2006" xmlns:a14="http://schemas.microsoft.com/office/drawing/2010/main">
        <mc:Choice Requires="a14">
          <p:graphicFrame>
            <p:nvGraphicFramePr>
              <p:cNvPr id="72" name="Table 71">
                <a:extLst>
                  <a:ext uri="{FF2B5EF4-FFF2-40B4-BE49-F238E27FC236}">
                    <a16:creationId xmlns:a16="http://schemas.microsoft.com/office/drawing/2014/main" id="{E53E5219-C99A-BE02-496B-C3D3F2678469}"/>
                  </a:ext>
                </a:extLst>
              </p:cNvPr>
              <p:cNvGraphicFramePr>
                <a:graphicFrameLocks noGrp="1"/>
              </p:cNvGraphicFramePr>
              <p:nvPr>
                <p:extLst>
                  <p:ext uri="{D42A27DB-BD31-4B8C-83A1-F6EECF244321}">
                    <p14:modId xmlns:p14="http://schemas.microsoft.com/office/powerpoint/2010/main" val="4118712296"/>
                  </p:ext>
                </p:extLst>
              </p:nvPr>
            </p:nvGraphicFramePr>
            <p:xfrm>
              <a:off x="584201" y="4486121"/>
              <a:ext cx="3149600" cy="1268970"/>
            </p:xfrm>
            <a:graphic>
              <a:graphicData uri="http://schemas.openxmlformats.org/drawingml/2006/table">
                <a:tbl>
                  <a:tblPr bandRow="1">
                    <a:tableStyleId>{5C22544A-7EE6-4342-B048-85BDC9FD1C3A}</a:tableStyleId>
                  </a:tblPr>
                  <a:tblGrid>
                    <a:gridCol w="515257">
                      <a:extLst>
                        <a:ext uri="{9D8B030D-6E8A-4147-A177-3AD203B41FA5}">
                          <a16:colId xmlns:a16="http://schemas.microsoft.com/office/drawing/2014/main" val="1041368970"/>
                        </a:ext>
                      </a:extLst>
                    </a:gridCol>
                    <a:gridCol w="816429">
                      <a:extLst>
                        <a:ext uri="{9D8B030D-6E8A-4147-A177-3AD203B41FA5}">
                          <a16:colId xmlns:a16="http://schemas.microsoft.com/office/drawing/2014/main" val="3138672394"/>
                        </a:ext>
                      </a:extLst>
                    </a:gridCol>
                    <a:gridCol w="936171">
                      <a:extLst>
                        <a:ext uri="{9D8B030D-6E8A-4147-A177-3AD203B41FA5}">
                          <a16:colId xmlns:a16="http://schemas.microsoft.com/office/drawing/2014/main" val="358923639"/>
                        </a:ext>
                      </a:extLst>
                    </a:gridCol>
                    <a:gridCol w="881743">
                      <a:extLst>
                        <a:ext uri="{9D8B030D-6E8A-4147-A177-3AD203B41FA5}">
                          <a16:colId xmlns:a16="http://schemas.microsoft.com/office/drawing/2014/main" val="30883990"/>
                        </a:ext>
                      </a:extLst>
                    </a:gridCol>
                  </a:tblGrid>
                  <a:tr h="42299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422990">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oMath>
                            </m:oMathPara>
                          </a14:m>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42299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634013817"/>
                      </a:ext>
                    </a:extLst>
                  </a:tr>
                </a:tbl>
              </a:graphicData>
            </a:graphic>
          </p:graphicFrame>
        </mc:Choice>
        <mc:Fallback xmlns="">
          <p:graphicFrame>
            <p:nvGraphicFramePr>
              <p:cNvPr id="72" name="Table 71">
                <a:extLst>
                  <a:ext uri="{FF2B5EF4-FFF2-40B4-BE49-F238E27FC236}">
                    <a16:creationId xmlns:a16="http://schemas.microsoft.com/office/drawing/2014/main" id="{E53E5219-C99A-BE02-496B-C3D3F2678469}"/>
                  </a:ext>
                </a:extLst>
              </p:cNvPr>
              <p:cNvGraphicFramePr>
                <a:graphicFrameLocks noGrp="1"/>
              </p:cNvGraphicFramePr>
              <p:nvPr>
                <p:extLst>
                  <p:ext uri="{D42A27DB-BD31-4B8C-83A1-F6EECF244321}">
                    <p14:modId xmlns:p14="http://schemas.microsoft.com/office/powerpoint/2010/main" val="4118712296"/>
                  </p:ext>
                </p:extLst>
              </p:nvPr>
            </p:nvGraphicFramePr>
            <p:xfrm>
              <a:off x="584201" y="4486121"/>
              <a:ext cx="3149600" cy="1268970"/>
            </p:xfrm>
            <a:graphic>
              <a:graphicData uri="http://schemas.openxmlformats.org/drawingml/2006/table">
                <a:tbl>
                  <a:tblPr bandRow="1">
                    <a:tableStyleId>{5C22544A-7EE6-4342-B048-85BDC9FD1C3A}</a:tableStyleId>
                  </a:tblPr>
                  <a:tblGrid>
                    <a:gridCol w="515257">
                      <a:extLst>
                        <a:ext uri="{9D8B030D-6E8A-4147-A177-3AD203B41FA5}">
                          <a16:colId xmlns:a16="http://schemas.microsoft.com/office/drawing/2014/main" val="1041368970"/>
                        </a:ext>
                      </a:extLst>
                    </a:gridCol>
                    <a:gridCol w="816429">
                      <a:extLst>
                        <a:ext uri="{9D8B030D-6E8A-4147-A177-3AD203B41FA5}">
                          <a16:colId xmlns:a16="http://schemas.microsoft.com/office/drawing/2014/main" val="3138672394"/>
                        </a:ext>
                      </a:extLst>
                    </a:gridCol>
                    <a:gridCol w="936171">
                      <a:extLst>
                        <a:ext uri="{9D8B030D-6E8A-4147-A177-3AD203B41FA5}">
                          <a16:colId xmlns:a16="http://schemas.microsoft.com/office/drawing/2014/main" val="358923639"/>
                        </a:ext>
                      </a:extLst>
                    </a:gridCol>
                    <a:gridCol w="881743">
                      <a:extLst>
                        <a:ext uri="{9D8B030D-6E8A-4147-A177-3AD203B41FA5}">
                          <a16:colId xmlns:a16="http://schemas.microsoft.com/office/drawing/2014/main" val="30883990"/>
                        </a:ext>
                      </a:extLst>
                    </a:gridCol>
                  </a:tblGrid>
                  <a:tr h="42299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422990">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2857" t="-107143" r="-95455" b="-10857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7931" t="-107143" r="-1379" b="-108571"/>
                          </a:stretch>
                        </a:blipFill>
                      </a:tcPr>
                    </a:tc>
                    <a:extLst>
                      <a:ext uri="{0D108BD9-81ED-4DB2-BD59-A6C34878D82A}">
                        <a16:rowId xmlns:a16="http://schemas.microsoft.com/office/drawing/2014/main" val="3824743364"/>
                      </a:ext>
                    </a:extLst>
                  </a:tr>
                  <a:tr h="422990">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634013817"/>
                      </a:ext>
                    </a:extLst>
                  </a:tr>
                </a:tbl>
              </a:graphicData>
            </a:graphic>
          </p:graphicFrame>
        </mc:Fallback>
      </mc:AlternateContent>
      <p:graphicFrame>
        <p:nvGraphicFramePr>
          <p:cNvPr id="75" name="Table 74">
            <a:extLst>
              <a:ext uri="{FF2B5EF4-FFF2-40B4-BE49-F238E27FC236}">
                <a16:creationId xmlns:a16="http://schemas.microsoft.com/office/drawing/2014/main" id="{D8F419C2-010B-EBF3-30A7-795B0DC7F5CB}"/>
              </a:ext>
            </a:extLst>
          </p:cNvPr>
          <p:cNvGraphicFramePr>
            <a:graphicFrameLocks noGrp="1"/>
          </p:cNvGraphicFramePr>
          <p:nvPr>
            <p:extLst>
              <p:ext uri="{D42A27DB-BD31-4B8C-83A1-F6EECF244321}">
                <p14:modId xmlns:p14="http://schemas.microsoft.com/office/powerpoint/2010/main" val="1792368267"/>
              </p:ext>
            </p:extLst>
          </p:nvPr>
        </p:nvGraphicFramePr>
        <p:xfrm>
          <a:off x="8334820" y="4584096"/>
          <a:ext cx="2928992" cy="1463040"/>
        </p:xfrm>
        <a:graphic>
          <a:graphicData uri="http://schemas.openxmlformats.org/drawingml/2006/table">
            <a:tbl>
              <a:tblPr bandRow="1">
                <a:tableStyleId>{5C22544A-7EE6-4342-B048-85BDC9FD1C3A}</a:tableStyleId>
              </a:tblPr>
              <a:tblGrid>
                <a:gridCol w="569694">
                  <a:extLst>
                    <a:ext uri="{9D8B030D-6E8A-4147-A177-3AD203B41FA5}">
                      <a16:colId xmlns:a16="http://schemas.microsoft.com/office/drawing/2014/main" val="1041368970"/>
                    </a:ext>
                  </a:extLst>
                </a:gridCol>
                <a:gridCol w="894802">
                  <a:extLst>
                    <a:ext uri="{9D8B030D-6E8A-4147-A177-3AD203B41FA5}">
                      <a16:colId xmlns:a16="http://schemas.microsoft.com/office/drawing/2014/main" val="3138672394"/>
                    </a:ext>
                  </a:extLst>
                </a:gridCol>
                <a:gridCol w="732248">
                  <a:extLst>
                    <a:ext uri="{9D8B030D-6E8A-4147-A177-3AD203B41FA5}">
                      <a16:colId xmlns:a16="http://schemas.microsoft.com/office/drawing/2014/main" val="358923639"/>
                    </a:ext>
                  </a:extLst>
                </a:gridCol>
                <a:gridCol w="732248">
                  <a:extLst>
                    <a:ext uri="{9D8B030D-6E8A-4147-A177-3AD203B41FA5}">
                      <a16:colId xmlns:a16="http://schemas.microsoft.com/office/drawing/2014/main" val="30883990"/>
                    </a:ext>
                  </a:extLst>
                </a:gridCol>
              </a:tblGrid>
              <a:tr h="320604">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99518706"/>
                  </a:ext>
                </a:extLst>
              </a:tr>
              <a:tr h="320604">
                <a:tc>
                  <a:txBody>
                    <a:bodyPr/>
                    <a:lstStyle/>
                    <a:p>
                      <a:r>
                        <a:rPr lang="en-IN" dirty="0">
                          <a:solidFill>
                            <a:schemeClr val="bg1"/>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IN"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743364"/>
                  </a:ext>
                </a:extLst>
              </a:tr>
              <a:tr h="320604">
                <a:tc>
                  <a:txBody>
                    <a:bodyPr/>
                    <a:lstStyle/>
                    <a:p>
                      <a:r>
                        <a:rPr lang="en-IN" dirty="0">
                          <a:solidFill>
                            <a:schemeClr val="bg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748092"/>
                  </a:ext>
                </a:extLst>
              </a:tr>
              <a:tr h="320604">
                <a:tc>
                  <a:txBody>
                    <a:bodyPr/>
                    <a:lstStyle/>
                    <a:p>
                      <a:r>
                        <a:rPr lang="en-IN" dirty="0">
                          <a:solidFill>
                            <a:schemeClr val="bg1"/>
                          </a:solidFill>
                        </a:rPr>
                        <a:t>DV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985824019"/>
                  </a:ext>
                </a:extLst>
              </a:tr>
            </a:tbl>
          </a:graphicData>
        </a:graphic>
      </p:graphicFrame>
      <p:cxnSp>
        <p:nvCxnSpPr>
          <p:cNvPr id="83" name="Straight Connector 82">
            <a:extLst>
              <a:ext uri="{FF2B5EF4-FFF2-40B4-BE49-F238E27FC236}">
                <a16:creationId xmlns:a16="http://schemas.microsoft.com/office/drawing/2014/main" id="{02AC8E7F-6BEE-523B-B7FB-7E73F97FEBFA}"/>
              </a:ext>
            </a:extLst>
          </p:cNvPr>
          <p:cNvCxnSpPr>
            <a:stCxn id="48" idx="5"/>
            <a:endCxn id="46" idx="1"/>
          </p:cNvCxnSpPr>
          <p:nvPr/>
        </p:nvCxnSpPr>
        <p:spPr>
          <a:xfrm>
            <a:off x="5841801" y="2575587"/>
            <a:ext cx="1749369" cy="1380257"/>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02E69425-469B-E04E-ACF9-A269ABFAC0A9}"/>
              </a:ext>
            </a:extLst>
          </p:cNvPr>
          <p:cNvSpPr txBox="1"/>
          <p:nvPr/>
        </p:nvSpPr>
        <p:spPr>
          <a:xfrm>
            <a:off x="6662054" y="2987017"/>
            <a:ext cx="576943" cy="400110"/>
          </a:xfrm>
          <a:prstGeom prst="rect">
            <a:avLst/>
          </a:prstGeom>
          <a:noFill/>
        </p:spPr>
        <p:txBody>
          <a:bodyPr wrap="square" rtlCol="0">
            <a:spAutoFit/>
          </a:bodyPr>
          <a:lstStyle/>
          <a:p>
            <a:r>
              <a:rPr lang="en-IN" sz="2000" b="1" dirty="0"/>
              <a:t>3</a:t>
            </a:r>
          </a:p>
        </p:txBody>
      </p:sp>
      <p:cxnSp>
        <p:nvCxnSpPr>
          <p:cNvPr id="4" name="Straight Arrow Connector 3">
            <a:extLst>
              <a:ext uri="{FF2B5EF4-FFF2-40B4-BE49-F238E27FC236}">
                <a16:creationId xmlns:a16="http://schemas.microsoft.com/office/drawing/2014/main" id="{874E3871-B91D-06F1-8E54-1A33A2114FBB}"/>
              </a:ext>
            </a:extLst>
          </p:cNvPr>
          <p:cNvCxnSpPr>
            <a:stCxn id="48" idx="4"/>
            <a:endCxn id="45" idx="0"/>
          </p:cNvCxnSpPr>
          <p:nvPr/>
        </p:nvCxnSpPr>
        <p:spPr>
          <a:xfrm flipH="1">
            <a:off x="5431973" y="2688773"/>
            <a:ext cx="32657" cy="11429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16DF229-5FD2-DBF9-7007-004C1DF451D1}"/>
              </a:ext>
            </a:extLst>
          </p:cNvPr>
          <p:cNvCxnSpPr>
            <a:stCxn id="46" idx="2"/>
            <a:endCxn id="45" idx="6"/>
          </p:cNvCxnSpPr>
          <p:nvPr/>
        </p:nvCxnSpPr>
        <p:spPr>
          <a:xfrm flipH="1" flipV="1">
            <a:off x="5965373" y="4218215"/>
            <a:ext cx="1469568"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646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72E9B-BED5-390D-AD83-3165FD3D9E95}"/>
              </a:ext>
            </a:extLst>
          </p:cNvPr>
          <p:cNvSpPr>
            <a:spLocks noGrp="1"/>
          </p:cNvSpPr>
          <p:nvPr>
            <p:ph type="title"/>
          </p:nvPr>
        </p:nvSpPr>
        <p:spPr/>
        <p:txBody>
          <a:bodyPr/>
          <a:lstStyle/>
          <a:p>
            <a:r>
              <a:rPr lang="en-IN" dirty="0"/>
              <a:t>Distance vector routing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7B1F71A-3B1F-C470-ED1D-2D5AA7210763}"/>
                  </a:ext>
                </a:extLst>
              </p:cNvPr>
              <p:cNvSpPr>
                <a:spLocks noGrp="1"/>
              </p:cNvSpPr>
              <p:nvPr>
                <p:ph idx="1"/>
              </p:nvPr>
            </p:nvSpPr>
            <p:spPr/>
            <p:txBody>
              <a:bodyPr/>
              <a:lstStyle/>
              <a:p>
                <a:r>
                  <a:rPr lang="en-IN" dirty="0"/>
                  <a:t>The link cost between </a:t>
                </a:r>
                <a14:m>
                  <m:oMath xmlns:m="http://schemas.openxmlformats.org/officeDocument/2006/math">
                    <m:r>
                      <a:rPr lang="en-IN" i="1" dirty="0" smtClean="0">
                        <a:latin typeface="Cambria Math" panose="02040503050406030204" pitchFamily="18" charset="0"/>
                      </a:rPr>
                      <m:t>𝑦</m:t>
                    </m:r>
                  </m:oMath>
                </a14:m>
                <a:r>
                  <a:rPr lang="en-IN" dirty="0"/>
                  <a:t> and </a:t>
                </a:r>
                <a14:m>
                  <m:oMath xmlns:m="http://schemas.openxmlformats.org/officeDocument/2006/math">
                    <m:r>
                      <a:rPr lang="en-IN" i="1" dirty="0" smtClean="0">
                        <a:latin typeface="Cambria Math" panose="02040503050406030204" pitchFamily="18" charset="0"/>
                      </a:rPr>
                      <m:t>𝑥</m:t>
                    </m:r>
                  </m:oMath>
                </a14:m>
                <a:r>
                  <a:rPr lang="en-IN" dirty="0"/>
                  <a:t> changed to 1</a:t>
                </a:r>
              </a:p>
              <a:p>
                <a:r>
                  <a:rPr lang="en-IN" dirty="0"/>
                  <a:t>The link cost between </a:t>
                </a:r>
                <a14:m>
                  <m:oMath xmlns:m="http://schemas.openxmlformats.org/officeDocument/2006/math">
                    <m:r>
                      <a:rPr lang="en-IN" i="1" dirty="0" smtClean="0">
                        <a:latin typeface="Cambria Math" panose="02040503050406030204" pitchFamily="18" charset="0"/>
                      </a:rPr>
                      <m:t>𝑦</m:t>
                    </m:r>
                  </m:oMath>
                </a14:m>
                <a:r>
                  <a:rPr lang="en-IN" dirty="0"/>
                  <a:t> and </a:t>
                </a:r>
                <a14:m>
                  <m:oMath xmlns:m="http://schemas.openxmlformats.org/officeDocument/2006/math">
                    <m:r>
                      <a:rPr lang="en-IN" i="1" dirty="0" smtClean="0">
                        <a:latin typeface="Cambria Math" panose="02040503050406030204" pitchFamily="18" charset="0"/>
                      </a:rPr>
                      <m:t>𝑥</m:t>
                    </m:r>
                  </m:oMath>
                </a14:m>
                <a:r>
                  <a:rPr lang="en-IN" dirty="0"/>
                  <a:t> changed to 60</a:t>
                </a:r>
              </a:p>
              <a:p>
                <a:endParaRPr lang="en-IN" dirty="0"/>
              </a:p>
              <a:p>
                <a:endParaRPr lang="en-IN" dirty="0"/>
              </a:p>
            </p:txBody>
          </p:sp>
        </mc:Choice>
        <mc:Fallback>
          <p:sp>
            <p:nvSpPr>
              <p:cNvPr id="3" name="Content Placeholder 2">
                <a:extLst>
                  <a:ext uri="{FF2B5EF4-FFF2-40B4-BE49-F238E27FC236}">
                    <a16:creationId xmlns:a16="http://schemas.microsoft.com/office/drawing/2014/main" id="{67B1F71A-3B1F-C470-ED1D-2D5AA721076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925015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8358</TotalTime>
  <Words>1860</Words>
  <Application>Microsoft Office PowerPoint</Application>
  <PresentationFormat>Widescreen</PresentationFormat>
  <Paragraphs>1167</Paragraphs>
  <Slides>26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Cambria Math</vt:lpstr>
      <vt:lpstr>Office Theme</vt:lpstr>
      <vt:lpstr>PowerPoint Presentation</vt:lpstr>
      <vt:lpstr>Today’s topics</vt:lpstr>
      <vt:lpstr>References</vt:lpstr>
      <vt:lpstr>Shortest Path (Bellman-Ford)</vt:lpstr>
      <vt:lpstr>Shortest Path (Bellman-Ford)</vt:lpstr>
      <vt:lpstr>Distance-vector routing</vt:lpstr>
      <vt:lpstr>Bellman-Ford algorithm</vt:lpstr>
      <vt:lpstr>Example</vt:lpstr>
      <vt:lpstr>Example</vt:lpstr>
      <vt:lpstr>Example</vt:lpstr>
      <vt:lpstr>Example</vt:lpstr>
      <vt:lpstr>Example</vt:lpstr>
      <vt:lpstr>Distance vector routing</vt:lpstr>
      <vt:lpstr>Distance vector algorithm</vt:lpstr>
      <vt:lpstr>Distance vector routing</vt:lpstr>
      <vt:lpstr>Distance vector routing</vt:lpstr>
      <vt:lpstr>Distance vector routing</vt:lpstr>
      <vt:lpstr>Distance vector routing</vt:lpstr>
      <vt:lpstr>Distance vector routing</vt:lpstr>
      <vt:lpstr>Distance vector routing</vt:lpstr>
      <vt:lpstr>Distance vector routing</vt:lpstr>
      <vt:lpstr>Distance vector routing</vt:lpstr>
      <vt:lpstr>Link cost update</vt:lpstr>
      <vt:lpstr>Link-cost change</vt:lpstr>
      <vt:lpstr>Distance vector routing</vt:lpstr>
      <vt:lpstr>Distance vector routing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Piyus Kedia</dc:creator>
  <cp:lastModifiedBy>Piyus Kedia</cp:lastModifiedBy>
  <cp:revision>318</cp:revision>
  <dcterms:created xsi:type="dcterms:W3CDTF">2025-08-19T10:04:32Z</dcterms:created>
  <dcterms:modified xsi:type="dcterms:W3CDTF">2025-11-15T11:06:05Z</dcterms:modified>
</cp:coreProperties>
</file>