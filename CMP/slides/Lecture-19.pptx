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1"/>
  </p:notesMasterIdLst>
  <p:sldIdLst>
    <p:sldId id="256" r:id="rId2"/>
    <p:sldId id="660" r:id="rId3"/>
    <p:sldId id="774" r:id="rId4"/>
    <p:sldId id="718" r:id="rId5"/>
    <p:sldId id="258" r:id="rId6"/>
    <p:sldId id="781" r:id="rId7"/>
    <p:sldId id="259" r:id="rId8"/>
    <p:sldId id="778" r:id="rId9"/>
    <p:sldId id="779" r:id="rId10"/>
    <p:sldId id="780" r:id="rId11"/>
    <p:sldId id="262" r:id="rId12"/>
    <p:sldId id="263" r:id="rId13"/>
    <p:sldId id="260" r:id="rId14"/>
    <p:sldId id="261" r:id="rId15"/>
    <p:sldId id="719" r:id="rId16"/>
    <p:sldId id="720" r:id="rId17"/>
    <p:sldId id="379" r:id="rId18"/>
    <p:sldId id="407" r:id="rId19"/>
    <p:sldId id="411" r:id="rId20"/>
    <p:sldId id="777" r:id="rId21"/>
    <p:sldId id="412" r:id="rId22"/>
    <p:sldId id="776" r:id="rId23"/>
    <p:sldId id="413" r:id="rId24"/>
    <p:sldId id="381" r:id="rId25"/>
    <p:sldId id="268" r:id="rId26"/>
    <p:sldId id="382" r:id="rId27"/>
    <p:sldId id="383" r:id="rId28"/>
    <p:sldId id="269" r:id="rId29"/>
    <p:sldId id="270" r:id="rId30"/>
    <p:sldId id="271" r:id="rId31"/>
    <p:sldId id="775" r:id="rId32"/>
    <p:sldId id="272" r:id="rId33"/>
    <p:sldId id="273" r:id="rId34"/>
    <p:sldId id="384" r:id="rId35"/>
    <p:sldId id="276" r:id="rId36"/>
    <p:sldId id="385" r:id="rId37"/>
    <p:sldId id="386" r:id="rId38"/>
    <p:sldId id="387" r:id="rId39"/>
    <p:sldId id="388" r:id="rId40"/>
    <p:sldId id="414" r:id="rId41"/>
    <p:sldId id="389" r:id="rId42"/>
    <p:sldId id="391" r:id="rId43"/>
    <p:sldId id="392" r:id="rId44"/>
    <p:sldId id="677" r:id="rId45"/>
    <p:sldId id="421" r:id="rId46"/>
    <p:sldId id="393" r:id="rId47"/>
    <p:sldId id="394" r:id="rId48"/>
    <p:sldId id="395" r:id="rId49"/>
    <p:sldId id="396" r:id="rId5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9" d="100"/>
          <a:sy n="59" d="100"/>
        </p:scale>
        <p:origin x="940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microsoft.com/office/2016/11/relationships/changesInfo" Target="changesInfos/changesInfo1.xml"/><Relationship Id="rId8" Type="http://schemas.openxmlformats.org/officeDocument/2006/relationships/slide" Target="slides/slide7.xml"/><Relationship Id="rId51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IYUS KEDIA" userId="30dfcb9f6f0df2cc" providerId="LiveId" clId="{C7F536F0-4F24-444A-80B6-82D384AE3D16}"/>
    <pc:docChg chg="undo custSel addSld delSld modSld">
      <pc:chgData name="PIYUS KEDIA" userId="30dfcb9f6f0df2cc" providerId="LiveId" clId="{C7F536F0-4F24-444A-80B6-82D384AE3D16}" dt="2022-11-17T12:40:29.372" v="5507" actId="1036"/>
      <pc:docMkLst>
        <pc:docMk/>
      </pc:docMkLst>
      <pc:sldChg chg="modSp mod">
        <pc:chgData name="PIYUS KEDIA" userId="30dfcb9f6f0df2cc" providerId="LiveId" clId="{C7F536F0-4F24-444A-80B6-82D384AE3D16}" dt="2022-11-17T11:36:27.262" v="3" actId="20577"/>
        <pc:sldMkLst>
          <pc:docMk/>
          <pc:sldMk cId="1244956934" sldId="256"/>
        </pc:sldMkLst>
        <pc:spChg chg="mod">
          <ac:chgData name="PIYUS KEDIA" userId="30dfcb9f6f0df2cc" providerId="LiveId" clId="{C7F536F0-4F24-444A-80B6-82D384AE3D16}" dt="2022-11-17T11:36:27.262" v="3" actId="20577"/>
          <ac:spMkLst>
            <pc:docMk/>
            <pc:sldMk cId="1244956934" sldId="256"/>
            <ac:spMk id="3" creationId="{AF7BD04E-C32F-4659-ACC7-2DF6B898858D}"/>
          </ac:spMkLst>
        </pc:spChg>
      </pc:sldChg>
      <pc:sldChg chg="addSp delSp modSp mod">
        <pc:chgData name="PIYUS KEDIA" userId="30dfcb9f6f0df2cc" providerId="LiveId" clId="{C7F536F0-4F24-444A-80B6-82D384AE3D16}" dt="2022-11-17T12:39:56.736" v="5477" actId="478"/>
        <pc:sldMkLst>
          <pc:docMk/>
          <pc:sldMk cId="3010661143" sldId="259"/>
        </pc:sldMkLst>
        <pc:spChg chg="add del mod">
          <ac:chgData name="PIYUS KEDIA" userId="30dfcb9f6f0df2cc" providerId="LiveId" clId="{C7F536F0-4F24-444A-80B6-82D384AE3D16}" dt="2022-11-17T12:39:56.736" v="5477" actId="478"/>
          <ac:spMkLst>
            <pc:docMk/>
            <pc:sldMk cId="3010661143" sldId="259"/>
            <ac:spMk id="7" creationId="{32654918-35A8-5181-3103-CF6BF60D463D}"/>
          </ac:spMkLst>
        </pc:spChg>
        <pc:spChg chg="add del mod">
          <ac:chgData name="PIYUS KEDIA" userId="30dfcb9f6f0df2cc" providerId="LiveId" clId="{C7F536F0-4F24-444A-80B6-82D384AE3D16}" dt="2022-11-17T12:39:56.736" v="5477" actId="478"/>
          <ac:spMkLst>
            <pc:docMk/>
            <pc:sldMk cId="3010661143" sldId="259"/>
            <ac:spMk id="8" creationId="{9EAC90A9-3EEE-017F-DBBD-F675759DC4F6}"/>
          </ac:spMkLst>
        </pc:spChg>
        <pc:spChg chg="add del mod">
          <ac:chgData name="PIYUS KEDIA" userId="30dfcb9f6f0df2cc" providerId="LiveId" clId="{C7F536F0-4F24-444A-80B6-82D384AE3D16}" dt="2022-11-17T12:39:56.736" v="5477" actId="478"/>
          <ac:spMkLst>
            <pc:docMk/>
            <pc:sldMk cId="3010661143" sldId="259"/>
            <ac:spMk id="9" creationId="{AFA5CE87-7FEE-E2D3-4E30-3BE3FAC4EBD6}"/>
          </ac:spMkLst>
        </pc:spChg>
        <pc:spChg chg="add del mod">
          <ac:chgData name="PIYUS KEDIA" userId="30dfcb9f6f0df2cc" providerId="LiveId" clId="{C7F536F0-4F24-444A-80B6-82D384AE3D16}" dt="2022-11-17T12:39:56.736" v="5477" actId="478"/>
          <ac:spMkLst>
            <pc:docMk/>
            <pc:sldMk cId="3010661143" sldId="259"/>
            <ac:spMk id="12" creationId="{4FF0952F-BBE8-21D7-ACC5-5828E52D305A}"/>
          </ac:spMkLst>
        </pc:spChg>
        <pc:spChg chg="add del mod">
          <ac:chgData name="PIYUS KEDIA" userId="30dfcb9f6f0df2cc" providerId="LiveId" clId="{C7F536F0-4F24-444A-80B6-82D384AE3D16}" dt="2022-11-17T12:39:56.736" v="5477" actId="478"/>
          <ac:spMkLst>
            <pc:docMk/>
            <pc:sldMk cId="3010661143" sldId="259"/>
            <ac:spMk id="13" creationId="{460D2771-55ED-0CA0-A5D8-BCFFEB3A00D6}"/>
          </ac:spMkLst>
        </pc:spChg>
        <pc:spChg chg="add del mod">
          <ac:chgData name="PIYUS KEDIA" userId="30dfcb9f6f0df2cc" providerId="LiveId" clId="{C7F536F0-4F24-444A-80B6-82D384AE3D16}" dt="2022-11-17T12:39:56.736" v="5477" actId="478"/>
          <ac:spMkLst>
            <pc:docMk/>
            <pc:sldMk cId="3010661143" sldId="259"/>
            <ac:spMk id="14" creationId="{E563AF6C-3223-0F9A-D233-425C485C4752}"/>
          </ac:spMkLst>
        </pc:spChg>
        <pc:spChg chg="add del mod">
          <ac:chgData name="PIYUS KEDIA" userId="30dfcb9f6f0df2cc" providerId="LiveId" clId="{C7F536F0-4F24-444A-80B6-82D384AE3D16}" dt="2022-11-17T12:39:56.736" v="5477" actId="478"/>
          <ac:spMkLst>
            <pc:docMk/>
            <pc:sldMk cId="3010661143" sldId="259"/>
            <ac:spMk id="20" creationId="{11A6E234-8981-F8B4-DB31-CB810C497791}"/>
          </ac:spMkLst>
        </pc:spChg>
        <pc:spChg chg="add del mod">
          <ac:chgData name="PIYUS KEDIA" userId="30dfcb9f6f0df2cc" providerId="LiveId" clId="{C7F536F0-4F24-444A-80B6-82D384AE3D16}" dt="2022-11-17T12:39:56.736" v="5477" actId="478"/>
          <ac:spMkLst>
            <pc:docMk/>
            <pc:sldMk cId="3010661143" sldId="259"/>
            <ac:spMk id="22" creationId="{9476302A-003C-2030-8866-259ADB863E7D}"/>
          </ac:spMkLst>
        </pc:spChg>
        <pc:spChg chg="add del mod">
          <ac:chgData name="PIYUS KEDIA" userId="30dfcb9f6f0df2cc" providerId="LiveId" clId="{C7F536F0-4F24-444A-80B6-82D384AE3D16}" dt="2022-11-17T12:39:56.736" v="5477" actId="478"/>
          <ac:spMkLst>
            <pc:docMk/>
            <pc:sldMk cId="3010661143" sldId="259"/>
            <ac:spMk id="23" creationId="{D6365801-8324-7750-277C-78BE83E86284}"/>
          </ac:spMkLst>
        </pc:spChg>
        <pc:spChg chg="add del mod">
          <ac:chgData name="PIYUS KEDIA" userId="30dfcb9f6f0df2cc" providerId="LiveId" clId="{C7F536F0-4F24-444A-80B6-82D384AE3D16}" dt="2022-11-17T12:39:56.736" v="5477" actId="478"/>
          <ac:spMkLst>
            <pc:docMk/>
            <pc:sldMk cId="3010661143" sldId="259"/>
            <ac:spMk id="24" creationId="{277670AD-441A-F07F-36C1-CE65AC996ACE}"/>
          </ac:spMkLst>
        </pc:spChg>
        <pc:spChg chg="add del mod">
          <ac:chgData name="PIYUS KEDIA" userId="30dfcb9f6f0df2cc" providerId="LiveId" clId="{C7F536F0-4F24-444A-80B6-82D384AE3D16}" dt="2022-11-17T12:39:56.736" v="5477" actId="478"/>
          <ac:spMkLst>
            <pc:docMk/>
            <pc:sldMk cId="3010661143" sldId="259"/>
            <ac:spMk id="28" creationId="{E8BC4CBB-C564-518F-1167-2B5799B78B13}"/>
          </ac:spMkLst>
        </pc:spChg>
        <pc:spChg chg="add del mod">
          <ac:chgData name="PIYUS KEDIA" userId="30dfcb9f6f0df2cc" providerId="LiveId" clId="{C7F536F0-4F24-444A-80B6-82D384AE3D16}" dt="2022-11-17T12:39:56.736" v="5477" actId="478"/>
          <ac:spMkLst>
            <pc:docMk/>
            <pc:sldMk cId="3010661143" sldId="259"/>
            <ac:spMk id="29" creationId="{FBFD63C0-C429-1218-2703-49C349503353}"/>
          </ac:spMkLst>
        </pc:spChg>
        <pc:spChg chg="add del mod">
          <ac:chgData name="PIYUS KEDIA" userId="30dfcb9f6f0df2cc" providerId="LiveId" clId="{C7F536F0-4F24-444A-80B6-82D384AE3D16}" dt="2022-11-17T12:39:56.736" v="5477" actId="478"/>
          <ac:spMkLst>
            <pc:docMk/>
            <pc:sldMk cId="3010661143" sldId="259"/>
            <ac:spMk id="30" creationId="{F30C2094-4F05-2736-242D-485AF79ABB3E}"/>
          </ac:spMkLst>
        </pc:spChg>
        <pc:spChg chg="add del mod">
          <ac:chgData name="PIYUS KEDIA" userId="30dfcb9f6f0df2cc" providerId="LiveId" clId="{C7F536F0-4F24-444A-80B6-82D384AE3D16}" dt="2022-11-17T12:39:56.736" v="5477" actId="478"/>
          <ac:spMkLst>
            <pc:docMk/>
            <pc:sldMk cId="3010661143" sldId="259"/>
            <ac:spMk id="34" creationId="{B99DB655-1CC2-44DA-CE02-7D39BA723882}"/>
          </ac:spMkLst>
        </pc:spChg>
        <pc:spChg chg="add del mod">
          <ac:chgData name="PIYUS KEDIA" userId="30dfcb9f6f0df2cc" providerId="LiveId" clId="{C7F536F0-4F24-444A-80B6-82D384AE3D16}" dt="2022-11-17T12:39:56.736" v="5477" actId="478"/>
          <ac:spMkLst>
            <pc:docMk/>
            <pc:sldMk cId="3010661143" sldId="259"/>
            <ac:spMk id="35" creationId="{67436EB0-47B7-13CE-D410-E1929E672837}"/>
          </ac:spMkLst>
        </pc:spChg>
        <pc:spChg chg="add del mod">
          <ac:chgData name="PIYUS KEDIA" userId="30dfcb9f6f0df2cc" providerId="LiveId" clId="{C7F536F0-4F24-444A-80B6-82D384AE3D16}" dt="2022-11-17T12:39:56.736" v="5477" actId="478"/>
          <ac:spMkLst>
            <pc:docMk/>
            <pc:sldMk cId="3010661143" sldId="259"/>
            <ac:spMk id="36" creationId="{4D7498EC-8815-A139-6006-28C09CF97B5E}"/>
          </ac:spMkLst>
        </pc:spChg>
        <pc:spChg chg="add del mod">
          <ac:chgData name="PIYUS KEDIA" userId="30dfcb9f6f0df2cc" providerId="LiveId" clId="{C7F536F0-4F24-444A-80B6-82D384AE3D16}" dt="2022-11-17T12:39:56.736" v="5477" actId="478"/>
          <ac:spMkLst>
            <pc:docMk/>
            <pc:sldMk cId="3010661143" sldId="259"/>
            <ac:spMk id="37" creationId="{05E1E7C3-9FC3-C35D-B64F-04AABC9EAD33}"/>
          </ac:spMkLst>
        </pc:spChg>
        <pc:spChg chg="add del mod">
          <ac:chgData name="PIYUS KEDIA" userId="30dfcb9f6f0df2cc" providerId="LiveId" clId="{C7F536F0-4F24-444A-80B6-82D384AE3D16}" dt="2022-11-17T12:39:56.736" v="5477" actId="478"/>
          <ac:spMkLst>
            <pc:docMk/>
            <pc:sldMk cId="3010661143" sldId="259"/>
            <ac:spMk id="38" creationId="{701899DB-9409-95F9-7B48-CE01C84CCAE1}"/>
          </ac:spMkLst>
        </pc:spChg>
        <pc:spChg chg="add del mod">
          <ac:chgData name="PIYUS KEDIA" userId="30dfcb9f6f0df2cc" providerId="LiveId" clId="{C7F536F0-4F24-444A-80B6-82D384AE3D16}" dt="2022-11-17T12:39:56.736" v="5477" actId="478"/>
          <ac:spMkLst>
            <pc:docMk/>
            <pc:sldMk cId="3010661143" sldId="259"/>
            <ac:spMk id="43" creationId="{D683380F-A8D0-3D72-60D1-4E9554B0ECD6}"/>
          </ac:spMkLst>
        </pc:spChg>
        <pc:spChg chg="add del mod">
          <ac:chgData name="PIYUS KEDIA" userId="30dfcb9f6f0df2cc" providerId="LiveId" clId="{C7F536F0-4F24-444A-80B6-82D384AE3D16}" dt="2022-11-17T12:39:56.736" v="5477" actId="478"/>
          <ac:spMkLst>
            <pc:docMk/>
            <pc:sldMk cId="3010661143" sldId="259"/>
            <ac:spMk id="44" creationId="{65D8D467-ADBE-D514-160D-BE4EE16C2607}"/>
          </ac:spMkLst>
        </pc:spChg>
        <pc:spChg chg="add del mod">
          <ac:chgData name="PIYUS KEDIA" userId="30dfcb9f6f0df2cc" providerId="LiveId" clId="{C7F536F0-4F24-444A-80B6-82D384AE3D16}" dt="2022-11-17T12:39:56.736" v="5477" actId="478"/>
          <ac:spMkLst>
            <pc:docMk/>
            <pc:sldMk cId="3010661143" sldId="259"/>
            <ac:spMk id="45" creationId="{77AE16F9-6B1E-18EF-C397-5CBE414B62A9}"/>
          </ac:spMkLst>
        </pc:spChg>
        <pc:cxnChg chg="add del mod">
          <ac:chgData name="PIYUS KEDIA" userId="30dfcb9f6f0df2cc" providerId="LiveId" clId="{C7F536F0-4F24-444A-80B6-82D384AE3D16}" dt="2022-11-17T12:39:56.736" v="5477" actId="478"/>
          <ac:cxnSpMkLst>
            <pc:docMk/>
            <pc:sldMk cId="3010661143" sldId="259"/>
            <ac:cxnSpMk id="15" creationId="{D27FC936-CA08-CF64-734B-4A482F2E6E61}"/>
          </ac:cxnSpMkLst>
        </pc:cxnChg>
        <pc:cxnChg chg="add del mod">
          <ac:chgData name="PIYUS KEDIA" userId="30dfcb9f6f0df2cc" providerId="LiveId" clId="{C7F536F0-4F24-444A-80B6-82D384AE3D16}" dt="2022-11-17T12:39:56.736" v="5477" actId="478"/>
          <ac:cxnSpMkLst>
            <pc:docMk/>
            <pc:sldMk cId="3010661143" sldId="259"/>
            <ac:cxnSpMk id="16" creationId="{0A1B0A61-F9DB-29D7-3761-AE9557C0BE2A}"/>
          </ac:cxnSpMkLst>
        </pc:cxnChg>
        <pc:cxnChg chg="add del mod">
          <ac:chgData name="PIYUS KEDIA" userId="30dfcb9f6f0df2cc" providerId="LiveId" clId="{C7F536F0-4F24-444A-80B6-82D384AE3D16}" dt="2022-11-17T12:39:56.736" v="5477" actId="478"/>
          <ac:cxnSpMkLst>
            <pc:docMk/>
            <pc:sldMk cId="3010661143" sldId="259"/>
            <ac:cxnSpMk id="17" creationId="{4DA8794C-4E9E-2964-EF1F-6AA1B0E513A9}"/>
          </ac:cxnSpMkLst>
        </pc:cxnChg>
        <pc:cxnChg chg="add del mod">
          <ac:chgData name="PIYUS KEDIA" userId="30dfcb9f6f0df2cc" providerId="LiveId" clId="{C7F536F0-4F24-444A-80B6-82D384AE3D16}" dt="2022-11-17T12:39:56.736" v="5477" actId="478"/>
          <ac:cxnSpMkLst>
            <pc:docMk/>
            <pc:sldMk cId="3010661143" sldId="259"/>
            <ac:cxnSpMk id="18" creationId="{002726EA-5DDE-CD5A-D40D-124FC29F5E6D}"/>
          </ac:cxnSpMkLst>
        </pc:cxnChg>
        <pc:cxnChg chg="add del mod">
          <ac:chgData name="PIYUS KEDIA" userId="30dfcb9f6f0df2cc" providerId="LiveId" clId="{C7F536F0-4F24-444A-80B6-82D384AE3D16}" dt="2022-11-17T12:39:56.736" v="5477" actId="478"/>
          <ac:cxnSpMkLst>
            <pc:docMk/>
            <pc:sldMk cId="3010661143" sldId="259"/>
            <ac:cxnSpMk id="19" creationId="{CB23F482-DFE0-6A8D-D530-54BD52CAEAC2}"/>
          </ac:cxnSpMkLst>
        </pc:cxnChg>
        <pc:cxnChg chg="add del mod">
          <ac:chgData name="PIYUS KEDIA" userId="30dfcb9f6f0df2cc" providerId="LiveId" clId="{C7F536F0-4F24-444A-80B6-82D384AE3D16}" dt="2022-11-17T12:39:56.736" v="5477" actId="478"/>
          <ac:cxnSpMkLst>
            <pc:docMk/>
            <pc:sldMk cId="3010661143" sldId="259"/>
            <ac:cxnSpMk id="21" creationId="{6EA325BA-859B-4746-4FD4-95AB3F8BAC47}"/>
          </ac:cxnSpMkLst>
        </pc:cxnChg>
        <pc:cxnChg chg="add del mod">
          <ac:chgData name="PIYUS KEDIA" userId="30dfcb9f6f0df2cc" providerId="LiveId" clId="{C7F536F0-4F24-444A-80B6-82D384AE3D16}" dt="2022-11-17T12:39:56.736" v="5477" actId="478"/>
          <ac:cxnSpMkLst>
            <pc:docMk/>
            <pc:sldMk cId="3010661143" sldId="259"/>
            <ac:cxnSpMk id="25" creationId="{F402E15A-1781-7F1E-97FA-7848BCFA223F}"/>
          </ac:cxnSpMkLst>
        </pc:cxnChg>
        <pc:cxnChg chg="add del mod">
          <ac:chgData name="PIYUS KEDIA" userId="30dfcb9f6f0df2cc" providerId="LiveId" clId="{C7F536F0-4F24-444A-80B6-82D384AE3D16}" dt="2022-11-17T12:39:56.736" v="5477" actId="478"/>
          <ac:cxnSpMkLst>
            <pc:docMk/>
            <pc:sldMk cId="3010661143" sldId="259"/>
            <ac:cxnSpMk id="26" creationId="{C6CF482C-6685-A356-C357-1D9F3EDBA796}"/>
          </ac:cxnSpMkLst>
        </pc:cxnChg>
        <pc:cxnChg chg="add del mod">
          <ac:chgData name="PIYUS KEDIA" userId="30dfcb9f6f0df2cc" providerId="LiveId" clId="{C7F536F0-4F24-444A-80B6-82D384AE3D16}" dt="2022-11-17T12:39:56.736" v="5477" actId="478"/>
          <ac:cxnSpMkLst>
            <pc:docMk/>
            <pc:sldMk cId="3010661143" sldId="259"/>
            <ac:cxnSpMk id="27" creationId="{2763D127-7118-9D68-B49C-D75B18619DB8}"/>
          </ac:cxnSpMkLst>
        </pc:cxnChg>
        <pc:cxnChg chg="add del mod">
          <ac:chgData name="PIYUS KEDIA" userId="30dfcb9f6f0df2cc" providerId="LiveId" clId="{C7F536F0-4F24-444A-80B6-82D384AE3D16}" dt="2022-11-17T12:39:56.736" v="5477" actId="478"/>
          <ac:cxnSpMkLst>
            <pc:docMk/>
            <pc:sldMk cId="3010661143" sldId="259"/>
            <ac:cxnSpMk id="31" creationId="{0836156F-ECC5-1FD2-C1A3-58795620BF36}"/>
          </ac:cxnSpMkLst>
        </pc:cxnChg>
        <pc:cxnChg chg="add del mod">
          <ac:chgData name="PIYUS KEDIA" userId="30dfcb9f6f0df2cc" providerId="LiveId" clId="{C7F536F0-4F24-444A-80B6-82D384AE3D16}" dt="2022-11-17T12:39:56.736" v="5477" actId="478"/>
          <ac:cxnSpMkLst>
            <pc:docMk/>
            <pc:sldMk cId="3010661143" sldId="259"/>
            <ac:cxnSpMk id="32" creationId="{593A209B-06DA-FA69-EF5C-B609ADAC898B}"/>
          </ac:cxnSpMkLst>
        </pc:cxnChg>
        <pc:cxnChg chg="add del mod">
          <ac:chgData name="PIYUS KEDIA" userId="30dfcb9f6f0df2cc" providerId="LiveId" clId="{C7F536F0-4F24-444A-80B6-82D384AE3D16}" dt="2022-11-17T12:39:56.736" v="5477" actId="478"/>
          <ac:cxnSpMkLst>
            <pc:docMk/>
            <pc:sldMk cId="3010661143" sldId="259"/>
            <ac:cxnSpMk id="33" creationId="{25F2EB61-8754-8615-5A8A-9E7E07DE4C84}"/>
          </ac:cxnSpMkLst>
        </pc:cxnChg>
        <pc:cxnChg chg="add del mod">
          <ac:chgData name="PIYUS KEDIA" userId="30dfcb9f6f0df2cc" providerId="LiveId" clId="{C7F536F0-4F24-444A-80B6-82D384AE3D16}" dt="2022-11-17T12:39:56.736" v="5477" actId="478"/>
          <ac:cxnSpMkLst>
            <pc:docMk/>
            <pc:sldMk cId="3010661143" sldId="259"/>
            <ac:cxnSpMk id="39" creationId="{96D75404-0ABA-DD01-A181-AFC450186676}"/>
          </ac:cxnSpMkLst>
        </pc:cxnChg>
        <pc:cxnChg chg="add del mod">
          <ac:chgData name="PIYUS KEDIA" userId="30dfcb9f6f0df2cc" providerId="LiveId" clId="{C7F536F0-4F24-444A-80B6-82D384AE3D16}" dt="2022-11-17T12:39:56.736" v="5477" actId="478"/>
          <ac:cxnSpMkLst>
            <pc:docMk/>
            <pc:sldMk cId="3010661143" sldId="259"/>
            <ac:cxnSpMk id="40" creationId="{10330A77-41FE-AE73-D0D0-62E4D386C45A}"/>
          </ac:cxnSpMkLst>
        </pc:cxnChg>
        <pc:cxnChg chg="add del mod">
          <ac:chgData name="PIYUS KEDIA" userId="30dfcb9f6f0df2cc" providerId="LiveId" clId="{C7F536F0-4F24-444A-80B6-82D384AE3D16}" dt="2022-11-17T12:39:56.736" v="5477" actId="478"/>
          <ac:cxnSpMkLst>
            <pc:docMk/>
            <pc:sldMk cId="3010661143" sldId="259"/>
            <ac:cxnSpMk id="41" creationId="{6C301EFD-64C6-0FC3-48F8-4D09C355CDF7}"/>
          </ac:cxnSpMkLst>
        </pc:cxnChg>
        <pc:cxnChg chg="add del mod">
          <ac:chgData name="PIYUS KEDIA" userId="30dfcb9f6f0df2cc" providerId="LiveId" clId="{C7F536F0-4F24-444A-80B6-82D384AE3D16}" dt="2022-11-17T12:39:56.736" v="5477" actId="478"/>
          <ac:cxnSpMkLst>
            <pc:docMk/>
            <pc:sldMk cId="3010661143" sldId="259"/>
            <ac:cxnSpMk id="42" creationId="{14EABB5D-6A33-EF90-C39F-10AD3A8E113C}"/>
          </ac:cxnSpMkLst>
        </pc:cxnChg>
        <pc:cxnChg chg="add del mod">
          <ac:chgData name="PIYUS KEDIA" userId="30dfcb9f6f0df2cc" providerId="LiveId" clId="{C7F536F0-4F24-444A-80B6-82D384AE3D16}" dt="2022-11-17T12:39:56.736" v="5477" actId="478"/>
          <ac:cxnSpMkLst>
            <pc:docMk/>
            <pc:sldMk cId="3010661143" sldId="259"/>
            <ac:cxnSpMk id="46" creationId="{E45F005E-C5C3-F92A-A5A1-635BED927ACB}"/>
          </ac:cxnSpMkLst>
        </pc:cxnChg>
        <pc:cxnChg chg="add del mod">
          <ac:chgData name="PIYUS KEDIA" userId="30dfcb9f6f0df2cc" providerId="LiveId" clId="{C7F536F0-4F24-444A-80B6-82D384AE3D16}" dt="2022-11-17T12:39:56.736" v="5477" actId="478"/>
          <ac:cxnSpMkLst>
            <pc:docMk/>
            <pc:sldMk cId="3010661143" sldId="259"/>
            <ac:cxnSpMk id="47" creationId="{5771B634-9761-C4D4-D7D2-511DC515BD4D}"/>
          </ac:cxnSpMkLst>
        </pc:cxnChg>
        <pc:cxnChg chg="add del mod">
          <ac:chgData name="PIYUS KEDIA" userId="30dfcb9f6f0df2cc" providerId="LiveId" clId="{C7F536F0-4F24-444A-80B6-82D384AE3D16}" dt="2022-11-17T12:39:56.736" v="5477" actId="478"/>
          <ac:cxnSpMkLst>
            <pc:docMk/>
            <pc:sldMk cId="3010661143" sldId="259"/>
            <ac:cxnSpMk id="48" creationId="{DB47FB17-63AE-758D-CAEC-BBED42EE00D6}"/>
          </ac:cxnSpMkLst>
        </pc:cxnChg>
      </pc:sldChg>
      <pc:sldChg chg="del">
        <pc:chgData name="PIYUS KEDIA" userId="30dfcb9f6f0df2cc" providerId="LiveId" clId="{C7F536F0-4F24-444A-80B6-82D384AE3D16}" dt="2022-11-17T11:37:07.188" v="14" actId="47"/>
        <pc:sldMkLst>
          <pc:docMk/>
          <pc:sldMk cId="4228884348" sldId="274"/>
        </pc:sldMkLst>
      </pc:sldChg>
      <pc:sldChg chg="del">
        <pc:chgData name="PIYUS KEDIA" userId="30dfcb9f6f0df2cc" providerId="LiveId" clId="{C7F536F0-4F24-444A-80B6-82D384AE3D16}" dt="2022-11-17T11:37:07.918" v="16" actId="47"/>
        <pc:sldMkLst>
          <pc:docMk/>
          <pc:sldMk cId="1843574099" sldId="275"/>
        </pc:sldMkLst>
      </pc:sldChg>
      <pc:sldChg chg="del">
        <pc:chgData name="PIYUS KEDIA" userId="30dfcb9f6f0df2cc" providerId="LiveId" clId="{C7F536F0-4F24-444A-80B6-82D384AE3D16}" dt="2022-11-17T11:37:12.730" v="24" actId="47"/>
        <pc:sldMkLst>
          <pc:docMk/>
          <pc:sldMk cId="625689274" sldId="304"/>
        </pc:sldMkLst>
      </pc:sldChg>
      <pc:sldChg chg="del">
        <pc:chgData name="PIYUS KEDIA" userId="30dfcb9f6f0df2cc" providerId="LiveId" clId="{C7F536F0-4F24-444A-80B6-82D384AE3D16}" dt="2022-11-17T11:37:13.486" v="25" actId="47"/>
        <pc:sldMkLst>
          <pc:docMk/>
          <pc:sldMk cId="2286273787" sldId="305"/>
        </pc:sldMkLst>
      </pc:sldChg>
      <pc:sldChg chg="del">
        <pc:chgData name="PIYUS KEDIA" userId="30dfcb9f6f0df2cc" providerId="LiveId" clId="{C7F536F0-4F24-444A-80B6-82D384AE3D16}" dt="2022-11-17T11:37:13.835" v="27" actId="47"/>
        <pc:sldMkLst>
          <pc:docMk/>
          <pc:sldMk cId="1017542370" sldId="306"/>
        </pc:sldMkLst>
      </pc:sldChg>
      <pc:sldChg chg="modSp mod">
        <pc:chgData name="PIYUS KEDIA" userId="30dfcb9f6f0df2cc" providerId="LiveId" clId="{C7F536F0-4F24-444A-80B6-82D384AE3D16}" dt="2022-11-17T11:38:50.557" v="67" actId="20577"/>
        <pc:sldMkLst>
          <pc:docMk/>
          <pc:sldMk cId="122307913" sldId="395"/>
        </pc:sldMkLst>
        <pc:spChg chg="mod">
          <ac:chgData name="PIYUS KEDIA" userId="30dfcb9f6f0df2cc" providerId="LiveId" clId="{C7F536F0-4F24-444A-80B6-82D384AE3D16}" dt="2022-11-17T11:38:50.557" v="67" actId="20577"/>
          <ac:spMkLst>
            <pc:docMk/>
            <pc:sldMk cId="122307913" sldId="395"/>
            <ac:spMk id="3" creationId="{5F275835-126F-4AAB-846F-63D8AF9A33E6}"/>
          </ac:spMkLst>
        </pc:spChg>
      </pc:sldChg>
      <pc:sldChg chg="del">
        <pc:chgData name="PIYUS KEDIA" userId="30dfcb9f6f0df2cc" providerId="LiveId" clId="{C7F536F0-4F24-444A-80B6-82D384AE3D16}" dt="2022-11-17T11:37:05.405" v="7" actId="47"/>
        <pc:sldMkLst>
          <pc:docMk/>
          <pc:sldMk cId="2859044010" sldId="397"/>
        </pc:sldMkLst>
      </pc:sldChg>
      <pc:sldChg chg="del">
        <pc:chgData name="PIYUS KEDIA" userId="30dfcb9f6f0df2cc" providerId="LiveId" clId="{C7F536F0-4F24-444A-80B6-82D384AE3D16}" dt="2022-11-17T11:37:05.763" v="8" actId="47"/>
        <pc:sldMkLst>
          <pc:docMk/>
          <pc:sldMk cId="2833420185" sldId="398"/>
        </pc:sldMkLst>
      </pc:sldChg>
      <pc:sldChg chg="del">
        <pc:chgData name="PIYUS KEDIA" userId="30dfcb9f6f0df2cc" providerId="LiveId" clId="{C7F536F0-4F24-444A-80B6-82D384AE3D16}" dt="2022-11-17T11:37:06.382" v="9" actId="47"/>
        <pc:sldMkLst>
          <pc:docMk/>
          <pc:sldMk cId="2867799156" sldId="399"/>
        </pc:sldMkLst>
      </pc:sldChg>
      <pc:sldChg chg="del">
        <pc:chgData name="PIYUS KEDIA" userId="30dfcb9f6f0df2cc" providerId="LiveId" clId="{C7F536F0-4F24-444A-80B6-82D384AE3D16}" dt="2022-11-17T11:37:06.648" v="10" actId="47"/>
        <pc:sldMkLst>
          <pc:docMk/>
          <pc:sldMk cId="1885106240" sldId="400"/>
        </pc:sldMkLst>
      </pc:sldChg>
      <pc:sldChg chg="del">
        <pc:chgData name="PIYUS KEDIA" userId="30dfcb9f6f0df2cc" providerId="LiveId" clId="{C7F536F0-4F24-444A-80B6-82D384AE3D16}" dt="2022-11-17T11:37:06.781" v="11" actId="47"/>
        <pc:sldMkLst>
          <pc:docMk/>
          <pc:sldMk cId="1131712249" sldId="401"/>
        </pc:sldMkLst>
      </pc:sldChg>
      <pc:sldChg chg="del">
        <pc:chgData name="PIYUS KEDIA" userId="30dfcb9f6f0df2cc" providerId="LiveId" clId="{C7F536F0-4F24-444A-80B6-82D384AE3D16}" dt="2022-11-17T11:37:06.977" v="12" actId="47"/>
        <pc:sldMkLst>
          <pc:docMk/>
          <pc:sldMk cId="3579943156" sldId="402"/>
        </pc:sldMkLst>
      </pc:sldChg>
      <pc:sldChg chg="del">
        <pc:chgData name="PIYUS KEDIA" userId="30dfcb9f6f0df2cc" providerId="LiveId" clId="{C7F536F0-4F24-444A-80B6-82D384AE3D16}" dt="2022-11-17T11:37:07.931" v="17" actId="47"/>
        <pc:sldMkLst>
          <pc:docMk/>
          <pc:sldMk cId="3079084992" sldId="403"/>
        </pc:sldMkLst>
      </pc:sldChg>
      <pc:sldChg chg="del">
        <pc:chgData name="PIYUS KEDIA" userId="30dfcb9f6f0df2cc" providerId="LiveId" clId="{C7F536F0-4F24-444A-80B6-82D384AE3D16}" dt="2022-11-17T11:37:07.957" v="18" actId="47"/>
        <pc:sldMkLst>
          <pc:docMk/>
          <pc:sldMk cId="30750207" sldId="404"/>
        </pc:sldMkLst>
      </pc:sldChg>
      <pc:sldChg chg="del">
        <pc:chgData name="PIYUS KEDIA" userId="30dfcb9f6f0df2cc" providerId="LiveId" clId="{C7F536F0-4F24-444A-80B6-82D384AE3D16}" dt="2022-11-17T11:37:08.901" v="19" actId="47"/>
        <pc:sldMkLst>
          <pc:docMk/>
          <pc:sldMk cId="2803147326" sldId="405"/>
        </pc:sldMkLst>
      </pc:sldChg>
      <pc:sldChg chg="del">
        <pc:chgData name="PIYUS KEDIA" userId="30dfcb9f6f0df2cc" providerId="LiveId" clId="{C7F536F0-4F24-444A-80B6-82D384AE3D16}" dt="2022-11-17T11:37:10.073" v="20" actId="47"/>
        <pc:sldMkLst>
          <pc:docMk/>
          <pc:sldMk cId="2870509802" sldId="406"/>
        </pc:sldMkLst>
      </pc:sldChg>
      <pc:sldChg chg="addSp delSp modSp mod">
        <pc:chgData name="PIYUS KEDIA" userId="30dfcb9f6f0df2cc" providerId="LiveId" clId="{C7F536F0-4F24-444A-80B6-82D384AE3D16}" dt="2022-11-17T12:08:36.762" v="1581" actId="478"/>
        <pc:sldMkLst>
          <pc:docMk/>
          <pc:sldMk cId="2944327149" sldId="411"/>
        </pc:sldMkLst>
        <pc:spChg chg="add del mod">
          <ac:chgData name="PIYUS KEDIA" userId="30dfcb9f6f0df2cc" providerId="LiveId" clId="{C7F536F0-4F24-444A-80B6-82D384AE3D16}" dt="2022-11-17T12:08:36.762" v="1581" actId="478"/>
          <ac:spMkLst>
            <pc:docMk/>
            <pc:sldMk cId="2944327149" sldId="411"/>
            <ac:spMk id="6" creationId="{309D4323-8DEB-1532-07FE-2592077E90D7}"/>
          </ac:spMkLst>
        </pc:spChg>
      </pc:sldChg>
      <pc:sldChg chg="addSp delSp modSp mod">
        <pc:chgData name="PIYUS KEDIA" userId="30dfcb9f6f0df2cc" providerId="LiveId" clId="{C7F536F0-4F24-444A-80B6-82D384AE3D16}" dt="2022-11-17T12:08:28.854" v="1579" actId="478"/>
        <pc:sldMkLst>
          <pc:docMk/>
          <pc:sldMk cId="1640139184" sldId="412"/>
        </pc:sldMkLst>
        <pc:spChg chg="mod">
          <ac:chgData name="PIYUS KEDIA" userId="30dfcb9f6f0df2cc" providerId="LiveId" clId="{C7F536F0-4F24-444A-80B6-82D384AE3D16}" dt="2022-11-17T12:05:08.922" v="1356" actId="20577"/>
          <ac:spMkLst>
            <pc:docMk/>
            <pc:sldMk cId="1640139184" sldId="412"/>
            <ac:spMk id="5" creationId="{7307FDE9-2586-48E2-B7CB-A21A7ED2F4AE}"/>
          </ac:spMkLst>
        </pc:spChg>
        <pc:spChg chg="add del mod">
          <ac:chgData name="PIYUS KEDIA" userId="30dfcb9f6f0df2cc" providerId="LiveId" clId="{C7F536F0-4F24-444A-80B6-82D384AE3D16}" dt="2022-11-17T12:08:28.854" v="1579" actId="478"/>
          <ac:spMkLst>
            <pc:docMk/>
            <pc:sldMk cId="1640139184" sldId="412"/>
            <ac:spMk id="6" creationId="{210723B1-FA85-50E7-210C-BC725EF0854B}"/>
          </ac:spMkLst>
        </pc:spChg>
      </pc:sldChg>
      <pc:sldChg chg="del">
        <pc:chgData name="PIYUS KEDIA" userId="30dfcb9f6f0df2cc" providerId="LiveId" clId="{C7F536F0-4F24-444A-80B6-82D384AE3D16}" dt="2022-11-17T11:37:14.603" v="28" actId="47"/>
        <pc:sldMkLst>
          <pc:docMk/>
          <pc:sldMk cId="1625267206" sldId="415"/>
        </pc:sldMkLst>
      </pc:sldChg>
      <pc:sldChg chg="del">
        <pc:chgData name="PIYUS KEDIA" userId="30dfcb9f6f0df2cc" providerId="LiveId" clId="{C7F536F0-4F24-444A-80B6-82D384AE3D16}" dt="2022-11-17T11:37:05.026" v="6" actId="47"/>
        <pc:sldMkLst>
          <pc:docMk/>
          <pc:sldMk cId="1101641587" sldId="422"/>
        </pc:sldMkLst>
      </pc:sldChg>
      <pc:sldChg chg="del">
        <pc:chgData name="PIYUS KEDIA" userId="30dfcb9f6f0df2cc" providerId="LiveId" clId="{C7F536F0-4F24-444A-80B6-82D384AE3D16}" dt="2022-11-17T11:37:07.164" v="13" actId="47"/>
        <pc:sldMkLst>
          <pc:docMk/>
          <pc:sldMk cId="2252597329" sldId="423"/>
        </pc:sldMkLst>
      </pc:sldChg>
      <pc:sldChg chg="del">
        <pc:chgData name="PIYUS KEDIA" userId="30dfcb9f6f0df2cc" providerId="LiveId" clId="{C7F536F0-4F24-444A-80B6-82D384AE3D16}" dt="2022-11-17T11:37:12.291" v="23" actId="47"/>
        <pc:sldMkLst>
          <pc:docMk/>
          <pc:sldMk cId="297003786" sldId="662"/>
        </pc:sldMkLst>
      </pc:sldChg>
      <pc:sldChg chg="del">
        <pc:chgData name="PIYUS KEDIA" userId="30dfcb9f6f0df2cc" providerId="LiveId" clId="{C7F536F0-4F24-444A-80B6-82D384AE3D16}" dt="2022-11-17T11:37:04.407" v="4" actId="47"/>
        <pc:sldMkLst>
          <pc:docMk/>
          <pc:sldMk cId="1156879428" sldId="676"/>
        </pc:sldMkLst>
      </pc:sldChg>
      <pc:sldChg chg="del">
        <pc:chgData name="PIYUS KEDIA" userId="30dfcb9f6f0df2cc" providerId="LiveId" clId="{C7F536F0-4F24-444A-80B6-82D384AE3D16}" dt="2022-11-17T11:37:04.568" v="5" actId="47"/>
        <pc:sldMkLst>
          <pc:docMk/>
          <pc:sldMk cId="3909964307" sldId="678"/>
        </pc:sldMkLst>
      </pc:sldChg>
      <pc:sldChg chg="del">
        <pc:chgData name="PIYUS KEDIA" userId="30dfcb9f6f0df2cc" providerId="LiveId" clId="{C7F536F0-4F24-444A-80B6-82D384AE3D16}" dt="2022-11-17T11:37:13.667" v="26" actId="47"/>
        <pc:sldMkLst>
          <pc:docMk/>
          <pc:sldMk cId="277803401" sldId="679"/>
        </pc:sldMkLst>
      </pc:sldChg>
      <pc:sldChg chg="del">
        <pc:chgData name="PIYUS KEDIA" userId="30dfcb9f6f0df2cc" providerId="LiveId" clId="{C7F536F0-4F24-444A-80B6-82D384AE3D16}" dt="2022-11-17T11:37:07.565" v="15" actId="47"/>
        <pc:sldMkLst>
          <pc:docMk/>
          <pc:sldMk cId="870948163" sldId="681"/>
        </pc:sldMkLst>
      </pc:sldChg>
      <pc:sldChg chg="del">
        <pc:chgData name="PIYUS KEDIA" userId="30dfcb9f6f0df2cc" providerId="LiveId" clId="{C7F536F0-4F24-444A-80B6-82D384AE3D16}" dt="2022-11-17T11:37:11.321" v="21" actId="47"/>
        <pc:sldMkLst>
          <pc:docMk/>
          <pc:sldMk cId="936088570" sldId="776"/>
        </pc:sldMkLst>
      </pc:sldChg>
      <pc:sldChg chg="add">
        <pc:chgData name="PIYUS KEDIA" userId="30dfcb9f6f0df2cc" providerId="LiveId" clId="{C7F536F0-4F24-444A-80B6-82D384AE3D16}" dt="2022-11-17T12:08:23.453" v="1578"/>
        <pc:sldMkLst>
          <pc:docMk/>
          <pc:sldMk cId="2083520378" sldId="776"/>
        </pc:sldMkLst>
      </pc:sldChg>
      <pc:sldChg chg="add">
        <pc:chgData name="PIYUS KEDIA" userId="30dfcb9f6f0df2cc" providerId="LiveId" clId="{C7F536F0-4F24-444A-80B6-82D384AE3D16}" dt="2022-11-17T12:08:31.976" v="1580"/>
        <pc:sldMkLst>
          <pc:docMk/>
          <pc:sldMk cId="1944454695" sldId="777"/>
        </pc:sldMkLst>
      </pc:sldChg>
      <pc:sldChg chg="del">
        <pc:chgData name="PIYUS KEDIA" userId="30dfcb9f6f0df2cc" providerId="LiveId" clId="{C7F536F0-4F24-444A-80B6-82D384AE3D16}" dt="2022-11-17T11:37:11.990" v="22" actId="47"/>
        <pc:sldMkLst>
          <pc:docMk/>
          <pc:sldMk cId="2125746146" sldId="777"/>
        </pc:sldMkLst>
      </pc:sldChg>
      <pc:sldChg chg="addSp delSp modSp add mod">
        <pc:chgData name="PIYUS KEDIA" userId="30dfcb9f6f0df2cc" providerId="LiveId" clId="{C7F536F0-4F24-444A-80B6-82D384AE3D16}" dt="2022-11-17T12:38:22.172" v="5441" actId="207"/>
        <pc:sldMkLst>
          <pc:docMk/>
          <pc:sldMk cId="1032313979" sldId="778"/>
        </pc:sldMkLst>
        <pc:spChg chg="mod">
          <ac:chgData name="PIYUS KEDIA" userId="30dfcb9f6f0df2cc" providerId="LiveId" clId="{C7F536F0-4F24-444A-80B6-82D384AE3D16}" dt="2022-11-17T12:22:24.506" v="3789" actId="1076"/>
          <ac:spMkLst>
            <pc:docMk/>
            <pc:sldMk cId="1032313979" sldId="778"/>
            <ac:spMk id="2" creationId="{7FFCE379-96B2-4A2B-AE76-A4A0518061EE}"/>
          </ac:spMkLst>
        </pc:spChg>
        <pc:spChg chg="add del mod">
          <ac:chgData name="PIYUS KEDIA" userId="30dfcb9f6f0df2cc" providerId="LiveId" clId="{C7F536F0-4F24-444A-80B6-82D384AE3D16}" dt="2022-11-17T12:11:55.212" v="2038" actId="478"/>
          <ac:spMkLst>
            <pc:docMk/>
            <pc:sldMk cId="1032313979" sldId="778"/>
            <ac:spMk id="3" creationId="{372F5545-6CA5-0979-0B48-78B1AA43B3E7}"/>
          </ac:spMkLst>
        </pc:spChg>
        <pc:spChg chg="add del mod">
          <ac:chgData name="PIYUS KEDIA" userId="30dfcb9f6f0df2cc" providerId="LiveId" clId="{C7F536F0-4F24-444A-80B6-82D384AE3D16}" dt="2022-11-17T12:11:55.212" v="2038" actId="478"/>
          <ac:spMkLst>
            <pc:docMk/>
            <pc:sldMk cId="1032313979" sldId="778"/>
            <ac:spMk id="8" creationId="{448BC614-76C5-9990-1EFE-F30D75058923}"/>
          </ac:spMkLst>
        </pc:spChg>
        <pc:spChg chg="add del mod">
          <ac:chgData name="PIYUS KEDIA" userId="30dfcb9f6f0df2cc" providerId="LiveId" clId="{C7F536F0-4F24-444A-80B6-82D384AE3D16}" dt="2022-11-17T12:11:55.212" v="2038" actId="478"/>
          <ac:spMkLst>
            <pc:docMk/>
            <pc:sldMk cId="1032313979" sldId="778"/>
            <ac:spMk id="9" creationId="{A46095AA-2A0C-05BD-B445-FD9F07FB4E0D}"/>
          </ac:spMkLst>
        </pc:spChg>
        <pc:spChg chg="add del mod">
          <ac:chgData name="PIYUS KEDIA" userId="30dfcb9f6f0df2cc" providerId="LiveId" clId="{C7F536F0-4F24-444A-80B6-82D384AE3D16}" dt="2022-11-17T12:22:12.035" v="3787" actId="478"/>
          <ac:spMkLst>
            <pc:docMk/>
            <pc:sldMk cId="1032313979" sldId="778"/>
            <ac:spMk id="12" creationId="{BB2812AA-AFED-EC45-D83F-52619DD6CABF}"/>
          </ac:spMkLst>
        </pc:spChg>
        <pc:spChg chg="add del mod">
          <ac:chgData name="PIYUS KEDIA" userId="30dfcb9f6f0df2cc" providerId="LiveId" clId="{C7F536F0-4F24-444A-80B6-82D384AE3D16}" dt="2022-11-17T12:22:12.035" v="3787" actId="478"/>
          <ac:spMkLst>
            <pc:docMk/>
            <pc:sldMk cId="1032313979" sldId="778"/>
            <ac:spMk id="13" creationId="{4F6BD5F6-F879-3DEA-887C-3DB6790DD328}"/>
          </ac:spMkLst>
        </pc:spChg>
        <pc:spChg chg="add del mod">
          <ac:chgData name="PIYUS KEDIA" userId="30dfcb9f6f0df2cc" providerId="LiveId" clId="{C7F536F0-4F24-444A-80B6-82D384AE3D16}" dt="2022-11-17T12:22:12.035" v="3787" actId="478"/>
          <ac:spMkLst>
            <pc:docMk/>
            <pc:sldMk cId="1032313979" sldId="778"/>
            <ac:spMk id="14" creationId="{68D4DB03-6CE3-8F50-49A2-A0CC606C0BD2}"/>
          </ac:spMkLst>
        </pc:spChg>
        <pc:spChg chg="add del mod">
          <ac:chgData name="PIYUS KEDIA" userId="30dfcb9f6f0df2cc" providerId="LiveId" clId="{C7F536F0-4F24-444A-80B6-82D384AE3D16}" dt="2022-11-17T12:22:12.035" v="3787" actId="478"/>
          <ac:spMkLst>
            <pc:docMk/>
            <pc:sldMk cId="1032313979" sldId="778"/>
            <ac:spMk id="15" creationId="{A4E1D90E-98F5-0B1F-12B4-08D024956261}"/>
          </ac:spMkLst>
        </pc:spChg>
        <pc:spChg chg="add del mod">
          <ac:chgData name="PIYUS KEDIA" userId="30dfcb9f6f0df2cc" providerId="LiveId" clId="{C7F536F0-4F24-444A-80B6-82D384AE3D16}" dt="2022-11-17T12:22:12.035" v="3787" actId="478"/>
          <ac:spMkLst>
            <pc:docMk/>
            <pc:sldMk cId="1032313979" sldId="778"/>
            <ac:spMk id="16" creationId="{BE88EEB0-C17F-D147-EA7F-8FC159C19E80}"/>
          </ac:spMkLst>
        </pc:spChg>
        <pc:spChg chg="add del mod">
          <ac:chgData name="PIYUS KEDIA" userId="30dfcb9f6f0df2cc" providerId="LiveId" clId="{C7F536F0-4F24-444A-80B6-82D384AE3D16}" dt="2022-11-17T12:22:12.035" v="3787" actId="478"/>
          <ac:spMkLst>
            <pc:docMk/>
            <pc:sldMk cId="1032313979" sldId="778"/>
            <ac:spMk id="17" creationId="{0EB25C62-19B0-FDA2-A145-8BE8B8B4FCDE}"/>
          </ac:spMkLst>
        </pc:spChg>
        <pc:spChg chg="add del mod">
          <ac:chgData name="PIYUS KEDIA" userId="30dfcb9f6f0df2cc" providerId="LiveId" clId="{C7F536F0-4F24-444A-80B6-82D384AE3D16}" dt="2022-11-17T12:22:12.035" v="3787" actId="478"/>
          <ac:spMkLst>
            <pc:docMk/>
            <pc:sldMk cId="1032313979" sldId="778"/>
            <ac:spMk id="18" creationId="{30C01308-B750-5FF5-443D-75E9F47CD3EA}"/>
          </ac:spMkLst>
        </pc:spChg>
        <pc:spChg chg="add del mod">
          <ac:chgData name="PIYUS KEDIA" userId="30dfcb9f6f0df2cc" providerId="LiveId" clId="{C7F536F0-4F24-444A-80B6-82D384AE3D16}" dt="2022-11-17T12:22:12.035" v="3787" actId="478"/>
          <ac:spMkLst>
            <pc:docMk/>
            <pc:sldMk cId="1032313979" sldId="778"/>
            <ac:spMk id="19" creationId="{385ADEA9-C14A-86BA-3D33-AC2E928E8BFD}"/>
          </ac:spMkLst>
        </pc:spChg>
        <pc:spChg chg="add del mod">
          <ac:chgData name="PIYUS KEDIA" userId="30dfcb9f6f0df2cc" providerId="LiveId" clId="{C7F536F0-4F24-444A-80B6-82D384AE3D16}" dt="2022-11-17T12:22:20.062" v="3788" actId="478"/>
          <ac:spMkLst>
            <pc:docMk/>
            <pc:sldMk cId="1032313979" sldId="778"/>
            <ac:spMk id="20" creationId="{F0430048-8AA2-2A97-2B19-F5EEE483F438}"/>
          </ac:spMkLst>
        </pc:spChg>
        <pc:spChg chg="add del mod">
          <ac:chgData name="PIYUS KEDIA" userId="30dfcb9f6f0df2cc" providerId="LiveId" clId="{C7F536F0-4F24-444A-80B6-82D384AE3D16}" dt="2022-11-17T12:22:12.035" v="3787" actId="478"/>
          <ac:spMkLst>
            <pc:docMk/>
            <pc:sldMk cId="1032313979" sldId="778"/>
            <ac:spMk id="21" creationId="{408D2E0E-040C-43D0-F312-8C45323EA63B}"/>
          </ac:spMkLst>
        </pc:spChg>
        <pc:spChg chg="add mod">
          <ac:chgData name="PIYUS KEDIA" userId="30dfcb9f6f0df2cc" providerId="LiveId" clId="{C7F536F0-4F24-444A-80B6-82D384AE3D16}" dt="2022-11-17T12:13:38.276" v="2704" actId="1035"/>
          <ac:spMkLst>
            <pc:docMk/>
            <pc:sldMk cId="1032313979" sldId="778"/>
            <ac:spMk id="22" creationId="{A41671F4-00FC-A586-286A-EFE91BFC2932}"/>
          </ac:spMkLst>
        </pc:spChg>
        <pc:spChg chg="add mod">
          <ac:chgData name="PIYUS KEDIA" userId="30dfcb9f6f0df2cc" providerId="LiveId" clId="{C7F536F0-4F24-444A-80B6-82D384AE3D16}" dt="2022-11-17T12:13:38.276" v="2704" actId="1035"/>
          <ac:spMkLst>
            <pc:docMk/>
            <pc:sldMk cId="1032313979" sldId="778"/>
            <ac:spMk id="23" creationId="{DF4CC643-C646-8CFE-33D4-C2FA5A1C29CC}"/>
          </ac:spMkLst>
        </pc:spChg>
        <pc:spChg chg="add del mod">
          <ac:chgData name="PIYUS KEDIA" userId="30dfcb9f6f0df2cc" providerId="LiveId" clId="{C7F536F0-4F24-444A-80B6-82D384AE3D16}" dt="2022-11-17T12:12:19.274" v="2223" actId="478"/>
          <ac:spMkLst>
            <pc:docMk/>
            <pc:sldMk cId="1032313979" sldId="778"/>
            <ac:spMk id="24" creationId="{D7446C6F-8A83-98F7-BE8E-7B1E2199D424}"/>
          </ac:spMkLst>
        </pc:spChg>
        <pc:spChg chg="add mod">
          <ac:chgData name="PIYUS KEDIA" userId="30dfcb9f6f0df2cc" providerId="LiveId" clId="{C7F536F0-4F24-444A-80B6-82D384AE3D16}" dt="2022-11-17T12:13:38.276" v="2704" actId="1035"/>
          <ac:spMkLst>
            <pc:docMk/>
            <pc:sldMk cId="1032313979" sldId="778"/>
            <ac:spMk id="25" creationId="{A797B042-76CC-94E5-4617-8F82DAD7FB47}"/>
          </ac:spMkLst>
        </pc:spChg>
        <pc:spChg chg="add mod">
          <ac:chgData name="PIYUS KEDIA" userId="30dfcb9f6f0df2cc" providerId="LiveId" clId="{C7F536F0-4F24-444A-80B6-82D384AE3D16}" dt="2022-11-17T12:13:38.276" v="2704" actId="1035"/>
          <ac:spMkLst>
            <pc:docMk/>
            <pc:sldMk cId="1032313979" sldId="778"/>
            <ac:spMk id="26" creationId="{3CEC89D5-497C-579F-1FF0-F84982059A51}"/>
          </ac:spMkLst>
        </pc:spChg>
        <pc:spChg chg="add mod">
          <ac:chgData name="PIYUS KEDIA" userId="30dfcb9f6f0df2cc" providerId="LiveId" clId="{C7F536F0-4F24-444A-80B6-82D384AE3D16}" dt="2022-11-17T12:13:38.276" v="2704" actId="1035"/>
          <ac:spMkLst>
            <pc:docMk/>
            <pc:sldMk cId="1032313979" sldId="778"/>
            <ac:spMk id="27" creationId="{70C5B57B-F508-93D8-E7F7-FA0470E6D2D1}"/>
          </ac:spMkLst>
        </pc:spChg>
        <pc:spChg chg="add mod">
          <ac:chgData name="PIYUS KEDIA" userId="30dfcb9f6f0df2cc" providerId="LiveId" clId="{C7F536F0-4F24-444A-80B6-82D384AE3D16}" dt="2022-11-17T12:38:10.772" v="5439" actId="207"/>
          <ac:spMkLst>
            <pc:docMk/>
            <pc:sldMk cId="1032313979" sldId="778"/>
            <ac:spMk id="28" creationId="{AB9D495E-2C0C-691D-4575-3B386E4DE892}"/>
          </ac:spMkLst>
        </pc:spChg>
        <pc:spChg chg="add mod">
          <ac:chgData name="PIYUS KEDIA" userId="30dfcb9f6f0df2cc" providerId="LiveId" clId="{C7F536F0-4F24-444A-80B6-82D384AE3D16}" dt="2022-11-17T12:15:43.667" v="2893" actId="20577"/>
          <ac:spMkLst>
            <pc:docMk/>
            <pc:sldMk cId="1032313979" sldId="778"/>
            <ac:spMk id="29" creationId="{D269AFED-5030-FD3D-CC74-F0285B1C92FC}"/>
          </ac:spMkLst>
        </pc:spChg>
        <pc:spChg chg="add mod">
          <ac:chgData name="PIYUS KEDIA" userId="30dfcb9f6f0df2cc" providerId="LiveId" clId="{C7F536F0-4F24-444A-80B6-82D384AE3D16}" dt="2022-11-17T12:15:14.844" v="2841" actId="1036"/>
          <ac:spMkLst>
            <pc:docMk/>
            <pc:sldMk cId="1032313979" sldId="778"/>
            <ac:spMk id="30" creationId="{786A6FA1-9D52-FB05-A2AB-B9990DB1435D}"/>
          </ac:spMkLst>
        </pc:spChg>
        <pc:spChg chg="add mod">
          <ac:chgData name="PIYUS KEDIA" userId="30dfcb9f6f0df2cc" providerId="LiveId" clId="{C7F536F0-4F24-444A-80B6-82D384AE3D16}" dt="2022-11-17T12:15:27.422" v="2891" actId="1035"/>
          <ac:spMkLst>
            <pc:docMk/>
            <pc:sldMk cId="1032313979" sldId="778"/>
            <ac:spMk id="43" creationId="{D68360D8-BB8C-77F6-D949-556FD195BC50}"/>
          </ac:spMkLst>
        </pc:spChg>
        <pc:spChg chg="add mod">
          <ac:chgData name="PIYUS KEDIA" userId="30dfcb9f6f0df2cc" providerId="LiveId" clId="{C7F536F0-4F24-444A-80B6-82D384AE3D16}" dt="2022-11-17T12:15:27.422" v="2891" actId="1035"/>
          <ac:spMkLst>
            <pc:docMk/>
            <pc:sldMk cId="1032313979" sldId="778"/>
            <ac:spMk id="44" creationId="{7B2671D4-29E4-4B7D-5279-B677898A1211}"/>
          </ac:spMkLst>
        </pc:spChg>
        <pc:spChg chg="add mod">
          <ac:chgData name="PIYUS KEDIA" userId="30dfcb9f6f0df2cc" providerId="LiveId" clId="{C7F536F0-4F24-444A-80B6-82D384AE3D16}" dt="2022-11-17T12:15:27.422" v="2891" actId="1035"/>
          <ac:spMkLst>
            <pc:docMk/>
            <pc:sldMk cId="1032313979" sldId="778"/>
            <ac:spMk id="45" creationId="{3B139D15-1DBC-CF05-8ABF-D1B16636E4C6}"/>
          </ac:spMkLst>
        </pc:spChg>
        <pc:spChg chg="add mod">
          <ac:chgData name="PIYUS KEDIA" userId="30dfcb9f6f0df2cc" providerId="LiveId" clId="{C7F536F0-4F24-444A-80B6-82D384AE3D16}" dt="2022-11-17T12:15:27.422" v="2891" actId="1035"/>
          <ac:spMkLst>
            <pc:docMk/>
            <pc:sldMk cId="1032313979" sldId="778"/>
            <ac:spMk id="46" creationId="{78902BC7-49E1-BE85-2308-463CD83A47D7}"/>
          </ac:spMkLst>
        </pc:spChg>
        <pc:spChg chg="add mod">
          <ac:chgData name="PIYUS KEDIA" userId="30dfcb9f6f0df2cc" providerId="LiveId" clId="{C7F536F0-4F24-444A-80B6-82D384AE3D16}" dt="2022-11-17T12:15:27.422" v="2891" actId="1035"/>
          <ac:spMkLst>
            <pc:docMk/>
            <pc:sldMk cId="1032313979" sldId="778"/>
            <ac:spMk id="47" creationId="{C139B289-4088-F596-5BD0-466C9860D2D6}"/>
          </ac:spMkLst>
        </pc:spChg>
        <pc:spChg chg="add del mod">
          <ac:chgData name="PIYUS KEDIA" userId="30dfcb9f6f0df2cc" providerId="LiveId" clId="{C7F536F0-4F24-444A-80B6-82D384AE3D16}" dt="2022-11-17T12:15:39.831" v="2892" actId="478"/>
          <ac:spMkLst>
            <pc:docMk/>
            <pc:sldMk cId="1032313979" sldId="778"/>
            <ac:spMk id="48" creationId="{3C1F4A2E-8816-96CD-9114-17E1EE20199A}"/>
          </ac:spMkLst>
        </pc:spChg>
        <pc:spChg chg="add mod">
          <ac:chgData name="PIYUS KEDIA" userId="30dfcb9f6f0df2cc" providerId="LiveId" clId="{C7F536F0-4F24-444A-80B6-82D384AE3D16}" dt="2022-11-17T12:15:27.422" v="2891" actId="1035"/>
          <ac:spMkLst>
            <pc:docMk/>
            <pc:sldMk cId="1032313979" sldId="778"/>
            <ac:spMk id="49" creationId="{8BF56DB1-648C-46DC-8551-613E3EF14CDB}"/>
          </ac:spMkLst>
        </pc:spChg>
        <pc:spChg chg="add del mod">
          <ac:chgData name="PIYUS KEDIA" userId="30dfcb9f6f0df2cc" providerId="LiveId" clId="{C7F536F0-4F24-444A-80B6-82D384AE3D16}" dt="2022-11-17T12:15:39.831" v="2892" actId="478"/>
          <ac:spMkLst>
            <pc:docMk/>
            <pc:sldMk cId="1032313979" sldId="778"/>
            <ac:spMk id="50" creationId="{4B4F5DE1-AC41-34BF-5B36-B27A34B7A3E2}"/>
          </ac:spMkLst>
        </pc:spChg>
        <pc:spChg chg="add mod">
          <ac:chgData name="PIYUS KEDIA" userId="30dfcb9f6f0df2cc" providerId="LiveId" clId="{C7F536F0-4F24-444A-80B6-82D384AE3D16}" dt="2022-11-17T12:38:15.451" v="5440" actId="207"/>
          <ac:spMkLst>
            <pc:docMk/>
            <pc:sldMk cId="1032313979" sldId="778"/>
            <ac:spMk id="58" creationId="{685C5F86-C689-779B-31DE-8689EC726F98}"/>
          </ac:spMkLst>
        </pc:spChg>
        <pc:spChg chg="add mod">
          <ac:chgData name="PIYUS KEDIA" userId="30dfcb9f6f0df2cc" providerId="LiveId" clId="{C7F536F0-4F24-444A-80B6-82D384AE3D16}" dt="2022-11-17T12:17:00.298" v="3106" actId="1038"/>
          <ac:spMkLst>
            <pc:docMk/>
            <pc:sldMk cId="1032313979" sldId="778"/>
            <ac:spMk id="59" creationId="{DD26A9F3-197C-98A3-C077-7E446EE98DDF}"/>
          </ac:spMkLst>
        </pc:spChg>
        <pc:spChg chg="add mod">
          <ac:chgData name="PIYUS KEDIA" userId="30dfcb9f6f0df2cc" providerId="LiveId" clId="{C7F536F0-4F24-444A-80B6-82D384AE3D16}" dt="2022-11-17T12:17:15.450" v="3237" actId="1036"/>
          <ac:spMkLst>
            <pc:docMk/>
            <pc:sldMk cId="1032313979" sldId="778"/>
            <ac:spMk id="60" creationId="{3A22E309-4809-6C7C-5CE3-C307005F7E3E}"/>
          </ac:spMkLst>
        </pc:spChg>
        <pc:spChg chg="add mod">
          <ac:chgData name="PIYUS KEDIA" userId="30dfcb9f6f0df2cc" providerId="LiveId" clId="{C7F536F0-4F24-444A-80B6-82D384AE3D16}" dt="2022-11-17T12:22:37.166" v="3848" actId="1036"/>
          <ac:spMkLst>
            <pc:docMk/>
            <pc:sldMk cId="1032313979" sldId="778"/>
            <ac:spMk id="67" creationId="{E2B48656-3854-AF42-F8CD-D6714B965167}"/>
          </ac:spMkLst>
        </pc:spChg>
        <pc:spChg chg="add mod">
          <ac:chgData name="PIYUS KEDIA" userId="30dfcb9f6f0df2cc" providerId="LiveId" clId="{C7F536F0-4F24-444A-80B6-82D384AE3D16}" dt="2022-11-17T12:22:37.166" v="3848" actId="1036"/>
          <ac:spMkLst>
            <pc:docMk/>
            <pc:sldMk cId="1032313979" sldId="778"/>
            <ac:spMk id="68" creationId="{3121BBC0-8F55-67F4-4F02-310F5EE5B13E}"/>
          </ac:spMkLst>
        </pc:spChg>
        <pc:spChg chg="add mod">
          <ac:chgData name="PIYUS KEDIA" userId="30dfcb9f6f0df2cc" providerId="LiveId" clId="{C7F536F0-4F24-444A-80B6-82D384AE3D16}" dt="2022-11-17T12:22:37.166" v="3848" actId="1036"/>
          <ac:spMkLst>
            <pc:docMk/>
            <pc:sldMk cId="1032313979" sldId="778"/>
            <ac:spMk id="69" creationId="{B5244D19-F330-7C39-8B66-7A1F7B902164}"/>
          </ac:spMkLst>
        </pc:spChg>
        <pc:spChg chg="add mod">
          <ac:chgData name="PIYUS KEDIA" userId="30dfcb9f6f0df2cc" providerId="LiveId" clId="{C7F536F0-4F24-444A-80B6-82D384AE3D16}" dt="2022-11-17T12:22:37.166" v="3848" actId="1036"/>
          <ac:spMkLst>
            <pc:docMk/>
            <pc:sldMk cId="1032313979" sldId="778"/>
            <ac:spMk id="70" creationId="{BE925AAD-868D-1066-23F4-8877534E88C3}"/>
          </ac:spMkLst>
        </pc:spChg>
        <pc:spChg chg="add mod">
          <ac:chgData name="PIYUS KEDIA" userId="30dfcb9f6f0df2cc" providerId="LiveId" clId="{C7F536F0-4F24-444A-80B6-82D384AE3D16}" dt="2022-11-17T12:22:37.166" v="3848" actId="1036"/>
          <ac:spMkLst>
            <pc:docMk/>
            <pc:sldMk cId="1032313979" sldId="778"/>
            <ac:spMk id="71" creationId="{4B4D0B42-A58A-0248-38BC-3F2C9B3FF0EB}"/>
          </ac:spMkLst>
        </pc:spChg>
        <pc:spChg chg="add mod">
          <ac:chgData name="PIYUS KEDIA" userId="30dfcb9f6f0df2cc" providerId="LiveId" clId="{C7F536F0-4F24-444A-80B6-82D384AE3D16}" dt="2022-11-17T12:22:37.166" v="3848" actId="1036"/>
          <ac:spMkLst>
            <pc:docMk/>
            <pc:sldMk cId="1032313979" sldId="778"/>
            <ac:spMk id="72" creationId="{2430C924-207D-E7A8-F5A4-D0DE0D35B328}"/>
          </ac:spMkLst>
        </pc:spChg>
        <pc:spChg chg="add del mod">
          <ac:chgData name="PIYUS KEDIA" userId="30dfcb9f6f0df2cc" providerId="LiveId" clId="{C7F536F0-4F24-444A-80B6-82D384AE3D16}" dt="2022-11-17T12:17:57.032" v="3292" actId="478"/>
          <ac:spMkLst>
            <pc:docMk/>
            <pc:sldMk cId="1032313979" sldId="778"/>
            <ac:spMk id="78" creationId="{92A6BA33-6183-FE9D-4080-11A0B7A4FC3C}"/>
          </ac:spMkLst>
        </pc:spChg>
        <pc:spChg chg="add mod">
          <ac:chgData name="PIYUS KEDIA" userId="30dfcb9f6f0df2cc" providerId="LiveId" clId="{C7F536F0-4F24-444A-80B6-82D384AE3D16}" dt="2022-11-17T12:22:37.166" v="3848" actId="1036"/>
          <ac:spMkLst>
            <pc:docMk/>
            <pc:sldMk cId="1032313979" sldId="778"/>
            <ac:spMk id="79" creationId="{811E96EF-3122-B639-1F65-F201DC52A540}"/>
          </ac:spMkLst>
        </pc:spChg>
        <pc:spChg chg="add del mod">
          <ac:chgData name="PIYUS KEDIA" userId="30dfcb9f6f0df2cc" providerId="LiveId" clId="{C7F536F0-4F24-444A-80B6-82D384AE3D16}" dt="2022-11-17T12:18:03.956" v="3294" actId="478"/>
          <ac:spMkLst>
            <pc:docMk/>
            <pc:sldMk cId="1032313979" sldId="778"/>
            <ac:spMk id="80" creationId="{057E5F67-C33E-9954-4A22-E797B6AE91F0}"/>
          </ac:spMkLst>
        </pc:spChg>
        <pc:spChg chg="add mod">
          <ac:chgData name="PIYUS KEDIA" userId="30dfcb9f6f0df2cc" providerId="LiveId" clId="{C7F536F0-4F24-444A-80B6-82D384AE3D16}" dt="2022-11-17T12:22:37.166" v="3848" actId="1036"/>
          <ac:spMkLst>
            <pc:docMk/>
            <pc:sldMk cId="1032313979" sldId="778"/>
            <ac:spMk id="84" creationId="{3CAF9ED2-D137-D9A4-7C12-393B5A4BF76E}"/>
          </ac:spMkLst>
        </pc:spChg>
        <pc:spChg chg="add mod">
          <ac:chgData name="PIYUS KEDIA" userId="30dfcb9f6f0df2cc" providerId="LiveId" clId="{C7F536F0-4F24-444A-80B6-82D384AE3D16}" dt="2022-11-17T12:22:37.166" v="3848" actId="1036"/>
          <ac:spMkLst>
            <pc:docMk/>
            <pc:sldMk cId="1032313979" sldId="778"/>
            <ac:spMk id="85" creationId="{1AF5B0A6-25E3-7522-3D55-7AECB3E3547F}"/>
          </ac:spMkLst>
        </pc:spChg>
        <pc:spChg chg="add mod">
          <ac:chgData name="PIYUS KEDIA" userId="30dfcb9f6f0df2cc" providerId="LiveId" clId="{C7F536F0-4F24-444A-80B6-82D384AE3D16}" dt="2022-11-17T12:22:37.166" v="3848" actId="1036"/>
          <ac:spMkLst>
            <pc:docMk/>
            <pc:sldMk cId="1032313979" sldId="778"/>
            <ac:spMk id="86" creationId="{B183B847-ED73-9F8B-7D86-2BBB21BC2053}"/>
          </ac:spMkLst>
        </pc:spChg>
        <pc:spChg chg="add mod">
          <ac:chgData name="PIYUS KEDIA" userId="30dfcb9f6f0df2cc" providerId="LiveId" clId="{C7F536F0-4F24-444A-80B6-82D384AE3D16}" dt="2022-11-17T12:22:37.166" v="3848" actId="1036"/>
          <ac:spMkLst>
            <pc:docMk/>
            <pc:sldMk cId="1032313979" sldId="778"/>
            <ac:spMk id="93" creationId="{39227822-B016-37E9-D360-1161C951C54B}"/>
          </ac:spMkLst>
        </pc:spChg>
        <pc:spChg chg="add mod">
          <ac:chgData name="PIYUS KEDIA" userId="30dfcb9f6f0df2cc" providerId="LiveId" clId="{C7F536F0-4F24-444A-80B6-82D384AE3D16}" dt="2022-11-17T12:22:37.166" v="3848" actId="1036"/>
          <ac:spMkLst>
            <pc:docMk/>
            <pc:sldMk cId="1032313979" sldId="778"/>
            <ac:spMk id="94" creationId="{A6DD7F36-4111-DBCF-B20C-24A483833682}"/>
          </ac:spMkLst>
        </pc:spChg>
        <pc:spChg chg="add mod">
          <ac:chgData name="PIYUS KEDIA" userId="30dfcb9f6f0df2cc" providerId="LiveId" clId="{C7F536F0-4F24-444A-80B6-82D384AE3D16}" dt="2022-11-17T12:38:22.172" v="5441" actId="207"/>
          <ac:spMkLst>
            <pc:docMk/>
            <pc:sldMk cId="1032313979" sldId="778"/>
            <ac:spMk id="95" creationId="{06E964C3-09CF-DECD-25B6-B5A90C0B6232}"/>
          </ac:spMkLst>
        </pc:spChg>
        <pc:spChg chg="add mod">
          <ac:chgData name="PIYUS KEDIA" userId="30dfcb9f6f0df2cc" providerId="LiveId" clId="{C7F536F0-4F24-444A-80B6-82D384AE3D16}" dt="2022-11-17T12:22:37.166" v="3848" actId="1036"/>
          <ac:spMkLst>
            <pc:docMk/>
            <pc:sldMk cId="1032313979" sldId="778"/>
            <ac:spMk id="96" creationId="{4363A4A8-1678-FD4E-E965-1E658FB8DB8E}"/>
          </ac:spMkLst>
        </pc:spChg>
        <pc:spChg chg="add mod">
          <ac:chgData name="PIYUS KEDIA" userId="30dfcb9f6f0df2cc" providerId="LiveId" clId="{C7F536F0-4F24-444A-80B6-82D384AE3D16}" dt="2022-11-17T12:22:37.166" v="3848" actId="1036"/>
          <ac:spMkLst>
            <pc:docMk/>
            <pc:sldMk cId="1032313979" sldId="778"/>
            <ac:spMk id="97" creationId="{07D4D6B9-2904-9B86-B82D-171B3077B678}"/>
          </ac:spMkLst>
        </pc:spChg>
        <pc:spChg chg="add mod">
          <ac:chgData name="PIYUS KEDIA" userId="30dfcb9f6f0df2cc" providerId="LiveId" clId="{C7F536F0-4F24-444A-80B6-82D384AE3D16}" dt="2022-11-17T12:22:48.682" v="3903" actId="1035"/>
          <ac:spMkLst>
            <pc:docMk/>
            <pc:sldMk cId="1032313979" sldId="778"/>
            <ac:spMk id="108" creationId="{B630ED3D-146E-2AF3-E298-81A806FC3919}"/>
          </ac:spMkLst>
        </pc:spChg>
        <pc:spChg chg="add mod">
          <ac:chgData name="PIYUS KEDIA" userId="30dfcb9f6f0df2cc" providerId="LiveId" clId="{C7F536F0-4F24-444A-80B6-82D384AE3D16}" dt="2022-11-17T12:27:15.311" v="4483" actId="1076"/>
          <ac:spMkLst>
            <pc:docMk/>
            <pc:sldMk cId="1032313979" sldId="778"/>
            <ac:spMk id="109" creationId="{9E77EE27-0440-15E3-977B-0873EEC24408}"/>
          </ac:spMkLst>
        </pc:spChg>
        <pc:spChg chg="add mod">
          <ac:chgData name="PIYUS KEDIA" userId="30dfcb9f6f0df2cc" providerId="LiveId" clId="{C7F536F0-4F24-444A-80B6-82D384AE3D16}" dt="2022-11-17T12:23:39.528" v="4093" actId="207"/>
          <ac:spMkLst>
            <pc:docMk/>
            <pc:sldMk cId="1032313979" sldId="778"/>
            <ac:spMk id="110" creationId="{C9AF0505-16CF-409F-201A-B4EC90D96D61}"/>
          </ac:spMkLst>
        </pc:spChg>
        <pc:spChg chg="add del mod">
          <ac:chgData name="PIYUS KEDIA" userId="30dfcb9f6f0df2cc" providerId="LiveId" clId="{C7F536F0-4F24-444A-80B6-82D384AE3D16}" dt="2022-11-17T12:23:30.803" v="4091"/>
          <ac:spMkLst>
            <pc:docMk/>
            <pc:sldMk cId="1032313979" sldId="778"/>
            <ac:spMk id="111" creationId="{3A2F76C9-40E4-C35F-D8E4-A2C4F4E88FC4}"/>
          </ac:spMkLst>
        </pc:spChg>
        <pc:spChg chg="add del mod">
          <ac:chgData name="PIYUS KEDIA" userId="30dfcb9f6f0df2cc" providerId="LiveId" clId="{C7F536F0-4F24-444A-80B6-82D384AE3D16}" dt="2022-11-17T12:23:30.803" v="4091"/>
          <ac:spMkLst>
            <pc:docMk/>
            <pc:sldMk cId="1032313979" sldId="778"/>
            <ac:spMk id="112" creationId="{4DDC29E6-B6E6-753F-80A0-A4F9687BC94A}"/>
          </ac:spMkLst>
        </pc:spChg>
        <pc:spChg chg="add del mod">
          <ac:chgData name="PIYUS KEDIA" userId="30dfcb9f6f0df2cc" providerId="LiveId" clId="{C7F536F0-4F24-444A-80B6-82D384AE3D16}" dt="2022-11-17T12:23:30.803" v="4091"/>
          <ac:spMkLst>
            <pc:docMk/>
            <pc:sldMk cId="1032313979" sldId="778"/>
            <ac:spMk id="113" creationId="{26D2ED29-9A86-D2B2-6013-4CF197B87DE9}"/>
          </ac:spMkLst>
        </pc:spChg>
        <pc:spChg chg="add del mod">
          <ac:chgData name="PIYUS KEDIA" userId="30dfcb9f6f0df2cc" providerId="LiveId" clId="{C7F536F0-4F24-444A-80B6-82D384AE3D16}" dt="2022-11-17T12:23:30.803" v="4091"/>
          <ac:spMkLst>
            <pc:docMk/>
            <pc:sldMk cId="1032313979" sldId="778"/>
            <ac:spMk id="114" creationId="{498C9DAC-ACB3-C136-B3E8-902040F2EBA5}"/>
          </ac:spMkLst>
        </pc:spChg>
        <pc:spChg chg="add del mod">
          <ac:chgData name="PIYUS KEDIA" userId="30dfcb9f6f0df2cc" providerId="LiveId" clId="{C7F536F0-4F24-444A-80B6-82D384AE3D16}" dt="2022-11-17T12:23:30.803" v="4091"/>
          <ac:spMkLst>
            <pc:docMk/>
            <pc:sldMk cId="1032313979" sldId="778"/>
            <ac:spMk id="115" creationId="{D5721DF5-9B70-400C-F523-BC787B6861E9}"/>
          </ac:spMkLst>
        </pc:spChg>
        <pc:spChg chg="add del mod">
          <ac:chgData name="PIYUS KEDIA" userId="30dfcb9f6f0df2cc" providerId="LiveId" clId="{C7F536F0-4F24-444A-80B6-82D384AE3D16}" dt="2022-11-17T12:23:30.803" v="4091"/>
          <ac:spMkLst>
            <pc:docMk/>
            <pc:sldMk cId="1032313979" sldId="778"/>
            <ac:spMk id="116" creationId="{625D90B7-FA65-A07B-66D7-A8BDCD75EF6B}"/>
          </ac:spMkLst>
        </pc:spChg>
        <pc:spChg chg="add del mod">
          <ac:chgData name="PIYUS KEDIA" userId="30dfcb9f6f0df2cc" providerId="LiveId" clId="{C7F536F0-4F24-444A-80B6-82D384AE3D16}" dt="2022-11-17T12:23:30.803" v="4091"/>
          <ac:spMkLst>
            <pc:docMk/>
            <pc:sldMk cId="1032313979" sldId="778"/>
            <ac:spMk id="122" creationId="{D10F0034-8655-5C8A-A9FF-0F46FE33CA8E}"/>
          </ac:spMkLst>
        </pc:spChg>
        <pc:spChg chg="add del mod">
          <ac:chgData name="PIYUS KEDIA" userId="30dfcb9f6f0df2cc" providerId="LiveId" clId="{C7F536F0-4F24-444A-80B6-82D384AE3D16}" dt="2022-11-17T12:23:30.803" v="4091"/>
          <ac:spMkLst>
            <pc:docMk/>
            <pc:sldMk cId="1032313979" sldId="778"/>
            <ac:spMk id="124" creationId="{4871D5FB-9B1D-7D55-855E-6B05167F0D81}"/>
          </ac:spMkLst>
        </pc:spChg>
        <pc:spChg chg="add del mod">
          <ac:chgData name="PIYUS KEDIA" userId="30dfcb9f6f0df2cc" providerId="LiveId" clId="{C7F536F0-4F24-444A-80B6-82D384AE3D16}" dt="2022-11-17T12:23:30.803" v="4091"/>
          <ac:spMkLst>
            <pc:docMk/>
            <pc:sldMk cId="1032313979" sldId="778"/>
            <ac:spMk id="125" creationId="{1BA440E6-E219-0218-F531-0908CC41D80A}"/>
          </ac:spMkLst>
        </pc:spChg>
        <pc:spChg chg="add del mod">
          <ac:chgData name="PIYUS KEDIA" userId="30dfcb9f6f0df2cc" providerId="LiveId" clId="{C7F536F0-4F24-444A-80B6-82D384AE3D16}" dt="2022-11-17T12:23:30.803" v="4091"/>
          <ac:spMkLst>
            <pc:docMk/>
            <pc:sldMk cId="1032313979" sldId="778"/>
            <ac:spMk id="126" creationId="{8F91E8FA-F020-13F0-10DD-C7617B774E90}"/>
          </ac:spMkLst>
        </pc:spChg>
        <pc:spChg chg="add del mod">
          <ac:chgData name="PIYUS KEDIA" userId="30dfcb9f6f0df2cc" providerId="LiveId" clId="{C7F536F0-4F24-444A-80B6-82D384AE3D16}" dt="2022-11-17T12:23:30.803" v="4091"/>
          <ac:spMkLst>
            <pc:docMk/>
            <pc:sldMk cId="1032313979" sldId="778"/>
            <ac:spMk id="130" creationId="{8CD1226D-E4FC-3C5D-472F-EC960F23C84A}"/>
          </ac:spMkLst>
        </pc:spChg>
        <pc:spChg chg="add del mod">
          <ac:chgData name="PIYUS KEDIA" userId="30dfcb9f6f0df2cc" providerId="LiveId" clId="{C7F536F0-4F24-444A-80B6-82D384AE3D16}" dt="2022-11-17T12:23:30.803" v="4091"/>
          <ac:spMkLst>
            <pc:docMk/>
            <pc:sldMk cId="1032313979" sldId="778"/>
            <ac:spMk id="131" creationId="{AC24AB4B-D79B-94BE-F162-0C0C36CFCF44}"/>
          </ac:spMkLst>
        </pc:spChg>
        <pc:spChg chg="add del mod">
          <ac:chgData name="PIYUS KEDIA" userId="30dfcb9f6f0df2cc" providerId="LiveId" clId="{C7F536F0-4F24-444A-80B6-82D384AE3D16}" dt="2022-11-17T12:23:30.803" v="4091"/>
          <ac:spMkLst>
            <pc:docMk/>
            <pc:sldMk cId="1032313979" sldId="778"/>
            <ac:spMk id="132" creationId="{5B588251-D5F0-1E94-CDB1-623FAAB1EBC9}"/>
          </ac:spMkLst>
        </pc:spChg>
        <pc:spChg chg="add del mod">
          <ac:chgData name="PIYUS KEDIA" userId="30dfcb9f6f0df2cc" providerId="LiveId" clId="{C7F536F0-4F24-444A-80B6-82D384AE3D16}" dt="2022-11-17T12:23:30.803" v="4091"/>
          <ac:spMkLst>
            <pc:docMk/>
            <pc:sldMk cId="1032313979" sldId="778"/>
            <ac:spMk id="133" creationId="{4D44136B-30EB-954D-6418-53B51C5905E4}"/>
          </ac:spMkLst>
        </pc:spChg>
        <pc:spChg chg="add del mod">
          <ac:chgData name="PIYUS KEDIA" userId="30dfcb9f6f0df2cc" providerId="LiveId" clId="{C7F536F0-4F24-444A-80B6-82D384AE3D16}" dt="2022-11-17T12:23:30.803" v="4091"/>
          <ac:spMkLst>
            <pc:docMk/>
            <pc:sldMk cId="1032313979" sldId="778"/>
            <ac:spMk id="134" creationId="{D9B933C0-CF03-6064-328C-9DA764F5A2A5}"/>
          </ac:spMkLst>
        </pc:spChg>
        <pc:spChg chg="add del mod">
          <ac:chgData name="PIYUS KEDIA" userId="30dfcb9f6f0df2cc" providerId="LiveId" clId="{C7F536F0-4F24-444A-80B6-82D384AE3D16}" dt="2022-11-17T12:23:30.803" v="4091"/>
          <ac:spMkLst>
            <pc:docMk/>
            <pc:sldMk cId="1032313979" sldId="778"/>
            <ac:spMk id="140" creationId="{13ECF474-3A06-AFD0-F15C-B0D329E908AC}"/>
          </ac:spMkLst>
        </pc:spChg>
        <pc:spChg chg="add mod">
          <ac:chgData name="PIYUS KEDIA" userId="30dfcb9f6f0df2cc" providerId="LiveId" clId="{C7F536F0-4F24-444A-80B6-82D384AE3D16}" dt="2022-11-17T12:37:38.003" v="5418" actId="1038"/>
          <ac:spMkLst>
            <pc:docMk/>
            <pc:sldMk cId="1032313979" sldId="778"/>
            <ac:spMk id="141" creationId="{BABF9D23-6DD0-DAA1-21E4-4401A6EBB45B}"/>
          </ac:spMkLst>
        </pc:spChg>
        <pc:spChg chg="add mod">
          <ac:chgData name="PIYUS KEDIA" userId="30dfcb9f6f0df2cc" providerId="LiveId" clId="{C7F536F0-4F24-444A-80B6-82D384AE3D16}" dt="2022-11-17T12:37:52.638" v="5438" actId="122"/>
          <ac:spMkLst>
            <pc:docMk/>
            <pc:sldMk cId="1032313979" sldId="778"/>
            <ac:spMk id="142" creationId="{23572E75-F63C-0B67-8698-DB72160D1DF5}"/>
          </ac:spMkLst>
        </pc:spChg>
        <pc:spChg chg="add mod">
          <ac:chgData name="PIYUS KEDIA" userId="30dfcb9f6f0df2cc" providerId="LiveId" clId="{C7F536F0-4F24-444A-80B6-82D384AE3D16}" dt="2022-11-17T12:37:42.625" v="5429" actId="1038"/>
          <ac:spMkLst>
            <pc:docMk/>
            <pc:sldMk cId="1032313979" sldId="778"/>
            <ac:spMk id="143" creationId="{B9BACC87-3722-4C5E-05A9-B2A6DEC5B97B}"/>
          </ac:spMkLst>
        </pc:spChg>
        <pc:cxnChg chg="add">
          <ac:chgData name="PIYUS KEDIA" userId="30dfcb9f6f0df2cc" providerId="LiveId" clId="{C7F536F0-4F24-444A-80B6-82D384AE3D16}" dt="2022-11-17T12:14:16.510" v="2785" actId="11529"/>
          <ac:cxnSpMkLst>
            <pc:docMk/>
            <pc:sldMk cId="1032313979" sldId="778"/>
            <ac:cxnSpMk id="7" creationId="{14A09FA7-E92E-5AE8-0053-F0F2B51B767B}"/>
          </ac:cxnSpMkLst>
        </pc:cxnChg>
        <pc:cxnChg chg="add">
          <ac:chgData name="PIYUS KEDIA" userId="30dfcb9f6f0df2cc" providerId="LiveId" clId="{C7F536F0-4F24-444A-80B6-82D384AE3D16}" dt="2022-11-17T12:14:21.569" v="2786" actId="11529"/>
          <ac:cxnSpMkLst>
            <pc:docMk/>
            <pc:sldMk cId="1032313979" sldId="778"/>
            <ac:cxnSpMk id="32" creationId="{06337688-69D0-EC59-842E-C2EE9F57EB57}"/>
          </ac:cxnSpMkLst>
        </pc:cxnChg>
        <pc:cxnChg chg="add">
          <ac:chgData name="PIYUS KEDIA" userId="30dfcb9f6f0df2cc" providerId="LiveId" clId="{C7F536F0-4F24-444A-80B6-82D384AE3D16}" dt="2022-11-17T12:14:25.949" v="2787" actId="11529"/>
          <ac:cxnSpMkLst>
            <pc:docMk/>
            <pc:sldMk cId="1032313979" sldId="778"/>
            <ac:cxnSpMk id="34" creationId="{71B4C15B-BCE3-2BF8-D50D-8BB7AAE01023}"/>
          </ac:cxnSpMkLst>
        </pc:cxnChg>
        <pc:cxnChg chg="add">
          <ac:chgData name="PIYUS KEDIA" userId="30dfcb9f6f0df2cc" providerId="LiveId" clId="{C7F536F0-4F24-444A-80B6-82D384AE3D16}" dt="2022-11-17T12:14:30.791" v="2788" actId="11529"/>
          <ac:cxnSpMkLst>
            <pc:docMk/>
            <pc:sldMk cId="1032313979" sldId="778"/>
            <ac:cxnSpMk id="36" creationId="{BE83EA78-0063-2E5A-7D76-A54164466B63}"/>
          </ac:cxnSpMkLst>
        </pc:cxnChg>
        <pc:cxnChg chg="add mod">
          <ac:chgData name="PIYUS KEDIA" userId="30dfcb9f6f0df2cc" providerId="LiveId" clId="{C7F536F0-4F24-444A-80B6-82D384AE3D16}" dt="2022-11-17T12:15:08.106" v="2821" actId="1036"/>
          <ac:cxnSpMkLst>
            <pc:docMk/>
            <pc:sldMk cId="1032313979" sldId="778"/>
            <ac:cxnSpMk id="38" creationId="{726E9891-C706-11BD-C56F-C2373E6D7CA9}"/>
          </ac:cxnSpMkLst>
        </pc:cxnChg>
        <pc:cxnChg chg="add mod">
          <ac:chgData name="PIYUS KEDIA" userId="30dfcb9f6f0df2cc" providerId="LiveId" clId="{C7F536F0-4F24-444A-80B6-82D384AE3D16}" dt="2022-11-17T12:15:14.844" v="2841" actId="1036"/>
          <ac:cxnSpMkLst>
            <pc:docMk/>
            <pc:sldMk cId="1032313979" sldId="778"/>
            <ac:cxnSpMk id="40" creationId="{68D7F5B0-6DFA-B9F4-7F99-BA0C8F633DDD}"/>
          </ac:cxnSpMkLst>
        </pc:cxnChg>
        <pc:cxnChg chg="add">
          <ac:chgData name="PIYUS KEDIA" userId="30dfcb9f6f0df2cc" providerId="LiveId" clId="{C7F536F0-4F24-444A-80B6-82D384AE3D16}" dt="2022-11-17T12:14:58.467" v="2803" actId="11529"/>
          <ac:cxnSpMkLst>
            <pc:docMk/>
            <pc:sldMk cId="1032313979" sldId="778"/>
            <ac:cxnSpMk id="42" creationId="{8D71FAFF-DC66-C133-A6C9-ED3A6E016FE2}"/>
          </ac:cxnSpMkLst>
        </pc:cxnChg>
        <pc:cxnChg chg="add mod">
          <ac:chgData name="PIYUS KEDIA" userId="30dfcb9f6f0df2cc" providerId="LiveId" clId="{C7F536F0-4F24-444A-80B6-82D384AE3D16}" dt="2022-11-17T12:15:27.422" v="2891" actId="1035"/>
          <ac:cxnSpMkLst>
            <pc:docMk/>
            <pc:sldMk cId="1032313979" sldId="778"/>
            <ac:cxnSpMk id="51" creationId="{7E5138B5-9968-FDAC-D25F-FF6239B9A57C}"/>
          </ac:cxnSpMkLst>
        </pc:cxnChg>
        <pc:cxnChg chg="add mod">
          <ac:chgData name="PIYUS KEDIA" userId="30dfcb9f6f0df2cc" providerId="LiveId" clId="{C7F536F0-4F24-444A-80B6-82D384AE3D16}" dt="2022-11-17T12:15:27.422" v="2891" actId="1035"/>
          <ac:cxnSpMkLst>
            <pc:docMk/>
            <pc:sldMk cId="1032313979" sldId="778"/>
            <ac:cxnSpMk id="52" creationId="{439D6302-B501-0177-A13E-899B910E658F}"/>
          </ac:cxnSpMkLst>
        </pc:cxnChg>
        <pc:cxnChg chg="add mod">
          <ac:chgData name="PIYUS KEDIA" userId="30dfcb9f6f0df2cc" providerId="LiveId" clId="{C7F536F0-4F24-444A-80B6-82D384AE3D16}" dt="2022-11-17T12:15:27.422" v="2891" actId="1035"/>
          <ac:cxnSpMkLst>
            <pc:docMk/>
            <pc:sldMk cId="1032313979" sldId="778"/>
            <ac:cxnSpMk id="53" creationId="{05B9C3A6-5802-73EF-3070-FA451C78B325}"/>
          </ac:cxnSpMkLst>
        </pc:cxnChg>
        <pc:cxnChg chg="add mod">
          <ac:chgData name="PIYUS KEDIA" userId="30dfcb9f6f0df2cc" providerId="LiveId" clId="{C7F536F0-4F24-444A-80B6-82D384AE3D16}" dt="2022-11-17T12:15:27.422" v="2891" actId="1035"/>
          <ac:cxnSpMkLst>
            <pc:docMk/>
            <pc:sldMk cId="1032313979" sldId="778"/>
            <ac:cxnSpMk id="54" creationId="{CFC4218E-9700-188D-5615-982654E6660F}"/>
          </ac:cxnSpMkLst>
        </pc:cxnChg>
        <pc:cxnChg chg="add del mod">
          <ac:chgData name="PIYUS KEDIA" userId="30dfcb9f6f0df2cc" providerId="LiveId" clId="{C7F536F0-4F24-444A-80B6-82D384AE3D16}" dt="2022-11-17T12:15:39.831" v="2892" actId="478"/>
          <ac:cxnSpMkLst>
            <pc:docMk/>
            <pc:sldMk cId="1032313979" sldId="778"/>
            <ac:cxnSpMk id="55" creationId="{ABF27E96-FD50-B405-1453-F48D08158C14}"/>
          </ac:cxnSpMkLst>
        </pc:cxnChg>
        <pc:cxnChg chg="add del mod">
          <ac:chgData name="PIYUS KEDIA" userId="30dfcb9f6f0df2cc" providerId="LiveId" clId="{C7F536F0-4F24-444A-80B6-82D384AE3D16}" dt="2022-11-17T12:15:39.831" v="2892" actId="478"/>
          <ac:cxnSpMkLst>
            <pc:docMk/>
            <pc:sldMk cId="1032313979" sldId="778"/>
            <ac:cxnSpMk id="56" creationId="{4B80AF12-2ABC-FA42-3347-A120358AE750}"/>
          </ac:cxnSpMkLst>
        </pc:cxnChg>
        <pc:cxnChg chg="add mod">
          <ac:chgData name="PIYUS KEDIA" userId="30dfcb9f6f0df2cc" providerId="LiveId" clId="{C7F536F0-4F24-444A-80B6-82D384AE3D16}" dt="2022-11-17T12:15:27.422" v="2891" actId="1035"/>
          <ac:cxnSpMkLst>
            <pc:docMk/>
            <pc:sldMk cId="1032313979" sldId="778"/>
            <ac:cxnSpMk id="57" creationId="{5C024768-E713-A4C6-DDBA-A24180D9C9C6}"/>
          </ac:cxnSpMkLst>
        </pc:cxnChg>
        <pc:cxnChg chg="add">
          <ac:chgData name="PIYUS KEDIA" userId="30dfcb9f6f0df2cc" providerId="LiveId" clId="{C7F536F0-4F24-444A-80B6-82D384AE3D16}" dt="2022-11-17T12:17:23.234" v="3238" actId="11529"/>
          <ac:cxnSpMkLst>
            <pc:docMk/>
            <pc:sldMk cId="1032313979" sldId="778"/>
            <ac:cxnSpMk id="62" creationId="{3898702E-EBBF-18EB-4E93-8399FDF09943}"/>
          </ac:cxnSpMkLst>
        </pc:cxnChg>
        <pc:cxnChg chg="add">
          <ac:chgData name="PIYUS KEDIA" userId="30dfcb9f6f0df2cc" providerId="LiveId" clId="{C7F536F0-4F24-444A-80B6-82D384AE3D16}" dt="2022-11-17T12:17:28.900" v="3239" actId="11529"/>
          <ac:cxnSpMkLst>
            <pc:docMk/>
            <pc:sldMk cId="1032313979" sldId="778"/>
            <ac:cxnSpMk id="64" creationId="{AE60692D-E136-0429-9F43-FDC23255527B}"/>
          </ac:cxnSpMkLst>
        </pc:cxnChg>
        <pc:cxnChg chg="add">
          <ac:chgData name="PIYUS KEDIA" userId="30dfcb9f6f0df2cc" providerId="LiveId" clId="{C7F536F0-4F24-444A-80B6-82D384AE3D16}" dt="2022-11-17T12:17:33.386" v="3240" actId="11529"/>
          <ac:cxnSpMkLst>
            <pc:docMk/>
            <pc:sldMk cId="1032313979" sldId="778"/>
            <ac:cxnSpMk id="66" creationId="{BFDDF088-D91E-6E17-1A56-6CB85F21E687}"/>
          </ac:cxnSpMkLst>
        </pc:cxnChg>
        <pc:cxnChg chg="add mod">
          <ac:chgData name="PIYUS KEDIA" userId="30dfcb9f6f0df2cc" providerId="LiveId" clId="{C7F536F0-4F24-444A-80B6-82D384AE3D16}" dt="2022-11-17T12:22:37.166" v="3848" actId="1036"/>
          <ac:cxnSpMkLst>
            <pc:docMk/>
            <pc:sldMk cId="1032313979" sldId="778"/>
            <ac:cxnSpMk id="73" creationId="{3368D05C-F773-A75D-4579-47433C70E8A8}"/>
          </ac:cxnSpMkLst>
        </pc:cxnChg>
        <pc:cxnChg chg="add mod">
          <ac:chgData name="PIYUS KEDIA" userId="30dfcb9f6f0df2cc" providerId="LiveId" clId="{C7F536F0-4F24-444A-80B6-82D384AE3D16}" dt="2022-11-17T12:22:37.166" v="3848" actId="1036"/>
          <ac:cxnSpMkLst>
            <pc:docMk/>
            <pc:sldMk cId="1032313979" sldId="778"/>
            <ac:cxnSpMk id="74" creationId="{59EABAB6-5165-2B70-140A-38470DADC674}"/>
          </ac:cxnSpMkLst>
        </pc:cxnChg>
        <pc:cxnChg chg="add mod">
          <ac:chgData name="PIYUS KEDIA" userId="30dfcb9f6f0df2cc" providerId="LiveId" clId="{C7F536F0-4F24-444A-80B6-82D384AE3D16}" dt="2022-11-17T12:22:37.166" v="3848" actId="1036"/>
          <ac:cxnSpMkLst>
            <pc:docMk/>
            <pc:sldMk cId="1032313979" sldId="778"/>
            <ac:cxnSpMk id="75" creationId="{76BA0996-E9A9-2CD5-29B6-241BE8DBF371}"/>
          </ac:cxnSpMkLst>
        </pc:cxnChg>
        <pc:cxnChg chg="add mod">
          <ac:chgData name="PIYUS KEDIA" userId="30dfcb9f6f0df2cc" providerId="LiveId" clId="{C7F536F0-4F24-444A-80B6-82D384AE3D16}" dt="2022-11-17T12:22:37.166" v="3848" actId="1036"/>
          <ac:cxnSpMkLst>
            <pc:docMk/>
            <pc:sldMk cId="1032313979" sldId="778"/>
            <ac:cxnSpMk id="76" creationId="{6F6EBD4F-C01E-E55A-9780-4555757132D2}"/>
          </ac:cxnSpMkLst>
        </pc:cxnChg>
        <pc:cxnChg chg="add mod">
          <ac:chgData name="PIYUS KEDIA" userId="30dfcb9f6f0df2cc" providerId="LiveId" clId="{C7F536F0-4F24-444A-80B6-82D384AE3D16}" dt="2022-11-17T12:22:37.166" v="3848" actId="1036"/>
          <ac:cxnSpMkLst>
            <pc:docMk/>
            <pc:sldMk cId="1032313979" sldId="778"/>
            <ac:cxnSpMk id="77" creationId="{55A6DEBD-2A2C-E65C-07E6-DAACAD1F98F0}"/>
          </ac:cxnSpMkLst>
        </pc:cxnChg>
        <pc:cxnChg chg="add del mod">
          <ac:chgData name="PIYUS KEDIA" userId="30dfcb9f6f0df2cc" providerId="LiveId" clId="{C7F536F0-4F24-444A-80B6-82D384AE3D16}" dt="2022-11-17T12:17:52.282" v="3291" actId="478"/>
          <ac:cxnSpMkLst>
            <pc:docMk/>
            <pc:sldMk cId="1032313979" sldId="778"/>
            <ac:cxnSpMk id="81" creationId="{B939A99E-6DEB-3054-DDBF-B762D480DAC9}"/>
          </ac:cxnSpMkLst>
        </pc:cxnChg>
        <pc:cxnChg chg="add mod">
          <ac:chgData name="PIYUS KEDIA" userId="30dfcb9f6f0df2cc" providerId="LiveId" clId="{C7F536F0-4F24-444A-80B6-82D384AE3D16}" dt="2022-11-17T12:22:37.166" v="3848" actId="1036"/>
          <ac:cxnSpMkLst>
            <pc:docMk/>
            <pc:sldMk cId="1032313979" sldId="778"/>
            <ac:cxnSpMk id="82" creationId="{CDB19960-92D9-5705-48DC-4236B6F9B710}"/>
          </ac:cxnSpMkLst>
        </pc:cxnChg>
        <pc:cxnChg chg="add del mod">
          <ac:chgData name="PIYUS KEDIA" userId="30dfcb9f6f0df2cc" providerId="LiveId" clId="{C7F536F0-4F24-444A-80B6-82D384AE3D16}" dt="2022-11-17T12:18:00.252" v="3293" actId="478"/>
          <ac:cxnSpMkLst>
            <pc:docMk/>
            <pc:sldMk cId="1032313979" sldId="778"/>
            <ac:cxnSpMk id="83" creationId="{2CA09EF0-AC0C-C801-2A3D-7833F57FAFF3}"/>
          </ac:cxnSpMkLst>
        </pc:cxnChg>
        <pc:cxnChg chg="add mod">
          <ac:chgData name="PIYUS KEDIA" userId="30dfcb9f6f0df2cc" providerId="LiveId" clId="{C7F536F0-4F24-444A-80B6-82D384AE3D16}" dt="2022-11-17T12:22:37.166" v="3848" actId="1036"/>
          <ac:cxnSpMkLst>
            <pc:docMk/>
            <pc:sldMk cId="1032313979" sldId="778"/>
            <ac:cxnSpMk id="88" creationId="{A77312BB-5DE7-B1F8-0917-47A4DF7105C7}"/>
          </ac:cxnSpMkLst>
        </pc:cxnChg>
        <pc:cxnChg chg="add mod">
          <ac:chgData name="PIYUS KEDIA" userId="30dfcb9f6f0df2cc" providerId="LiveId" clId="{C7F536F0-4F24-444A-80B6-82D384AE3D16}" dt="2022-11-17T12:22:37.166" v="3848" actId="1036"/>
          <ac:cxnSpMkLst>
            <pc:docMk/>
            <pc:sldMk cId="1032313979" sldId="778"/>
            <ac:cxnSpMk id="90" creationId="{FB9AEA08-D812-934B-BF39-9CB571BBD974}"/>
          </ac:cxnSpMkLst>
        </pc:cxnChg>
        <pc:cxnChg chg="add mod">
          <ac:chgData name="PIYUS KEDIA" userId="30dfcb9f6f0df2cc" providerId="LiveId" clId="{C7F536F0-4F24-444A-80B6-82D384AE3D16}" dt="2022-11-17T12:22:37.166" v="3848" actId="1036"/>
          <ac:cxnSpMkLst>
            <pc:docMk/>
            <pc:sldMk cId="1032313979" sldId="778"/>
            <ac:cxnSpMk id="92" creationId="{815741D9-4C43-47CC-B022-01E3B0EED52A}"/>
          </ac:cxnSpMkLst>
        </pc:cxnChg>
        <pc:cxnChg chg="add mod">
          <ac:chgData name="PIYUS KEDIA" userId="30dfcb9f6f0df2cc" providerId="LiveId" clId="{C7F536F0-4F24-444A-80B6-82D384AE3D16}" dt="2022-11-17T12:22:37.166" v="3848" actId="1036"/>
          <ac:cxnSpMkLst>
            <pc:docMk/>
            <pc:sldMk cId="1032313979" sldId="778"/>
            <ac:cxnSpMk id="99" creationId="{F8C77D3A-B7CC-8BC3-22A6-909C86D470B4}"/>
          </ac:cxnSpMkLst>
        </pc:cxnChg>
        <pc:cxnChg chg="add mod">
          <ac:chgData name="PIYUS KEDIA" userId="30dfcb9f6f0df2cc" providerId="LiveId" clId="{C7F536F0-4F24-444A-80B6-82D384AE3D16}" dt="2022-11-17T12:22:37.166" v="3848" actId="1036"/>
          <ac:cxnSpMkLst>
            <pc:docMk/>
            <pc:sldMk cId="1032313979" sldId="778"/>
            <ac:cxnSpMk id="101" creationId="{B2A84321-343B-A0F2-C6F5-CBD548A09D3A}"/>
          </ac:cxnSpMkLst>
        </pc:cxnChg>
        <pc:cxnChg chg="add mod">
          <ac:chgData name="PIYUS KEDIA" userId="30dfcb9f6f0df2cc" providerId="LiveId" clId="{C7F536F0-4F24-444A-80B6-82D384AE3D16}" dt="2022-11-17T12:22:37.166" v="3848" actId="1036"/>
          <ac:cxnSpMkLst>
            <pc:docMk/>
            <pc:sldMk cId="1032313979" sldId="778"/>
            <ac:cxnSpMk id="103" creationId="{2C07D1F9-6475-8E4D-61E8-5F7CD6A9E8AD}"/>
          </ac:cxnSpMkLst>
        </pc:cxnChg>
        <pc:cxnChg chg="add mod">
          <ac:chgData name="PIYUS KEDIA" userId="30dfcb9f6f0df2cc" providerId="LiveId" clId="{C7F536F0-4F24-444A-80B6-82D384AE3D16}" dt="2022-11-17T12:22:37.166" v="3848" actId="1036"/>
          <ac:cxnSpMkLst>
            <pc:docMk/>
            <pc:sldMk cId="1032313979" sldId="778"/>
            <ac:cxnSpMk id="105" creationId="{13CC91C6-1729-81F5-AB2F-240444DCBA61}"/>
          </ac:cxnSpMkLst>
        </pc:cxnChg>
        <pc:cxnChg chg="add mod">
          <ac:chgData name="PIYUS KEDIA" userId="30dfcb9f6f0df2cc" providerId="LiveId" clId="{C7F536F0-4F24-444A-80B6-82D384AE3D16}" dt="2022-11-17T12:22:37.166" v="3848" actId="1036"/>
          <ac:cxnSpMkLst>
            <pc:docMk/>
            <pc:sldMk cId="1032313979" sldId="778"/>
            <ac:cxnSpMk id="107" creationId="{210F6E09-291C-A11C-1B4E-70C2A4D2199F}"/>
          </ac:cxnSpMkLst>
        </pc:cxnChg>
        <pc:cxnChg chg="add del mod">
          <ac:chgData name="PIYUS KEDIA" userId="30dfcb9f6f0df2cc" providerId="LiveId" clId="{C7F536F0-4F24-444A-80B6-82D384AE3D16}" dt="2022-11-17T12:23:30.803" v="4091"/>
          <ac:cxnSpMkLst>
            <pc:docMk/>
            <pc:sldMk cId="1032313979" sldId="778"/>
            <ac:cxnSpMk id="117" creationId="{03F43707-19EE-84BA-4E33-E165DC174120}"/>
          </ac:cxnSpMkLst>
        </pc:cxnChg>
        <pc:cxnChg chg="add del mod">
          <ac:chgData name="PIYUS KEDIA" userId="30dfcb9f6f0df2cc" providerId="LiveId" clId="{C7F536F0-4F24-444A-80B6-82D384AE3D16}" dt="2022-11-17T12:23:30.803" v="4091"/>
          <ac:cxnSpMkLst>
            <pc:docMk/>
            <pc:sldMk cId="1032313979" sldId="778"/>
            <ac:cxnSpMk id="118" creationId="{CDC83799-C85C-7519-E0A3-6A4B7B4A430C}"/>
          </ac:cxnSpMkLst>
        </pc:cxnChg>
        <pc:cxnChg chg="add del mod">
          <ac:chgData name="PIYUS KEDIA" userId="30dfcb9f6f0df2cc" providerId="LiveId" clId="{C7F536F0-4F24-444A-80B6-82D384AE3D16}" dt="2022-11-17T12:23:30.803" v="4091"/>
          <ac:cxnSpMkLst>
            <pc:docMk/>
            <pc:sldMk cId="1032313979" sldId="778"/>
            <ac:cxnSpMk id="119" creationId="{A558A4C0-2D9A-C97A-7E1F-A7743EDB0FD6}"/>
          </ac:cxnSpMkLst>
        </pc:cxnChg>
        <pc:cxnChg chg="add del mod">
          <ac:chgData name="PIYUS KEDIA" userId="30dfcb9f6f0df2cc" providerId="LiveId" clId="{C7F536F0-4F24-444A-80B6-82D384AE3D16}" dt="2022-11-17T12:23:30.803" v="4091"/>
          <ac:cxnSpMkLst>
            <pc:docMk/>
            <pc:sldMk cId="1032313979" sldId="778"/>
            <ac:cxnSpMk id="120" creationId="{64603943-9651-7A0D-25FD-056C2AE88C7E}"/>
          </ac:cxnSpMkLst>
        </pc:cxnChg>
        <pc:cxnChg chg="add del mod">
          <ac:chgData name="PIYUS KEDIA" userId="30dfcb9f6f0df2cc" providerId="LiveId" clId="{C7F536F0-4F24-444A-80B6-82D384AE3D16}" dt="2022-11-17T12:23:30.803" v="4091"/>
          <ac:cxnSpMkLst>
            <pc:docMk/>
            <pc:sldMk cId="1032313979" sldId="778"/>
            <ac:cxnSpMk id="121" creationId="{DC12C6C0-18E0-A862-5B8C-D40DF28D7FFF}"/>
          </ac:cxnSpMkLst>
        </pc:cxnChg>
        <pc:cxnChg chg="add del mod">
          <ac:chgData name="PIYUS KEDIA" userId="30dfcb9f6f0df2cc" providerId="LiveId" clId="{C7F536F0-4F24-444A-80B6-82D384AE3D16}" dt="2022-11-17T12:23:30.803" v="4091"/>
          <ac:cxnSpMkLst>
            <pc:docMk/>
            <pc:sldMk cId="1032313979" sldId="778"/>
            <ac:cxnSpMk id="123" creationId="{A24DE517-97A1-F98A-5B20-6C64679924CD}"/>
          </ac:cxnSpMkLst>
        </pc:cxnChg>
        <pc:cxnChg chg="add del mod">
          <ac:chgData name="PIYUS KEDIA" userId="30dfcb9f6f0df2cc" providerId="LiveId" clId="{C7F536F0-4F24-444A-80B6-82D384AE3D16}" dt="2022-11-17T12:23:30.803" v="4091"/>
          <ac:cxnSpMkLst>
            <pc:docMk/>
            <pc:sldMk cId="1032313979" sldId="778"/>
            <ac:cxnSpMk id="127" creationId="{1E8C1647-8A34-E97C-FF9C-F732E69467A2}"/>
          </ac:cxnSpMkLst>
        </pc:cxnChg>
        <pc:cxnChg chg="add del mod">
          <ac:chgData name="PIYUS KEDIA" userId="30dfcb9f6f0df2cc" providerId="LiveId" clId="{C7F536F0-4F24-444A-80B6-82D384AE3D16}" dt="2022-11-17T12:23:30.803" v="4091"/>
          <ac:cxnSpMkLst>
            <pc:docMk/>
            <pc:sldMk cId="1032313979" sldId="778"/>
            <ac:cxnSpMk id="128" creationId="{9F4C738D-5BBA-1B27-A70C-302B113CD070}"/>
          </ac:cxnSpMkLst>
        </pc:cxnChg>
        <pc:cxnChg chg="add del mod">
          <ac:chgData name="PIYUS KEDIA" userId="30dfcb9f6f0df2cc" providerId="LiveId" clId="{C7F536F0-4F24-444A-80B6-82D384AE3D16}" dt="2022-11-17T12:23:30.803" v="4091"/>
          <ac:cxnSpMkLst>
            <pc:docMk/>
            <pc:sldMk cId="1032313979" sldId="778"/>
            <ac:cxnSpMk id="129" creationId="{5FD91EFC-8336-AF0A-5AB0-F85F75AB25D3}"/>
          </ac:cxnSpMkLst>
        </pc:cxnChg>
        <pc:cxnChg chg="add del mod">
          <ac:chgData name="PIYUS KEDIA" userId="30dfcb9f6f0df2cc" providerId="LiveId" clId="{C7F536F0-4F24-444A-80B6-82D384AE3D16}" dt="2022-11-17T12:23:30.803" v="4091"/>
          <ac:cxnSpMkLst>
            <pc:docMk/>
            <pc:sldMk cId="1032313979" sldId="778"/>
            <ac:cxnSpMk id="135" creationId="{7190AD10-40D3-B249-6E78-798672892988}"/>
          </ac:cxnSpMkLst>
        </pc:cxnChg>
        <pc:cxnChg chg="add del mod">
          <ac:chgData name="PIYUS KEDIA" userId="30dfcb9f6f0df2cc" providerId="LiveId" clId="{C7F536F0-4F24-444A-80B6-82D384AE3D16}" dt="2022-11-17T12:23:30.803" v="4091"/>
          <ac:cxnSpMkLst>
            <pc:docMk/>
            <pc:sldMk cId="1032313979" sldId="778"/>
            <ac:cxnSpMk id="136" creationId="{AABF7C29-4B27-1E03-8613-BB948096FB1D}"/>
          </ac:cxnSpMkLst>
        </pc:cxnChg>
        <pc:cxnChg chg="add del mod">
          <ac:chgData name="PIYUS KEDIA" userId="30dfcb9f6f0df2cc" providerId="LiveId" clId="{C7F536F0-4F24-444A-80B6-82D384AE3D16}" dt="2022-11-17T12:23:30.803" v="4091"/>
          <ac:cxnSpMkLst>
            <pc:docMk/>
            <pc:sldMk cId="1032313979" sldId="778"/>
            <ac:cxnSpMk id="137" creationId="{6870E0C5-1698-C49B-4FC5-6715ED10DF0C}"/>
          </ac:cxnSpMkLst>
        </pc:cxnChg>
        <pc:cxnChg chg="add del mod">
          <ac:chgData name="PIYUS KEDIA" userId="30dfcb9f6f0df2cc" providerId="LiveId" clId="{C7F536F0-4F24-444A-80B6-82D384AE3D16}" dt="2022-11-17T12:23:30.803" v="4091"/>
          <ac:cxnSpMkLst>
            <pc:docMk/>
            <pc:sldMk cId="1032313979" sldId="778"/>
            <ac:cxnSpMk id="138" creationId="{64780218-4D83-BF81-CDC1-B4C3B82053FC}"/>
          </ac:cxnSpMkLst>
        </pc:cxnChg>
        <pc:cxnChg chg="add del mod">
          <ac:chgData name="PIYUS KEDIA" userId="30dfcb9f6f0df2cc" providerId="LiveId" clId="{C7F536F0-4F24-444A-80B6-82D384AE3D16}" dt="2022-11-17T12:23:30.803" v="4091"/>
          <ac:cxnSpMkLst>
            <pc:docMk/>
            <pc:sldMk cId="1032313979" sldId="778"/>
            <ac:cxnSpMk id="139" creationId="{E82F846D-6270-DFD8-0C0A-CD8E5C36006F}"/>
          </ac:cxnSpMkLst>
        </pc:cxnChg>
      </pc:sldChg>
      <pc:sldChg chg="addSp delSp modSp add mod">
        <pc:chgData name="PIYUS KEDIA" userId="30dfcb9f6f0df2cc" providerId="LiveId" clId="{C7F536F0-4F24-444A-80B6-82D384AE3D16}" dt="2022-11-17T12:38:56.525" v="5443" actId="207"/>
        <pc:sldMkLst>
          <pc:docMk/>
          <pc:sldMk cId="3035299799" sldId="779"/>
        </pc:sldMkLst>
        <pc:spChg chg="add del">
          <ac:chgData name="PIYUS KEDIA" userId="30dfcb9f6f0df2cc" providerId="LiveId" clId="{C7F536F0-4F24-444A-80B6-82D384AE3D16}" dt="2022-11-17T12:25:44.840" v="4376" actId="478"/>
          <ac:spMkLst>
            <pc:docMk/>
            <pc:sldMk cId="3035299799" sldId="779"/>
            <ac:spMk id="22" creationId="{A41671F4-00FC-A586-286A-EFE91BFC2932}"/>
          </ac:spMkLst>
        </pc:spChg>
        <pc:spChg chg="add del">
          <ac:chgData name="PIYUS KEDIA" userId="30dfcb9f6f0df2cc" providerId="LiveId" clId="{C7F536F0-4F24-444A-80B6-82D384AE3D16}" dt="2022-11-17T12:25:44.840" v="4376" actId="478"/>
          <ac:spMkLst>
            <pc:docMk/>
            <pc:sldMk cId="3035299799" sldId="779"/>
            <ac:spMk id="23" creationId="{DF4CC643-C646-8CFE-33D4-C2FA5A1C29CC}"/>
          </ac:spMkLst>
        </pc:spChg>
        <pc:spChg chg="add del">
          <ac:chgData name="PIYUS KEDIA" userId="30dfcb9f6f0df2cc" providerId="LiveId" clId="{C7F536F0-4F24-444A-80B6-82D384AE3D16}" dt="2022-11-17T12:25:44.840" v="4376" actId="478"/>
          <ac:spMkLst>
            <pc:docMk/>
            <pc:sldMk cId="3035299799" sldId="779"/>
            <ac:spMk id="25" creationId="{A797B042-76CC-94E5-4617-8F82DAD7FB47}"/>
          </ac:spMkLst>
        </pc:spChg>
        <pc:spChg chg="add del">
          <ac:chgData name="PIYUS KEDIA" userId="30dfcb9f6f0df2cc" providerId="LiveId" clId="{C7F536F0-4F24-444A-80B6-82D384AE3D16}" dt="2022-11-17T12:25:44.840" v="4376" actId="478"/>
          <ac:spMkLst>
            <pc:docMk/>
            <pc:sldMk cId="3035299799" sldId="779"/>
            <ac:spMk id="26" creationId="{3CEC89D5-497C-579F-1FF0-F84982059A51}"/>
          </ac:spMkLst>
        </pc:spChg>
        <pc:spChg chg="add del">
          <ac:chgData name="PIYUS KEDIA" userId="30dfcb9f6f0df2cc" providerId="LiveId" clId="{C7F536F0-4F24-444A-80B6-82D384AE3D16}" dt="2022-11-17T12:25:44.840" v="4376" actId="478"/>
          <ac:spMkLst>
            <pc:docMk/>
            <pc:sldMk cId="3035299799" sldId="779"/>
            <ac:spMk id="27" creationId="{70C5B57B-F508-93D8-E7F7-FA0470E6D2D1}"/>
          </ac:spMkLst>
        </pc:spChg>
        <pc:spChg chg="add del">
          <ac:chgData name="PIYUS KEDIA" userId="30dfcb9f6f0df2cc" providerId="LiveId" clId="{C7F536F0-4F24-444A-80B6-82D384AE3D16}" dt="2022-11-17T12:25:44.840" v="4376" actId="478"/>
          <ac:spMkLst>
            <pc:docMk/>
            <pc:sldMk cId="3035299799" sldId="779"/>
            <ac:spMk id="28" creationId="{AB9D495E-2C0C-691D-4575-3B386E4DE892}"/>
          </ac:spMkLst>
        </pc:spChg>
        <pc:spChg chg="add del">
          <ac:chgData name="PIYUS KEDIA" userId="30dfcb9f6f0df2cc" providerId="LiveId" clId="{C7F536F0-4F24-444A-80B6-82D384AE3D16}" dt="2022-11-17T12:25:44.840" v="4376" actId="478"/>
          <ac:spMkLst>
            <pc:docMk/>
            <pc:sldMk cId="3035299799" sldId="779"/>
            <ac:spMk id="29" creationId="{D269AFED-5030-FD3D-CC74-F0285B1C92FC}"/>
          </ac:spMkLst>
        </pc:spChg>
        <pc:spChg chg="add del">
          <ac:chgData name="PIYUS KEDIA" userId="30dfcb9f6f0df2cc" providerId="LiveId" clId="{C7F536F0-4F24-444A-80B6-82D384AE3D16}" dt="2022-11-17T12:25:44.840" v="4376" actId="478"/>
          <ac:spMkLst>
            <pc:docMk/>
            <pc:sldMk cId="3035299799" sldId="779"/>
            <ac:spMk id="30" creationId="{786A6FA1-9D52-FB05-A2AB-B9990DB1435D}"/>
          </ac:spMkLst>
        </pc:spChg>
        <pc:spChg chg="add del">
          <ac:chgData name="PIYUS KEDIA" userId="30dfcb9f6f0df2cc" providerId="LiveId" clId="{C7F536F0-4F24-444A-80B6-82D384AE3D16}" dt="2022-11-17T12:25:44.840" v="4376" actId="478"/>
          <ac:spMkLst>
            <pc:docMk/>
            <pc:sldMk cId="3035299799" sldId="779"/>
            <ac:spMk id="43" creationId="{D68360D8-BB8C-77F6-D949-556FD195BC50}"/>
          </ac:spMkLst>
        </pc:spChg>
        <pc:spChg chg="add del">
          <ac:chgData name="PIYUS KEDIA" userId="30dfcb9f6f0df2cc" providerId="LiveId" clId="{C7F536F0-4F24-444A-80B6-82D384AE3D16}" dt="2022-11-17T12:25:44.840" v="4376" actId="478"/>
          <ac:spMkLst>
            <pc:docMk/>
            <pc:sldMk cId="3035299799" sldId="779"/>
            <ac:spMk id="44" creationId="{7B2671D4-29E4-4B7D-5279-B677898A1211}"/>
          </ac:spMkLst>
        </pc:spChg>
        <pc:spChg chg="add del">
          <ac:chgData name="PIYUS KEDIA" userId="30dfcb9f6f0df2cc" providerId="LiveId" clId="{C7F536F0-4F24-444A-80B6-82D384AE3D16}" dt="2022-11-17T12:25:44.840" v="4376" actId="478"/>
          <ac:spMkLst>
            <pc:docMk/>
            <pc:sldMk cId="3035299799" sldId="779"/>
            <ac:spMk id="45" creationId="{3B139D15-1DBC-CF05-8ABF-D1B16636E4C6}"/>
          </ac:spMkLst>
        </pc:spChg>
        <pc:spChg chg="add del">
          <ac:chgData name="PIYUS KEDIA" userId="30dfcb9f6f0df2cc" providerId="LiveId" clId="{C7F536F0-4F24-444A-80B6-82D384AE3D16}" dt="2022-11-17T12:25:44.840" v="4376" actId="478"/>
          <ac:spMkLst>
            <pc:docMk/>
            <pc:sldMk cId="3035299799" sldId="779"/>
            <ac:spMk id="46" creationId="{78902BC7-49E1-BE85-2308-463CD83A47D7}"/>
          </ac:spMkLst>
        </pc:spChg>
        <pc:spChg chg="add del">
          <ac:chgData name="PIYUS KEDIA" userId="30dfcb9f6f0df2cc" providerId="LiveId" clId="{C7F536F0-4F24-444A-80B6-82D384AE3D16}" dt="2022-11-17T12:25:44.840" v="4376" actId="478"/>
          <ac:spMkLst>
            <pc:docMk/>
            <pc:sldMk cId="3035299799" sldId="779"/>
            <ac:spMk id="47" creationId="{C139B289-4088-F596-5BD0-466C9860D2D6}"/>
          </ac:spMkLst>
        </pc:spChg>
        <pc:spChg chg="add del">
          <ac:chgData name="PIYUS KEDIA" userId="30dfcb9f6f0df2cc" providerId="LiveId" clId="{C7F536F0-4F24-444A-80B6-82D384AE3D16}" dt="2022-11-17T12:25:44.840" v="4376" actId="478"/>
          <ac:spMkLst>
            <pc:docMk/>
            <pc:sldMk cId="3035299799" sldId="779"/>
            <ac:spMk id="49" creationId="{8BF56DB1-648C-46DC-8551-613E3EF14CDB}"/>
          </ac:spMkLst>
        </pc:spChg>
        <pc:spChg chg="add del">
          <ac:chgData name="PIYUS KEDIA" userId="30dfcb9f6f0df2cc" providerId="LiveId" clId="{C7F536F0-4F24-444A-80B6-82D384AE3D16}" dt="2022-11-17T12:25:44.840" v="4376" actId="478"/>
          <ac:spMkLst>
            <pc:docMk/>
            <pc:sldMk cId="3035299799" sldId="779"/>
            <ac:spMk id="58" creationId="{685C5F86-C689-779B-31DE-8689EC726F98}"/>
          </ac:spMkLst>
        </pc:spChg>
        <pc:spChg chg="add del">
          <ac:chgData name="PIYUS KEDIA" userId="30dfcb9f6f0df2cc" providerId="LiveId" clId="{C7F536F0-4F24-444A-80B6-82D384AE3D16}" dt="2022-11-17T12:25:44.840" v="4376" actId="478"/>
          <ac:spMkLst>
            <pc:docMk/>
            <pc:sldMk cId="3035299799" sldId="779"/>
            <ac:spMk id="59" creationId="{DD26A9F3-197C-98A3-C077-7E446EE98DDF}"/>
          </ac:spMkLst>
        </pc:spChg>
        <pc:spChg chg="add del">
          <ac:chgData name="PIYUS KEDIA" userId="30dfcb9f6f0df2cc" providerId="LiveId" clId="{C7F536F0-4F24-444A-80B6-82D384AE3D16}" dt="2022-11-17T12:25:44.840" v="4376" actId="478"/>
          <ac:spMkLst>
            <pc:docMk/>
            <pc:sldMk cId="3035299799" sldId="779"/>
            <ac:spMk id="60" creationId="{3A22E309-4809-6C7C-5CE3-C307005F7E3E}"/>
          </ac:spMkLst>
        </pc:spChg>
        <pc:spChg chg="del">
          <ac:chgData name="PIYUS KEDIA" userId="30dfcb9f6f0df2cc" providerId="LiveId" clId="{C7F536F0-4F24-444A-80B6-82D384AE3D16}" dt="2022-11-17T12:25:58.775" v="4453" actId="478"/>
          <ac:spMkLst>
            <pc:docMk/>
            <pc:sldMk cId="3035299799" sldId="779"/>
            <ac:spMk id="67" creationId="{E2B48656-3854-AF42-F8CD-D6714B965167}"/>
          </ac:spMkLst>
        </pc:spChg>
        <pc:spChg chg="del">
          <ac:chgData name="PIYUS KEDIA" userId="30dfcb9f6f0df2cc" providerId="LiveId" clId="{C7F536F0-4F24-444A-80B6-82D384AE3D16}" dt="2022-11-17T12:25:58.775" v="4453" actId="478"/>
          <ac:spMkLst>
            <pc:docMk/>
            <pc:sldMk cId="3035299799" sldId="779"/>
            <ac:spMk id="68" creationId="{3121BBC0-8F55-67F4-4F02-310F5EE5B13E}"/>
          </ac:spMkLst>
        </pc:spChg>
        <pc:spChg chg="del">
          <ac:chgData name="PIYUS KEDIA" userId="30dfcb9f6f0df2cc" providerId="LiveId" clId="{C7F536F0-4F24-444A-80B6-82D384AE3D16}" dt="2022-11-17T12:25:58.775" v="4453" actId="478"/>
          <ac:spMkLst>
            <pc:docMk/>
            <pc:sldMk cId="3035299799" sldId="779"/>
            <ac:spMk id="69" creationId="{B5244D19-F330-7C39-8B66-7A1F7B902164}"/>
          </ac:spMkLst>
        </pc:spChg>
        <pc:spChg chg="del">
          <ac:chgData name="PIYUS KEDIA" userId="30dfcb9f6f0df2cc" providerId="LiveId" clId="{C7F536F0-4F24-444A-80B6-82D384AE3D16}" dt="2022-11-17T12:25:58.775" v="4453" actId="478"/>
          <ac:spMkLst>
            <pc:docMk/>
            <pc:sldMk cId="3035299799" sldId="779"/>
            <ac:spMk id="70" creationId="{BE925AAD-868D-1066-23F4-8877534E88C3}"/>
          </ac:spMkLst>
        </pc:spChg>
        <pc:spChg chg="del">
          <ac:chgData name="PIYUS KEDIA" userId="30dfcb9f6f0df2cc" providerId="LiveId" clId="{C7F536F0-4F24-444A-80B6-82D384AE3D16}" dt="2022-11-17T12:25:58.775" v="4453" actId="478"/>
          <ac:spMkLst>
            <pc:docMk/>
            <pc:sldMk cId="3035299799" sldId="779"/>
            <ac:spMk id="71" creationId="{4B4D0B42-A58A-0248-38BC-3F2C9B3FF0EB}"/>
          </ac:spMkLst>
        </pc:spChg>
        <pc:spChg chg="del">
          <ac:chgData name="PIYUS KEDIA" userId="30dfcb9f6f0df2cc" providerId="LiveId" clId="{C7F536F0-4F24-444A-80B6-82D384AE3D16}" dt="2022-11-17T12:25:58.775" v="4453" actId="478"/>
          <ac:spMkLst>
            <pc:docMk/>
            <pc:sldMk cId="3035299799" sldId="779"/>
            <ac:spMk id="72" creationId="{2430C924-207D-E7A8-F5A4-D0DE0D35B328}"/>
          </ac:spMkLst>
        </pc:spChg>
        <pc:spChg chg="add mod">
          <ac:chgData name="PIYUS KEDIA" userId="30dfcb9f6f0df2cc" providerId="LiveId" clId="{C7F536F0-4F24-444A-80B6-82D384AE3D16}" dt="2022-11-17T12:25:54.464" v="4452" actId="1037"/>
          <ac:spMkLst>
            <pc:docMk/>
            <pc:sldMk cId="3035299799" sldId="779"/>
            <ac:spMk id="78" creationId="{3CBB98EB-0B44-51FA-7145-D34FFEE1FAE1}"/>
          </ac:spMkLst>
        </pc:spChg>
        <pc:spChg chg="del">
          <ac:chgData name="PIYUS KEDIA" userId="30dfcb9f6f0df2cc" providerId="LiveId" clId="{C7F536F0-4F24-444A-80B6-82D384AE3D16}" dt="2022-11-17T12:25:58.775" v="4453" actId="478"/>
          <ac:spMkLst>
            <pc:docMk/>
            <pc:sldMk cId="3035299799" sldId="779"/>
            <ac:spMk id="79" creationId="{811E96EF-3122-B639-1F65-F201DC52A540}"/>
          </ac:spMkLst>
        </pc:spChg>
        <pc:spChg chg="add mod">
          <ac:chgData name="PIYUS KEDIA" userId="30dfcb9f6f0df2cc" providerId="LiveId" clId="{C7F536F0-4F24-444A-80B6-82D384AE3D16}" dt="2022-11-17T12:25:54.464" v="4452" actId="1037"/>
          <ac:spMkLst>
            <pc:docMk/>
            <pc:sldMk cId="3035299799" sldId="779"/>
            <ac:spMk id="80" creationId="{E8E95980-910C-8A75-45A0-3D905107CFDA}"/>
          </ac:spMkLst>
        </pc:spChg>
        <pc:spChg chg="add mod">
          <ac:chgData name="PIYUS KEDIA" userId="30dfcb9f6f0df2cc" providerId="LiveId" clId="{C7F536F0-4F24-444A-80B6-82D384AE3D16}" dt="2022-11-17T12:25:54.464" v="4452" actId="1037"/>
          <ac:spMkLst>
            <pc:docMk/>
            <pc:sldMk cId="3035299799" sldId="779"/>
            <ac:spMk id="81" creationId="{855A8BBC-960C-6E00-CFAD-17B18EE726C8}"/>
          </ac:spMkLst>
        </pc:spChg>
        <pc:spChg chg="add mod">
          <ac:chgData name="PIYUS KEDIA" userId="30dfcb9f6f0df2cc" providerId="LiveId" clId="{C7F536F0-4F24-444A-80B6-82D384AE3D16}" dt="2022-11-17T12:25:54.464" v="4452" actId="1037"/>
          <ac:spMkLst>
            <pc:docMk/>
            <pc:sldMk cId="3035299799" sldId="779"/>
            <ac:spMk id="83" creationId="{FC0866A1-4303-1523-021A-B06E4CFD4947}"/>
          </ac:spMkLst>
        </pc:spChg>
        <pc:spChg chg="del">
          <ac:chgData name="PIYUS KEDIA" userId="30dfcb9f6f0df2cc" providerId="LiveId" clId="{C7F536F0-4F24-444A-80B6-82D384AE3D16}" dt="2022-11-17T12:25:58.775" v="4453" actId="478"/>
          <ac:spMkLst>
            <pc:docMk/>
            <pc:sldMk cId="3035299799" sldId="779"/>
            <ac:spMk id="84" creationId="{3CAF9ED2-D137-D9A4-7C12-393B5A4BF76E}"/>
          </ac:spMkLst>
        </pc:spChg>
        <pc:spChg chg="del">
          <ac:chgData name="PIYUS KEDIA" userId="30dfcb9f6f0df2cc" providerId="LiveId" clId="{C7F536F0-4F24-444A-80B6-82D384AE3D16}" dt="2022-11-17T12:25:58.775" v="4453" actId="478"/>
          <ac:spMkLst>
            <pc:docMk/>
            <pc:sldMk cId="3035299799" sldId="779"/>
            <ac:spMk id="85" creationId="{1AF5B0A6-25E3-7522-3D55-7AECB3E3547F}"/>
          </ac:spMkLst>
        </pc:spChg>
        <pc:spChg chg="del">
          <ac:chgData name="PIYUS KEDIA" userId="30dfcb9f6f0df2cc" providerId="LiveId" clId="{C7F536F0-4F24-444A-80B6-82D384AE3D16}" dt="2022-11-17T12:25:58.775" v="4453" actId="478"/>
          <ac:spMkLst>
            <pc:docMk/>
            <pc:sldMk cId="3035299799" sldId="779"/>
            <ac:spMk id="86" creationId="{B183B847-ED73-9F8B-7D86-2BBB21BC2053}"/>
          </ac:spMkLst>
        </pc:spChg>
        <pc:spChg chg="add mod">
          <ac:chgData name="PIYUS KEDIA" userId="30dfcb9f6f0df2cc" providerId="LiveId" clId="{C7F536F0-4F24-444A-80B6-82D384AE3D16}" dt="2022-11-17T12:25:54.464" v="4452" actId="1037"/>
          <ac:spMkLst>
            <pc:docMk/>
            <pc:sldMk cId="3035299799" sldId="779"/>
            <ac:spMk id="87" creationId="{38F4627C-CA7D-B8BD-C27B-8986C532CA0D}"/>
          </ac:spMkLst>
        </pc:spChg>
        <pc:spChg chg="add mod">
          <ac:chgData name="PIYUS KEDIA" userId="30dfcb9f6f0df2cc" providerId="LiveId" clId="{C7F536F0-4F24-444A-80B6-82D384AE3D16}" dt="2022-11-17T12:25:54.464" v="4452" actId="1037"/>
          <ac:spMkLst>
            <pc:docMk/>
            <pc:sldMk cId="3035299799" sldId="779"/>
            <ac:spMk id="89" creationId="{08F08346-00BE-37FD-9F49-FB098E614B73}"/>
          </ac:spMkLst>
        </pc:spChg>
        <pc:spChg chg="del">
          <ac:chgData name="PIYUS KEDIA" userId="30dfcb9f6f0df2cc" providerId="LiveId" clId="{C7F536F0-4F24-444A-80B6-82D384AE3D16}" dt="2022-11-17T12:25:58.775" v="4453" actId="478"/>
          <ac:spMkLst>
            <pc:docMk/>
            <pc:sldMk cId="3035299799" sldId="779"/>
            <ac:spMk id="93" creationId="{39227822-B016-37E9-D360-1161C951C54B}"/>
          </ac:spMkLst>
        </pc:spChg>
        <pc:spChg chg="del">
          <ac:chgData name="PIYUS KEDIA" userId="30dfcb9f6f0df2cc" providerId="LiveId" clId="{C7F536F0-4F24-444A-80B6-82D384AE3D16}" dt="2022-11-17T12:25:58.775" v="4453" actId="478"/>
          <ac:spMkLst>
            <pc:docMk/>
            <pc:sldMk cId="3035299799" sldId="779"/>
            <ac:spMk id="94" creationId="{A6DD7F36-4111-DBCF-B20C-24A483833682}"/>
          </ac:spMkLst>
        </pc:spChg>
        <pc:spChg chg="del">
          <ac:chgData name="PIYUS KEDIA" userId="30dfcb9f6f0df2cc" providerId="LiveId" clId="{C7F536F0-4F24-444A-80B6-82D384AE3D16}" dt="2022-11-17T12:25:58.775" v="4453" actId="478"/>
          <ac:spMkLst>
            <pc:docMk/>
            <pc:sldMk cId="3035299799" sldId="779"/>
            <ac:spMk id="95" creationId="{06E964C3-09CF-DECD-25B6-B5A90C0B6232}"/>
          </ac:spMkLst>
        </pc:spChg>
        <pc:spChg chg="del">
          <ac:chgData name="PIYUS KEDIA" userId="30dfcb9f6f0df2cc" providerId="LiveId" clId="{C7F536F0-4F24-444A-80B6-82D384AE3D16}" dt="2022-11-17T12:25:58.775" v="4453" actId="478"/>
          <ac:spMkLst>
            <pc:docMk/>
            <pc:sldMk cId="3035299799" sldId="779"/>
            <ac:spMk id="96" creationId="{4363A4A8-1678-FD4E-E965-1E658FB8DB8E}"/>
          </ac:spMkLst>
        </pc:spChg>
        <pc:spChg chg="del">
          <ac:chgData name="PIYUS KEDIA" userId="30dfcb9f6f0df2cc" providerId="LiveId" clId="{C7F536F0-4F24-444A-80B6-82D384AE3D16}" dt="2022-11-17T12:25:58.775" v="4453" actId="478"/>
          <ac:spMkLst>
            <pc:docMk/>
            <pc:sldMk cId="3035299799" sldId="779"/>
            <ac:spMk id="97" creationId="{07D4D6B9-2904-9B86-B82D-171B3077B678}"/>
          </ac:spMkLst>
        </pc:spChg>
        <pc:spChg chg="add mod">
          <ac:chgData name="PIYUS KEDIA" userId="30dfcb9f6f0df2cc" providerId="LiveId" clId="{C7F536F0-4F24-444A-80B6-82D384AE3D16}" dt="2022-11-17T12:25:54.464" v="4452" actId="1037"/>
          <ac:spMkLst>
            <pc:docMk/>
            <pc:sldMk cId="3035299799" sldId="779"/>
            <ac:spMk id="106" creationId="{8461C9BB-2C80-03B9-403C-CB980A8A613F}"/>
          </ac:spMkLst>
        </pc:spChg>
        <pc:spChg chg="add del">
          <ac:chgData name="PIYUS KEDIA" userId="30dfcb9f6f0df2cc" providerId="LiveId" clId="{C7F536F0-4F24-444A-80B6-82D384AE3D16}" dt="2022-11-17T12:25:44.840" v="4376" actId="478"/>
          <ac:spMkLst>
            <pc:docMk/>
            <pc:sldMk cId="3035299799" sldId="779"/>
            <ac:spMk id="108" creationId="{B630ED3D-146E-2AF3-E298-81A806FC3919}"/>
          </ac:spMkLst>
        </pc:spChg>
        <pc:spChg chg="add del">
          <ac:chgData name="PIYUS KEDIA" userId="30dfcb9f6f0df2cc" providerId="LiveId" clId="{C7F536F0-4F24-444A-80B6-82D384AE3D16}" dt="2022-11-17T12:25:44.840" v="4376" actId="478"/>
          <ac:spMkLst>
            <pc:docMk/>
            <pc:sldMk cId="3035299799" sldId="779"/>
            <ac:spMk id="109" creationId="{9E77EE27-0440-15E3-977B-0873EEC24408}"/>
          </ac:spMkLst>
        </pc:spChg>
        <pc:spChg chg="del">
          <ac:chgData name="PIYUS KEDIA" userId="30dfcb9f6f0df2cc" providerId="LiveId" clId="{C7F536F0-4F24-444A-80B6-82D384AE3D16}" dt="2022-11-17T12:25:58.775" v="4453" actId="478"/>
          <ac:spMkLst>
            <pc:docMk/>
            <pc:sldMk cId="3035299799" sldId="779"/>
            <ac:spMk id="110" creationId="{C9AF0505-16CF-409F-201A-B4EC90D96D61}"/>
          </ac:spMkLst>
        </pc:spChg>
        <pc:spChg chg="add mod">
          <ac:chgData name="PIYUS KEDIA" userId="30dfcb9f6f0df2cc" providerId="LiveId" clId="{C7F536F0-4F24-444A-80B6-82D384AE3D16}" dt="2022-11-17T12:25:54.464" v="4452" actId="1037"/>
          <ac:spMkLst>
            <pc:docMk/>
            <pc:sldMk cId="3035299799" sldId="779"/>
            <ac:spMk id="112" creationId="{CFD4FFE8-CDBB-70A9-7B47-3F014778C29F}"/>
          </ac:spMkLst>
        </pc:spChg>
        <pc:spChg chg="add mod">
          <ac:chgData name="PIYUS KEDIA" userId="30dfcb9f6f0df2cc" providerId="LiveId" clId="{C7F536F0-4F24-444A-80B6-82D384AE3D16}" dt="2022-11-17T12:25:54.464" v="4452" actId="1037"/>
          <ac:spMkLst>
            <pc:docMk/>
            <pc:sldMk cId="3035299799" sldId="779"/>
            <ac:spMk id="113" creationId="{09BC56A8-2E5C-1944-DC35-902F854D0097}"/>
          </ac:spMkLst>
        </pc:spChg>
        <pc:spChg chg="add mod">
          <ac:chgData name="PIYUS KEDIA" userId="30dfcb9f6f0df2cc" providerId="LiveId" clId="{C7F536F0-4F24-444A-80B6-82D384AE3D16}" dt="2022-11-17T12:25:54.464" v="4452" actId="1037"/>
          <ac:spMkLst>
            <pc:docMk/>
            <pc:sldMk cId="3035299799" sldId="779"/>
            <ac:spMk id="114" creationId="{175C88F5-F84F-8EB9-5DDC-1208864B1148}"/>
          </ac:spMkLst>
        </pc:spChg>
        <pc:spChg chg="add mod">
          <ac:chgData name="PIYUS KEDIA" userId="30dfcb9f6f0df2cc" providerId="LiveId" clId="{C7F536F0-4F24-444A-80B6-82D384AE3D16}" dt="2022-11-17T12:25:54.464" v="4452" actId="1037"/>
          <ac:spMkLst>
            <pc:docMk/>
            <pc:sldMk cId="3035299799" sldId="779"/>
            <ac:spMk id="118" creationId="{EB462AC5-A94A-1BEE-93B7-5EEF1B41A0D1}"/>
          </ac:spMkLst>
        </pc:spChg>
        <pc:spChg chg="add mod">
          <ac:chgData name="PIYUS KEDIA" userId="30dfcb9f6f0df2cc" providerId="LiveId" clId="{C7F536F0-4F24-444A-80B6-82D384AE3D16}" dt="2022-11-17T12:25:54.464" v="4452" actId="1037"/>
          <ac:spMkLst>
            <pc:docMk/>
            <pc:sldMk cId="3035299799" sldId="779"/>
            <ac:spMk id="119" creationId="{D4288B20-A2FD-CD88-89A2-9C4D410B807B}"/>
          </ac:spMkLst>
        </pc:spChg>
        <pc:spChg chg="add del mod">
          <ac:chgData name="PIYUS KEDIA" userId="30dfcb9f6f0df2cc" providerId="LiveId" clId="{C7F536F0-4F24-444A-80B6-82D384AE3D16}" dt="2022-11-17T12:26:45.049" v="4463" actId="478"/>
          <ac:spMkLst>
            <pc:docMk/>
            <pc:sldMk cId="3035299799" sldId="779"/>
            <ac:spMk id="120" creationId="{EDE9E1EF-58DA-F37F-4CEC-15892C93043C}"/>
          </ac:spMkLst>
        </pc:spChg>
        <pc:spChg chg="add del mod">
          <ac:chgData name="PIYUS KEDIA" userId="30dfcb9f6f0df2cc" providerId="LiveId" clId="{C7F536F0-4F24-444A-80B6-82D384AE3D16}" dt="2022-11-17T12:27:07.980" v="4481" actId="1037"/>
          <ac:spMkLst>
            <pc:docMk/>
            <pc:sldMk cId="3035299799" sldId="779"/>
            <ac:spMk id="121" creationId="{C2C34AB7-A4AC-0391-74E5-CF7162B7DBAB}"/>
          </ac:spMkLst>
        </pc:spChg>
        <pc:spChg chg="add del mod">
          <ac:chgData name="PIYUS KEDIA" userId="30dfcb9f6f0df2cc" providerId="LiveId" clId="{C7F536F0-4F24-444A-80B6-82D384AE3D16}" dt="2022-11-17T12:26:45.049" v="4463" actId="478"/>
          <ac:spMkLst>
            <pc:docMk/>
            <pc:sldMk cId="3035299799" sldId="779"/>
            <ac:spMk id="122" creationId="{303ED2C0-7D31-5D8A-9114-88163FAEC358}"/>
          </ac:spMkLst>
        </pc:spChg>
        <pc:spChg chg="add mod">
          <ac:chgData name="PIYUS KEDIA" userId="30dfcb9f6f0df2cc" providerId="LiveId" clId="{C7F536F0-4F24-444A-80B6-82D384AE3D16}" dt="2022-11-17T12:28:30.581" v="4629" actId="207"/>
          <ac:spMkLst>
            <pc:docMk/>
            <pc:sldMk cId="3035299799" sldId="779"/>
            <ac:spMk id="128" creationId="{909E8FDD-AA58-CCDF-9DD8-A140BCB17C9F}"/>
          </ac:spMkLst>
        </pc:spChg>
        <pc:spChg chg="add mod">
          <ac:chgData name="PIYUS KEDIA" userId="30dfcb9f6f0df2cc" providerId="LiveId" clId="{C7F536F0-4F24-444A-80B6-82D384AE3D16}" dt="2022-11-17T12:37:09.083" v="5393" actId="14100"/>
          <ac:spMkLst>
            <pc:docMk/>
            <pc:sldMk cId="3035299799" sldId="779"/>
            <ac:spMk id="129" creationId="{934A7A43-9A81-A7B5-2DF4-E96D702888A8}"/>
          </ac:spMkLst>
        </pc:spChg>
        <pc:spChg chg="add mod">
          <ac:chgData name="PIYUS KEDIA" userId="30dfcb9f6f0df2cc" providerId="LiveId" clId="{C7F536F0-4F24-444A-80B6-82D384AE3D16}" dt="2022-11-17T12:29:32.509" v="4657" actId="1036"/>
          <ac:spMkLst>
            <pc:docMk/>
            <pc:sldMk cId="3035299799" sldId="779"/>
            <ac:spMk id="130" creationId="{4095AC54-3FB0-53F2-8EC5-FE5A94CE0F9E}"/>
          </ac:spMkLst>
        </pc:spChg>
        <pc:spChg chg="add mod">
          <ac:chgData name="PIYUS KEDIA" userId="30dfcb9f6f0df2cc" providerId="LiveId" clId="{C7F536F0-4F24-444A-80B6-82D384AE3D16}" dt="2022-11-17T12:29:09.852" v="4643" actId="1036"/>
          <ac:spMkLst>
            <pc:docMk/>
            <pc:sldMk cId="3035299799" sldId="779"/>
            <ac:spMk id="131" creationId="{FC6CA23D-A1A9-4142-0B7F-44906B67A84D}"/>
          </ac:spMkLst>
        </pc:spChg>
        <pc:spChg chg="add mod">
          <ac:chgData name="PIYUS KEDIA" userId="30dfcb9f6f0df2cc" providerId="LiveId" clId="{C7F536F0-4F24-444A-80B6-82D384AE3D16}" dt="2022-11-17T12:29:41.923" v="4673" actId="1038"/>
          <ac:spMkLst>
            <pc:docMk/>
            <pc:sldMk cId="3035299799" sldId="779"/>
            <ac:spMk id="132" creationId="{7BCDFCD2-0FD4-212C-1462-D3CCC3A14F5C}"/>
          </ac:spMkLst>
        </pc:spChg>
        <pc:spChg chg="add mod">
          <ac:chgData name="PIYUS KEDIA" userId="30dfcb9f6f0df2cc" providerId="LiveId" clId="{C7F536F0-4F24-444A-80B6-82D384AE3D16}" dt="2022-11-17T12:38:43.291" v="5442" actId="207"/>
          <ac:spMkLst>
            <pc:docMk/>
            <pc:sldMk cId="3035299799" sldId="779"/>
            <ac:spMk id="133" creationId="{5B2C8DE5-AD55-39DA-F3A2-EC628FF531CA}"/>
          </ac:spMkLst>
        </pc:spChg>
        <pc:spChg chg="add mod">
          <ac:chgData name="PIYUS KEDIA" userId="30dfcb9f6f0df2cc" providerId="LiveId" clId="{C7F536F0-4F24-444A-80B6-82D384AE3D16}" dt="2022-11-17T12:30:09.752" v="4682" actId="1036"/>
          <ac:spMkLst>
            <pc:docMk/>
            <pc:sldMk cId="3035299799" sldId="779"/>
            <ac:spMk id="134" creationId="{BBC86110-D10D-E626-5F32-E83B2AC23DE1}"/>
          </ac:spMkLst>
        </pc:spChg>
        <pc:spChg chg="add mod">
          <ac:chgData name="PIYUS KEDIA" userId="30dfcb9f6f0df2cc" providerId="LiveId" clId="{C7F536F0-4F24-444A-80B6-82D384AE3D16}" dt="2022-11-17T12:28:19.505" v="4602" actId="1036"/>
          <ac:spMkLst>
            <pc:docMk/>
            <pc:sldMk cId="3035299799" sldId="779"/>
            <ac:spMk id="135" creationId="{FF56E322-5096-D65D-A016-38011E2A7234}"/>
          </ac:spMkLst>
        </pc:spChg>
        <pc:spChg chg="add mod">
          <ac:chgData name="PIYUS KEDIA" userId="30dfcb9f6f0df2cc" providerId="LiveId" clId="{C7F536F0-4F24-444A-80B6-82D384AE3D16}" dt="2022-11-17T12:30:26.016" v="4758" actId="1035"/>
          <ac:spMkLst>
            <pc:docMk/>
            <pc:sldMk cId="3035299799" sldId="779"/>
            <ac:spMk id="136" creationId="{0D423A62-075F-4AFA-9E24-0FE57A6CBAC3}"/>
          </ac:spMkLst>
        </pc:spChg>
        <pc:spChg chg="add mod">
          <ac:chgData name="PIYUS KEDIA" userId="30dfcb9f6f0df2cc" providerId="LiveId" clId="{C7F536F0-4F24-444A-80B6-82D384AE3D16}" dt="2022-11-17T12:30:26.016" v="4758" actId="1035"/>
          <ac:spMkLst>
            <pc:docMk/>
            <pc:sldMk cId="3035299799" sldId="779"/>
            <ac:spMk id="137" creationId="{DD4C0C81-69B8-09FE-F836-7E78F59CB5A2}"/>
          </ac:spMkLst>
        </pc:spChg>
        <pc:spChg chg="add mod">
          <ac:chgData name="PIYUS KEDIA" userId="30dfcb9f6f0df2cc" providerId="LiveId" clId="{C7F536F0-4F24-444A-80B6-82D384AE3D16}" dt="2022-11-17T12:30:26.016" v="4758" actId="1035"/>
          <ac:spMkLst>
            <pc:docMk/>
            <pc:sldMk cId="3035299799" sldId="779"/>
            <ac:spMk id="138" creationId="{ED40F60A-B4B4-2B0F-C9F9-F5CCD0DDA2F1}"/>
          </ac:spMkLst>
        </pc:spChg>
        <pc:spChg chg="add mod">
          <ac:chgData name="PIYUS KEDIA" userId="30dfcb9f6f0df2cc" providerId="LiveId" clId="{C7F536F0-4F24-444A-80B6-82D384AE3D16}" dt="2022-11-17T12:30:26.016" v="4758" actId="1035"/>
          <ac:spMkLst>
            <pc:docMk/>
            <pc:sldMk cId="3035299799" sldId="779"/>
            <ac:spMk id="139" creationId="{CBD909F5-6029-DC72-D809-0561B669A842}"/>
          </ac:spMkLst>
        </pc:spChg>
        <pc:spChg chg="add mod">
          <ac:chgData name="PIYUS KEDIA" userId="30dfcb9f6f0df2cc" providerId="LiveId" clId="{C7F536F0-4F24-444A-80B6-82D384AE3D16}" dt="2022-11-17T12:30:26.016" v="4758" actId="1035"/>
          <ac:spMkLst>
            <pc:docMk/>
            <pc:sldMk cId="3035299799" sldId="779"/>
            <ac:spMk id="140" creationId="{035CBE85-889D-32AF-9EF1-6CEA2BDAA6A5}"/>
          </ac:spMkLst>
        </pc:spChg>
        <pc:spChg chg="add del">
          <ac:chgData name="PIYUS KEDIA" userId="30dfcb9f6f0df2cc" providerId="LiveId" clId="{C7F536F0-4F24-444A-80B6-82D384AE3D16}" dt="2022-11-17T12:25:44.840" v="4376" actId="478"/>
          <ac:spMkLst>
            <pc:docMk/>
            <pc:sldMk cId="3035299799" sldId="779"/>
            <ac:spMk id="141" creationId="{BABF9D23-6DD0-DAA1-21E4-4401A6EBB45B}"/>
          </ac:spMkLst>
        </pc:spChg>
        <pc:spChg chg="add del">
          <ac:chgData name="PIYUS KEDIA" userId="30dfcb9f6f0df2cc" providerId="LiveId" clId="{C7F536F0-4F24-444A-80B6-82D384AE3D16}" dt="2022-11-17T12:25:44.840" v="4376" actId="478"/>
          <ac:spMkLst>
            <pc:docMk/>
            <pc:sldMk cId="3035299799" sldId="779"/>
            <ac:spMk id="142" creationId="{23572E75-F63C-0B67-8698-DB72160D1DF5}"/>
          </ac:spMkLst>
        </pc:spChg>
        <pc:spChg chg="del">
          <ac:chgData name="PIYUS KEDIA" userId="30dfcb9f6f0df2cc" providerId="LiveId" clId="{C7F536F0-4F24-444A-80B6-82D384AE3D16}" dt="2022-11-17T12:25:58.775" v="4453" actId="478"/>
          <ac:spMkLst>
            <pc:docMk/>
            <pc:sldMk cId="3035299799" sldId="779"/>
            <ac:spMk id="143" creationId="{B9BACC87-3722-4C5E-05A9-B2A6DEC5B97B}"/>
          </ac:spMkLst>
        </pc:spChg>
        <pc:spChg chg="add mod">
          <ac:chgData name="PIYUS KEDIA" userId="30dfcb9f6f0df2cc" providerId="LiveId" clId="{C7F536F0-4F24-444A-80B6-82D384AE3D16}" dt="2022-11-17T12:30:26.016" v="4758" actId="1035"/>
          <ac:spMkLst>
            <pc:docMk/>
            <pc:sldMk cId="3035299799" sldId="779"/>
            <ac:spMk id="144" creationId="{39D0C1D3-0672-44A6-6895-67330C535890}"/>
          </ac:spMkLst>
        </pc:spChg>
        <pc:spChg chg="add mod">
          <ac:chgData name="PIYUS KEDIA" userId="30dfcb9f6f0df2cc" providerId="LiveId" clId="{C7F536F0-4F24-444A-80B6-82D384AE3D16}" dt="2022-11-17T12:30:26.016" v="4758" actId="1035"/>
          <ac:spMkLst>
            <pc:docMk/>
            <pc:sldMk cId="3035299799" sldId="779"/>
            <ac:spMk id="150" creationId="{8A80AB11-AC54-EDAF-D944-1BB4198C8575}"/>
          </ac:spMkLst>
        </pc:spChg>
        <pc:spChg chg="add mod">
          <ac:chgData name="PIYUS KEDIA" userId="30dfcb9f6f0df2cc" providerId="LiveId" clId="{C7F536F0-4F24-444A-80B6-82D384AE3D16}" dt="2022-11-17T12:30:26.016" v="4758" actId="1035"/>
          <ac:spMkLst>
            <pc:docMk/>
            <pc:sldMk cId="3035299799" sldId="779"/>
            <ac:spMk id="152" creationId="{BE4F76E4-797B-DCFF-B12B-EE1DC4721937}"/>
          </ac:spMkLst>
        </pc:spChg>
        <pc:spChg chg="add mod">
          <ac:chgData name="PIYUS KEDIA" userId="30dfcb9f6f0df2cc" providerId="LiveId" clId="{C7F536F0-4F24-444A-80B6-82D384AE3D16}" dt="2022-11-17T12:30:26.016" v="4758" actId="1035"/>
          <ac:spMkLst>
            <pc:docMk/>
            <pc:sldMk cId="3035299799" sldId="779"/>
            <ac:spMk id="153" creationId="{0603A72C-9A02-655F-DA4D-EAA8F8F6310F}"/>
          </ac:spMkLst>
        </pc:spChg>
        <pc:spChg chg="add mod">
          <ac:chgData name="PIYUS KEDIA" userId="30dfcb9f6f0df2cc" providerId="LiveId" clId="{C7F536F0-4F24-444A-80B6-82D384AE3D16}" dt="2022-11-17T12:30:26.016" v="4758" actId="1035"/>
          <ac:spMkLst>
            <pc:docMk/>
            <pc:sldMk cId="3035299799" sldId="779"/>
            <ac:spMk id="154" creationId="{B12A966F-4A60-AE42-AD02-9253C6424081}"/>
          </ac:spMkLst>
        </pc:spChg>
        <pc:spChg chg="add mod">
          <ac:chgData name="PIYUS KEDIA" userId="30dfcb9f6f0df2cc" providerId="LiveId" clId="{C7F536F0-4F24-444A-80B6-82D384AE3D16}" dt="2022-11-17T12:30:26.016" v="4758" actId="1035"/>
          <ac:spMkLst>
            <pc:docMk/>
            <pc:sldMk cId="3035299799" sldId="779"/>
            <ac:spMk id="158" creationId="{AE2F6720-9D74-AA19-4010-90BEC74EE626}"/>
          </ac:spMkLst>
        </pc:spChg>
        <pc:spChg chg="add mod">
          <ac:chgData name="PIYUS KEDIA" userId="30dfcb9f6f0df2cc" providerId="LiveId" clId="{C7F536F0-4F24-444A-80B6-82D384AE3D16}" dt="2022-11-17T12:30:26.016" v="4758" actId="1035"/>
          <ac:spMkLst>
            <pc:docMk/>
            <pc:sldMk cId="3035299799" sldId="779"/>
            <ac:spMk id="159" creationId="{2B550561-B269-ADA6-DE73-02B2B51C8554}"/>
          </ac:spMkLst>
        </pc:spChg>
        <pc:spChg chg="add mod">
          <ac:chgData name="PIYUS KEDIA" userId="30dfcb9f6f0df2cc" providerId="LiveId" clId="{C7F536F0-4F24-444A-80B6-82D384AE3D16}" dt="2022-11-17T12:30:26.016" v="4758" actId="1035"/>
          <ac:spMkLst>
            <pc:docMk/>
            <pc:sldMk cId="3035299799" sldId="779"/>
            <ac:spMk id="160" creationId="{CED66DD1-D7E1-307F-131D-3E0C80E35B1F}"/>
          </ac:spMkLst>
        </pc:spChg>
        <pc:spChg chg="add mod">
          <ac:chgData name="PIYUS KEDIA" userId="30dfcb9f6f0df2cc" providerId="LiveId" clId="{C7F536F0-4F24-444A-80B6-82D384AE3D16}" dt="2022-11-17T12:31:49.373" v="4862" actId="207"/>
          <ac:spMkLst>
            <pc:docMk/>
            <pc:sldMk cId="3035299799" sldId="779"/>
            <ac:spMk id="164" creationId="{41887477-6BD3-745E-A4AC-7271843D39B9}"/>
          </ac:spMkLst>
        </pc:spChg>
        <pc:spChg chg="add mod">
          <ac:chgData name="PIYUS KEDIA" userId="30dfcb9f6f0df2cc" providerId="LiveId" clId="{C7F536F0-4F24-444A-80B6-82D384AE3D16}" dt="2022-11-17T12:37:17.892" v="5397" actId="14100"/>
          <ac:spMkLst>
            <pc:docMk/>
            <pc:sldMk cId="3035299799" sldId="779"/>
            <ac:spMk id="165" creationId="{2F99114E-BB6D-0ECF-1C61-40E2D8DCECA7}"/>
          </ac:spMkLst>
        </pc:spChg>
        <pc:spChg chg="add mod">
          <ac:chgData name="PIYUS KEDIA" userId="30dfcb9f6f0df2cc" providerId="LiveId" clId="{C7F536F0-4F24-444A-80B6-82D384AE3D16}" dt="2022-11-17T12:30:26.016" v="4758" actId="1035"/>
          <ac:spMkLst>
            <pc:docMk/>
            <pc:sldMk cId="3035299799" sldId="779"/>
            <ac:spMk id="166" creationId="{A4223EF4-7E37-2DA2-C641-158EF36B7827}"/>
          </ac:spMkLst>
        </pc:spChg>
        <pc:spChg chg="add mod">
          <ac:chgData name="PIYUS KEDIA" userId="30dfcb9f6f0df2cc" providerId="LiveId" clId="{C7F536F0-4F24-444A-80B6-82D384AE3D16}" dt="2022-11-17T12:30:26.016" v="4758" actId="1035"/>
          <ac:spMkLst>
            <pc:docMk/>
            <pc:sldMk cId="3035299799" sldId="779"/>
            <ac:spMk id="167" creationId="{7CB95CE7-302D-E3FF-5DA8-5F781193A324}"/>
          </ac:spMkLst>
        </pc:spChg>
        <pc:spChg chg="add mod">
          <ac:chgData name="PIYUS KEDIA" userId="30dfcb9f6f0df2cc" providerId="LiveId" clId="{C7F536F0-4F24-444A-80B6-82D384AE3D16}" dt="2022-11-17T12:30:26.016" v="4758" actId="1035"/>
          <ac:spMkLst>
            <pc:docMk/>
            <pc:sldMk cId="3035299799" sldId="779"/>
            <ac:spMk id="168" creationId="{7DAE0C0F-A34D-87CE-FF90-06F7CAF20D21}"/>
          </ac:spMkLst>
        </pc:spChg>
        <pc:spChg chg="add del mod">
          <ac:chgData name="PIYUS KEDIA" userId="30dfcb9f6f0df2cc" providerId="LiveId" clId="{C7F536F0-4F24-444A-80B6-82D384AE3D16}" dt="2022-11-17T12:30:42.307" v="4761" actId="478"/>
          <ac:spMkLst>
            <pc:docMk/>
            <pc:sldMk cId="3035299799" sldId="779"/>
            <ac:spMk id="169" creationId="{F34E4A06-6973-2641-08A9-12910B42600E}"/>
          </ac:spMkLst>
        </pc:spChg>
        <pc:spChg chg="add mod">
          <ac:chgData name="PIYUS KEDIA" userId="30dfcb9f6f0df2cc" providerId="LiveId" clId="{C7F536F0-4F24-444A-80B6-82D384AE3D16}" dt="2022-11-17T12:30:55.495" v="4767" actId="20577"/>
          <ac:spMkLst>
            <pc:docMk/>
            <pc:sldMk cId="3035299799" sldId="779"/>
            <ac:spMk id="170" creationId="{91E30738-C064-EC6D-D2D9-D30003F6549E}"/>
          </ac:spMkLst>
        </pc:spChg>
        <pc:spChg chg="add del mod">
          <ac:chgData name="PIYUS KEDIA" userId="30dfcb9f6f0df2cc" providerId="LiveId" clId="{C7F536F0-4F24-444A-80B6-82D384AE3D16}" dt="2022-11-17T12:30:45.963" v="4762" actId="478"/>
          <ac:spMkLst>
            <pc:docMk/>
            <pc:sldMk cId="3035299799" sldId="779"/>
            <ac:spMk id="171" creationId="{5441ABC9-2753-DC71-F0CF-D1C9468B3EA9}"/>
          </ac:spMkLst>
        </pc:spChg>
        <pc:spChg chg="add mod">
          <ac:chgData name="PIYUS KEDIA" userId="30dfcb9f6f0df2cc" providerId="LiveId" clId="{C7F536F0-4F24-444A-80B6-82D384AE3D16}" dt="2022-11-17T12:38:56.525" v="5443" actId="207"/>
          <ac:spMkLst>
            <pc:docMk/>
            <pc:sldMk cId="3035299799" sldId="779"/>
            <ac:spMk id="178" creationId="{3E55FD25-2417-D763-418D-13A24ABFD812}"/>
          </ac:spMkLst>
        </pc:spChg>
        <pc:spChg chg="add mod">
          <ac:chgData name="PIYUS KEDIA" userId="30dfcb9f6f0df2cc" providerId="LiveId" clId="{C7F536F0-4F24-444A-80B6-82D384AE3D16}" dt="2022-11-17T12:31:25.477" v="4858" actId="1035"/>
          <ac:spMkLst>
            <pc:docMk/>
            <pc:sldMk cId="3035299799" sldId="779"/>
            <ac:spMk id="179" creationId="{29D87083-DF27-A5AC-C5C5-F264994185E8}"/>
          </ac:spMkLst>
        </pc:spChg>
        <pc:spChg chg="add mod">
          <ac:chgData name="PIYUS KEDIA" userId="30dfcb9f6f0df2cc" providerId="LiveId" clId="{C7F536F0-4F24-444A-80B6-82D384AE3D16}" dt="2022-11-17T12:31:25.477" v="4858" actId="1035"/>
          <ac:spMkLst>
            <pc:docMk/>
            <pc:sldMk cId="3035299799" sldId="779"/>
            <ac:spMk id="180" creationId="{0538C0E2-EB29-FEDD-9145-5911D2DE470D}"/>
          </ac:spMkLst>
        </pc:spChg>
        <pc:cxnChg chg="add del mod">
          <ac:chgData name="PIYUS KEDIA" userId="30dfcb9f6f0df2cc" providerId="LiveId" clId="{C7F536F0-4F24-444A-80B6-82D384AE3D16}" dt="2022-11-17T12:29:14.931" v="4644" actId="478"/>
          <ac:cxnSpMkLst>
            <pc:docMk/>
            <pc:sldMk cId="3035299799" sldId="779"/>
            <ac:cxnSpMk id="6" creationId="{2C09BFDF-D9E0-BF13-D76D-EF8C1667947B}"/>
          </ac:cxnSpMkLst>
        </pc:cxnChg>
        <pc:cxnChg chg="add del mod">
          <ac:chgData name="PIYUS KEDIA" userId="30dfcb9f6f0df2cc" providerId="LiveId" clId="{C7F536F0-4F24-444A-80B6-82D384AE3D16}" dt="2022-11-17T12:25:44.840" v="4376" actId="478"/>
          <ac:cxnSpMkLst>
            <pc:docMk/>
            <pc:sldMk cId="3035299799" sldId="779"/>
            <ac:cxnSpMk id="7" creationId="{14A09FA7-E92E-5AE8-0053-F0F2B51B767B}"/>
          </ac:cxnSpMkLst>
        </pc:cxnChg>
        <pc:cxnChg chg="add del mod">
          <ac:chgData name="PIYUS KEDIA" userId="30dfcb9f6f0df2cc" providerId="LiveId" clId="{C7F536F0-4F24-444A-80B6-82D384AE3D16}" dt="2022-11-17T12:29:22.895" v="4646" actId="478"/>
          <ac:cxnSpMkLst>
            <pc:docMk/>
            <pc:sldMk cId="3035299799" sldId="779"/>
            <ac:cxnSpMk id="9" creationId="{13AD7B57-BD44-B77D-7D3C-10CA0CA60084}"/>
          </ac:cxnSpMkLst>
        </pc:cxnChg>
        <pc:cxnChg chg="add del mod">
          <ac:chgData name="PIYUS KEDIA" userId="30dfcb9f6f0df2cc" providerId="LiveId" clId="{C7F536F0-4F24-444A-80B6-82D384AE3D16}" dt="2022-11-17T12:29:18.349" v="4645" actId="478"/>
          <ac:cxnSpMkLst>
            <pc:docMk/>
            <pc:sldMk cId="3035299799" sldId="779"/>
            <ac:cxnSpMk id="13" creationId="{080C50E7-B0FB-75C6-ECEF-31F339CA32E4}"/>
          </ac:cxnSpMkLst>
        </pc:cxnChg>
        <pc:cxnChg chg="add mod">
          <ac:chgData name="PIYUS KEDIA" userId="30dfcb9f6f0df2cc" providerId="LiveId" clId="{C7F536F0-4F24-444A-80B6-82D384AE3D16}" dt="2022-11-17T12:29:32.509" v="4657" actId="1036"/>
          <ac:cxnSpMkLst>
            <pc:docMk/>
            <pc:sldMk cId="3035299799" sldId="779"/>
            <ac:cxnSpMk id="15" creationId="{4E7FE20A-2682-7A2D-7BF9-9B3500A10185}"/>
          </ac:cxnSpMkLst>
        </pc:cxnChg>
        <pc:cxnChg chg="add mod">
          <ac:chgData name="PIYUS KEDIA" userId="30dfcb9f6f0df2cc" providerId="LiveId" clId="{C7F536F0-4F24-444A-80B6-82D384AE3D16}" dt="2022-11-17T12:29:09.852" v="4643" actId="1036"/>
          <ac:cxnSpMkLst>
            <pc:docMk/>
            <pc:sldMk cId="3035299799" sldId="779"/>
            <ac:cxnSpMk id="17" creationId="{0EBA929E-E739-1EED-78B6-15B44B313B92}"/>
          </ac:cxnSpMkLst>
        </pc:cxnChg>
        <pc:cxnChg chg="add mod">
          <ac:chgData name="PIYUS KEDIA" userId="30dfcb9f6f0df2cc" providerId="LiveId" clId="{C7F536F0-4F24-444A-80B6-82D384AE3D16}" dt="2022-11-17T12:29:41.923" v="4673" actId="1038"/>
          <ac:cxnSpMkLst>
            <pc:docMk/>
            <pc:sldMk cId="3035299799" sldId="779"/>
            <ac:cxnSpMk id="19" creationId="{48CCB8B8-BDAB-C13B-A90E-885A48342609}"/>
          </ac:cxnSpMkLst>
        </pc:cxnChg>
        <pc:cxnChg chg="add">
          <ac:chgData name="PIYUS KEDIA" userId="30dfcb9f6f0df2cc" providerId="LiveId" clId="{C7F536F0-4F24-444A-80B6-82D384AE3D16}" dt="2022-11-17T12:29:50.253" v="4674" actId="11529"/>
          <ac:cxnSpMkLst>
            <pc:docMk/>
            <pc:sldMk cId="3035299799" sldId="779"/>
            <ac:cxnSpMk id="21" creationId="{6AFB260B-3F30-94DF-3E90-977487BFD488}"/>
          </ac:cxnSpMkLst>
        </pc:cxnChg>
        <pc:cxnChg chg="add mod">
          <ac:chgData name="PIYUS KEDIA" userId="30dfcb9f6f0df2cc" providerId="LiveId" clId="{C7F536F0-4F24-444A-80B6-82D384AE3D16}" dt="2022-11-17T12:30:09.752" v="4682" actId="1036"/>
          <ac:cxnSpMkLst>
            <pc:docMk/>
            <pc:sldMk cId="3035299799" sldId="779"/>
            <ac:cxnSpMk id="31" creationId="{30753C6E-7438-4094-B093-A2583DBD60D7}"/>
          </ac:cxnSpMkLst>
        </pc:cxnChg>
        <pc:cxnChg chg="add del mod">
          <ac:chgData name="PIYUS KEDIA" userId="30dfcb9f6f0df2cc" providerId="LiveId" clId="{C7F536F0-4F24-444A-80B6-82D384AE3D16}" dt="2022-11-17T12:25:44.840" v="4376" actId="478"/>
          <ac:cxnSpMkLst>
            <pc:docMk/>
            <pc:sldMk cId="3035299799" sldId="779"/>
            <ac:cxnSpMk id="32" creationId="{06337688-69D0-EC59-842E-C2EE9F57EB57}"/>
          </ac:cxnSpMkLst>
        </pc:cxnChg>
        <pc:cxnChg chg="add del mod">
          <ac:chgData name="PIYUS KEDIA" userId="30dfcb9f6f0df2cc" providerId="LiveId" clId="{C7F536F0-4F24-444A-80B6-82D384AE3D16}" dt="2022-11-17T12:25:44.840" v="4376" actId="478"/>
          <ac:cxnSpMkLst>
            <pc:docMk/>
            <pc:sldMk cId="3035299799" sldId="779"/>
            <ac:cxnSpMk id="34" creationId="{71B4C15B-BCE3-2BF8-D50D-8BB7AAE01023}"/>
          </ac:cxnSpMkLst>
        </pc:cxnChg>
        <pc:cxnChg chg="add">
          <ac:chgData name="PIYUS KEDIA" userId="30dfcb9f6f0df2cc" providerId="LiveId" clId="{C7F536F0-4F24-444A-80B6-82D384AE3D16}" dt="2022-11-17T12:30:05.363" v="4676" actId="11529"/>
          <ac:cxnSpMkLst>
            <pc:docMk/>
            <pc:sldMk cId="3035299799" sldId="779"/>
            <ac:cxnSpMk id="35" creationId="{CC331E94-0A01-EAEA-32B7-23CD75839B96}"/>
          </ac:cxnSpMkLst>
        </pc:cxnChg>
        <pc:cxnChg chg="add del mod">
          <ac:chgData name="PIYUS KEDIA" userId="30dfcb9f6f0df2cc" providerId="LiveId" clId="{C7F536F0-4F24-444A-80B6-82D384AE3D16}" dt="2022-11-17T12:25:44.840" v="4376" actId="478"/>
          <ac:cxnSpMkLst>
            <pc:docMk/>
            <pc:sldMk cId="3035299799" sldId="779"/>
            <ac:cxnSpMk id="36" creationId="{BE83EA78-0063-2E5A-7D76-A54164466B63}"/>
          </ac:cxnSpMkLst>
        </pc:cxnChg>
        <pc:cxnChg chg="add del mod">
          <ac:chgData name="PIYUS KEDIA" userId="30dfcb9f6f0df2cc" providerId="LiveId" clId="{C7F536F0-4F24-444A-80B6-82D384AE3D16}" dt="2022-11-17T12:25:44.840" v="4376" actId="478"/>
          <ac:cxnSpMkLst>
            <pc:docMk/>
            <pc:sldMk cId="3035299799" sldId="779"/>
            <ac:cxnSpMk id="38" creationId="{726E9891-C706-11BD-C56F-C2373E6D7CA9}"/>
          </ac:cxnSpMkLst>
        </pc:cxnChg>
        <pc:cxnChg chg="add">
          <ac:chgData name="PIYUS KEDIA" userId="30dfcb9f6f0df2cc" providerId="LiveId" clId="{C7F536F0-4F24-444A-80B6-82D384AE3D16}" dt="2022-11-17T12:31:33.045" v="4859" actId="11529"/>
          <ac:cxnSpMkLst>
            <pc:docMk/>
            <pc:sldMk cId="3035299799" sldId="779"/>
            <ac:cxnSpMk id="39" creationId="{B2E76C26-5ABB-DFCA-4A56-1638B996932E}"/>
          </ac:cxnSpMkLst>
        </pc:cxnChg>
        <pc:cxnChg chg="add del mod">
          <ac:chgData name="PIYUS KEDIA" userId="30dfcb9f6f0df2cc" providerId="LiveId" clId="{C7F536F0-4F24-444A-80B6-82D384AE3D16}" dt="2022-11-17T12:25:44.840" v="4376" actId="478"/>
          <ac:cxnSpMkLst>
            <pc:docMk/>
            <pc:sldMk cId="3035299799" sldId="779"/>
            <ac:cxnSpMk id="40" creationId="{68D7F5B0-6DFA-B9F4-7F99-BA0C8F633DDD}"/>
          </ac:cxnSpMkLst>
        </pc:cxnChg>
        <pc:cxnChg chg="add del mod">
          <ac:chgData name="PIYUS KEDIA" userId="30dfcb9f6f0df2cc" providerId="LiveId" clId="{C7F536F0-4F24-444A-80B6-82D384AE3D16}" dt="2022-11-17T12:25:44.840" v="4376" actId="478"/>
          <ac:cxnSpMkLst>
            <pc:docMk/>
            <pc:sldMk cId="3035299799" sldId="779"/>
            <ac:cxnSpMk id="42" creationId="{8D71FAFF-DC66-C133-A6C9-ED3A6E016FE2}"/>
          </ac:cxnSpMkLst>
        </pc:cxnChg>
        <pc:cxnChg chg="add">
          <ac:chgData name="PIYUS KEDIA" userId="30dfcb9f6f0df2cc" providerId="LiveId" clId="{C7F536F0-4F24-444A-80B6-82D384AE3D16}" dt="2022-11-17T12:31:37.611" v="4860" actId="11529"/>
          <ac:cxnSpMkLst>
            <pc:docMk/>
            <pc:sldMk cId="3035299799" sldId="779"/>
            <ac:cxnSpMk id="48" creationId="{A2D4CB55-7AA5-4A7D-01A7-231E09DAFFF8}"/>
          </ac:cxnSpMkLst>
        </pc:cxnChg>
        <pc:cxnChg chg="add del mod">
          <ac:chgData name="PIYUS KEDIA" userId="30dfcb9f6f0df2cc" providerId="LiveId" clId="{C7F536F0-4F24-444A-80B6-82D384AE3D16}" dt="2022-11-17T12:25:44.840" v="4376" actId="478"/>
          <ac:cxnSpMkLst>
            <pc:docMk/>
            <pc:sldMk cId="3035299799" sldId="779"/>
            <ac:cxnSpMk id="51" creationId="{7E5138B5-9968-FDAC-D25F-FF6239B9A57C}"/>
          </ac:cxnSpMkLst>
        </pc:cxnChg>
        <pc:cxnChg chg="add del mod">
          <ac:chgData name="PIYUS KEDIA" userId="30dfcb9f6f0df2cc" providerId="LiveId" clId="{C7F536F0-4F24-444A-80B6-82D384AE3D16}" dt="2022-11-17T12:25:44.840" v="4376" actId="478"/>
          <ac:cxnSpMkLst>
            <pc:docMk/>
            <pc:sldMk cId="3035299799" sldId="779"/>
            <ac:cxnSpMk id="52" creationId="{439D6302-B501-0177-A13E-899B910E658F}"/>
          </ac:cxnSpMkLst>
        </pc:cxnChg>
        <pc:cxnChg chg="add del mod">
          <ac:chgData name="PIYUS KEDIA" userId="30dfcb9f6f0df2cc" providerId="LiveId" clId="{C7F536F0-4F24-444A-80B6-82D384AE3D16}" dt="2022-11-17T12:25:44.840" v="4376" actId="478"/>
          <ac:cxnSpMkLst>
            <pc:docMk/>
            <pc:sldMk cId="3035299799" sldId="779"/>
            <ac:cxnSpMk id="53" creationId="{05B9C3A6-5802-73EF-3070-FA451C78B325}"/>
          </ac:cxnSpMkLst>
        </pc:cxnChg>
        <pc:cxnChg chg="add del mod">
          <ac:chgData name="PIYUS KEDIA" userId="30dfcb9f6f0df2cc" providerId="LiveId" clId="{C7F536F0-4F24-444A-80B6-82D384AE3D16}" dt="2022-11-17T12:25:44.840" v="4376" actId="478"/>
          <ac:cxnSpMkLst>
            <pc:docMk/>
            <pc:sldMk cId="3035299799" sldId="779"/>
            <ac:cxnSpMk id="54" creationId="{CFC4218E-9700-188D-5615-982654E6660F}"/>
          </ac:cxnSpMkLst>
        </pc:cxnChg>
        <pc:cxnChg chg="add">
          <ac:chgData name="PIYUS KEDIA" userId="30dfcb9f6f0df2cc" providerId="LiveId" clId="{C7F536F0-4F24-444A-80B6-82D384AE3D16}" dt="2022-11-17T12:31:42.820" v="4861" actId="11529"/>
          <ac:cxnSpMkLst>
            <pc:docMk/>
            <pc:sldMk cId="3035299799" sldId="779"/>
            <ac:cxnSpMk id="55" creationId="{5B2B12B2-CDD4-D743-61FD-4EE17D746540}"/>
          </ac:cxnSpMkLst>
        </pc:cxnChg>
        <pc:cxnChg chg="add del mod">
          <ac:chgData name="PIYUS KEDIA" userId="30dfcb9f6f0df2cc" providerId="LiveId" clId="{C7F536F0-4F24-444A-80B6-82D384AE3D16}" dt="2022-11-17T12:25:44.840" v="4376" actId="478"/>
          <ac:cxnSpMkLst>
            <pc:docMk/>
            <pc:sldMk cId="3035299799" sldId="779"/>
            <ac:cxnSpMk id="57" creationId="{5C024768-E713-A4C6-DDBA-A24180D9C9C6}"/>
          </ac:cxnSpMkLst>
        </pc:cxnChg>
        <pc:cxnChg chg="add del mod">
          <ac:chgData name="PIYUS KEDIA" userId="30dfcb9f6f0df2cc" providerId="LiveId" clId="{C7F536F0-4F24-444A-80B6-82D384AE3D16}" dt="2022-11-17T12:25:44.840" v="4376" actId="478"/>
          <ac:cxnSpMkLst>
            <pc:docMk/>
            <pc:sldMk cId="3035299799" sldId="779"/>
            <ac:cxnSpMk id="62" creationId="{3898702E-EBBF-18EB-4E93-8399FDF09943}"/>
          </ac:cxnSpMkLst>
        </pc:cxnChg>
        <pc:cxnChg chg="add del mod">
          <ac:chgData name="PIYUS KEDIA" userId="30dfcb9f6f0df2cc" providerId="LiveId" clId="{C7F536F0-4F24-444A-80B6-82D384AE3D16}" dt="2022-11-17T12:25:44.840" v="4376" actId="478"/>
          <ac:cxnSpMkLst>
            <pc:docMk/>
            <pc:sldMk cId="3035299799" sldId="779"/>
            <ac:cxnSpMk id="64" creationId="{AE60692D-E136-0429-9F43-FDC23255527B}"/>
          </ac:cxnSpMkLst>
        </pc:cxnChg>
        <pc:cxnChg chg="add del mod">
          <ac:chgData name="PIYUS KEDIA" userId="30dfcb9f6f0df2cc" providerId="LiveId" clId="{C7F536F0-4F24-444A-80B6-82D384AE3D16}" dt="2022-11-17T12:25:44.840" v="4376" actId="478"/>
          <ac:cxnSpMkLst>
            <pc:docMk/>
            <pc:sldMk cId="3035299799" sldId="779"/>
            <ac:cxnSpMk id="66" creationId="{BFDDF088-D91E-6E17-1A56-6CB85F21E687}"/>
          </ac:cxnSpMkLst>
        </pc:cxnChg>
        <pc:cxnChg chg="del mod">
          <ac:chgData name="PIYUS KEDIA" userId="30dfcb9f6f0df2cc" providerId="LiveId" clId="{C7F536F0-4F24-444A-80B6-82D384AE3D16}" dt="2022-11-17T12:25:58.775" v="4453" actId="478"/>
          <ac:cxnSpMkLst>
            <pc:docMk/>
            <pc:sldMk cId="3035299799" sldId="779"/>
            <ac:cxnSpMk id="73" creationId="{3368D05C-F773-A75D-4579-47433C70E8A8}"/>
          </ac:cxnSpMkLst>
        </pc:cxnChg>
        <pc:cxnChg chg="del mod">
          <ac:chgData name="PIYUS KEDIA" userId="30dfcb9f6f0df2cc" providerId="LiveId" clId="{C7F536F0-4F24-444A-80B6-82D384AE3D16}" dt="2022-11-17T12:25:58.775" v="4453" actId="478"/>
          <ac:cxnSpMkLst>
            <pc:docMk/>
            <pc:sldMk cId="3035299799" sldId="779"/>
            <ac:cxnSpMk id="74" creationId="{59EABAB6-5165-2B70-140A-38470DADC674}"/>
          </ac:cxnSpMkLst>
        </pc:cxnChg>
        <pc:cxnChg chg="del mod">
          <ac:chgData name="PIYUS KEDIA" userId="30dfcb9f6f0df2cc" providerId="LiveId" clId="{C7F536F0-4F24-444A-80B6-82D384AE3D16}" dt="2022-11-17T12:25:58.775" v="4453" actId="478"/>
          <ac:cxnSpMkLst>
            <pc:docMk/>
            <pc:sldMk cId="3035299799" sldId="779"/>
            <ac:cxnSpMk id="75" creationId="{76BA0996-E9A9-2CD5-29B6-241BE8DBF371}"/>
          </ac:cxnSpMkLst>
        </pc:cxnChg>
        <pc:cxnChg chg="del mod">
          <ac:chgData name="PIYUS KEDIA" userId="30dfcb9f6f0df2cc" providerId="LiveId" clId="{C7F536F0-4F24-444A-80B6-82D384AE3D16}" dt="2022-11-17T12:25:58.775" v="4453" actId="478"/>
          <ac:cxnSpMkLst>
            <pc:docMk/>
            <pc:sldMk cId="3035299799" sldId="779"/>
            <ac:cxnSpMk id="76" creationId="{6F6EBD4F-C01E-E55A-9780-4555757132D2}"/>
          </ac:cxnSpMkLst>
        </pc:cxnChg>
        <pc:cxnChg chg="del mod">
          <ac:chgData name="PIYUS KEDIA" userId="30dfcb9f6f0df2cc" providerId="LiveId" clId="{C7F536F0-4F24-444A-80B6-82D384AE3D16}" dt="2022-11-17T12:25:58.775" v="4453" actId="478"/>
          <ac:cxnSpMkLst>
            <pc:docMk/>
            <pc:sldMk cId="3035299799" sldId="779"/>
            <ac:cxnSpMk id="77" creationId="{55A6DEBD-2A2C-E65C-07E6-DAACAD1F98F0}"/>
          </ac:cxnSpMkLst>
        </pc:cxnChg>
        <pc:cxnChg chg="del mod">
          <ac:chgData name="PIYUS KEDIA" userId="30dfcb9f6f0df2cc" providerId="LiveId" clId="{C7F536F0-4F24-444A-80B6-82D384AE3D16}" dt="2022-11-17T12:25:58.775" v="4453" actId="478"/>
          <ac:cxnSpMkLst>
            <pc:docMk/>
            <pc:sldMk cId="3035299799" sldId="779"/>
            <ac:cxnSpMk id="82" creationId="{CDB19960-92D9-5705-48DC-4236B6F9B710}"/>
          </ac:cxnSpMkLst>
        </pc:cxnChg>
        <pc:cxnChg chg="del mod">
          <ac:chgData name="PIYUS KEDIA" userId="30dfcb9f6f0df2cc" providerId="LiveId" clId="{C7F536F0-4F24-444A-80B6-82D384AE3D16}" dt="2022-11-17T12:25:58.775" v="4453" actId="478"/>
          <ac:cxnSpMkLst>
            <pc:docMk/>
            <pc:sldMk cId="3035299799" sldId="779"/>
            <ac:cxnSpMk id="88" creationId="{A77312BB-5DE7-B1F8-0917-47A4DF7105C7}"/>
          </ac:cxnSpMkLst>
        </pc:cxnChg>
        <pc:cxnChg chg="del mod">
          <ac:chgData name="PIYUS KEDIA" userId="30dfcb9f6f0df2cc" providerId="LiveId" clId="{C7F536F0-4F24-444A-80B6-82D384AE3D16}" dt="2022-11-17T12:25:58.775" v="4453" actId="478"/>
          <ac:cxnSpMkLst>
            <pc:docMk/>
            <pc:sldMk cId="3035299799" sldId="779"/>
            <ac:cxnSpMk id="90" creationId="{FB9AEA08-D812-934B-BF39-9CB571BBD974}"/>
          </ac:cxnSpMkLst>
        </pc:cxnChg>
        <pc:cxnChg chg="add mod">
          <ac:chgData name="PIYUS KEDIA" userId="30dfcb9f6f0df2cc" providerId="LiveId" clId="{C7F536F0-4F24-444A-80B6-82D384AE3D16}" dt="2022-11-17T12:25:54.464" v="4452" actId="1037"/>
          <ac:cxnSpMkLst>
            <pc:docMk/>
            <pc:sldMk cId="3035299799" sldId="779"/>
            <ac:cxnSpMk id="91" creationId="{BDF84384-63D8-ABD4-F0D1-3A8FA91D1AB3}"/>
          </ac:cxnSpMkLst>
        </pc:cxnChg>
        <pc:cxnChg chg="del mod">
          <ac:chgData name="PIYUS KEDIA" userId="30dfcb9f6f0df2cc" providerId="LiveId" clId="{C7F536F0-4F24-444A-80B6-82D384AE3D16}" dt="2022-11-17T12:25:58.775" v="4453" actId="478"/>
          <ac:cxnSpMkLst>
            <pc:docMk/>
            <pc:sldMk cId="3035299799" sldId="779"/>
            <ac:cxnSpMk id="92" creationId="{815741D9-4C43-47CC-B022-01E3B0EED52A}"/>
          </ac:cxnSpMkLst>
        </pc:cxnChg>
        <pc:cxnChg chg="add mod">
          <ac:chgData name="PIYUS KEDIA" userId="30dfcb9f6f0df2cc" providerId="LiveId" clId="{C7F536F0-4F24-444A-80B6-82D384AE3D16}" dt="2022-11-17T12:25:54.464" v="4452" actId="1037"/>
          <ac:cxnSpMkLst>
            <pc:docMk/>
            <pc:sldMk cId="3035299799" sldId="779"/>
            <ac:cxnSpMk id="98" creationId="{6EA5C430-73C6-A440-FAD3-8CF2B32C677D}"/>
          </ac:cxnSpMkLst>
        </pc:cxnChg>
        <pc:cxnChg chg="del mod">
          <ac:chgData name="PIYUS KEDIA" userId="30dfcb9f6f0df2cc" providerId="LiveId" clId="{C7F536F0-4F24-444A-80B6-82D384AE3D16}" dt="2022-11-17T12:25:58.775" v="4453" actId="478"/>
          <ac:cxnSpMkLst>
            <pc:docMk/>
            <pc:sldMk cId="3035299799" sldId="779"/>
            <ac:cxnSpMk id="99" creationId="{F8C77D3A-B7CC-8BC3-22A6-909C86D470B4}"/>
          </ac:cxnSpMkLst>
        </pc:cxnChg>
        <pc:cxnChg chg="add mod">
          <ac:chgData name="PIYUS KEDIA" userId="30dfcb9f6f0df2cc" providerId="LiveId" clId="{C7F536F0-4F24-444A-80B6-82D384AE3D16}" dt="2022-11-17T12:25:54.464" v="4452" actId="1037"/>
          <ac:cxnSpMkLst>
            <pc:docMk/>
            <pc:sldMk cId="3035299799" sldId="779"/>
            <ac:cxnSpMk id="100" creationId="{3D6D98CD-2A45-90E6-03F4-B30234B82C7C}"/>
          </ac:cxnSpMkLst>
        </pc:cxnChg>
        <pc:cxnChg chg="del mod">
          <ac:chgData name="PIYUS KEDIA" userId="30dfcb9f6f0df2cc" providerId="LiveId" clId="{C7F536F0-4F24-444A-80B6-82D384AE3D16}" dt="2022-11-17T12:25:58.775" v="4453" actId="478"/>
          <ac:cxnSpMkLst>
            <pc:docMk/>
            <pc:sldMk cId="3035299799" sldId="779"/>
            <ac:cxnSpMk id="101" creationId="{B2A84321-343B-A0F2-C6F5-CBD548A09D3A}"/>
          </ac:cxnSpMkLst>
        </pc:cxnChg>
        <pc:cxnChg chg="add mod">
          <ac:chgData name="PIYUS KEDIA" userId="30dfcb9f6f0df2cc" providerId="LiveId" clId="{C7F536F0-4F24-444A-80B6-82D384AE3D16}" dt="2022-11-17T12:25:54.464" v="4452" actId="1037"/>
          <ac:cxnSpMkLst>
            <pc:docMk/>
            <pc:sldMk cId="3035299799" sldId="779"/>
            <ac:cxnSpMk id="102" creationId="{7C8EB3DF-C261-905B-2E2B-33949DC865AA}"/>
          </ac:cxnSpMkLst>
        </pc:cxnChg>
        <pc:cxnChg chg="del mod">
          <ac:chgData name="PIYUS KEDIA" userId="30dfcb9f6f0df2cc" providerId="LiveId" clId="{C7F536F0-4F24-444A-80B6-82D384AE3D16}" dt="2022-11-17T12:25:58.775" v="4453" actId="478"/>
          <ac:cxnSpMkLst>
            <pc:docMk/>
            <pc:sldMk cId="3035299799" sldId="779"/>
            <ac:cxnSpMk id="103" creationId="{2C07D1F9-6475-8E4D-61E8-5F7CD6A9E8AD}"/>
          </ac:cxnSpMkLst>
        </pc:cxnChg>
        <pc:cxnChg chg="add mod">
          <ac:chgData name="PIYUS KEDIA" userId="30dfcb9f6f0df2cc" providerId="LiveId" clId="{C7F536F0-4F24-444A-80B6-82D384AE3D16}" dt="2022-11-17T12:25:54.464" v="4452" actId="1037"/>
          <ac:cxnSpMkLst>
            <pc:docMk/>
            <pc:sldMk cId="3035299799" sldId="779"/>
            <ac:cxnSpMk id="104" creationId="{DCCF8A9E-1D7B-9488-A6F4-B2BCF38C3CDA}"/>
          </ac:cxnSpMkLst>
        </pc:cxnChg>
        <pc:cxnChg chg="del mod">
          <ac:chgData name="PIYUS KEDIA" userId="30dfcb9f6f0df2cc" providerId="LiveId" clId="{C7F536F0-4F24-444A-80B6-82D384AE3D16}" dt="2022-11-17T12:25:58.775" v="4453" actId="478"/>
          <ac:cxnSpMkLst>
            <pc:docMk/>
            <pc:sldMk cId="3035299799" sldId="779"/>
            <ac:cxnSpMk id="105" creationId="{13CC91C6-1729-81F5-AB2F-240444DCBA61}"/>
          </ac:cxnSpMkLst>
        </pc:cxnChg>
        <pc:cxnChg chg="del mod">
          <ac:chgData name="PIYUS KEDIA" userId="30dfcb9f6f0df2cc" providerId="LiveId" clId="{C7F536F0-4F24-444A-80B6-82D384AE3D16}" dt="2022-11-17T12:25:58.775" v="4453" actId="478"/>
          <ac:cxnSpMkLst>
            <pc:docMk/>
            <pc:sldMk cId="3035299799" sldId="779"/>
            <ac:cxnSpMk id="107" creationId="{210F6E09-291C-A11C-1B4E-70C2A4D2199F}"/>
          </ac:cxnSpMkLst>
        </pc:cxnChg>
        <pc:cxnChg chg="add mod">
          <ac:chgData name="PIYUS KEDIA" userId="30dfcb9f6f0df2cc" providerId="LiveId" clId="{C7F536F0-4F24-444A-80B6-82D384AE3D16}" dt="2022-11-17T12:25:54.464" v="4452" actId="1037"/>
          <ac:cxnSpMkLst>
            <pc:docMk/>
            <pc:sldMk cId="3035299799" sldId="779"/>
            <ac:cxnSpMk id="111" creationId="{AF8B85F6-3AB3-5CFA-85ED-EFBB1B3EA452}"/>
          </ac:cxnSpMkLst>
        </pc:cxnChg>
        <pc:cxnChg chg="add mod">
          <ac:chgData name="PIYUS KEDIA" userId="30dfcb9f6f0df2cc" providerId="LiveId" clId="{C7F536F0-4F24-444A-80B6-82D384AE3D16}" dt="2022-11-17T12:25:54.464" v="4452" actId="1037"/>
          <ac:cxnSpMkLst>
            <pc:docMk/>
            <pc:sldMk cId="3035299799" sldId="779"/>
            <ac:cxnSpMk id="115" creationId="{DA61ECFB-6BD4-43BE-23E6-D4EE89166FB9}"/>
          </ac:cxnSpMkLst>
        </pc:cxnChg>
        <pc:cxnChg chg="add mod">
          <ac:chgData name="PIYUS KEDIA" userId="30dfcb9f6f0df2cc" providerId="LiveId" clId="{C7F536F0-4F24-444A-80B6-82D384AE3D16}" dt="2022-11-17T12:25:54.464" v="4452" actId="1037"/>
          <ac:cxnSpMkLst>
            <pc:docMk/>
            <pc:sldMk cId="3035299799" sldId="779"/>
            <ac:cxnSpMk id="116" creationId="{F0528E9E-7E38-5250-589B-3F74D8CE24BF}"/>
          </ac:cxnSpMkLst>
        </pc:cxnChg>
        <pc:cxnChg chg="add mod">
          <ac:chgData name="PIYUS KEDIA" userId="30dfcb9f6f0df2cc" providerId="LiveId" clId="{C7F536F0-4F24-444A-80B6-82D384AE3D16}" dt="2022-11-17T12:25:54.464" v="4452" actId="1037"/>
          <ac:cxnSpMkLst>
            <pc:docMk/>
            <pc:sldMk cId="3035299799" sldId="779"/>
            <ac:cxnSpMk id="117" creationId="{17D1C05F-9338-6ABB-4486-8797D098F653}"/>
          </ac:cxnSpMkLst>
        </pc:cxnChg>
        <pc:cxnChg chg="add mod">
          <ac:chgData name="PIYUS KEDIA" userId="30dfcb9f6f0df2cc" providerId="LiveId" clId="{C7F536F0-4F24-444A-80B6-82D384AE3D16}" dt="2022-11-17T12:25:54.464" v="4452" actId="1037"/>
          <ac:cxnSpMkLst>
            <pc:docMk/>
            <pc:sldMk cId="3035299799" sldId="779"/>
            <ac:cxnSpMk id="123" creationId="{7FE92AEC-B629-9D8B-F94F-7383B105D3C0}"/>
          </ac:cxnSpMkLst>
        </pc:cxnChg>
        <pc:cxnChg chg="add mod">
          <ac:chgData name="PIYUS KEDIA" userId="30dfcb9f6f0df2cc" providerId="LiveId" clId="{C7F536F0-4F24-444A-80B6-82D384AE3D16}" dt="2022-11-17T12:25:54.464" v="4452" actId="1037"/>
          <ac:cxnSpMkLst>
            <pc:docMk/>
            <pc:sldMk cId="3035299799" sldId="779"/>
            <ac:cxnSpMk id="124" creationId="{B9921AC4-CD11-CE20-C13A-1B86E499B313}"/>
          </ac:cxnSpMkLst>
        </pc:cxnChg>
        <pc:cxnChg chg="add del mod">
          <ac:chgData name="PIYUS KEDIA" userId="30dfcb9f6f0df2cc" providerId="LiveId" clId="{C7F536F0-4F24-444A-80B6-82D384AE3D16}" dt="2022-11-17T12:26:49.480" v="4464" actId="478"/>
          <ac:cxnSpMkLst>
            <pc:docMk/>
            <pc:sldMk cId="3035299799" sldId="779"/>
            <ac:cxnSpMk id="125" creationId="{7AB9D4CF-DF6B-4ABC-D4F6-C9A5E3BF195C}"/>
          </ac:cxnSpMkLst>
        </pc:cxnChg>
        <pc:cxnChg chg="add del mod">
          <ac:chgData name="PIYUS KEDIA" userId="30dfcb9f6f0df2cc" providerId="LiveId" clId="{C7F536F0-4F24-444A-80B6-82D384AE3D16}" dt="2022-11-17T12:27:07.980" v="4481" actId="1037"/>
          <ac:cxnSpMkLst>
            <pc:docMk/>
            <pc:sldMk cId="3035299799" sldId="779"/>
            <ac:cxnSpMk id="126" creationId="{43208BA9-03CE-A3E7-84B1-61AF25E108AE}"/>
          </ac:cxnSpMkLst>
        </pc:cxnChg>
        <pc:cxnChg chg="add del mod">
          <ac:chgData name="PIYUS KEDIA" userId="30dfcb9f6f0df2cc" providerId="LiveId" clId="{C7F536F0-4F24-444A-80B6-82D384AE3D16}" dt="2022-11-17T12:26:49.480" v="4464" actId="478"/>
          <ac:cxnSpMkLst>
            <pc:docMk/>
            <pc:sldMk cId="3035299799" sldId="779"/>
            <ac:cxnSpMk id="127" creationId="{179CCC13-284D-EB46-7B5B-C069F43A8991}"/>
          </ac:cxnSpMkLst>
        </pc:cxnChg>
        <pc:cxnChg chg="add mod">
          <ac:chgData name="PIYUS KEDIA" userId="30dfcb9f6f0df2cc" providerId="LiveId" clId="{C7F536F0-4F24-444A-80B6-82D384AE3D16}" dt="2022-11-17T12:30:26.016" v="4758" actId="1035"/>
          <ac:cxnSpMkLst>
            <pc:docMk/>
            <pc:sldMk cId="3035299799" sldId="779"/>
            <ac:cxnSpMk id="145" creationId="{785725C6-7B37-7901-CF66-80DEBCC20B7C}"/>
          </ac:cxnSpMkLst>
        </pc:cxnChg>
        <pc:cxnChg chg="add mod">
          <ac:chgData name="PIYUS KEDIA" userId="30dfcb9f6f0df2cc" providerId="LiveId" clId="{C7F536F0-4F24-444A-80B6-82D384AE3D16}" dt="2022-11-17T12:30:26.016" v="4758" actId="1035"/>
          <ac:cxnSpMkLst>
            <pc:docMk/>
            <pc:sldMk cId="3035299799" sldId="779"/>
            <ac:cxnSpMk id="146" creationId="{61BABCF5-2994-146E-4717-14C36F9C901C}"/>
          </ac:cxnSpMkLst>
        </pc:cxnChg>
        <pc:cxnChg chg="add mod">
          <ac:chgData name="PIYUS KEDIA" userId="30dfcb9f6f0df2cc" providerId="LiveId" clId="{C7F536F0-4F24-444A-80B6-82D384AE3D16}" dt="2022-11-17T12:30:26.016" v="4758" actId="1035"/>
          <ac:cxnSpMkLst>
            <pc:docMk/>
            <pc:sldMk cId="3035299799" sldId="779"/>
            <ac:cxnSpMk id="147" creationId="{1DA3D551-8BD1-BC09-AAE2-31F07B561843}"/>
          </ac:cxnSpMkLst>
        </pc:cxnChg>
        <pc:cxnChg chg="add mod">
          <ac:chgData name="PIYUS KEDIA" userId="30dfcb9f6f0df2cc" providerId="LiveId" clId="{C7F536F0-4F24-444A-80B6-82D384AE3D16}" dt="2022-11-17T12:30:26.016" v="4758" actId="1035"/>
          <ac:cxnSpMkLst>
            <pc:docMk/>
            <pc:sldMk cId="3035299799" sldId="779"/>
            <ac:cxnSpMk id="148" creationId="{2229C4AE-5E26-AFD7-9941-2E56FAD1A158}"/>
          </ac:cxnSpMkLst>
        </pc:cxnChg>
        <pc:cxnChg chg="add mod">
          <ac:chgData name="PIYUS KEDIA" userId="30dfcb9f6f0df2cc" providerId="LiveId" clId="{C7F536F0-4F24-444A-80B6-82D384AE3D16}" dt="2022-11-17T12:30:26.016" v="4758" actId="1035"/>
          <ac:cxnSpMkLst>
            <pc:docMk/>
            <pc:sldMk cId="3035299799" sldId="779"/>
            <ac:cxnSpMk id="149" creationId="{13FDC60F-D997-50B0-CB75-07E7CB31F8BB}"/>
          </ac:cxnSpMkLst>
        </pc:cxnChg>
        <pc:cxnChg chg="add mod">
          <ac:chgData name="PIYUS KEDIA" userId="30dfcb9f6f0df2cc" providerId="LiveId" clId="{C7F536F0-4F24-444A-80B6-82D384AE3D16}" dt="2022-11-17T12:30:26.016" v="4758" actId="1035"/>
          <ac:cxnSpMkLst>
            <pc:docMk/>
            <pc:sldMk cId="3035299799" sldId="779"/>
            <ac:cxnSpMk id="151" creationId="{2352D96C-AB3B-EA3F-1645-4D4F8780C2B7}"/>
          </ac:cxnSpMkLst>
        </pc:cxnChg>
        <pc:cxnChg chg="add mod">
          <ac:chgData name="PIYUS KEDIA" userId="30dfcb9f6f0df2cc" providerId="LiveId" clId="{C7F536F0-4F24-444A-80B6-82D384AE3D16}" dt="2022-11-17T12:30:26.016" v="4758" actId="1035"/>
          <ac:cxnSpMkLst>
            <pc:docMk/>
            <pc:sldMk cId="3035299799" sldId="779"/>
            <ac:cxnSpMk id="155" creationId="{FB7C4F73-E468-75F1-2A11-91FAC0F50ACF}"/>
          </ac:cxnSpMkLst>
        </pc:cxnChg>
        <pc:cxnChg chg="add mod">
          <ac:chgData name="PIYUS KEDIA" userId="30dfcb9f6f0df2cc" providerId="LiveId" clId="{C7F536F0-4F24-444A-80B6-82D384AE3D16}" dt="2022-11-17T12:30:26.016" v="4758" actId="1035"/>
          <ac:cxnSpMkLst>
            <pc:docMk/>
            <pc:sldMk cId="3035299799" sldId="779"/>
            <ac:cxnSpMk id="156" creationId="{8AAB3C73-9E25-9227-32AD-CE2D1505D5C3}"/>
          </ac:cxnSpMkLst>
        </pc:cxnChg>
        <pc:cxnChg chg="add mod">
          <ac:chgData name="PIYUS KEDIA" userId="30dfcb9f6f0df2cc" providerId="LiveId" clId="{C7F536F0-4F24-444A-80B6-82D384AE3D16}" dt="2022-11-17T12:30:26.016" v="4758" actId="1035"/>
          <ac:cxnSpMkLst>
            <pc:docMk/>
            <pc:sldMk cId="3035299799" sldId="779"/>
            <ac:cxnSpMk id="157" creationId="{AAEFA8E3-9B17-3F07-D95C-B46F16E13DEB}"/>
          </ac:cxnSpMkLst>
        </pc:cxnChg>
        <pc:cxnChg chg="add mod">
          <ac:chgData name="PIYUS KEDIA" userId="30dfcb9f6f0df2cc" providerId="LiveId" clId="{C7F536F0-4F24-444A-80B6-82D384AE3D16}" dt="2022-11-17T12:30:26.016" v="4758" actId="1035"/>
          <ac:cxnSpMkLst>
            <pc:docMk/>
            <pc:sldMk cId="3035299799" sldId="779"/>
            <ac:cxnSpMk id="161" creationId="{C3418F69-82C4-C1A0-74EE-8C7434E1AA35}"/>
          </ac:cxnSpMkLst>
        </pc:cxnChg>
        <pc:cxnChg chg="add mod">
          <ac:chgData name="PIYUS KEDIA" userId="30dfcb9f6f0df2cc" providerId="LiveId" clId="{C7F536F0-4F24-444A-80B6-82D384AE3D16}" dt="2022-11-17T12:30:26.016" v="4758" actId="1035"/>
          <ac:cxnSpMkLst>
            <pc:docMk/>
            <pc:sldMk cId="3035299799" sldId="779"/>
            <ac:cxnSpMk id="162" creationId="{5C254189-41B4-EF20-BB0B-726A3B763D26}"/>
          </ac:cxnSpMkLst>
        </pc:cxnChg>
        <pc:cxnChg chg="add mod">
          <ac:chgData name="PIYUS KEDIA" userId="30dfcb9f6f0df2cc" providerId="LiveId" clId="{C7F536F0-4F24-444A-80B6-82D384AE3D16}" dt="2022-11-17T12:30:26.016" v="4758" actId="1035"/>
          <ac:cxnSpMkLst>
            <pc:docMk/>
            <pc:sldMk cId="3035299799" sldId="779"/>
            <ac:cxnSpMk id="163" creationId="{47C65C55-478E-E786-E38E-B029A19610D0}"/>
          </ac:cxnSpMkLst>
        </pc:cxnChg>
        <pc:cxnChg chg="add mod">
          <ac:chgData name="PIYUS KEDIA" userId="30dfcb9f6f0df2cc" providerId="LiveId" clId="{C7F536F0-4F24-444A-80B6-82D384AE3D16}" dt="2022-11-17T12:30:26.016" v="4758" actId="1035"/>
          <ac:cxnSpMkLst>
            <pc:docMk/>
            <pc:sldMk cId="3035299799" sldId="779"/>
            <ac:cxnSpMk id="172" creationId="{3FAB10AA-4FF8-2B75-1CC1-FA7CA0236F18}"/>
          </ac:cxnSpMkLst>
        </pc:cxnChg>
        <pc:cxnChg chg="add mod">
          <ac:chgData name="PIYUS KEDIA" userId="30dfcb9f6f0df2cc" providerId="LiveId" clId="{C7F536F0-4F24-444A-80B6-82D384AE3D16}" dt="2022-11-17T12:30:26.016" v="4758" actId="1035"/>
          <ac:cxnSpMkLst>
            <pc:docMk/>
            <pc:sldMk cId="3035299799" sldId="779"/>
            <ac:cxnSpMk id="173" creationId="{C6CDD844-FECA-51C0-EDEE-BD9A4468617A}"/>
          </ac:cxnSpMkLst>
        </pc:cxnChg>
        <pc:cxnChg chg="add mod">
          <ac:chgData name="PIYUS KEDIA" userId="30dfcb9f6f0df2cc" providerId="LiveId" clId="{C7F536F0-4F24-444A-80B6-82D384AE3D16}" dt="2022-11-17T12:30:26.016" v="4758" actId="1035"/>
          <ac:cxnSpMkLst>
            <pc:docMk/>
            <pc:sldMk cId="3035299799" sldId="779"/>
            <ac:cxnSpMk id="174" creationId="{184F3BB9-A68D-E8D7-E745-B1F2B049A740}"/>
          </ac:cxnSpMkLst>
        </pc:cxnChg>
        <pc:cxnChg chg="add del mod">
          <ac:chgData name="PIYUS KEDIA" userId="30dfcb9f6f0df2cc" providerId="LiveId" clId="{C7F536F0-4F24-444A-80B6-82D384AE3D16}" dt="2022-11-17T12:30:49.668" v="4763" actId="478"/>
          <ac:cxnSpMkLst>
            <pc:docMk/>
            <pc:sldMk cId="3035299799" sldId="779"/>
            <ac:cxnSpMk id="175" creationId="{13CB7AF9-AEB9-D191-C8CE-C5CAFD1C98A1}"/>
          </ac:cxnSpMkLst>
        </pc:cxnChg>
        <pc:cxnChg chg="add mod">
          <ac:chgData name="PIYUS KEDIA" userId="30dfcb9f6f0df2cc" providerId="LiveId" clId="{C7F536F0-4F24-444A-80B6-82D384AE3D16}" dt="2022-11-17T12:30:26.016" v="4758" actId="1035"/>
          <ac:cxnSpMkLst>
            <pc:docMk/>
            <pc:sldMk cId="3035299799" sldId="779"/>
            <ac:cxnSpMk id="176" creationId="{4EE23C61-8F6C-10D5-04AD-97DABD1E30C2}"/>
          </ac:cxnSpMkLst>
        </pc:cxnChg>
        <pc:cxnChg chg="add del mod">
          <ac:chgData name="PIYUS KEDIA" userId="30dfcb9f6f0df2cc" providerId="LiveId" clId="{C7F536F0-4F24-444A-80B6-82D384AE3D16}" dt="2022-11-17T12:30:45.963" v="4762" actId="478"/>
          <ac:cxnSpMkLst>
            <pc:docMk/>
            <pc:sldMk cId="3035299799" sldId="779"/>
            <ac:cxnSpMk id="177" creationId="{39CBCF12-E35C-3FED-4185-3BDBAB88C4E0}"/>
          </ac:cxnSpMkLst>
        </pc:cxnChg>
      </pc:sldChg>
      <pc:sldChg chg="addSp delSp modSp add mod">
        <pc:chgData name="PIYUS KEDIA" userId="30dfcb9f6f0df2cc" providerId="LiveId" clId="{C7F536F0-4F24-444A-80B6-82D384AE3D16}" dt="2022-11-17T12:39:04.611" v="5444" actId="207"/>
        <pc:sldMkLst>
          <pc:docMk/>
          <pc:sldMk cId="1338429599" sldId="780"/>
        </pc:sldMkLst>
        <pc:spChg chg="del">
          <ac:chgData name="PIYUS KEDIA" userId="30dfcb9f6f0df2cc" providerId="LiveId" clId="{C7F536F0-4F24-444A-80B6-82D384AE3D16}" dt="2022-11-17T12:33:06.151" v="4952" actId="478"/>
          <ac:spMkLst>
            <pc:docMk/>
            <pc:sldMk cId="1338429599" sldId="780"/>
            <ac:spMk id="78" creationId="{3CBB98EB-0B44-51FA-7145-D34FFEE1FAE1}"/>
          </ac:spMkLst>
        </pc:spChg>
        <pc:spChg chg="del">
          <ac:chgData name="PIYUS KEDIA" userId="30dfcb9f6f0df2cc" providerId="LiveId" clId="{C7F536F0-4F24-444A-80B6-82D384AE3D16}" dt="2022-11-17T12:33:06.151" v="4952" actId="478"/>
          <ac:spMkLst>
            <pc:docMk/>
            <pc:sldMk cId="1338429599" sldId="780"/>
            <ac:spMk id="80" creationId="{E8E95980-910C-8A75-45A0-3D905107CFDA}"/>
          </ac:spMkLst>
        </pc:spChg>
        <pc:spChg chg="del">
          <ac:chgData name="PIYUS KEDIA" userId="30dfcb9f6f0df2cc" providerId="LiveId" clId="{C7F536F0-4F24-444A-80B6-82D384AE3D16}" dt="2022-11-17T12:33:06.151" v="4952" actId="478"/>
          <ac:spMkLst>
            <pc:docMk/>
            <pc:sldMk cId="1338429599" sldId="780"/>
            <ac:spMk id="81" creationId="{855A8BBC-960C-6E00-CFAD-17B18EE726C8}"/>
          </ac:spMkLst>
        </pc:spChg>
        <pc:spChg chg="del">
          <ac:chgData name="PIYUS KEDIA" userId="30dfcb9f6f0df2cc" providerId="LiveId" clId="{C7F536F0-4F24-444A-80B6-82D384AE3D16}" dt="2022-11-17T12:33:06.151" v="4952" actId="478"/>
          <ac:spMkLst>
            <pc:docMk/>
            <pc:sldMk cId="1338429599" sldId="780"/>
            <ac:spMk id="83" creationId="{FC0866A1-4303-1523-021A-B06E4CFD4947}"/>
          </ac:spMkLst>
        </pc:spChg>
        <pc:spChg chg="del">
          <ac:chgData name="PIYUS KEDIA" userId="30dfcb9f6f0df2cc" providerId="LiveId" clId="{C7F536F0-4F24-444A-80B6-82D384AE3D16}" dt="2022-11-17T12:33:06.151" v="4952" actId="478"/>
          <ac:spMkLst>
            <pc:docMk/>
            <pc:sldMk cId="1338429599" sldId="780"/>
            <ac:spMk id="87" creationId="{38F4627C-CA7D-B8BD-C27B-8986C532CA0D}"/>
          </ac:spMkLst>
        </pc:spChg>
        <pc:spChg chg="add mod">
          <ac:chgData name="PIYUS KEDIA" userId="30dfcb9f6f0df2cc" providerId="LiveId" clId="{C7F536F0-4F24-444A-80B6-82D384AE3D16}" dt="2022-11-17T12:39:04.611" v="5444" actId="207"/>
          <ac:spMkLst>
            <pc:docMk/>
            <pc:sldMk cId="1338429599" sldId="780"/>
            <ac:spMk id="88" creationId="{22AB717A-40A9-5FEA-6142-CF8CCF8C3972}"/>
          </ac:spMkLst>
        </pc:spChg>
        <pc:spChg chg="del">
          <ac:chgData name="PIYUS KEDIA" userId="30dfcb9f6f0df2cc" providerId="LiveId" clId="{C7F536F0-4F24-444A-80B6-82D384AE3D16}" dt="2022-11-17T12:33:06.151" v="4952" actId="478"/>
          <ac:spMkLst>
            <pc:docMk/>
            <pc:sldMk cId="1338429599" sldId="780"/>
            <ac:spMk id="89" creationId="{08F08346-00BE-37FD-9F49-FB098E614B73}"/>
          </ac:spMkLst>
        </pc:spChg>
        <pc:spChg chg="add mod">
          <ac:chgData name="PIYUS KEDIA" userId="30dfcb9f6f0df2cc" providerId="LiveId" clId="{C7F536F0-4F24-444A-80B6-82D384AE3D16}" dt="2022-11-17T12:34:18.101" v="5167" actId="1037"/>
          <ac:spMkLst>
            <pc:docMk/>
            <pc:sldMk cId="1338429599" sldId="780"/>
            <ac:spMk id="90" creationId="{E6ADD936-399F-2851-5925-14949E6C3E52}"/>
          </ac:spMkLst>
        </pc:spChg>
        <pc:spChg chg="add mod">
          <ac:chgData name="PIYUS KEDIA" userId="30dfcb9f6f0df2cc" providerId="LiveId" clId="{C7F536F0-4F24-444A-80B6-82D384AE3D16}" dt="2022-11-17T12:34:18.101" v="5167" actId="1037"/>
          <ac:spMkLst>
            <pc:docMk/>
            <pc:sldMk cId="1338429599" sldId="780"/>
            <ac:spMk id="92" creationId="{1DEF32A2-380C-1EC7-A701-F262BFEADB6B}"/>
          </ac:spMkLst>
        </pc:spChg>
        <pc:spChg chg="add mod">
          <ac:chgData name="PIYUS KEDIA" userId="30dfcb9f6f0df2cc" providerId="LiveId" clId="{C7F536F0-4F24-444A-80B6-82D384AE3D16}" dt="2022-11-17T12:35:07.806" v="5262" actId="1035"/>
          <ac:spMkLst>
            <pc:docMk/>
            <pc:sldMk cId="1338429599" sldId="780"/>
            <ac:spMk id="97" creationId="{24598C92-B40F-733D-ED1F-AF74FE96D710}"/>
          </ac:spMkLst>
        </pc:spChg>
        <pc:spChg chg="add mod">
          <ac:chgData name="PIYUS KEDIA" userId="30dfcb9f6f0df2cc" providerId="LiveId" clId="{C7F536F0-4F24-444A-80B6-82D384AE3D16}" dt="2022-11-17T12:35:07.806" v="5262" actId="1035"/>
          <ac:spMkLst>
            <pc:docMk/>
            <pc:sldMk cId="1338429599" sldId="780"/>
            <ac:spMk id="99" creationId="{D4421DE8-F068-AA87-8D1A-302E9F722947}"/>
          </ac:spMkLst>
        </pc:spChg>
        <pc:spChg chg="add mod">
          <ac:chgData name="PIYUS KEDIA" userId="30dfcb9f6f0df2cc" providerId="LiveId" clId="{C7F536F0-4F24-444A-80B6-82D384AE3D16}" dt="2022-11-17T12:35:07.806" v="5262" actId="1035"/>
          <ac:spMkLst>
            <pc:docMk/>
            <pc:sldMk cId="1338429599" sldId="780"/>
            <ac:spMk id="101" creationId="{4993C63F-C08B-BE2F-BF17-D7F0C1CE8C85}"/>
          </ac:spMkLst>
        </pc:spChg>
        <pc:spChg chg="add mod">
          <ac:chgData name="PIYUS KEDIA" userId="30dfcb9f6f0df2cc" providerId="LiveId" clId="{C7F536F0-4F24-444A-80B6-82D384AE3D16}" dt="2022-11-17T12:35:07.806" v="5262" actId="1035"/>
          <ac:spMkLst>
            <pc:docMk/>
            <pc:sldMk cId="1338429599" sldId="780"/>
            <ac:spMk id="103" creationId="{68D13A70-349E-67F7-27C5-CBA4D3F8848D}"/>
          </ac:spMkLst>
        </pc:spChg>
        <pc:spChg chg="add mod">
          <ac:chgData name="PIYUS KEDIA" userId="30dfcb9f6f0df2cc" providerId="LiveId" clId="{C7F536F0-4F24-444A-80B6-82D384AE3D16}" dt="2022-11-17T12:35:07.806" v="5262" actId="1035"/>
          <ac:spMkLst>
            <pc:docMk/>
            <pc:sldMk cId="1338429599" sldId="780"/>
            <ac:spMk id="105" creationId="{B0B04C0A-20BD-C4D3-EB9A-AD93A1AF60B6}"/>
          </ac:spMkLst>
        </pc:spChg>
        <pc:spChg chg="del">
          <ac:chgData name="PIYUS KEDIA" userId="30dfcb9f6f0df2cc" providerId="LiveId" clId="{C7F536F0-4F24-444A-80B6-82D384AE3D16}" dt="2022-11-17T12:33:06.151" v="4952" actId="478"/>
          <ac:spMkLst>
            <pc:docMk/>
            <pc:sldMk cId="1338429599" sldId="780"/>
            <ac:spMk id="106" creationId="{8461C9BB-2C80-03B9-403C-CB980A8A613F}"/>
          </ac:spMkLst>
        </pc:spChg>
        <pc:spChg chg="add mod">
          <ac:chgData name="PIYUS KEDIA" userId="30dfcb9f6f0df2cc" providerId="LiveId" clId="{C7F536F0-4F24-444A-80B6-82D384AE3D16}" dt="2022-11-17T12:35:07.806" v="5262" actId="1035"/>
          <ac:spMkLst>
            <pc:docMk/>
            <pc:sldMk cId="1338429599" sldId="780"/>
            <ac:spMk id="107" creationId="{B08DB346-622C-8F8D-7A29-6C1F30365371}"/>
          </ac:spMkLst>
        </pc:spChg>
        <pc:spChg chg="del">
          <ac:chgData name="PIYUS KEDIA" userId="30dfcb9f6f0df2cc" providerId="LiveId" clId="{C7F536F0-4F24-444A-80B6-82D384AE3D16}" dt="2022-11-17T12:33:06.151" v="4952" actId="478"/>
          <ac:spMkLst>
            <pc:docMk/>
            <pc:sldMk cId="1338429599" sldId="780"/>
            <ac:spMk id="112" creationId="{CFD4FFE8-CDBB-70A9-7B47-3F014778C29F}"/>
          </ac:spMkLst>
        </pc:spChg>
        <pc:spChg chg="del">
          <ac:chgData name="PIYUS KEDIA" userId="30dfcb9f6f0df2cc" providerId="LiveId" clId="{C7F536F0-4F24-444A-80B6-82D384AE3D16}" dt="2022-11-17T12:33:06.151" v="4952" actId="478"/>
          <ac:spMkLst>
            <pc:docMk/>
            <pc:sldMk cId="1338429599" sldId="780"/>
            <ac:spMk id="113" creationId="{09BC56A8-2E5C-1944-DC35-902F854D0097}"/>
          </ac:spMkLst>
        </pc:spChg>
        <pc:spChg chg="del">
          <ac:chgData name="PIYUS KEDIA" userId="30dfcb9f6f0df2cc" providerId="LiveId" clId="{C7F536F0-4F24-444A-80B6-82D384AE3D16}" dt="2022-11-17T12:33:06.151" v="4952" actId="478"/>
          <ac:spMkLst>
            <pc:docMk/>
            <pc:sldMk cId="1338429599" sldId="780"/>
            <ac:spMk id="114" creationId="{175C88F5-F84F-8EB9-5DDC-1208864B1148}"/>
          </ac:spMkLst>
        </pc:spChg>
        <pc:spChg chg="del">
          <ac:chgData name="PIYUS KEDIA" userId="30dfcb9f6f0df2cc" providerId="LiveId" clId="{C7F536F0-4F24-444A-80B6-82D384AE3D16}" dt="2022-11-17T12:33:06.151" v="4952" actId="478"/>
          <ac:spMkLst>
            <pc:docMk/>
            <pc:sldMk cId="1338429599" sldId="780"/>
            <ac:spMk id="118" creationId="{EB462AC5-A94A-1BEE-93B7-5EEF1B41A0D1}"/>
          </ac:spMkLst>
        </pc:spChg>
        <pc:spChg chg="del">
          <ac:chgData name="PIYUS KEDIA" userId="30dfcb9f6f0df2cc" providerId="LiveId" clId="{C7F536F0-4F24-444A-80B6-82D384AE3D16}" dt="2022-11-17T12:33:06.151" v="4952" actId="478"/>
          <ac:spMkLst>
            <pc:docMk/>
            <pc:sldMk cId="1338429599" sldId="780"/>
            <ac:spMk id="119" creationId="{D4288B20-A2FD-CD88-89A2-9C4D410B807B}"/>
          </ac:spMkLst>
        </pc:spChg>
        <pc:spChg chg="del">
          <ac:chgData name="PIYUS KEDIA" userId="30dfcb9f6f0df2cc" providerId="LiveId" clId="{C7F536F0-4F24-444A-80B6-82D384AE3D16}" dt="2022-11-17T12:33:06.151" v="4952" actId="478"/>
          <ac:spMkLst>
            <pc:docMk/>
            <pc:sldMk cId="1338429599" sldId="780"/>
            <ac:spMk id="121" creationId="{C2C34AB7-A4AC-0391-74E5-CF7162B7DBAB}"/>
          </ac:spMkLst>
        </pc:spChg>
        <pc:spChg chg="add mod">
          <ac:chgData name="PIYUS KEDIA" userId="30dfcb9f6f0df2cc" providerId="LiveId" clId="{C7F536F0-4F24-444A-80B6-82D384AE3D16}" dt="2022-11-17T12:35:07.806" v="5262" actId="1035"/>
          <ac:spMkLst>
            <pc:docMk/>
            <pc:sldMk cId="1338429599" sldId="780"/>
            <ac:spMk id="125" creationId="{780AE1CA-C816-AD0F-3159-B80E2698813B}"/>
          </ac:spMkLst>
        </pc:spChg>
        <pc:spChg chg="del">
          <ac:chgData name="PIYUS KEDIA" userId="30dfcb9f6f0df2cc" providerId="LiveId" clId="{C7F536F0-4F24-444A-80B6-82D384AE3D16}" dt="2022-11-17T12:33:06.151" v="4952" actId="478"/>
          <ac:spMkLst>
            <pc:docMk/>
            <pc:sldMk cId="1338429599" sldId="780"/>
            <ac:spMk id="128" creationId="{909E8FDD-AA58-CCDF-9DD8-A140BCB17C9F}"/>
          </ac:spMkLst>
        </pc:spChg>
        <pc:spChg chg="del">
          <ac:chgData name="PIYUS KEDIA" userId="30dfcb9f6f0df2cc" providerId="LiveId" clId="{C7F536F0-4F24-444A-80B6-82D384AE3D16}" dt="2022-11-17T12:33:06.151" v="4952" actId="478"/>
          <ac:spMkLst>
            <pc:docMk/>
            <pc:sldMk cId="1338429599" sldId="780"/>
            <ac:spMk id="129" creationId="{934A7A43-9A81-A7B5-2DF4-E96D702888A8}"/>
          </ac:spMkLst>
        </pc:spChg>
        <pc:spChg chg="del">
          <ac:chgData name="PIYUS KEDIA" userId="30dfcb9f6f0df2cc" providerId="LiveId" clId="{C7F536F0-4F24-444A-80B6-82D384AE3D16}" dt="2022-11-17T12:33:06.151" v="4952" actId="478"/>
          <ac:spMkLst>
            <pc:docMk/>
            <pc:sldMk cId="1338429599" sldId="780"/>
            <ac:spMk id="130" creationId="{4095AC54-3FB0-53F2-8EC5-FE5A94CE0F9E}"/>
          </ac:spMkLst>
        </pc:spChg>
        <pc:spChg chg="del">
          <ac:chgData name="PIYUS KEDIA" userId="30dfcb9f6f0df2cc" providerId="LiveId" clId="{C7F536F0-4F24-444A-80B6-82D384AE3D16}" dt="2022-11-17T12:33:06.151" v="4952" actId="478"/>
          <ac:spMkLst>
            <pc:docMk/>
            <pc:sldMk cId="1338429599" sldId="780"/>
            <ac:spMk id="131" creationId="{FC6CA23D-A1A9-4142-0B7F-44906B67A84D}"/>
          </ac:spMkLst>
        </pc:spChg>
        <pc:spChg chg="del">
          <ac:chgData name="PIYUS KEDIA" userId="30dfcb9f6f0df2cc" providerId="LiveId" clId="{C7F536F0-4F24-444A-80B6-82D384AE3D16}" dt="2022-11-17T12:33:06.151" v="4952" actId="478"/>
          <ac:spMkLst>
            <pc:docMk/>
            <pc:sldMk cId="1338429599" sldId="780"/>
            <ac:spMk id="132" creationId="{7BCDFCD2-0FD4-212C-1462-D3CCC3A14F5C}"/>
          </ac:spMkLst>
        </pc:spChg>
        <pc:spChg chg="del">
          <ac:chgData name="PIYUS KEDIA" userId="30dfcb9f6f0df2cc" providerId="LiveId" clId="{C7F536F0-4F24-444A-80B6-82D384AE3D16}" dt="2022-11-17T12:33:06.151" v="4952" actId="478"/>
          <ac:spMkLst>
            <pc:docMk/>
            <pc:sldMk cId="1338429599" sldId="780"/>
            <ac:spMk id="133" creationId="{5B2C8DE5-AD55-39DA-F3A2-EC628FF531CA}"/>
          </ac:spMkLst>
        </pc:spChg>
        <pc:spChg chg="del">
          <ac:chgData name="PIYUS KEDIA" userId="30dfcb9f6f0df2cc" providerId="LiveId" clId="{C7F536F0-4F24-444A-80B6-82D384AE3D16}" dt="2022-11-17T12:33:06.151" v="4952" actId="478"/>
          <ac:spMkLst>
            <pc:docMk/>
            <pc:sldMk cId="1338429599" sldId="780"/>
            <ac:spMk id="134" creationId="{BBC86110-D10D-E626-5F32-E83B2AC23DE1}"/>
          </ac:spMkLst>
        </pc:spChg>
        <pc:spChg chg="del">
          <ac:chgData name="PIYUS KEDIA" userId="30dfcb9f6f0df2cc" providerId="LiveId" clId="{C7F536F0-4F24-444A-80B6-82D384AE3D16}" dt="2022-11-17T12:33:06.151" v="4952" actId="478"/>
          <ac:spMkLst>
            <pc:docMk/>
            <pc:sldMk cId="1338429599" sldId="780"/>
            <ac:spMk id="135" creationId="{FF56E322-5096-D65D-A016-38011E2A7234}"/>
          </ac:spMkLst>
        </pc:spChg>
        <pc:spChg chg="mod">
          <ac:chgData name="PIYUS KEDIA" userId="30dfcb9f6f0df2cc" providerId="LiveId" clId="{C7F536F0-4F24-444A-80B6-82D384AE3D16}" dt="2022-11-17T12:33:16.272" v="5017" actId="1037"/>
          <ac:spMkLst>
            <pc:docMk/>
            <pc:sldMk cId="1338429599" sldId="780"/>
            <ac:spMk id="136" creationId="{0D423A62-075F-4AFA-9E24-0FE57A6CBAC3}"/>
          </ac:spMkLst>
        </pc:spChg>
        <pc:spChg chg="mod">
          <ac:chgData name="PIYUS KEDIA" userId="30dfcb9f6f0df2cc" providerId="LiveId" clId="{C7F536F0-4F24-444A-80B6-82D384AE3D16}" dt="2022-11-17T12:33:16.272" v="5017" actId="1037"/>
          <ac:spMkLst>
            <pc:docMk/>
            <pc:sldMk cId="1338429599" sldId="780"/>
            <ac:spMk id="137" creationId="{DD4C0C81-69B8-09FE-F836-7E78F59CB5A2}"/>
          </ac:spMkLst>
        </pc:spChg>
        <pc:spChg chg="mod">
          <ac:chgData name="PIYUS KEDIA" userId="30dfcb9f6f0df2cc" providerId="LiveId" clId="{C7F536F0-4F24-444A-80B6-82D384AE3D16}" dt="2022-11-17T12:33:16.272" v="5017" actId="1037"/>
          <ac:spMkLst>
            <pc:docMk/>
            <pc:sldMk cId="1338429599" sldId="780"/>
            <ac:spMk id="138" creationId="{ED40F60A-B4B4-2B0F-C9F9-F5CCD0DDA2F1}"/>
          </ac:spMkLst>
        </pc:spChg>
        <pc:spChg chg="mod">
          <ac:chgData name="PIYUS KEDIA" userId="30dfcb9f6f0df2cc" providerId="LiveId" clId="{C7F536F0-4F24-444A-80B6-82D384AE3D16}" dt="2022-11-17T12:33:16.272" v="5017" actId="1037"/>
          <ac:spMkLst>
            <pc:docMk/>
            <pc:sldMk cId="1338429599" sldId="780"/>
            <ac:spMk id="139" creationId="{CBD909F5-6029-DC72-D809-0561B669A842}"/>
          </ac:spMkLst>
        </pc:spChg>
        <pc:spChg chg="mod">
          <ac:chgData name="PIYUS KEDIA" userId="30dfcb9f6f0df2cc" providerId="LiveId" clId="{C7F536F0-4F24-444A-80B6-82D384AE3D16}" dt="2022-11-17T12:33:16.272" v="5017" actId="1037"/>
          <ac:spMkLst>
            <pc:docMk/>
            <pc:sldMk cId="1338429599" sldId="780"/>
            <ac:spMk id="140" creationId="{035CBE85-889D-32AF-9EF1-6CEA2BDAA6A5}"/>
          </ac:spMkLst>
        </pc:spChg>
        <pc:spChg chg="add mod">
          <ac:chgData name="PIYUS KEDIA" userId="30dfcb9f6f0df2cc" providerId="LiveId" clId="{C7F536F0-4F24-444A-80B6-82D384AE3D16}" dt="2022-11-17T12:35:07.806" v="5262" actId="1035"/>
          <ac:spMkLst>
            <pc:docMk/>
            <pc:sldMk cId="1338429599" sldId="780"/>
            <ac:spMk id="141" creationId="{AE3536FA-5DE5-A966-D3F8-D4B3148EE1C6}"/>
          </ac:spMkLst>
        </pc:spChg>
        <pc:spChg chg="add mod">
          <ac:chgData name="PIYUS KEDIA" userId="30dfcb9f6f0df2cc" providerId="LiveId" clId="{C7F536F0-4F24-444A-80B6-82D384AE3D16}" dt="2022-11-17T12:35:07.806" v="5262" actId="1035"/>
          <ac:spMkLst>
            <pc:docMk/>
            <pc:sldMk cId="1338429599" sldId="780"/>
            <ac:spMk id="142" creationId="{020F828E-1F5D-0DE5-EF3A-92A09FD94F1B}"/>
          </ac:spMkLst>
        </pc:spChg>
        <pc:spChg chg="add mod">
          <ac:chgData name="PIYUS KEDIA" userId="30dfcb9f6f0df2cc" providerId="LiveId" clId="{C7F536F0-4F24-444A-80B6-82D384AE3D16}" dt="2022-11-17T12:35:07.806" v="5262" actId="1035"/>
          <ac:spMkLst>
            <pc:docMk/>
            <pc:sldMk cId="1338429599" sldId="780"/>
            <ac:spMk id="143" creationId="{12B7A9BA-D4BD-8A21-877C-7210A7B020F6}"/>
          </ac:spMkLst>
        </pc:spChg>
        <pc:spChg chg="mod">
          <ac:chgData name="PIYUS KEDIA" userId="30dfcb9f6f0df2cc" providerId="LiveId" clId="{C7F536F0-4F24-444A-80B6-82D384AE3D16}" dt="2022-11-17T12:33:16.272" v="5017" actId="1037"/>
          <ac:spMkLst>
            <pc:docMk/>
            <pc:sldMk cId="1338429599" sldId="780"/>
            <ac:spMk id="144" creationId="{39D0C1D3-0672-44A6-6895-67330C535890}"/>
          </ac:spMkLst>
        </pc:spChg>
        <pc:spChg chg="mod">
          <ac:chgData name="PIYUS KEDIA" userId="30dfcb9f6f0df2cc" providerId="LiveId" clId="{C7F536F0-4F24-444A-80B6-82D384AE3D16}" dt="2022-11-17T12:33:16.272" v="5017" actId="1037"/>
          <ac:spMkLst>
            <pc:docMk/>
            <pc:sldMk cId="1338429599" sldId="780"/>
            <ac:spMk id="150" creationId="{8A80AB11-AC54-EDAF-D944-1BB4198C8575}"/>
          </ac:spMkLst>
        </pc:spChg>
        <pc:spChg chg="mod">
          <ac:chgData name="PIYUS KEDIA" userId="30dfcb9f6f0df2cc" providerId="LiveId" clId="{C7F536F0-4F24-444A-80B6-82D384AE3D16}" dt="2022-11-17T12:33:16.272" v="5017" actId="1037"/>
          <ac:spMkLst>
            <pc:docMk/>
            <pc:sldMk cId="1338429599" sldId="780"/>
            <ac:spMk id="152" creationId="{BE4F76E4-797B-DCFF-B12B-EE1DC4721937}"/>
          </ac:spMkLst>
        </pc:spChg>
        <pc:spChg chg="mod">
          <ac:chgData name="PIYUS KEDIA" userId="30dfcb9f6f0df2cc" providerId="LiveId" clId="{C7F536F0-4F24-444A-80B6-82D384AE3D16}" dt="2022-11-17T12:33:16.272" v="5017" actId="1037"/>
          <ac:spMkLst>
            <pc:docMk/>
            <pc:sldMk cId="1338429599" sldId="780"/>
            <ac:spMk id="153" creationId="{0603A72C-9A02-655F-DA4D-EAA8F8F6310F}"/>
          </ac:spMkLst>
        </pc:spChg>
        <pc:spChg chg="mod">
          <ac:chgData name="PIYUS KEDIA" userId="30dfcb9f6f0df2cc" providerId="LiveId" clId="{C7F536F0-4F24-444A-80B6-82D384AE3D16}" dt="2022-11-17T12:34:44.783" v="5187" actId="1038"/>
          <ac:spMkLst>
            <pc:docMk/>
            <pc:sldMk cId="1338429599" sldId="780"/>
            <ac:spMk id="154" creationId="{B12A966F-4A60-AE42-AD02-9253C6424081}"/>
          </ac:spMkLst>
        </pc:spChg>
        <pc:spChg chg="mod">
          <ac:chgData name="PIYUS KEDIA" userId="30dfcb9f6f0df2cc" providerId="LiveId" clId="{C7F536F0-4F24-444A-80B6-82D384AE3D16}" dt="2022-11-17T12:33:16.272" v="5017" actId="1037"/>
          <ac:spMkLst>
            <pc:docMk/>
            <pc:sldMk cId="1338429599" sldId="780"/>
            <ac:spMk id="158" creationId="{AE2F6720-9D74-AA19-4010-90BEC74EE626}"/>
          </ac:spMkLst>
        </pc:spChg>
        <pc:spChg chg="mod">
          <ac:chgData name="PIYUS KEDIA" userId="30dfcb9f6f0df2cc" providerId="LiveId" clId="{C7F536F0-4F24-444A-80B6-82D384AE3D16}" dt="2022-11-17T12:33:16.272" v="5017" actId="1037"/>
          <ac:spMkLst>
            <pc:docMk/>
            <pc:sldMk cId="1338429599" sldId="780"/>
            <ac:spMk id="159" creationId="{2B550561-B269-ADA6-DE73-02B2B51C8554}"/>
          </ac:spMkLst>
        </pc:spChg>
        <pc:spChg chg="mod">
          <ac:chgData name="PIYUS KEDIA" userId="30dfcb9f6f0df2cc" providerId="LiveId" clId="{C7F536F0-4F24-444A-80B6-82D384AE3D16}" dt="2022-11-17T12:33:16.272" v="5017" actId="1037"/>
          <ac:spMkLst>
            <pc:docMk/>
            <pc:sldMk cId="1338429599" sldId="780"/>
            <ac:spMk id="160" creationId="{CED66DD1-D7E1-307F-131D-3E0C80E35B1F}"/>
          </ac:spMkLst>
        </pc:spChg>
        <pc:spChg chg="mod">
          <ac:chgData name="PIYUS KEDIA" userId="30dfcb9f6f0df2cc" providerId="LiveId" clId="{C7F536F0-4F24-444A-80B6-82D384AE3D16}" dt="2022-11-17T12:33:16.272" v="5017" actId="1037"/>
          <ac:spMkLst>
            <pc:docMk/>
            <pc:sldMk cId="1338429599" sldId="780"/>
            <ac:spMk id="164" creationId="{41887477-6BD3-745E-A4AC-7271843D39B9}"/>
          </ac:spMkLst>
        </pc:spChg>
        <pc:spChg chg="mod">
          <ac:chgData name="PIYUS KEDIA" userId="30dfcb9f6f0df2cc" providerId="LiveId" clId="{C7F536F0-4F24-444A-80B6-82D384AE3D16}" dt="2022-11-17T12:37:03.587" v="5392" actId="14100"/>
          <ac:spMkLst>
            <pc:docMk/>
            <pc:sldMk cId="1338429599" sldId="780"/>
            <ac:spMk id="165" creationId="{2F99114E-BB6D-0ECF-1C61-40E2D8DCECA7}"/>
          </ac:spMkLst>
        </pc:spChg>
        <pc:spChg chg="mod">
          <ac:chgData name="PIYUS KEDIA" userId="30dfcb9f6f0df2cc" providerId="LiveId" clId="{C7F536F0-4F24-444A-80B6-82D384AE3D16}" dt="2022-11-17T12:33:16.272" v="5017" actId="1037"/>
          <ac:spMkLst>
            <pc:docMk/>
            <pc:sldMk cId="1338429599" sldId="780"/>
            <ac:spMk id="166" creationId="{A4223EF4-7E37-2DA2-C641-158EF36B7827}"/>
          </ac:spMkLst>
        </pc:spChg>
        <pc:spChg chg="mod">
          <ac:chgData name="PIYUS KEDIA" userId="30dfcb9f6f0df2cc" providerId="LiveId" clId="{C7F536F0-4F24-444A-80B6-82D384AE3D16}" dt="2022-11-17T12:33:16.272" v="5017" actId="1037"/>
          <ac:spMkLst>
            <pc:docMk/>
            <pc:sldMk cId="1338429599" sldId="780"/>
            <ac:spMk id="167" creationId="{7CB95CE7-302D-E3FF-5DA8-5F781193A324}"/>
          </ac:spMkLst>
        </pc:spChg>
        <pc:spChg chg="mod">
          <ac:chgData name="PIYUS KEDIA" userId="30dfcb9f6f0df2cc" providerId="LiveId" clId="{C7F536F0-4F24-444A-80B6-82D384AE3D16}" dt="2022-11-17T12:33:16.272" v="5017" actId="1037"/>
          <ac:spMkLst>
            <pc:docMk/>
            <pc:sldMk cId="1338429599" sldId="780"/>
            <ac:spMk id="168" creationId="{7DAE0C0F-A34D-87CE-FF90-06F7CAF20D21}"/>
          </ac:spMkLst>
        </pc:spChg>
        <pc:spChg chg="mod">
          <ac:chgData name="PIYUS KEDIA" userId="30dfcb9f6f0df2cc" providerId="LiveId" clId="{C7F536F0-4F24-444A-80B6-82D384AE3D16}" dt="2022-11-17T12:33:16.272" v="5017" actId="1037"/>
          <ac:spMkLst>
            <pc:docMk/>
            <pc:sldMk cId="1338429599" sldId="780"/>
            <ac:spMk id="170" creationId="{91E30738-C064-EC6D-D2D9-D30003F6549E}"/>
          </ac:spMkLst>
        </pc:spChg>
        <pc:spChg chg="add mod">
          <ac:chgData name="PIYUS KEDIA" userId="30dfcb9f6f0df2cc" providerId="LiveId" clId="{C7F536F0-4F24-444A-80B6-82D384AE3D16}" dt="2022-11-17T12:35:07.806" v="5262" actId="1035"/>
          <ac:spMkLst>
            <pc:docMk/>
            <pc:sldMk cId="1338429599" sldId="780"/>
            <ac:spMk id="177" creationId="{CE784345-8588-8022-933E-53E94F6919C6}"/>
          </ac:spMkLst>
        </pc:spChg>
        <pc:spChg chg="del mod">
          <ac:chgData name="PIYUS KEDIA" userId="30dfcb9f6f0df2cc" providerId="LiveId" clId="{C7F536F0-4F24-444A-80B6-82D384AE3D16}" dt="2022-11-17T12:33:26.121" v="5020" actId="478"/>
          <ac:spMkLst>
            <pc:docMk/>
            <pc:sldMk cId="1338429599" sldId="780"/>
            <ac:spMk id="178" creationId="{3E55FD25-2417-D763-418D-13A24ABFD812}"/>
          </ac:spMkLst>
        </pc:spChg>
        <pc:spChg chg="mod">
          <ac:chgData name="PIYUS KEDIA" userId="30dfcb9f6f0df2cc" providerId="LiveId" clId="{C7F536F0-4F24-444A-80B6-82D384AE3D16}" dt="2022-11-17T12:33:43.392" v="5042" actId="1037"/>
          <ac:spMkLst>
            <pc:docMk/>
            <pc:sldMk cId="1338429599" sldId="780"/>
            <ac:spMk id="179" creationId="{29D87083-DF27-A5AC-C5C5-F264994185E8}"/>
          </ac:spMkLst>
        </pc:spChg>
        <pc:spChg chg="del mod">
          <ac:chgData name="PIYUS KEDIA" userId="30dfcb9f6f0df2cc" providerId="LiveId" clId="{C7F536F0-4F24-444A-80B6-82D384AE3D16}" dt="2022-11-17T12:33:32.286" v="5021" actId="478"/>
          <ac:spMkLst>
            <pc:docMk/>
            <pc:sldMk cId="1338429599" sldId="780"/>
            <ac:spMk id="180" creationId="{0538C0E2-EB29-FEDD-9145-5911D2DE470D}"/>
          </ac:spMkLst>
        </pc:spChg>
        <pc:spChg chg="add mod">
          <ac:chgData name="PIYUS KEDIA" userId="30dfcb9f6f0df2cc" providerId="LiveId" clId="{C7F536F0-4F24-444A-80B6-82D384AE3D16}" dt="2022-11-17T12:35:07.806" v="5262" actId="1035"/>
          <ac:spMkLst>
            <pc:docMk/>
            <pc:sldMk cId="1338429599" sldId="780"/>
            <ac:spMk id="181" creationId="{4510B9DD-E0A1-A0AA-8B4B-BFE09BCE4B32}"/>
          </ac:spMkLst>
        </pc:spChg>
        <pc:spChg chg="add mod">
          <ac:chgData name="PIYUS KEDIA" userId="30dfcb9f6f0df2cc" providerId="LiveId" clId="{C7F536F0-4F24-444A-80B6-82D384AE3D16}" dt="2022-11-17T12:35:07.806" v="5262" actId="1035"/>
          <ac:spMkLst>
            <pc:docMk/>
            <pc:sldMk cId="1338429599" sldId="780"/>
            <ac:spMk id="182" creationId="{EA4C612D-A962-0880-DA8E-FB7895BC8AAF}"/>
          </ac:spMkLst>
        </pc:spChg>
        <pc:spChg chg="add mod">
          <ac:chgData name="PIYUS KEDIA" userId="30dfcb9f6f0df2cc" providerId="LiveId" clId="{C7F536F0-4F24-444A-80B6-82D384AE3D16}" dt="2022-11-17T12:35:07.806" v="5262" actId="1035"/>
          <ac:spMkLst>
            <pc:docMk/>
            <pc:sldMk cId="1338429599" sldId="780"/>
            <ac:spMk id="186" creationId="{C8E0120B-EE4E-75DB-D839-FCA9739F05C4}"/>
          </ac:spMkLst>
        </pc:spChg>
        <pc:spChg chg="add mod">
          <ac:chgData name="PIYUS KEDIA" userId="30dfcb9f6f0df2cc" providerId="LiveId" clId="{C7F536F0-4F24-444A-80B6-82D384AE3D16}" dt="2022-11-17T12:36:55.542" v="5389" actId="20577"/>
          <ac:spMkLst>
            <pc:docMk/>
            <pc:sldMk cId="1338429599" sldId="780"/>
            <ac:spMk id="187" creationId="{68CD75D5-F512-DAF3-3845-02F5447FCDDC}"/>
          </ac:spMkLst>
        </pc:spChg>
        <pc:spChg chg="add mod">
          <ac:chgData name="PIYUS KEDIA" userId="30dfcb9f6f0df2cc" providerId="LiveId" clId="{C7F536F0-4F24-444A-80B6-82D384AE3D16}" dt="2022-11-17T12:35:07.806" v="5262" actId="1035"/>
          <ac:spMkLst>
            <pc:docMk/>
            <pc:sldMk cId="1338429599" sldId="780"/>
            <ac:spMk id="188" creationId="{7AD3786E-3F81-6D82-E2AA-BB8A48D3C64D}"/>
          </ac:spMkLst>
        </pc:spChg>
        <pc:spChg chg="add mod">
          <ac:chgData name="PIYUS KEDIA" userId="30dfcb9f6f0df2cc" providerId="LiveId" clId="{C7F536F0-4F24-444A-80B6-82D384AE3D16}" dt="2022-11-17T12:35:07.806" v="5262" actId="1035"/>
          <ac:spMkLst>
            <pc:docMk/>
            <pc:sldMk cId="1338429599" sldId="780"/>
            <ac:spMk id="189" creationId="{7086CB71-5ACA-E524-DA4F-CE29AE122BB5}"/>
          </ac:spMkLst>
        </pc:spChg>
        <pc:spChg chg="add mod">
          <ac:chgData name="PIYUS KEDIA" userId="30dfcb9f6f0df2cc" providerId="LiveId" clId="{C7F536F0-4F24-444A-80B6-82D384AE3D16}" dt="2022-11-17T12:35:07.806" v="5262" actId="1035"/>
          <ac:spMkLst>
            <pc:docMk/>
            <pc:sldMk cId="1338429599" sldId="780"/>
            <ac:spMk id="190" creationId="{223FBDBD-FC06-61E1-05AF-8C4CFA85BAC8}"/>
          </ac:spMkLst>
        </pc:spChg>
        <pc:spChg chg="add mod">
          <ac:chgData name="PIYUS KEDIA" userId="30dfcb9f6f0df2cc" providerId="LiveId" clId="{C7F536F0-4F24-444A-80B6-82D384AE3D16}" dt="2022-11-17T12:35:07.806" v="5262" actId="1035"/>
          <ac:spMkLst>
            <pc:docMk/>
            <pc:sldMk cId="1338429599" sldId="780"/>
            <ac:spMk id="191" creationId="{452A825B-6B84-2931-1E5C-501C934F1C1A}"/>
          </ac:spMkLst>
        </pc:spChg>
        <pc:spChg chg="add mod">
          <ac:chgData name="PIYUS KEDIA" userId="30dfcb9f6f0df2cc" providerId="LiveId" clId="{C7F536F0-4F24-444A-80B6-82D384AE3D16}" dt="2022-11-17T12:35:07.806" v="5262" actId="1035"/>
          <ac:spMkLst>
            <pc:docMk/>
            <pc:sldMk cId="1338429599" sldId="780"/>
            <ac:spMk id="196" creationId="{A02F18A2-594D-2791-CCE6-B8554F8FD586}"/>
          </ac:spMkLst>
        </pc:spChg>
        <pc:spChg chg="add del mod">
          <ac:chgData name="PIYUS KEDIA" userId="30dfcb9f6f0df2cc" providerId="LiveId" clId="{C7F536F0-4F24-444A-80B6-82D384AE3D16}" dt="2022-11-17T12:35:19.385" v="5263" actId="478"/>
          <ac:spMkLst>
            <pc:docMk/>
            <pc:sldMk cId="1338429599" sldId="780"/>
            <ac:spMk id="198" creationId="{002432D7-7070-DF2B-D692-452586AD5B9F}"/>
          </ac:spMkLst>
        </pc:spChg>
        <pc:spChg chg="add mod">
          <ac:chgData name="PIYUS KEDIA" userId="30dfcb9f6f0df2cc" providerId="LiveId" clId="{C7F536F0-4F24-444A-80B6-82D384AE3D16}" dt="2022-11-17T12:35:30.154" v="5284" actId="1037"/>
          <ac:spMkLst>
            <pc:docMk/>
            <pc:sldMk cId="1338429599" sldId="780"/>
            <ac:spMk id="199" creationId="{BF275594-1399-2CBE-BE84-E0712A625809}"/>
          </ac:spMkLst>
        </pc:spChg>
        <pc:spChg chg="add del mod">
          <ac:chgData name="PIYUS KEDIA" userId="30dfcb9f6f0df2cc" providerId="LiveId" clId="{C7F536F0-4F24-444A-80B6-82D384AE3D16}" dt="2022-11-17T12:35:19.385" v="5263" actId="478"/>
          <ac:spMkLst>
            <pc:docMk/>
            <pc:sldMk cId="1338429599" sldId="780"/>
            <ac:spMk id="200" creationId="{9A82F271-A5F8-3874-7AF1-EF115538067F}"/>
          </ac:spMkLst>
        </pc:spChg>
        <pc:cxnChg chg="add mod">
          <ac:chgData name="PIYUS KEDIA" userId="30dfcb9f6f0df2cc" providerId="LiveId" clId="{C7F536F0-4F24-444A-80B6-82D384AE3D16}" dt="2022-11-17T12:34:44.783" v="5187" actId="1038"/>
          <ac:cxnSpMkLst>
            <pc:docMk/>
            <pc:sldMk cId="1338429599" sldId="780"/>
            <ac:cxnSpMk id="6" creationId="{DDA277AE-D518-37E5-0474-4BB65DADEB0D}"/>
          </ac:cxnSpMkLst>
        </pc:cxnChg>
        <pc:cxnChg chg="add mod">
          <ac:chgData name="PIYUS KEDIA" userId="30dfcb9f6f0df2cc" providerId="LiveId" clId="{C7F536F0-4F24-444A-80B6-82D384AE3D16}" dt="2022-11-17T12:34:44.783" v="5187" actId="1038"/>
          <ac:cxnSpMkLst>
            <pc:docMk/>
            <pc:sldMk cId="1338429599" sldId="780"/>
            <ac:cxnSpMk id="8" creationId="{9C69D1E0-9A65-9ABE-3F96-1E1C55256AFD}"/>
          </ac:cxnSpMkLst>
        </pc:cxnChg>
        <pc:cxnChg chg="add mod">
          <ac:chgData name="PIYUS KEDIA" userId="30dfcb9f6f0df2cc" providerId="LiveId" clId="{C7F536F0-4F24-444A-80B6-82D384AE3D16}" dt="2022-11-17T12:34:44.783" v="5187" actId="1038"/>
          <ac:cxnSpMkLst>
            <pc:docMk/>
            <pc:sldMk cId="1338429599" sldId="780"/>
            <ac:cxnSpMk id="12" creationId="{2E127A21-0569-7EFB-97BF-9635361B6E0D}"/>
          </ac:cxnSpMkLst>
        </pc:cxnChg>
        <pc:cxnChg chg="del mod">
          <ac:chgData name="PIYUS KEDIA" userId="30dfcb9f6f0df2cc" providerId="LiveId" clId="{C7F536F0-4F24-444A-80B6-82D384AE3D16}" dt="2022-11-17T12:33:06.151" v="4952" actId="478"/>
          <ac:cxnSpMkLst>
            <pc:docMk/>
            <pc:sldMk cId="1338429599" sldId="780"/>
            <ac:cxnSpMk id="15" creationId="{4E7FE20A-2682-7A2D-7BF9-9B3500A10185}"/>
          </ac:cxnSpMkLst>
        </pc:cxnChg>
        <pc:cxnChg chg="del mod">
          <ac:chgData name="PIYUS KEDIA" userId="30dfcb9f6f0df2cc" providerId="LiveId" clId="{C7F536F0-4F24-444A-80B6-82D384AE3D16}" dt="2022-11-17T12:33:06.151" v="4952" actId="478"/>
          <ac:cxnSpMkLst>
            <pc:docMk/>
            <pc:sldMk cId="1338429599" sldId="780"/>
            <ac:cxnSpMk id="17" creationId="{0EBA929E-E739-1EED-78B6-15B44B313B92}"/>
          </ac:cxnSpMkLst>
        </pc:cxnChg>
        <pc:cxnChg chg="del mod">
          <ac:chgData name="PIYUS KEDIA" userId="30dfcb9f6f0df2cc" providerId="LiveId" clId="{C7F536F0-4F24-444A-80B6-82D384AE3D16}" dt="2022-11-17T12:33:06.151" v="4952" actId="478"/>
          <ac:cxnSpMkLst>
            <pc:docMk/>
            <pc:sldMk cId="1338429599" sldId="780"/>
            <ac:cxnSpMk id="19" creationId="{48CCB8B8-BDAB-C13B-A90E-885A48342609}"/>
          </ac:cxnSpMkLst>
        </pc:cxnChg>
        <pc:cxnChg chg="del mod">
          <ac:chgData name="PIYUS KEDIA" userId="30dfcb9f6f0df2cc" providerId="LiveId" clId="{C7F536F0-4F24-444A-80B6-82D384AE3D16}" dt="2022-11-17T12:33:06.151" v="4952" actId="478"/>
          <ac:cxnSpMkLst>
            <pc:docMk/>
            <pc:sldMk cId="1338429599" sldId="780"/>
            <ac:cxnSpMk id="21" creationId="{6AFB260B-3F30-94DF-3E90-977487BFD488}"/>
          </ac:cxnSpMkLst>
        </pc:cxnChg>
        <pc:cxnChg chg="del mod">
          <ac:chgData name="PIYUS KEDIA" userId="30dfcb9f6f0df2cc" providerId="LiveId" clId="{C7F536F0-4F24-444A-80B6-82D384AE3D16}" dt="2022-11-17T12:33:06.151" v="4952" actId="478"/>
          <ac:cxnSpMkLst>
            <pc:docMk/>
            <pc:sldMk cId="1338429599" sldId="780"/>
            <ac:cxnSpMk id="31" creationId="{30753C6E-7438-4094-B093-A2583DBD60D7}"/>
          </ac:cxnSpMkLst>
        </pc:cxnChg>
        <pc:cxnChg chg="del mod">
          <ac:chgData name="PIYUS KEDIA" userId="30dfcb9f6f0df2cc" providerId="LiveId" clId="{C7F536F0-4F24-444A-80B6-82D384AE3D16}" dt="2022-11-17T12:33:06.151" v="4952" actId="478"/>
          <ac:cxnSpMkLst>
            <pc:docMk/>
            <pc:sldMk cId="1338429599" sldId="780"/>
            <ac:cxnSpMk id="35" creationId="{CC331E94-0A01-EAEA-32B7-23CD75839B96}"/>
          </ac:cxnSpMkLst>
        </pc:cxnChg>
        <pc:cxnChg chg="del mod">
          <ac:chgData name="PIYUS KEDIA" userId="30dfcb9f6f0df2cc" providerId="LiveId" clId="{C7F536F0-4F24-444A-80B6-82D384AE3D16}" dt="2022-11-17T12:33:32.286" v="5021" actId="478"/>
          <ac:cxnSpMkLst>
            <pc:docMk/>
            <pc:sldMk cId="1338429599" sldId="780"/>
            <ac:cxnSpMk id="39" creationId="{B2E76C26-5ABB-DFCA-4A56-1638B996932E}"/>
          </ac:cxnSpMkLst>
        </pc:cxnChg>
        <pc:cxnChg chg="mod">
          <ac:chgData name="PIYUS KEDIA" userId="30dfcb9f6f0df2cc" providerId="LiveId" clId="{C7F536F0-4F24-444A-80B6-82D384AE3D16}" dt="2022-11-17T12:33:43.392" v="5042" actId="1037"/>
          <ac:cxnSpMkLst>
            <pc:docMk/>
            <pc:sldMk cId="1338429599" sldId="780"/>
            <ac:cxnSpMk id="48" creationId="{A2D4CB55-7AA5-4A7D-01A7-231E09DAFFF8}"/>
          </ac:cxnSpMkLst>
        </pc:cxnChg>
        <pc:cxnChg chg="del mod">
          <ac:chgData name="PIYUS KEDIA" userId="30dfcb9f6f0df2cc" providerId="LiveId" clId="{C7F536F0-4F24-444A-80B6-82D384AE3D16}" dt="2022-11-17T12:33:32.286" v="5021" actId="478"/>
          <ac:cxnSpMkLst>
            <pc:docMk/>
            <pc:sldMk cId="1338429599" sldId="780"/>
            <ac:cxnSpMk id="55" creationId="{5B2B12B2-CDD4-D743-61FD-4EE17D746540}"/>
          </ac:cxnSpMkLst>
        </pc:cxnChg>
        <pc:cxnChg chg="del mod">
          <ac:chgData name="PIYUS KEDIA" userId="30dfcb9f6f0df2cc" providerId="LiveId" clId="{C7F536F0-4F24-444A-80B6-82D384AE3D16}" dt="2022-11-17T12:33:06.151" v="4952" actId="478"/>
          <ac:cxnSpMkLst>
            <pc:docMk/>
            <pc:sldMk cId="1338429599" sldId="780"/>
            <ac:cxnSpMk id="91" creationId="{BDF84384-63D8-ABD4-F0D1-3A8FA91D1AB3}"/>
          </ac:cxnSpMkLst>
        </pc:cxnChg>
        <pc:cxnChg chg="add del mod">
          <ac:chgData name="PIYUS KEDIA" userId="30dfcb9f6f0df2cc" providerId="LiveId" clId="{C7F536F0-4F24-444A-80B6-82D384AE3D16}" dt="2022-11-17T12:34:24.347" v="5168" actId="478"/>
          <ac:cxnSpMkLst>
            <pc:docMk/>
            <pc:sldMk cId="1338429599" sldId="780"/>
            <ac:cxnSpMk id="93" creationId="{9BA410F3-C39E-CE45-16DF-151FE05ACFEF}"/>
          </ac:cxnSpMkLst>
        </pc:cxnChg>
        <pc:cxnChg chg="del mod">
          <ac:chgData name="PIYUS KEDIA" userId="30dfcb9f6f0df2cc" providerId="LiveId" clId="{C7F536F0-4F24-444A-80B6-82D384AE3D16}" dt="2022-11-17T12:33:06.151" v="4952" actId="478"/>
          <ac:cxnSpMkLst>
            <pc:docMk/>
            <pc:sldMk cId="1338429599" sldId="780"/>
            <ac:cxnSpMk id="98" creationId="{6EA5C430-73C6-A440-FAD3-8CF2B32C677D}"/>
          </ac:cxnSpMkLst>
        </pc:cxnChg>
        <pc:cxnChg chg="del mod">
          <ac:chgData name="PIYUS KEDIA" userId="30dfcb9f6f0df2cc" providerId="LiveId" clId="{C7F536F0-4F24-444A-80B6-82D384AE3D16}" dt="2022-11-17T12:33:06.151" v="4952" actId="478"/>
          <ac:cxnSpMkLst>
            <pc:docMk/>
            <pc:sldMk cId="1338429599" sldId="780"/>
            <ac:cxnSpMk id="100" creationId="{3D6D98CD-2A45-90E6-03F4-B30234B82C7C}"/>
          </ac:cxnSpMkLst>
        </pc:cxnChg>
        <pc:cxnChg chg="del mod">
          <ac:chgData name="PIYUS KEDIA" userId="30dfcb9f6f0df2cc" providerId="LiveId" clId="{C7F536F0-4F24-444A-80B6-82D384AE3D16}" dt="2022-11-17T12:33:06.151" v="4952" actId="478"/>
          <ac:cxnSpMkLst>
            <pc:docMk/>
            <pc:sldMk cId="1338429599" sldId="780"/>
            <ac:cxnSpMk id="102" creationId="{7C8EB3DF-C261-905B-2E2B-33949DC865AA}"/>
          </ac:cxnSpMkLst>
        </pc:cxnChg>
        <pc:cxnChg chg="del mod">
          <ac:chgData name="PIYUS KEDIA" userId="30dfcb9f6f0df2cc" providerId="LiveId" clId="{C7F536F0-4F24-444A-80B6-82D384AE3D16}" dt="2022-11-17T12:33:06.151" v="4952" actId="478"/>
          <ac:cxnSpMkLst>
            <pc:docMk/>
            <pc:sldMk cId="1338429599" sldId="780"/>
            <ac:cxnSpMk id="104" creationId="{DCCF8A9E-1D7B-9488-A6F4-B2BCF38C3CDA}"/>
          </ac:cxnSpMkLst>
        </pc:cxnChg>
        <pc:cxnChg chg="add mod">
          <ac:chgData name="PIYUS KEDIA" userId="30dfcb9f6f0df2cc" providerId="LiveId" clId="{C7F536F0-4F24-444A-80B6-82D384AE3D16}" dt="2022-11-17T12:35:07.806" v="5262" actId="1035"/>
          <ac:cxnSpMkLst>
            <pc:docMk/>
            <pc:sldMk cId="1338429599" sldId="780"/>
            <ac:cxnSpMk id="108" creationId="{635648BE-7D5E-ADDC-FD28-BDDA617F3111}"/>
          </ac:cxnSpMkLst>
        </pc:cxnChg>
        <pc:cxnChg chg="add mod">
          <ac:chgData name="PIYUS KEDIA" userId="30dfcb9f6f0df2cc" providerId="LiveId" clId="{C7F536F0-4F24-444A-80B6-82D384AE3D16}" dt="2022-11-17T12:35:07.806" v="5262" actId="1035"/>
          <ac:cxnSpMkLst>
            <pc:docMk/>
            <pc:sldMk cId="1338429599" sldId="780"/>
            <ac:cxnSpMk id="109" creationId="{E15E98C6-3C96-CB67-2087-C214ABF008F8}"/>
          </ac:cxnSpMkLst>
        </pc:cxnChg>
        <pc:cxnChg chg="add mod">
          <ac:chgData name="PIYUS KEDIA" userId="30dfcb9f6f0df2cc" providerId="LiveId" clId="{C7F536F0-4F24-444A-80B6-82D384AE3D16}" dt="2022-11-17T12:35:07.806" v="5262" actId="1035"/>
          <ac:cxnSpMkLst>
            <pc:docMk/>
            <pc:sldMk cId="1338429599" sldId="780"/>
            <ac:cxnSpMk id="110" creationId="{8912B2A4-5767-2CA1-F9DE-66D21A51B024}"/>
          </ac:cxnSpMkLst>
        </pc:cxnChg>
        <pc:cxnChg chg="del mod">
          <ac:chgData name="PIYUS KEDIA" userId="30dfcb9f6f0df2cc" providerId="LiveId" clId="{C7F536F0-4F24-444A-80B6-82D384AE3D16}" dt="2022-11-17T12:33:06.151" v="4952" actId="478"/>
          <ac:cxnSpMkLst>
            <pc:docMk/>
            <pc:sldMk cId="1338429599" sldId="780"/>
            <ac:cxnSpMk id="111" creationId="{AF8B85F6-3AB3-5CFA-85ED-EFBB1B3EA452}"/>
          </ac:cxnSpMkLst>
        </pc:cxnChg>
        <pc:cxnChg chg="del mod">
          <ac:chgData name="PIYUS KEDIA" userId="30dfcb9f6f0df2cc" providerId="LiveId" clId="{C7F536F0-4F24-444A-80B6-82D384AE3D16}" dt="2022-11-17T12:33:06.151" v="4952" actId="478"/>
          <ac:cxnSpMkLst>
            <pc:docMk/>
            <pc:sldMk cId="1338429599" sldId="780"/>
            <ac:cxnSpMk id="115" creationId="{DA61ECFB-6BD4-43BE-23E6-D4EE89166FB9}"/>
          </ac:cxnSpMkLst>
        </pc:cxnChg>
        <pc:cxnChg chg="del mod">
          <ac:chgData name="PIYUS KEDIA" userId="30dfcb9f6f0df2cc" providerId="LiveId" clId="{C7F536F0-4F24-444A-80B6-82D384AE3D16}" dt="2022-11-17T12:33:06.151" v="4952" actId="478"/>
          <ac:cxnSpMkLst>
            <pc:docMk/>
            <pc:sldMk cId="1338429599" sldId="780"/>
            <ac:cxnSpMk id="116" creationId="{F0528E9E-7E38-5250-589B-3F74D8CE24BF}"/>
          </ac:cxnSpMkLst>
        </pc:cxnChg>
        <pc:cxnChg chg="del mod">
          <ac:chgData name="PIYUS KEDIA" userId="30dfcb9f6f0df2cc" providerId="LiveId" clId="{C7F536F0-4F24-444A-80B6-82D384AE3D16}" dt="2022-11-17T12:33:06.151" v="4952" actId="478"/>
          <ac:cxnSpMkLst>
            <pc:docMk/>
            <pc:sldMk cId="1338429599" sldId="780"/>
            <ac:cxnSpMk id="117" creationId="{17D1C05F-9338-6ABB-4486-8797D098F653}"/>
          </ac:cxnSpMkLst>
        </pc:cxnChg>
        <pc:cxnChg chg="add mod">
          <ac:chgData name="PIYUS KEDIA" userId="30dfcb9f6f0df2cc" providerId="LiveId" clId="{C7F536F0-4F24-444A-80B6-82D384AE3D16}" dt="2022-11-17T12:35:07.806" v="5262" actId="1035"/>
          <ac:cxnSpMkLst>
            <pc:docMk/>
            <pc:sldMk cId="1338429599" sldId="780"/>
            <ac:cxnSpMk id="120" creationId="{3BAD64A0-E5D7-7C4F-DE89-00E0DF020CD2}"/>
          </ac:cxnSpMkLst>
        </pc:cxnChg>
        <pc:cxnChg chg="add mod">
          <ac:chgData name="PIYUS KEDIA" userId="30dfcb9f6f0df2cc" providerId="LiveId" clId="{C7F536F0-4F24-444A-80B6-82D384AE3D16}" dt="2022-11-17T12:35:07.806" v="5262" actId="1035"/>
          <ac:cxnSpMkLst>
            <pc:docMk/>
            <pc:sldMk cId="1338429599" sldId="780"/>
            <ac:cxnSpMk id="122" creationId="{77D85A8D-234F-1991-3F71-251E0ECA2B2B}"/>
          </ac:cxnSpMkLst>
        </pc:cxnChg>
        <pc:cxnChg chg="del mod">
          <ac:chgData name="PIYUS KEDIA" userId="30dfcb9f6f0df2cc" providerId="LiveId" clId="{C7F536F0-4F24-444A-80B6-82D384AE3D16}" dt="2022-11-17T12:33:06.151" v="4952" actId="478"/>
          <ac:cxnSpMkLst>
            <pc:docMk/>
            <pc:sldMk cId="1338429599" sldId="780"/>
            <ac:cxnSpMk id="123" creationId="{7FE92AEC-B629-9D8B-F94F-7383B105D3C0}"/>
          </ac:cxnSpMkLst>
        </pc:cxnChg>
        <pc:cxnChg chg="del mod">
          <ac:chgData name="PIYUS KEDIA" userId="30dfcb9f6f0df2cc" providerId="LiveId" clId="{C7F536F0-4F24-444A-80B6-82D384AE3D16}" dt="2022-11-17T12:33:06.151" v="4952" actId="478"/>
          <ac:cxnSpMkLst>
            <pc:docMk/>
            <pc:sldMk cId="1338429599" sldId="780"/>
            <ac:cxnSpMk id="124" creationId="{B9921AC4-CD11-CE20-C13A-1B86E499B313}"/>
          </ac:cxnSpMkLst>
        </pc:cxnChg>
        <pc:cxnChg chg="del mod">
          <ac:chgData name="PIYUS KEDIA" userId="30dfcb9f6f0df2cc" providerId="LiveId" clId="{C7F536F0-4F24-444A-80B6-82D384AE3D16}" dt="2022-11-17T12:33:06.151" v="4952" actId="478"/>
          <ac:cxnSpMkLst>
            <pc:docMk/>
            <pc:sldMk cId="1338429599" sldId="780"/>
            <ac:cxnSpMk id="126" creationId="{43208BA9-03CE-A3E7-84B1-61AF25E108AE}"/>
          </ac:cxnSpMkLst>
        </pc:cxnChg>
        <pc:cxnChg chg="add mod">
          <ac:chgData name="PIYUS KEDIA" userId="30dfcb9f6f0df2cc" providerId="LiveId" clId="{C7F536F0-4F24-444A-80B6-82D384AE3D16}" dt="2022-11-17T12:35:07.806" v="5262" actId="1035"/>
          <ac:cxnSpMkLst>
            <pc:docMk/>
            <pc:sldMk cId="1338429599" sldId="780"/>
            <ac:cxnSpMk id="127" creationId="{C9276560-9F7C-9534-7929-6A9FA70E196F}"/>
          </ac:cxnSpMkLst>
        </pc:cxnChg>
        <pc:cxnChg chg="mod">
          <ac:chgData name="PIYUS KEDIA" userId="30dfcb9f6f0df2cc" providerId="LiveId" clId="{C7F536F0-4F24-444A-80B6-82D384AE3D16}" dt="2022-11-17T12:33:16.272" v="5017" actId="1037"/>
          <ac:cxnSpMkLst>
            <pc:docMk/>
            <pc:sldMk cId="1338429599" sldId="780"/>
            <ac:cxnSpMk id="145" creationId="{785725C6-7B37-7901-CF66-80DEBCC20B7C}"/>
          </ac:cxnSpMkLst>
        </pc:cxnChg>
        <pc:cxnChg chg="mod">
          <ac:chgData name="PIYUS KEDIA" userId="30dfcb9f6f0df2cc" providerId="LiveId" clId="{C7F536F0-4F24-444A-80B6-82D384AE3D16}" dt="2022-11-17T12:33:16.272" v="5017" actId="1037"/>
          <ac:cxnSpMkLst>
            <pc:docMk/>
            <pc:sldMk cId="1338429599" sldId="780"/>
            <ac:cxnSpMk id="146" creationId="{61BABCF5-2994-146E-4717-14C36F9C901C}"/>
          </ac:cxnSpMkLst>
        </pc:cxnChg>
        <pc:cxnChg chg="mod">
          <ac:chgData name="PIYUS KEDIA" userId="30dfcb9f6f0df2cc" providerId="LiveId" clId="{C7F536F0-4F24-444A-80B6-82D384AE3D16}" dt="2022-11-17T12:33:16.272" v="5017" actId="1037"/>
          <ac:cxnSpMkLst>
            <pc:docMk/>
            <pc:sldMk cId="1338429599" sldId="780"/>
            <ac:cxnSpMk id="147" creationId="{1DA3D551-8BD1-BC09-AAE2-31F07B561843}"/>
          </ac:cxnSpMkLst>
        </pc:cxnChg>
        <pc:cxnChg chg="mod">
          <ac:chgData name="PIYUS KEDIA" userId="30dfcb9f6f0df2cc" providerId="LiveId" clId="{C7F536F0-4F24-444A-80B6-82D384AE3D16}" dt="2022-11-17T12:33:16.272" v="5017" actId="1037"/>
          <ac:cxnSpMkLst>
            <pc:docMk/>
            <pc:sldMk cId="1338429599" sldId="780"/>
            <ac:cxnSpMk id="148" creationId="{2229C4AE-5E26-AFD7-9941-2E56FAD1A158}"/>
          </ac:cxnSpMkLst>
        </pc:cxnChg>
        <pc:cxnChg chg="mod">
          <ac:chgData name="PIYUS KEDIA" userId="30dfcb9f6f0df2cc" providerId="LiveId" clId="{C7F536F0-4F24-444A-80B6-82D384AE3D16}" dt="2022-11-17T12:33:16.272" v="5017" actId="1037"/>
          <ac:cxnSpMkLst>
            <pc:docMk/>
            <pc:sldMk cId="1338429599" sldId="780"/>
            <ac:cxnSpMk id="149" creationId="{13FDC60F-D997-50B0-CB75-07E7CB31F8BB}"/>
          </ac:cxnSpMkLst>
        </pc:cxnChg>
        <pc:cxnChg chg="mod">
          <ac:chgData name="PIYUS KEDIA" userId="30dfcb9f6f0df2cc" providerId="LiveId" clId="{C7F536F0-4F24-444A-80B6-82D384AE3D16}" dt="2022-11-17T12:33:16.272" v="5017" actId="1037"/>
          <ac:cxnSpMkLst>
            <pc:docMk/>
            <pc:sldMk cId="1338429599" sldId="780"/>
            <ac:cxnSpMk id="151" creationId="{2352D96C-AB3B-EA3F-1645-4D4F8780C2B7}"/>
          </ac:cxnSpMkLst>
        </pc:cxnChg>
        <pc:cxnChg chg="mod">
          <ac:chgData name="PIYUS KEDIA" userId="30dfcb9f6f0df2cc" providerId="LiveId" clId="{C7F536F0-4F24-444A-80B6-82D384AE3D16}" dt="2022-11-17T12:33:16.272" v="5017" actId="1037"/>
          <ac:cxnSpMkLst>
            <pc:docMk/>
            <pc:sldMk cId="1338429599" sldId="780"/>
            <ac:cxnSpMk id="155" creationId="{FB7C4F73-E468-75F1-2A11-91FAC0F50ACF}"/>
          </ac:cxnSpMkLst>
        </pc:cxnChg>
        <pc:cxnChg chg="mod">
          <ac:chgData name="PIYUS KEDIA" userId="30dfcb9f6f0df2cc" providerId="LiveId" clId="{C7F536F0-4F24-444A-80B6-82D384AE3D16}" dt="2022-11-17T12:33:16.272" v="5017" actId="1037"/>
          <ac:cxnSpMkLst>
            <pc:docMk/>
            <pc:sldMk cId="1338429599" sldId="780"/>
            <ac:cxnSpMk id="156" creationId="{8AAB3C73-9E25-9227-32AD-CE2D1505D5C3}"/>
          </ac:cxnSpMkLst>
        </pc:cxnChg>
        <pc:cxnChg chg="mod">
          <ac:chgData name="PIYUS KEDIA" userId="30dfcb9f6f0df2cc" providerId="LiveId" clId="{C7F536F0-4F24-444A-80B6-82D384AE3D16}" dt="2022-11-17T12:34:44.783" v="5187" actId="1038"/>
          <ac:cxnSpMkLst>
            <pc:docMk/>
            <pc:sldMk cId="1338429599" sldId="780"/>
            <ac:cxnSpMk id="157" creationId="{AAEFA8E3-9B17-3F07-D95C-B46F16E13DEB}"/>
          </ac:cxnSpMkLst>
        </pc:cxnChg>
        <pc:cxnChg chg="mod">
          <ac:chgData name="PIYUS KEDIA" userId="30dfcb9f6f0df2cc" providerId="LiveId" clId="{C7F536F0-4F24-444A-80B6-82D384AE3D16}" dt="2022-11-17T12:33:16.272" v="5017" actId="1037"/>
          <ac:cxnSpMkLst>
            <pc:docMk/>
            <pc:sldMk cId="1338429599" sldId="780"/>
            <ac:cxnSpMk id="161" creationId="{C3418F69-82C4-C1A0-74EE-8C7434E1AA35}"/>
          </ac:cxnSpMkLst>
        </pc:cxnChg>
        <pc:cxnChg chg="mod">
          <ac:chgData name="PIYUS KEDIA" userId="30dfcb9f6f0df2cc" providerId="LiveId" clId="{C7F536F0-4F24-444A-80B6-82D384AE3D16}" dt="2022-11-17T12:33:16.272" v="5017" actId="1037"/>
          <ac:cxnSpMkLst>
            <pc:docMk/>
            <pc:sldMk cId="1338429599" sldId="780"/>
            <ac:cxnSpMk id="162" creationId="{5C254189-41B4-EF20-BB0B-726A3B763D26}"/>
          </ac:cxnSpMkLst>
        </pc:cxnChg>
        <pc:cxnChg chg="mod">
          <ac:chgData name="PIYUS KEDIA" userId="30dfcb9f6f0df2cc" providerId="LiveId" clId="{C7F536F0-4F24-444A-80B6-82D384AE3D16}" dt="2022-11-17T12:33:16.272" v="5017" actId="1037"/>
          <ac:cxnSpMkLst>
            <pc:docMk/>
            <pc:sldMk cId="1338429599" sldId="780"/>
            <ac:cxnSpMk id="163" creationId="{47C65C55-478E-E786-E38E-B029A19610D0}"/>
          </ac:cxnSpMkLst>
        </pc:cxnChg>
        <pc:cxnChg chg="add mod">
          <ac:chgData name="PIYUS KEDIA" userId="30dfcb9f6f0df2cc" providerId="LiveId" clId="{C7F536F0-4F24-444A-80B6-82D384AE3D16}" dt="2022-11-17T12:35:07.806" v="5262" actId="1035"/>
          <ac:cxnSpMkLst>
            <pc:docMk/>
            <pc:sldMk cId="1338429599" sldId="780"/>
            <ac:cxnSpMk id="169" creationId="{06564402-0CE1-2E5E-022B-3239F20E4325}"/>
          </ac:cxnSpMkLst>
        </pc:cxnChg>
        <pc:cxnChg chg="add mod">
          <ac:chgData name="PIYUS KEDIA" userId="30dfcb9f6f0df2cc" providerId="LiveId" clId="{C7F536F0-4F24-444A-80B6-82D384AE3D16}" dt="2022-11-17T12:35:07.806" v="5262" actId="1035"/>
          <ac:cxnSpMkLst>
            <pc:docMk/>
            <pc:sldMk cId="1338429599" sldId="780"/>
            <ac:cxnSpMk id="171" creationId="{8E30AA7F-58DE-15D8-2160-415A5B3530C0}"/>
          </ac:cxnSpMkLst>
        </pc:cxnChg>
        <pc:cxnChg chg="mod">
          <ac:chgData name="PIYUS KEDIA" userId="30dfcb9f6f0df2cc" providerId="LiveId" clId="{C7F536F0-4F24-444A-80B6-82D384AE3D16}" dt="2022-11-17T12:33:16.272" v="5017" actId="1037"/>
          <ac:cxnSpMkLst>
            <pc:docMk/>
            <pc:sldMk cId="1338429599" sldId="780"/>
            <ac:cxnSpMk id="172" creationId="{3FAB10AA-4FF8-2B75-1CC1-FA7CA0236F18}"/>
          </ac:cxnSpMkLst>
        </pc:cxnChg>
        <pc:cxnChg chg="mod">
          <ac:chgData name="PIYUS KEDIA" userId="30dfcb9f6f0df2cc" providerId="LiveId" clId="{C7F536F0-4F24-444A-80B6-82D384AE3D16}" dt="2022-11-17T12:33:16.272" v="5017" actId="1037"/>
          <ac:cxnSpMkLst>
            <pc:docMk/>
            <pc:sldMk cId="1338429599" sldId="780"/>
            <ac:cxnSpMk id="173" creationId="{C6CDD844-FECA-51C0-EDEE-BD9A4468617A}"/>
          </ac:cxnSpMkLst>
        </pc:cxnChg>
        <pc:cxnChg chg="mod">
          <ac:chgData name="PIYUS KEDIA" userId="30dfcb9f6f0df2cc" providerId="LiveId" clId="{C7F536F0-4F24-444A-80B6-82D384AE3D16}" dt="2022-11-17T12:33:16.272" v="5017" actId="1037"/>
          <ac:cxnSpMkLst>
            <pc:docMk/>
            <pc:sldMk cId="1338429599" sldId="780"/>
            <ac:cxnSpMk id="174" creationId="{184F3BB9-A68D-E8D7-E745-B1F2B049A740}"/>
          </ac:cxnSpMkLst>
        </pc:cxnChg>
        <pc:cxnChg chg="add mod">
          <ac:chgData name="PIYUS KEDIA" userId="30dfcb9f6f0df2cc" providerId="LiveId" clId="{C7F536F0-4F24-444A-80B6-82D384AE3D16}" dt="2022-11-17T12:35:07.806" v="5262" actId="1035"/>
          <ac:cxnSpMkLst>
            <pc:docMk/>
            <pc:sldMk cId="1338429599" sldId="780"/>
            <ac:cxnSpMk id="175" creationId="{9866D56E-E4BC-2B35-8495-AF11790EF1EF}"/>
          </ac:cxnSpMkLst>
        </pc:cxnChg>
        <pc:cxnChg chg="mod">
          <ac:chgData name="PIYUS KEDIA" userId="30dfcb9f6f0df2cc" providerId="LiveId" clId="{C7F536F0-4F24-444A-80B6-82D384AE3D16}" dt="2022-11-17T12:33:16.272" v="5017" actId="1037"/>
          <ac:cxnSpMkLst>
            <pc:docMk/>
            <pc:sldMk cId="1338429599" sldId="780"/>
            <ac:cxnSpMk id="176" creationId="{4EE23C61-8F6C-10D5-04AD-97DABD1E30C2}"/>
          </ac:cxnSpMkLst>
        </pc:cxnChg>
        <pc:cxnChg chg="add mod">
          <ac:chgData name="PIYUS KEDIA" userId="30dfcb9f6f0df2cc" providerId="LiveId" clId="{C7F536F0-4F24-444A-80B6-82D384AE3D16}" dt="2022-11-17T12:35:07.806" v="5262" actId="1035"/>
          <ac:cxnSpMkLst>
            <pc:docMk/>
            <pc:sldMk cId="1338429599" sldId="780"/>
            <ac:cxnSpMk id="183" creationId="{1512BF9C-DB88-8F1E-A2FF-84D180819A6F}"/>
          </ac:cxnSpMkLst>
        </pc:cxnChg>
        <pc:cxnChg chg="add mod">
          <ac:chgData name="PIYUS KEDIA" userId="30dfcb9f6f0df2cc" providerId="LiveId" clId="{C7F536F0-4F24-444A-80B6-82D384AE3D16}" dt="2022-11-17T12:35:07.806" v="5262" actId="1035"/>
          <ac:cxnSpMkLst>
            <pc:docMk/>
            <pc:sldMk cId="1338429599" sldId="780"/>
            <ac:cxnSpMk id="184" creationId="{19F8BDFF-49B0-9124-6F13-DBF32ADF03F0}"/>
          </ac:cxnSpMkLst>
        </pc:cxnChg>
        <pc:cxnChg chg="add mod">
          <ac:chgData name="PIYUS KEDIA" userId="30dfcb9f6f0df2cc" providerId="LiveId" clId="{C7F536F0-4F24-444A-80B6-82D384AE3D16}" dt="2022-11-17T12:35:07.806" v="5262" actId="1035"/>
          <ac:cxnSpMkLst>
            <pc:docMk/>
            <pc:sldMk cId="1338429599" sldId="780"/>
            <ac:cxnSpMk id="185" creationId="{8A957AFF-E1E5-C51A-8E12-206D9A17693B}"/>
          </ac:cxnSpMkLst>
        </pc:cxnChg>
        <pc:cxnChg chg="add mod">
          <ac:chgData name="PIYUS KEDIA" userId="30dfcb9f6f0df2cc" providerId="LiveId" clId="{C7F536F0-4F24-444A-80B6-82D384AE3D16}" dt="2022-11-17T12:35:07.806" v="5262" actId="1035"/>
          <ac:cxnSpMkLst>
            <pc:docMk/>
            <pc:sldMk cId="1338429599" sldId="780"/>
            <ac:cxnSpMk id="192" creationId="{A624FCBE-7489-8DDB-9C1C-0803D2551EFA}"/>
          </ac:cxnSpMkLst>
        </pc:cxnChg>
        <pc:cxnChg chg="add mod">
          <ac:chgData name="PIYUS KEDIA" userId="30dfcb9f6f0df2cc" providerId="LiveId" clId="{C7F536F0-4F24-444A-80B6-82D384AE3D16}" dt="2022-11-17T12:35:07.806" v="5262" actId="1035"/>
          <ac:cxnSpMkLst>
            <pc:docMk/>
            <pc:sldMk cId="1338429599" sldId="780"/>
            <ac:cxnSpMk id="193" creationId="{1F5073EB-C2FF-54E3-77B1-D8FFAECDC3E5}"/>
          </ac:cxnSpMkLst>
        </pc:cxnChg>
        <pc:cxnChg chg="add mod">
          <ac:chgData name="PIYUS KEDIA" userId="30dfcb9f6f0df2cc" providerId="LiveId" clId="{C7F536F0-4F24-444A-80B6-82D384AE3D16}" dt="2022-11-17T12:35:07.806" v="5262" actId="1035"/>
          <ac:cxnSpMkLst>
            <pc:docMk/>
            <pc:sldMk cId="1338429599" sldId="780"/>
            <ac:cxnSpMk id="194" creationId="{250B05F9-C88E-30EE-BA25-C0E045C8AB26}"/>
          </ac:cxnSpMkLst>
        </pc:cxnChg>
        <pc:cxnChg chg="add mod">
          <ac:chgData name="PIYUS KEDIA" userId="30dfcb9f6f0df2cc" providerId="LiveId" clId="{C7F536F0-4F24-444A-80B6-82D384AE3D16}" dt="2022-11-17T12:35:07.806" v="5262" actId="1035"/>
          <ac:cxnSpMkLst>
            <pc:docMk/>
            <pc:sldMk cId="1338429599" sldId="780"/>
            <ac:cxnSpMk id="195" creationId="{BF7D374D-FC55-E214-2551-18B19F546E82}"/>
          </ac:cxnSpMkLst>
        </pc:cxnChg>
        <pc:cxnChg chg="add mod">
          <ac:chgData name="PIYUS KEDIA" userId="30dfcb9f6f0df2cc" providerId="LiveId" clId="{C7F536F0-4F24-444A-80B6-82D384AE3D16}" dt="2022-11-17T12:35:07.806" v="5262" actId="1035"/>
          <ac:cxnSpMkLst>
            <pc:docMk/>
            <pc:sldMk cId="1338429599" sldId="780"/>
            <ac:cxnSpMk id="197" creationId="{56DC55C3-DA12-F73A-86F1-140BBDB59AC4}"/>
          </ac:cxnSpMkLst>
        </pc:cxnChg>
        <pc:cxnChg chg="add del mod">
          <ac:chgData name="PIYUS KEDIA" userId="30dfcb9f6f0df2cc" providerId="LiveId" clId="{C7F536F0-4F24-444A-80B6-82D384AE3D16}" dt="2022-11-17T12:35:19.385" v="5263" actId="478"/>
          <ac:cxnSpMkLst>
            <pc:docMk/>
            <pc:sldMk cId="1338429599" sldId="780"/>
            <ac:cxnSpMk id="201" creationId="{E72331EF-FC43-4B7A-D91C-AD10A5A70A11}"/>
          </ac:cxnSpMkLst>
        </pc:cxnChg>
        <pc:cxnChg chg="add mod">
          <ac:chgData name="PIYUS KEDIA" userId="30dfcb9f6f0df2cc" providerId="LiveId" clId="{C7F536F0-4F24-444A-80B6-82D384AE3D16}" dt="2022-11-17T12:35:30.154" v="5284" actId="1037"/>
          <ac:cxnSpMkLst>
            <pc:docMk/>
            <pc:sldMk cId="1338429599" sldId="780"/>
            <ac:cxnSpMk id="202" creationId="{D8DA1579-0DC5-6268-EE0A-03C90FD412C8}"/>
          </ac:cxnSpMkLst>
        </pc:cxnChg>
        <pc:cxnChg chg="add del mod">
          <ac:chgData name="PIYUS KEDIA" userId="30dfcb9f6f0df2cc" providerId="LiveId" clId="{C7F536F0-4F24-444A-80B6-82D384AE3D16}" dt="2022-11-17T12:35:19.385" v="5263" actId="478"/>
          <ac:cxnSpMkLst>
            <pc:docMk/>
            <pc:sldMk cId="1338429599" sldId="780"/>
            <ac:cxnSpMk id="203" creationId="{0EA368A0-92D8-0624-42ED-B4572551B9C5}"/>
          </ac:cxnSpMkLst>
        </pc:cxnChg>
      </pc:sldChg>
      <pc:sldChg chg="addSp modSp add mod">
        <pc:chgData name="PIYUS KEDIA" userId="30dfcb9f6f0df2cc" providerId="LiveId" clId="{C7F536F0-4F24-444A-80B6-82D384AE3D16}" dt="2022-11-17T12:40:29.372" v="5507" actId="1036"/>
        <pc:sldMkLst>
          <pc:docMk/>
          <pc:sldMk cId="1357667181" sldId="781"/>
        </pc:sldMkLst>
        <pc:spChg chg="add mod">
          <ac:chgData name="PIYUS KEDIA" userId="30dfcb9f6f0df2cc" providerId="LiveId" clId="{C7F536F0-4F24-444A-80B6-82D384AE3D16}" dt="2022-11-17T12:40:19.534" v="5479"/>
          <ac:spMkLst>
            <pc:docMk/>
            <pc:sldMk cId="1357667181" sldId="781"/>
            <ac:spMk id="4" creationId="{0D5547DB-77D2-CFF9-798B-273D88B3A51F}"/>
          </ac:spMkLst>
        </pc:spChg>
        <pc:spChg chg="add mod">
          <ac:chgData name="PIYUS KEDIA" userId="30dfcb9f6f0df2cc" providerId="LiveId" clId="{C7F536F0-4F24-444A-80B6-82D384AE3D16}" dt="2022-11-17T12:40:19.534" v="5479"/>
          <ac:spMkLst>
            <pc:docMk/>
            <pc:sldMk cId="1357667181" sldId="781"/>
            <ac:spMk id="5" creationId="{BCA2E1F7-5CB3-F6D1-2FD8-B71A1B908FE9}"/>
          </ac:spMkLst>
        </pc:spChg>
        <pc:spChg chg="add mod">
          <ac:chgData name="PIYUS KEDIA" userId="30dfcb9f6f0df2cc" providerId="LiveId" clId="{C7F536F0-4F24-444A-80B6-82D384AE3D16}" dt="2022-11-17T12:40:19.534" v="5479"/>
          <ac:spMkLst>
            <pc:docMk/>
            <pc:sldMk cId="1357667181" sldId="781"/>
            <ac:spMk id="6" creationId="{E6D2156F-85D9-CBFA-EC4F-D75F7A9AEAFA}"/>
          </ac:spMkLst>
        </pc:spChg>
        <pc:spChg chg="add mod">
          <ac:chgData name="PIYUS KEDIA" userId="30dfcb9f6f0df2cc" providerId="LiveId" clId="{C7F536F0-4F24-444A-80B6-82D384AE3D16}" dt="2022-11-17T12:40:19.534" v="5479"/>
          <ac:spMkLst>
            <pc:docMk/>
            <pc:sldMk cId="1357667181" sldId="781"/>
            <ac:spMk id="7" creationId="{4473BD64-FFE6-07E2-E47A-A44305FC5379}"/>
          </ac:spMkLst>
        </pc:spChg>
        <pc:spChg chg="add mod">
          <ac:chgData name="PIYUS KEDIA" userId="30dfcb9f6f0df2cc" providerId="LiveId" clId="{C7F536F0-4F24-444A-80B6-82D384AE3D16}" dt="2022-11-17T12:40:19.534" v="5479"/>
          <ac:spMkLst>
            <pc:docMk/>
            <pc:sldMk cId="1357667181" sldId="781"/>
            <ac:spMk id="8" creationId="{FDC848D1-BFD6-E0ED-98AF-2C320176A3BF}"/>
          </ac:spMkLst>
        </pc:spChg>
        <pc:spChg chg="add mod">
          <ac:chgData name="PIYUS KEDIA" userId="30dfcb9f6f0df2cc" providerId="LiveId" clId="{C7F536F0-4F24-444A-80B6-82D384AE3D16}" dt="2022-11-17T12:40:19.534" v="5479"/>
          <ac:spMkLst>
            <pc:docMk/>
            <pc:sldMk cId="1357667181" sldId="781"/>
            <ac:spMk id="9" creationId="{EDDEE3FC-C902-DD70-5116-C3B0EB28A513}"/>
          </ac:spMkLst>
        </pc:spChg>
        <pc:spChg chg="add mod">
          <ac:chgData name="PIYUS KEDIA" userId="30dfcb9f6f0df2cc" providerId="LiveId" clId="{C7F536F0-4F24-444A-80B6-82D384AE3D16}" dt="2022-11-17T12:40:19.534" v="5479"/>
          <ac:spMkLst>
            <pc:docMk/>
            <pc:sldMk cId="1357667181" sldId="781"/>
            <ac:spMk id="15" creationId="{323C3CF7-48A5-7CC4-D119-49AD8DCADFDF}"/>
          </ac:spMkLst>
        </pc:spChg>
        <pc:spChg chg="add mod">
          <ac:chgData name="PIYUS KEDIA" userId="30dfcb9f6f0df2cc" providerId="LiveId" clId="{C7F536F0-4F24-444A-80B6-82D384AE3D16}" dt="2022-11-17T12:40:19.534" v="5479"/>
          <ac:spMkLst>
            <pc:docMk/>
            <pc:sldMk cId="1357667181" sldId="781"/>
            <ac:spMk id="17" creationId="{66724232-3951-EBD9-A9AC-D1F0F5025BDC}"/>
          </ac:spMkLst>
        </pc:spChg>
        <pc:spChg chg="add mod">
          <ac:chgData name="PIYUS KEDIA" userId="30dfcb9f6f0df2cc" providerId="LiveId" clId="{C7F536F0-4F24-444A-80B6-82D384AE3D16}" dt="2022-11-17T12:40:19.534" v="5479"/>
          <ac:spMkLst>
            <pc:docMk/>
            <pc:sldMk cId="1357667181" sldId="781"/>
            <ac:spMk id="18" creationId="{DB278C97-8402-C427-9726-5F2ACBB63318}"/>
          </ac:spMkLst>
        </pc:spChg>
        <pc:spChg chg="add mod">
          <ac:chgData name="PIYUS KEDIA" userId="30dfcb9f6f0df2cc" providerId="LiveId" clId="{C7F536F0-4F24-444A-80B6-82D384AE3D16}" dt="2022-11-17T12:40:19.534" v="5479"/>
          <ac:spMkLst>
            <pc:docMk/>
            <pc:sldMk cId="1357667181" sldId="781"/>
            <ac:spMk id="19" creationId="{7E0B91D7-9817-94D0-9E6C-9541465CA539}"/>
          </ac:spMkLst>
        </pc:spChg>
        <pc:spChg chg="add mod">
          <ac:chgData name="PIYUS KEDIA" userId="30dfcb9f6f0df2cc" providerId="LiveId" clId="{C7F536F0-4F24-444A-80B6-82D384AE3D16}" dt="2022-11-17T12:40:19.534" v="5479"/>
          <ac:spMkLst>
            <pc:docMk/>
            <pc:sldMk cId="1357667181" sldId="781"/>
            <ac:spMk id="23" creationId="{03060D8E-2911-826E-FD15-E0E4C74ADCB2}"/>
          </ac:spMkLst>
        </pc:spChg>
        <pc:spChg chg="add mod">
          <ac:chgData name="PIYUS KEDIA" userId="30dfcb9f6f0df2cc" providerId="LiveId" clId="{C7F536F0-4F24-444A-80B6-82D384AE3D16}" dt="2022-11-17T12:40:19.534" v="5479"/>
          <ac:spMkLst>
            <pc:docMk/>
            <pc:sldMk cId="1357667181" sldId="781"/>
            <ac:spMk id="24" creationId="{82536B7E-2567-1EF3-752D-AAA5B17F5469}"/>
          </ac:spMkLst>
        </pc:spChg>
        <pc:spChg chg="add mod">
          <ac:chgData name="PIYUS KEDIA" userId="30dfcb9f6f0df2cc" providerId="LiveId" clId="{C7F536F0-4F24-444A-80B6-82D384AE3D16}" dt="2022-11-17T12:40:19.534" v="5479"/>
          <ac:spMkLst>
            <pc:docMk/>
            <pc:sldMk cId="1357667181" sldId="781"/>
            <ac:spMk id="25" creationId="{3136EE35-2ED3-7E67-1480-3EF3C6472D7C}"/>
          </ac:spMkLst>
        </pc:spChg>
        <pc:spChg chg="add mod">
          <ac:chgData name="PIYUS KEDIA" userId="30dfcb9f6f0df2cc" providerId="LiveId" clId="{C7F536F0-4F24-444A-80B6-82D384AE3D16}" dt="2022-11-17T12:40:29.372" v="5507" actId="1036"/>
          <ac:spMkLst>
            <pc:docMk/>
            <pc:sldMk cId="1357667181" sldId="781"/>
            <ac:spMk id="29" creationId="{4D51A4C4-841F-3DFA-34D2-94B939FD20B7}"/>
          </ac:spMkLst>
        </pc:spChg>
        <pc:spChg chg="add mod">
          <ac:chgData name="PIYUS KEDIA" userId="30dfcb9f6f0df2cc" providerId="LiveId" clId="{C7F536F0-4F24-444A-80B6-82D384AE3D16}" dt="2022-11-17T12:40:19.534" v="5479"/>
          <ac:spMkLst>
            <pc:docMk/>
            <pc:sldMk cId="1357667181" sldId="781"/>
            <ac:spMk id="30" creationId="{FD9E9586-E892-C372-20A1-0BC264FEECAA}"/>
          </ac:spMkLst>
        </pc:spChg>
        <pc:spChg chg="add mod">
          <ac:chgData name="PIYUS KEDIA" userId="30dfcb9f6f0df2cc" providerId="LiveId" clId="{C7F536F0-4F24-444A-80B6-82D384AE3D16}" dt="2022-11-17T12:40:19.534" v="5479"/>
          <ac:spMkLst>
            <pc:docMk/>
            <pc:sldMk cId="1357667181" sldId="781"/>
            <ac:spMk id="31" creationId="{09103CFC-A97F-2496-69F2-0DA08C325A4D}"/>
          </ac:spMkLst>
        </pc:spChg>
        <pc:spChg chg="add mod">
          <ac:chgData name="PIYUS KEDIA" userId="30dfcb9f6f0df2cc" providerId="LiveId" clId="{C7F536F0-4F24-444A-80B6-82D384AE3D16}" dt="2022-11-17T12:40:19.534" v="5479"/>
          <ac:spMkLst>
            <pc:docMk/>
            <pc:sldMk cId="1357667181" sldId="781"/>
            <ac:spMk id="32" creationId="{5EDF6DC1-5CCA-DA16-6D54-C0EE32559E60}"/>
          </ac:spMkLst>
        </pc:spChg>
        <pc:spChg chg="add mod">
          <ac:chgData name="PIYUS KEDIA" userId="30dfcb9f6f0df2cc" providerId="LiveId" clId="{C7F536F0-4F24-444A-80B6-82D384AE3D16}" dt="2022-11-17T12:40:19.534" v="5479"/>
          <ac:spMkLst>
            <pc:docMk/>
            <pc:sldMk cId="1357667181" sldId="781"/>
            <ac:spMk id="33" creationId="{F0A9CE78-02A4-6546-9FC7-6849162F1417}"/>
          </ac:spMkLst>
        </pc:spChg>
        <pc:spChg chg="add mod">
          <ac:chgData name="PIYUS KEDIA" userId="30dfcb9f6f0df2cc" providerId="LiveId" clId="{C7F536F0-4F24-444A-80B6-82D384AE3D16}" dt="2022-11-17T12:40:19.534" v="5479"/>
          <ac:spMkLst>
            <pc:docMk/>
            <pc:sldMk cId="1357667181" sldId="781"/>
            <ac:spMk id="38" creationId="{BC7CA5B6-377A-F425-7CF5-B108331E2CBB}"/>
          </ac:spMkLst>
        </pc:spChg>
        <pc:spChg chg="add mod">
          <ac:chgData name="PIYUS KEDIA" userId="30dfcb9f6f0df2cc" providerId="LiveId" clId="{C7F536F0-4F24-444A-80B6-82D384AE3D16}" dt="2022-11-17T12:40:19.534" v="5479"/>
          <ac:spMkLst>
            <pc:docMk/>
            <pc:sldMk cId="1357667181" sldId="781"/>
            <ac:spMk id="40" creationId="{E219766A-7371-86B3-C924-7D533A3ECBFE}"/>
          </ac:spMkLst>
        </pc:spChg>
        <pc:cxnChg chg="add mod">
          <ac:chgData name="PIYUS KEDIA" userId="30dfcb9f6f0df2cc" providerId="LiveId" clId="{C7F536F0-4F24-444A-80B6-82D384AE3D16}" dt="2022-11-17T12:40:19.534" v="5479"/>
          <ac:cxnSpMkLst>
            <pc:docMk/>
            <pc:sldMk cId="1357667181" sldId="781"/>
            <ac:cxnSpMk id="10" creationId="{228B59EF-4E3B-D835-7157-D5398D9920F6}"/>
          </ac:cxnSpMkLst>
        </pc:cxnChg>
        <pc:cxnChg chg="add mod">
          <ac:chgData name="PIYUS KEDIA" userId="30dfcb9f6f0df2cc" providerId="LiveId" clId="{C7F536F0-4F24-444A-80B6-82D384AE3D16}" dt="2022-11-17T12:40:19.534" v="5479"/>
          <ac:cxnSpMkLst>
            <pc:docMk/>
            <pc:sldMk cId="1357667181" sldId="781"/>
            <ac:cxnSpMk id="11" creationId="{051B799F-0A05-E875-D3AE-16151B846794}"/>
          </ac:cxnSpMkLst>
        </pc:cxnChg>
        <pc:cxnChg chg="add mod">
          <ac:chgData name="PIYUS KEDIA" userId="30dfcb9f6f0df2cc" providerId="LiveId" clId="{C7F536F0-4F24-444A-80B6-82D384AE3D16}" dt="2022-11-17T12:40:19.534" v="5479"/>
          <ac:cxnSpMkLst>
            <pc:docMk/>
            <pc:sldMk cId="1357667181" sldId="781"/>
            <ac:cxnSpMk id="12" creationId="{3527AE74-18BC-508E-8A67-9CEF974C5F77}"/>
          </ac:cxnSpMkLst>
        </pc:cxnChg>
        <pc:cxnChg chg="add mod">
          <ac:chgData name="PIYUS KEDIA" userId="30dfcb9f6f0df2cc" providerId="LiveId" clId="{C7F536F0-4F24-444A-80B6-82D384AE3D16}" dt="2022-11-17T12:40:19.534" v="5479"/>
          <ac:cxnSpMkLst>
            <pc:docMk/>
            <pc:sldMk cId="1357667181" sldId="781"/>
            <ac:cxnSpMk id="13" creationId="{9383EC21-38B9-2928-7C82-44F5C32BDD27}"/>
          </ac:cxnSpMkLst>
        </pc:cxnChg>
        <pc:cxnChg chg="add mod">
          <ac:chgData name="PIYUS KEDIA" userId="30dfcb9f6f0df2cc" providerId="LiveId" clId="{C7F536F0-4F24-444A-80B6-82D384AE3D16}" dt="2022-11-17T12:40:19.534" v="5479"/>
          <ac:cxnSpMkLst>
            <pc:docMk/>
            <pc:sldMk cId="1357667181" sldId="781"/>
            <ac:cxnSpMk id="14" creationId="{59129B99-E175-554B-8862-6B75415FDECD}"/>
          </ac:cxnSpMkLst>
        </pc:cxnChg>
        <pc:cxnChg chg="add mod">
          <ac:chgData name="PIYUS KEDIA" userId="30dfcb9f6f0df2cc" providerId="LiveId" clId="{C7F536F0-4F24-444A-80B6-82D384AE3D16}" dt="2022-11-17T12:40:19.534" v="5479"/>
          <ac:cxnSpMkLst>
            <pc:docMk/>
            <pc:sldMk cId="1357667181" sldId="781"/>
            <ac:cxnSpMk id="16" creationId="{BD5133BB-9795-9869-A710-3B7E32EA3A87}"/>
          </ac:cxnSpMkLst>
        </pc:cxnChg>
        <pc:cxnChg chg="add mod">
          <ac:chgData name="PIYUS KEDIA" userId="30dfcb9f6f0df2cc" providerId="LiveId" clId="{C7F536F0-4F24-444A-80B6-82D384AE3D16}" dt="2022-11-17T12:40:19.534" v="5479"/>
          <ac:cxnSpMkLst>
            <pc:docMk/>
            <pc:sldMk cId="1357667181" sldId="781"/>
            <ac:cxnSpMk id="20" creationId="{675500F2-33B8-A0F7-86C1-F43EB51C11CF}"/>
          </ac:cxnSpMkLst>
        </pc:cxnChg>
        <pc:cxnChg chg="add mod">
          <ac:chgData name="PIYUS KEDIA" userId="30dfcb9f6f0df2cc" providerId="LiveId" clId="{C7F536F0-4F24-444A-80B6-82D384AE3D16}" dt="2022-11-17T12:40:19.534" v="5479"/>
          <ac:cxnSpMkLst>
            <pc:docMk/>
            <pc:sldMk cId="1357667181" sldId="781"/>
            <ac:cxnSpMk id="21" creationId="{2E8C952C-7B0D-DB75-CE64-73537F5CD9DF}"/>
          </ac:cxnSpMkLst>
        </pc:cxnChg>
        <pc:cxnChg chg="add mod">
          <ac:chgData name="PIYUS KEDIA" userId="30dfcb9f6f0df2cc" providerId="LiveId" clId="{C7F536F0-4F24-444A-80B6-82D384AE3D16}" dt="2022-11-17T12:40:19.534" v="5479"/>
          <ac:cxnSpMkLst>
            <pc:docMk/>
            <pc:sldMk cId="1357667181" sldId="781"/>
            <ac:cxnSpMk id="22" creationId="{9F012C57-0E90-BD3D-6DA0-3C4F14AEB410}"/>
          </ac:cxnSpMkLst>
        </pc:cxnChg>
        <pc:cxnChg chg="add mod">
          <ac:chgData name="PIYUS KEDIA" userId="30dfcb9f6f0df2cc" providerId="LiveId" clId="{C7F536F0-4F24-444A-80B6-82D384AE3D16}" dt="2022-11-17T12:40:19.534" v="5479"/>
          <ac:cxnSpMkLst>
            <pc:docMk/>
            <pc:sldMk cId="1357667181" sldId="781"/>
            <ac:cxnSpMk id="26" creationId="{8953F744-D419-8904-1C61-53B5B04F14F5}"/>
          </ac:cxnSpMkLst>
        </pc:cxnChg>
        <pc:cxnChg chg="add mod">
          <ac:chgData name="PIYUS KEDIA" userId="30dfcb9f6f0df2cc" providerId="LiveId" clId="{C7F536F0-4F24-444A-80B6-82D384AE3D16}" dt="2022-11-17T12:40:19.534" v="5479"/>
          <ac:cxnSpMkLst>
            <pc:docMk/>
            <pc:sldMk cId="1357667181" sldId="781"/>
            <ac:cxnSpMk id="27" creationId="{A4FDB105-32C8-D5BC-3FBC-5147EB51DB47}"/>
          </ac:cxnSpMkLst>
        </pc:cxnChg>
        <pc:cxnChg chg="add mod">
          <ac:chgData name="PIYUS KEDIA" userId="30dfcb9f6f0df2cc" providerId="LiveId" clId="{C7F536F0-4F24-444A-80B6-82D384AE3D16}" dt="2022-11-17T12:40:19.534" v="5479"/>
          <ac:cxnSpMkLst>
            <pc:docMk/>
            <pc:sldMk cId="1357667181" sldId="781"/>
            <ac:cxnSpMk id="28" creationId="{7411C712-22B7-7D73-1413-7298A359DC2C}"/>
          </ac:cxnSpMkLst>
        </pc:cxnChg>
        <pc:cxnChg chg="add mod">
          <ac:chgData name="PIYUS KEDIA" userId="30dfcb9f6f0df2cc" providerId="LiveId" clId="{C7F536F0-4F24-444A-80B6-82D384AE3D16}" dt="2022-11-17T12:40:19.534" v="5479"/>
          <ac:cxnSpMkLst>
            <pc:docMk/>
            <pc:sldMk cId="1357667181" sldId="781"/>
            <ac:cxnSpMk id="34" creationId="{3BEB9F17-3D9F-D8FB-5C65-BB0C2CC9FC6B}"/>
          </ac:cxnSpMkLst>
        </pc:cxnChg>
        <pc:cxnChg chg="add mod">
          <ac:chgData name="PIYUS KEDIA" userId="30dfcb9f6f0df2cc" providerId="LiveId" clId="{C7F536F0-4F24-444A-80B6-82D384AE3D16}" dt="2022-11-17T12:40:19.534" v="5479"/>
          <ac:cxnSpMkLst>
            <pc:docMk/>
            <pc:sldMk cId="1357667181" sldId="781"/>
            <ac:cxnSpMk id="35" creationId="{F82A1C24-C214-85F2-AC4D-D96E85496EE7}"/>
          </ac:cxnSpMkLst>
        </pc:cxnChg>
        <pc:cxnChg chg="add mod">
          <ac:chgData name="PIYUS KEDIA" userId="30dfcb9f6f0df2cc" providerId="LiveId" clId="{C7F536F0-4F24-444A-80B6-82D384AE3D16}" dt="2022-11-17T12:40:19.534" v="5479"/>
          <ac:cxnSpMkLst>
            <pc:docMk/>
            <pc:sldMk cId="1357667181" sldId="781"/>
            <ac:cxnSpMk id="36" creationId="{3AEAF511-89D2-5F5B-2E07-1E87A12E95F9}"/>
          </ac:cxnSpMkLst>
        </pc:cxnChg>
        <pc:cxnChg chg="add mod">
          <ac:chgData name="PIYUS KEDIA" userId="30dfcb9f6f0df2cc" providerId="LiveId" clId="{C7F536F0-4F24-444A-80B6-82D384AE3D16}" dt="2022-11-17T12:40:19.534" v="5479"/>
          <ac:cxnSpMkLst>
            <pc:docMk/>
            <pc:sldMk cId="1357667181" sldId="781"/>
            <ac:cxnSpMk id="37" creationId="{A16451BF-5FB5-6D45-36AD-8EC5ECE98CC1}"/>
          </ac:cxnSpMkLst>
        </pc:cxnChg>
        <pc:cxnChg chg="add mod">
          <ac:chgData name="PIYUS KEDIA" userId="30dfcb9f6f0df2cc" providerId="LiveId" clId="{C7F536F0-4F24-444A-80B6-82D384AE3D16}" dt="2022-11-17T12:40:19.534" v="5479"/>
          <ac:cxnSpMkLst>
            <pc:docMk/>
            <pc:sldMk cId="1357667181" sldId="781"/>
            <ac:cxnSpMk id="39" creationId="{7A0BB25E-CEFA-4447-DED9-01CD4EFF2985}"/>
          </ac:cxnSpMkLst>
        </pc:cxnChg>
        <pc:cxnChg chg="add mod">
          <ac:chgData name="PIYUS KEDIA" userId="30dfcb9f6f0df2cc" providerId="LiveId" clId="{C7F536F0-4F24-444A-80B6-82D384AE3D16}" dt="2022-11-17T12:40:19.534" v="5479"/>
          <ac:cxnSpMkLst>
            <pc:docMk/>
            <pc:sldMk cId="1357667181" sldId="781"/>
            <ac:cxnSpMk id="41" creationId="{0A37AFC1-1CE9-F8BA-1522-28CCD3B8AE94}"/>
          </ac:cxnSpMkLst>
        </pc:cxn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9F7541-8AA1-4873-8EE2-6EE4B745E30A}" type="datetimeFigureOut">
              <a:rPr lang="en-IN" smtClean="0"/>
              <a:t>30-04-2024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41CD276-996C-461A-BA18-C0461C4B1E8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775422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1CD276-996C-461A-BA18-C0461C4B1E84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6543840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3227AA-0F31-4701-9935-4363A6C6F5E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97CA3DD-950A-40EE-9E4C-442029DCC41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D99C39-297C-4A3A-886E-D65337CA2E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77C711-0476-4937-97FF-5A1D3E41300C}" type="datetimeFigureOut">
              <a:rPr lang="en-IN" smtClean="0"/>
              <a:t>30-04-2024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28A562-9FE0-446A-9E62-1C85ECA9DC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FF32E1-631B-474B-A0FD-26D5B937F9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3B6F9E-DC3D-41A7-9BB7-978CD1754BF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786274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98AE22-31A2-4C5E-A101-7A66E08C76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D7C32C-A83E-41E8-A9B1-B923C7C108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E85342-23F8-4FF2-8C1D-FF24DAD0CD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77C711-0476-4937-97FF-5A1D3E41300C}" type="datetimeFigureOut">
              <a:rPr lang="en-IN" smtClean="0"/>
              <a:t>30-04-2024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5BC94D-8B00-4AC6-9A42-E50B515119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E248A7-7473-43B7-9122-FCF4EB8E69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3B6F9E-DC3D-41A7-9BB7-978CD1754BF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544545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04C163-2D9E-4D7A-BB38-17B7B11847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CD0DC70-7D34-4509-9EE8-CE0BE33B2C0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C19690-794E-48AF-A0FA-84F2C2305C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77C711-0476-4937-97FF-5A1D3E41300C}" type="datetimeFigureOut">
              <a:rPr lang="en-IN" smtClean="0"/>
              <a:t>30-04-2024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E7A133-ADBB-4BDC-AD64-D53D4D5440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46F3ED-EF81-4CD9-9D18-EEFE9D07E1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3B6F9E-DC3D-41A7-9BB7-978CD1754BF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522979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FD786C-E54F-491C-ACD0-AD8DEA57E8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74B3EF-A7DF-4417-BA4B-79FE173D213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853399C-8144-4F5B-BDFA-DC578817C4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834DD53-D6CE-4052-BA20-C7B0C91C67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77C711-0476-4937-97FF-5A1D3E41300C}" type="datetimeFigureOut">
              <a:rPr lang="en-IN" smtClean="0"/>
              <a:t>30-04-2024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1D04C35-ABEA-41BF-B563-EE155D94D4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6405C64-C0E0-4A44-A339-8ACC4DA7D2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3B6F9E-DC3D-41A7-9BB7-978CD1754BF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166009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2540E4-AFDC-4BEC-81EC-8B88DB2409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A6537F8-E581-4159-B442-E11CFB2FB5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7DA154E-C053-485B-B42C-124AD603B6B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161A0E1-FFC7-4B1F-BBB5-BA6F6547D64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531FB8A-0E1F-4D68-B555-A6C41181745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E50EAC2-8CD6-44BE-A06D-444EFB83BC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77C711-0476-4937-97FF-5A1D3E41300C}" type="datetimeFigureOut">
              <a:rPr lang="en-IN" smtClean="0"/>
              <a:t>30-04-2024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4FBEB24-0072-4976-BB92-2E2D27A09F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089B9EB-0714-49FE-9D5F-490EA205EE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3B6F9E-DC3D-41A7-9BB7-978CD1754BF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846291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F3BC4D-ED1D-4E26-8B02-2194DE4096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C905FCE-5D30-4C5F-893A-D5D6928298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77C711-0476-4937-97FF-5A1D3E41300C}" type="datetimeFigureOut">
              <a:rPr lang="en-IN" smtClean="0"/>
              <a:t>30-04-2024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3F96F47-18D2-461F-A01E-335EDF4775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D94177F-396D-4D2E-AD33-2D5492D7DD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3B6F9E-DC3D-41A7-9BB7-978CD1754BF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921135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E0616E2-B074-4DE3-BD48-EDABDCF9F3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77C711-0476-4937-97FF-5A1D3E41300C}" type="datetimeFigureOut">
              <a:rPr lang="en-IN" smtClean="0"/>
              <a:t>30-04-2024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6E7FCD7-5A39-40AD-A11F-19CB090A49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9FE4020-218B-4B91-B994-F6577EEAE4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3B6F9E-DC3D-41A7-9BB7-978CD1754BF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914853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A03A4E-4E92-4093-83B4-FDC83658A2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7B7CF6-9C57-4BB5-89E3-5D3D4A4612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EF4F8F6-B60E-47C2-93F5-EAA9C8E695A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60CD62B-8360-4243-B93B-F0573C362E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77C711-0476-4937-97FF-5A1D3E41300C}" type="datetimeFigureOut">
              <a:rPr lang="en-IN" smtClean="0"/>
              <a:t>30-04-2024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66AB47C-B145-4036-9ECA-0EDF8284D7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649AF38-2C4C-4552-8981-1EE054A7E3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3B6F9E-DC3D-41A7-9BB7-978CD1754BF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504655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71EA7D-7B82-4A95-B312-733CEC4E7D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19042D6-FD9D-448F-928D-94BC7E9FB20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5C519BC-F009-426B-8494-8F8A9F02C70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7B82FF9-A4F5-44DD-9EDA-3DA743D11B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77C711-0476-4937-97FF-5A1D3E41300C}" type="datetimeFigureOut">
              <a:rPr lang="en-IN" smtClean="0"/>
              <a:t>30-04-2024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58C49C8-D032-4EC5-AD89-78263ED7F6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654521E-7C1B-4198-AD49-892746DE65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3B6F9E-DC3D-41A7-9BB7-978CD1754BF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662778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0E8788-B5BA-445D-8F38-FD29FDB2C5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752FC47-2BB7-4DF6-9621-DDEC6D34CF9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1B0783-E5B1-4560-BF9B-7BC97709D6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77C711-0476-4937-97FF-5A1D3E41300C}" type="datetimeFigureOut">
              <a:rPr lang="en-IN" smtClean="0"/>
              <a:t>30-04-2024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2A483C-B5E2-4C46-9BD8-2BDD90D6DC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B36A7C-71A1-4B0E-8950-742726C63C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3B6F9E-DC3D-41A7-9BB7-978CD1754BF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54538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1012509-658F-4957-B47D-4C59A3257FB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9D1D57E-B67F-45A9-9098-AA3386EF8B1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CA1160-B00E-4D46-B8E9-EA8F652572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77C711-0476-4937-97FF-5A1D3E41300C}" type="datetimeFigureOut">
              <a:rPr lang="en-IN" smtClean="0"/>
              <a:t>30-04-2024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DF1E54-D3AB-4894-97D6-54DC20CD54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4E470D-2D4F-4ED5-A0F3-B04B069C2C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3B6F9E-DC3D-41A7-9BB7-978CD1754BF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207547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8FC3B00-BA89-4D2D-99C3-9991F65B6C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8E7342F-551B-4A36-A71E-E139686DF2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03A7AE-2C5D-4660-8C3C-454C3FE6742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377C711-0476-4937-97FF-5A1D3E41300C}" type="datetimeFigureOut">
              <a:rPr lang="en-IN" smtClean="0"/>
              <a:t>30-04-2024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CE495C-7312-41EB-B5FC-DDE02220A49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90BD51-4D6D-4B66-9525-DF950534002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3B6F9E-DC3D-41A7-9BB7-978CD1754BF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771220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3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.png"/><Relationship Id="rId5" Type="http://schemas.openxmlformats.org/officeDocument/2006/relationships/image" Target="../media/image1.png"/><Relationship Id="rId4" Type="http://schemas.openxmlformats.org/officeDocument/2006/relationships/image" Target="../media/image8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4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00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0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0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0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1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0.png"/><Relationship Id="rId2" Type="http://schemas.openxmlformats.org/officeDocument/2006/relationships/image" Target="../media/image141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0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NUL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2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111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0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1F6FFF-D6E4-49D8-B77C-0F217AD3F9B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Compilers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F7BD04E-C32F-4659-ACC7-2DF6B898858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Lecture-19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449569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90385E-B7B5-4527-B8EB-90A8D6A3B6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Today’s lecture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7D2696-EF00-4AD5-97E7-A3C5254F4C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Top-down parsing</a:t>
            </a:r>
          </a:p>
          <a:p>
            <a:r>
              <a:rPr lang="en-US" dirty="0"/>
              <a:t>Recursive descent parsing</a:t>
            </a:r>
          </a:p>
          <a:p>
            <a:r>
              <a:rPr lang="en-US" dirty="0"/>
              <a:t>Predictive parsing</a:t>
            </a:r>
          </a:p>
          <a:p>
            <a:r>
              <a:rPr lang="en-US" dirty="0"/>
              <a:t>First </a:t>
            </a:r>
            <a:r>
              <a:rPr lang="en-US"/>
              <a:t>and follow set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549628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5229EE-805E-A512-9791-A678BC0926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Top-down parsing</a:t>
            </a: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8B02ACD-C1E7-15DC-264D-F4DA10DCB44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070635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0DBD46-49D1-4794-9C5A-BC19E7539E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Top-down parsing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83F504-EC83-417D-8D1C-7E77E430FD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Build the parse tree for an input string, starting from the root and creating the nodes in preorder</a:t>
            </a:r>
          </a:p>
          <a:p>
            <a:endParaRPr lang="en-US" dirty="0"/>
          </a:p>
          <a:p>
            <a:r>
              <a:rPr lang="en-US" dirty="0"/>
              <a:t>Leftmost derivation of the input string</a:t>
            </a:r>
          </a:p>
        </p:txBody>
      </p:sp>
    </p:spTree>
    <p:extLst>
      <p:ext uri="{BB962C8B-B14F-4D97-AF65-F5344CB8AC3E}">
        <p14:creationId xmlns:p14="http://schemas.microsoft.com/office/powerpoint/2010/main" val="29479428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9446EB-0570-4FDB-BEDD-5386202BD4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Top-down parsing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B6FC119-F352-4D3A-A22D-29E89FED643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dirty="0"/>
                  <a:t>E </a:t>
                </a:r>
                <a:r>
                  <a:rPr lang="en-US" dirty="0">
                    <a:sym typeface="Wingdings" panose="05000000000000000000" pitchFamily="2" charset="2"/>
                  </a:rPr>
                  <a:t> TE’</a:t>
                </a:r>
              </a:p>
              <a:p>
                <a:pPr marL="0" indent="0">
                  <a:buNone/>
                </a:pPr>
                <a:r>
                  <a:rPr lang="en-US" dirty="0">
                    <a:sym typeface="Wingdings" panose="05000000000000000000" pitchFamily="2" charset="2"/>
                  </a:rPr>
                  <a:t>E’  +TE’ |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𝜖</m:t>
                    </m:r>
                  </m:oMath>
                </a14:m>
                <a:endParaRPr lang="en-US" b="0" dirty="0">
                  <a:sym typeface="Wingdings" panose="05000000000000000000" pitchFamily="2" charset="2"/>
                </a:endParaRPr>
              </a:p>
              <a:p>
                <a:pPr marL="0" indent="0">
                  <a:buNone/>
                </a:pPr>
                <a:r>
                  <a:rPr lang="en-US" dirty="0"/>
                  <a:t>T </a:t>
                </a:r>
                <a:r>
                  <a:rPr lang="en-US" dirty="0">
                    <a:sym typeface="Wingdings" panose="05000000000000000000" pitchFamily="2" charset="2"/>
                  </a:rPr>
                  <a:t> FT’</a:t>
                </a:r>
              </a:p>
              <a:p>
                <a:pPr marL="0" indent="0">
                  <a:buNone/>
                </a:pPr>
                <a:r>
                  <a:rPr lang="en-US" dirty="0">
                    <a:sym typeface="Wingdings" panose="05000000000000000000" pitchFamily="2" charset="2"/>
                  </a:rPr>
                  <a:t>T’  *FT’ |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𝜖</m:t>
                    </m:r>
                  </m:oMath>
                </a14:m>
                <a:endParaRPr lang="en-US" b="0" dirty="0">
                  <a:sym typeface="Wingdings" panose="05000000000000000000" pitchFamily="2" charset="2"/>
                </a:endParaRPr>
              </a:p>
              <a:p>
                <a:pPr marL="0" indent="0">
                  <a:buNone/>
                </a:pPr>
                <a:r>
                  <a:rPr lang="en-US" dirty="0"/>
                  <a:t>F </a:t>
                </a:r>
                <a:r>
                  <a:rPr lang="en-US" dirty="0">
                    <a:sym typeface="Wingdings" panose="05000000000000000000" pitchFamily="2" charset="2"/>
                  </a:rPr>
                  <a:t> (E) | id</a:t>
                </a:r>
              </a:p>
              <a:p>
                <a:pPr marL="0" indent="0">
                  <a:buNone/>
                </a:pPr>
                <a:endParaRPr lang="en-US" dirty="0">
                  <a:sym typeface="Wingdings" panose="05000000000000000000" pitchFamily="2" charset="2"/>
                </a:endParaRPr>
              </a:p>
              <a:p>
                <a:pPr marL="0" indent="0">
                  <a:buNone/>
                </a:pPr>
                <a:r>
                  <a:rPr lang="en-US" dirty="0">
                    <a:sym typeface="Wingdings" panose="05000000000000000000" pitchFamily="2" charset="2"/>
                  </a:rPr>
                  <a:t>id + id * id</a:t>
                </a: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B6FC119-F352-4D3A-A22D-29E89FED643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17" t="-26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0047475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9446EB-0570-4FDB-BEDD-5386202BD4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Top-down parsing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B6FC119-F352-4D3A-A22D-29E89FED643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dirty="0"/>
                  <a:t>E </a:t>
                </a:r>
                <a:r>
                  <a:rPr lang="en-US" dirty="0">
                    <a:sym typeface="Wingdings" panose="05000000000000000000" pitchFamily="2" charset="2"/>
                  </a:rPr>
                  <a:t> TE’</a:t>
                </a:r>
              </a:p>
              <a:p>
                <a:pPr marL="0" indent="0">
                  <a:buNone/>
                </a:pPr>
                <a:r>
                  <a:rPr lang="en-US" dirty="0">
                    <a:sym typeface="Wingdings" panose="05000000000000000000" pitchFamily="2" charset="2"/>
                  </a:rPr>
                  <a:t>E’  +TE’ |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𝜖</m:t>
                    </m:r>
                  </m:oMath>
                </a14:m>
                <a:endParaRPr lang="en-US" b="0" dirty="0">
                  <a:sym typeface="Wingdings" panose="05000000000000000000" pitchFamily="2" charset="2"/>
                </a:endParaRPr>
              </a:p>
              <a:p>
                <a:pPr marL="0" indent="0">
                  <a:buNone/>
                </a:pPr>
                <a:r>
                  <a:rPr lang="en-US" dirty="0"/>
                  <a:t>T </a:t>
                </a:r>
                <a:r>
                  <a:rPr lang="en-US" dirty="0">
                    <a:sym typeface="Wingdings" panose="05000000000000000000" pitchFamily="2" charset="2"/>
                  </a:rPr>
                  <a:t> FT’</a:t>
                </a:r>
              </a:p>
              <a:p>
                <a:pPr marL="0" indent="0">
                  <a:buNone/>
                </a:pPr>
                <a:r>
                  <a:rPr lang="en-US" dirty="0">
                    <a:sym typeface="Wingdings" panose="05000000000000000000" pitchFamily="2" charset="2"/>
                  </a:rPr>
                  <a:t>T’  *FT’ |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𝜖</m:t>
                    </m:r>
                  </m:oMath>
                </a14:m>
                <a:endParaRPr lang="en-US" b="0" dirty="0">
                  <a:sym typeface="Wingdings" panose="05000000000000000000" pitchFamily="2" charset="2"/>
                </a:endParaRPr>
              </a:p>
              <a:p>
                <a:pPr marL="0" indent="0">
                  <a:buNone/>
                </a:pPr>
                <a:r>
                  <a:rPr lang="en-US" dirty="0"/>
                  <a:t>F </a:t>
                </a:r>
                <a:r>
                  <a:rPr lang="en-US" dirty="0">
                    <a:sym typeface="Wingdings" panose="05000000000000000000" pitchFamily="2" charset="2"/>
                  </a:rPr>
                  <a:t> (E) | id</a:t>
                </a:r>
              </a:p>
              <a:p>
                <a:pPr marL="0" indent="0">
                  <a:buNone/>
                </a:pPr>
                <a:endParaRPr lang="en-US" dirty="0">
                  <a:sym typeface="Wingdings" panose="05000000000000000000" pitchFamily="2" charset="2"/>
                </a:endParaRPr>
              </a:p>
              <a:p>
                <a:pPr marL="0" indent="0">
                  <a:buNone/>
                </a:pPr>
                <a:r>
                  <a:rPr lang="en-US" dirty="0">
                    <a:sym typeface="Wingdings" panose="05000000000000000000" pitchFamily="2" charset="2"/>
                  </a:rPr>
                  <a:t>id + id * id</a:t>
                </a: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B6FC119-F352-4D3A-A22D-29E89FED643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17" t="-26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0D5547DB-77D2-CFF9-798B-273D88B3A51F}"/>
              </a:ext>
            </a:extLst>
          </p:cNvPr>
          <p:cNvSpPr txBox="1"/>
          <p:nvPr/>
        </p:nvSpPr>
        <p:spPr>
          <a:xfrm>
            <a:off x="8376849" y="1493186"/>
            <a:ext cx="3938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E</a:t>
            </a:r>
            <a:endParaRPr lang="en-IN" b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CA2E1F7-5CB3-F6D1-2FD8-B71A1B908FE9}"/>
              </a:ext>
            </a:extLst>
          </p:cNvPr>
          <p:cNvSpPr txBox="1"/>
          <p:nvPr/>
        </p:nvSpPr>
        <p:spPr>
          <a:xfrm>
            <a:off x="8025812" y="2005184"/>
            <a:ext cx="3938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T</a:t>
            </a:r>
            <a:endParaRPr lang="en-IN" b="1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6D2156F-85D9-CBFA-EC4F-D75F7A9AEAFA}"/>
              </a:ext>
            </a:extLst>
          </p:cNvPr>
          <p:cNvSpPr txBox="1"/>
          <p:nvPr/>
        </p:nvSpPr>
        <p:spPr>
          <a:xfrm>
            <a:off x="9097747" y="2018889"/>
            <a:ext cx="3938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E’</a:t>
            </a:r>
            <a:endParaRPr lang="en-IN" b="1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473BD64-FFE6-07E2-E47A-A44305FC5379}"/>
              </a:ext>
            </a:extLst>
          </p:cNvPr>
          <p:cNvSpPr txBox="1"/>
          <p:nvPr/>
        </p:nvSpPr>
        <p:spPr>
          <a:xfrm>
            <a:off x="7678206" y="2602800"/>
            <a:ext cx="3938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F</a:t>
            </a:r>
            <a:endParaRPr lang="en-IN" b="1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DC848D1-BFD6-E0ED-98AF-2C320176A3BF}"/>
              </a:ext>
            </a:extLst>
          </p:cNvPr>
          <p:cNvSpPr txBox="1"/>
          <p:nvPr/>
        </p:nvSpPr>
        <p:spPr>
          <a:xfrm>
            <a:off x="8387124" y="2613066"/>
            <a:ext cx="3938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T’</a:t>
            </a:r>
            <a:endParaRPr lang="en-IN" b="1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DDEE3FC-C902-DD70-5116-C3B0EB28A513}"/>
              </a:ext>
            </a:extLst>
          </p:cNvPr>
          <p:cNvSpPr txBox="1"/>
          <p:nvPr/>
        </p:nvSpPr>
        <p:spPr>
          <a:xfrm>
            <a:off x="7618275" y="3292880"/>
            <a:ext cx="3938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id</a:t>
            </a:r>
            <a:endParaRPr lang="en-IN" b="1" dirty="0"/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228B59EF-4E3B-D835-7157-D5398D9920F6}"/>
              </a:ext>
            </a:extLst>
          </p:cNvPr>
          <p:cNvCxnSpPr>
            <a:stCxn id="4" idx="2"/>
            <a:endCxn id="5" idx="0"/>
          </p:cNvCxnSpPr>
          <p:nvPr/>
        </p:nvCxnSpPr>
        <p:spPr>
          <a:xfrm flipH="1">
            <a:off x="8222734" y="1862518"/>
            <a:ext cx="351037" cy="14266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051B799F-0A05-E875-D3AE-16151B846794}"/>
              </a:ext>
            </a:extLst>
          </p:cNvPr>
          <p:cNvCxnSpPr>
            <a:stCxn id="4" idx="2"/>
            <a:endCxn id="6" idx="0"/>
          </p:cNvCxnSpPr>
          <p:nvPr/>
        </p:nvCxnSpPr>
        <p:spPr>
          <a:xfrm>
            <a:off x="8573771" y="1862518"/>
            <a:ext cx="720898" cy="15637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3527AE74-18BC-508E-8A67-9CEF974C5F77}"/>
              </a:ext>
            </a:extLst>
          </p:cNvPr>
          <p:cNvCxnSpPr>
            <a:stCxn id="5" idx="2"/>
            <a:endCxn id="7" idx="0"/>
          </p:cNvCxnSpPr>
          <p:nvPr/>
        </p:nvCxnSpPr>
        <p:spPr>
          <a:xfrm flipH="1">
            <a:off x="7875128" y="2374516"/>
            <a:ext cx="347606" cy="22828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9383EC21-38B9-2928-7C82-44F5C32BDD27}"/>
              </a:ext>
            </a:extLst>
          </p:cNvPr>
          <p:cNvCxnSpPr>
            <a:stCxn id="5" idx="2"/>
            <a:endCxn id="8" idx="0"/>
          </p:cNvCxnSpPr>
          <p:nvPr/>
        </p:nvCxnSpPr>
        <p:spPr>
          <a:xfrm>
            <a:off x="8222734" y="2374516"/>
            <a:ext cx="361312" cy="23855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59129B99-E175-554B-8862-6B75415FDECD}"/>
              </a:ext>
            </a:extLst>
          </p:cNvPr>
          <p:cNvCxnSpPr>
            <a:stCxn id="7" idx="2"/>
            <a:endCxn id="9" idx="0"/>
          </p:cNvCxnSpPr>
          <p:nvPr/>
        </p:nvCxnSpPr>
        <p:spPr>
          <a:xfrm flipH="1">
            <a:off x="7815197" y="2972132"/>
            <a:ext cx="59931" cy="32074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323C3CF7-48A5-7CC4-D119-49AD8DCADFDF}"/>
                  </a:ext>
                </a:extLst>
              </p:cNvPr>
              <p:cNvSpPr txBox="1"/>
              <p:nvPr/>
            </p:nvSpPr>
            <p:spPr>
              <a:xfrm>
                <a:off x="8388840" y="3313432"/>
                <a:ext cx="39384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dirty="0" smtClean="0">
                          <a:latin typeface="Cambria Math" panose="02040503050406030204" pitchFamily="18" charset="0"/>
                        </a:rPr>
                        <m:t>𝝐</m:t>
                      </m:r>
                    </m:oMath>
                  </m:oMathPara>
                </a14:m>
                <a:endParaRPr lang="en-IN" b="1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323C3CF7-48A5-7CC4-D119-49AD8DCADFD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8840" y="3313432"/>
                <a:ext cx="393843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BD5133BB-9795-9869-A710-3B7E32EA3A87}"/>
              </a:ext>
            </a:extLst>
          </p:cNvPr>
          <p:cNvCxnSpPr>
            <a:stCxn id="8" idx="2"/>
            <a:endCxn id="15" idx="0"/>
          </p:cNvCxnSpPr>
          <p:nvPr/>
        </p:nvCxnSpPr>
        <p:spPr>
          <a:xfrm>
            <a:off x="8584046" y="2982398"/>
            <a:ext cx="1716" cy="33103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66724232-3951-EBD9-A9AC-D1F0F5025BDC}"/>
              </a:ext>
            </a:extLst>
          </p:cNvPr>
          <p:cNvSpPr txBox="1"/>
          <p:nvPr/>
        </p:nvSpPr>
        <p:spPr>
          <a:xfrm>
            <a:off x="8839187" y="2664446"/>
            <a:ext cx="3938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+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B278C97-8402-C427-9726-5F2ACBB63318}"/>
              </a:ext>
            </a:extLst>
          </p:cNvPr>
          <p:cNvSpPr txBox="1"/>
          <p:nvPr/>
        </p:nvSpPr>
        <p:spPr>
          <a:xfrm>
            <a:off x="9279263" y="2714108"/>
            <a:ext cx="3938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T</a:t>
            </a:r>
            <a:endParaRPr lang="en-IN" b="1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E0B91D7-9817-94D0-9E6C-9541465CA539}"/>
              </a:ext>
            </a:extLst>
          </p:cNvPr>
          <p:cNvSpPr txBox="1"/>
          <p:nvPr/>
        </p:nvSpPr>
        <p:spPr>
          <a:xfrm>
            <a:off x="10489895" y="2599381"/>
            <a:ext cx="3938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E’</a:t>
            </a:r>
            <a:endParaRPr lang="en-IN" b="1" dirty="0"/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675500F2-33B8-A0F7-86C1-F43EB51C11CF}"/>
              </a:ext>
            </a:extLst>
          </p:cNvPr>
          <p:cNvCxnSpPr>
            <a:stCxn id="6" idx="2"/>
            <a:endCxn id="17" idx="0"/>
          </p:cNvCxnSpPr>
          <p:nvPr/>
        </p:nvCxnSpPr>
        <p:spPr>
          <a:xfrm flipH="1">
            <a:off x="9036109" y="2388221"/>
            <a:ext cx="258560" cy="27622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2E8C952C-7B0D-DB75-CE64-73537F5CD9DF}"/>
              </a:ext>
            </a:extLst>
          </p:cNvPr>
          <p:cNvCxnSpPr>
            <a:stCxn id="6" idx="2"/>
            <a:endCxn id="18" idx="0"/>
          </p:cNvCxnSpPr>
          <p:nvPr/>
        </p:nvCxnSpPr>
        <p:spPr>
          <a:xfrm>
            <a:off x="9294669" y="2388221"/>
            <a:ext cx="181516" cy="32588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9F012C57-0E90-BD3D-6DA0-3C4F14AEB410}"/>
              </a:ext>
            </a:extLst>
          </p:cNvPr>
          <p:cNvCxnSpPr>
            <a:stCxn id="6" idx="2"/>
            <a:endCxn id="19" idx="0"/>
          </p:cNvCxnSpPr>
          <p:nvPr/>
        </p:nvCxnSpPr>
        <p:spPr>
          <a:xfrm>
            <a:off x="9294669" y="2388221"/>
            <a:ext cx="1392148" cy="21116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03060D8E-2911-826E-FD15-E0E4C74ADCB2}"/>
              </a:ext>
            </a:extLst>
          </p:cNvPr>
          <p:cNvSpPr txBox="1"/>
          <p:nvPr/>
        </p:nvSpPr>
        <p:spPr>
          <a:xfrm>
            <a:off x="9149139" y="3231228"/>
            <a:ext cx="3938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F</a:t>
            </a:r>
            <a:endParaRPr lang="en-IN" b="1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2536B7E-2567-1EF3-752D-AAA5B17F5469}"/>
              </a:ext>
            </a:extLst>
          </p:cNvPr>
          <p:cNvSpPr txBox="1"/>
          <p:nvPr/>
        </p:nvSpPr>
        <p:spPr>
          <a:xfrm>
            <a:off x="9724495" y="3272316"/>
            <a:ext cx="3938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T’</a:t>
            </a:r>
            <a:endParaRPr lang="en-IN" b="1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3136EE35-2ED3-7E67-1480-3EF3C6472D7C}"/>
              </a:ext>
            </a:extLst>
          </p:cNvPr>
          <p:cNvSpPr txBox="1"/>
          <p:nvPr/>
        </p:nvSpPr>
        <p:spPr>
          <a:xfrm>
            <a:off x="9089210" y="3828845"/>
            <a:ext cx="3938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id</a:t>
            </a:r>
            <a:endParaRPr lang="en-IN" b="1" dirty="0"/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8953F744-D419-8904-1C61-53B5B04F14F5}"/>
              </a:ext>
            </a:extLst>
          </p:cNvPr>
          <p:cNvCxnSpPr>
            <a:stCxn id="18" idx="2"/>
            <a:endCxn id="23" idx="0"/>
          </p:cNvCxnSpPr>
          <p:nvPr/>
        </p:nvCxnSpPr>
        <p:spPr>
          <a:xfrm flipH="1">
            <a:off x="9346061" y="3083440"/>
            <a:ext cx="130124" cy="14778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A4FDB105-32C8-D5BC-3FBC-5147EB51DB47}"/>
              </a:ext>
            </a:extLst>
          </p:cNvPr>
          <p:cNvCxnSpPr>
            <a:stCxn id="18" idx="2"/>
            <a:endCxn id="24" idx="0"/>
          </p:cNvCxnSpPr>
          <p:nvPr/>
        </p:nvCxnSpPr>
        <p:spPr>
          <a:xfrm>
            <a:off x="9476185" y="3083440"/>
            <a:ext cx="445232" cy="18887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7411C712-22B7-7D73-1413-7298A359DC2C}"/>
              </a:ext>
            </a:extLst>
          </p:cNvPr>
          <p:cNvCxnSpPr>
            <a:cxnSpLocks/>
            <a:stCxn id="23" idx="2"/>
            <a:endCxn id="25" idx="0"/>
          </p:cNvCxnSpPr>
          <p:nvPr/>
        </p:nvCxnSpPr>
        <p:spPr>
          <a:xfrm flipH="1">
            <a:off x="9286132" y="3600560"/>
            <a:ext cx="59929" cy="22828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4D51A4C4-841F-3DFA-34D2-94B939FD20B7}"/>
              </a:ext>
            </a:extLst>
          </p:cNvPr>
          <p:cNvSpPr txBox="1"/>
          <p:nvPr/>
        </p:nvSpPr>
        <p:spPr>
          <a:xfrm>
            <a:off x="7820228" y="5671908"/>
            <a:ext cx="1778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id + id * id</a:t>
            </a:r>
            <a:endParaRPr lang="en-IN" dirty="0">
              <a:solidFill>
                <a:srgbClr val="FF0000"/>
              </a:solidFill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FD9E9586-E892-C372-20A1-0BC264FEECAA}"/>
              </a:ext>
            </a:extLst>
          </p:cNvPr>
          <p:cNvSpPr txBox="1"/>
          <p:nvPr/>
        </p:nvSpPr>
        <p:spPr>
          <a:xfrm>
            <a:off x="9477932" y="3878494"/>
            <a:ext cx="3938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*</a:t>
            </a:r>
            <a:endParaRPr lang="en-IN" b="1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09103CFC-A97F-2496-69F2-0DA08C325A4D}"/>
              </a:ext>
            </a:extLst>
          </p:cNvPr>
          <p:cNvSpPr txBox="1"/>
          <p:nvPr/>
        </p:nvSpPr>
        <p:spPr>
          <a:xfrm>
            <a:off x="9799844" y="3881924"/>
            <a:ext cx="3938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F</a:t>
            </a:r>
            <a:endParaRPr lang="en-IN" b="1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5EDF6DC1-5CCA-DA16-6D54-C0EE32559E60}"/>
              </a:ext>
            </a:extLst>
          </p:cNvPr>
          <p:cNvSpPr txBox="1"/>
          <p:nvPr/>
        </p:nvSpPr>
        <p:spPr>
          <a:xfrm>
            <a:off x="10426567" y="3892190"/>
            <a:ext cx="3938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T’</a:t>
            </a:r>
            <a:endParaRPr lang="en-IN" b="1" dirty="0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F0A9CE78-02A4-6546-9FC7-6849162F1417}"/>
              </a:ext>
            </a:extLst>
          </p:cNvPr>
          <p:cNvSpPr txBox="1"/>
          <p:nvPr/>
        </p:nvSpPr>
        <p:spPr>
          <a:xfrm>
            <a:off x="9770734" y="4541179"/>
            <a:ext cx="3938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id</a:t>
            </a:r>
            <a:endParaRPr lang="en-IN" b="1" dirty="0"/>
          </a:p>
        </p:txBody>
      </p: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3BEB9F17-3D9F-D8FB-5C65-BB0C2CC9FC6B}"/>
              </a:ext>
            </a:extLst>
          </p:cNvPr>
          <p:cNvCxnSpPr>
            <a:stCxn id="24" idx="2"/>
            <a:endCxn id="30" idx="0"/>
          </p:cNvCxnSpPr>
          <p:nvPr/>
        </p:nvCxnSpPr>
        <p:spPr>
          <a:xfrm flipH="1">
            <a:off x="9674854" y="3641648"/>
            <a:ext cx="246563" cy="23684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F82A1C24-C214-85F2-AC4D-D96E85496EE7}"/>
              </a:ext>
            </a:extLst>
          </p:cNvPr>
          <p:cNvCxnSpPr>
            <a:stCxn id="24" idx="2"/>
            <a:endCxn id="31" idx="0"/>
          </p:cNvCxnSpPr>
          <p:nvPr/>
        </p:nvCxnSpPr>
        <p:spPr>
          <a:xfrm>
            <a:off x="9921417" y="3641648"/>
            <a:ext cx="75349" cy="24027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3AEAF511-89D2-5F5B-2E07-1E87A12E95F9}"/>
              </a:ext>
            </a:extLst>
          </p:cNvPr>
          <p:cNvCxnSpPr>
            <a:stCxn id="24" idx="2"/>
            <a:endCxn id="32" idx="0"/>
          </p:cNvCxnSpPr>
          <p:nvPr/>
        </p:nvCxnSpPr>
        <p:spPr>
          <a:xfrm>
            <a:off x="9921417" y="3641648"/>
            <a:ext cx="702072" cy="25054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A16451BF-5FB5-6D45-36AD-8EC5ECE98CC1}"/>
              </a:ext>
            </a:extLst>
          </p:cNvPr>
          <p:cNvCxnSpPr>
            <a:stCxn id="31" idx="2"/>
            <a:endCxn id="33" idx="0"/>
          </p:cNvCxnSpPr>
          <p:nvPr/>
        </p:nvCxnSpPr>
        <p:spPr>
          <a:xfrm flipH="1">
            <a:off x="9967656" y="4251256"/>
            <a:ext cx="29110" cy="28992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BC7CA5B6-377A-F425-7CF5-B108331E2CBB}"/>
                  </a:ext>
                </a:extLst>
              </p:cNvPr>
              <p:cNvSpPr txBox="1"/>
              <p:nvPr/>
            </p:nvSpPr>
            <p:spPr>
              <a:xfrm>
                <a:off x="10438563" y="4551459"/>
                <a:ext cx="39384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𝝐</m:t>
                      </m:r>
                    </m:oMath>
                  </m:oMathPara>
                </a14:m>
                <a:endParaRPr lang="en-IN" b="1" dirty="0"/>
              </a:p>
            </p:txBody>
          </p:sp>
        </mc:Choice>
        <mc:Fallback xmlns="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BC7CA5B6-377A-F425-7CF5-B108331E2CB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38563" y="4551459"/>
                <a:ext cx="393843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7A0BB25E-CEFA-4447-DED9-01CD4EFF2985}"/>
              </a:ext>
            </a:extLst>
          </p:cNvPr>
          <p:cNvCxnSpPr>
            <a:stCxn id="32" idx="2"/>
            <a:endCxn id="38" idx="0"/>
          </p:cNvCxnSpPr>
          <p:nvPr/>
        </p:nvCxnSpPr>
        <p:spPr>
          <a:xfrm>
            <a:off x="10623489" y="4261522"/>
            <a:ext cx="11996" cy="28993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E219766A-7371-86B3-C924-7D533A3ECBFE}"/>
                  </a:ext>
                </a:extLst>
              </p:cNvPr>
              <p:cNvSpPr txBox="1"/>
              <p:nvPr/>
            </p:nvSpPr>
            <p:spPr>
              <a:xfrm>
                <a:off x="10515604" y="3241515"/>
                <a:ext cx="39384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𝝐</m:t>
                      </m:r>
                    </m:oMath>
                  </m:oMathPara>
                </a14:m>
                <a:endParaRPr lang="en-IN" b="1" dirty="0"/>
              </a:p>
            </p:txBody>
          </p:sp>
        </mc:Choice>
        <mc:Fallback xmlns="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E219766A-7371-86B3-C924-7D533A3ECBF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15604" y="3241515"/>
                <a:ext cx="393843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0A37AFC1-1CE9-F8BA-1522-28CCD3B8AE94}"/>
              </a:ext>
            </a:extLst>
          </p:cNvPr>
          <p:cNvCxnSpPr>
            <a:stCxn id="19" idx="2"/>
            <a:endCxn id="40" idx="0"/>
          </p:cNvCxnSpPr>
          <p:nvPr/>
        </p:nvCxnSpPr>
        <p:spPr>
          <a:xfrm>
            <a:off x="10686817" y="2968713"/>
            <a:ext cx="25709" cy="27280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5766718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FCE379-96B2-4A2B-AE76-A4A0518061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Leftmost derivation (rollbacks)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35151829-466A-4F5F-B886-765885ACDF8A}"/>
                  </a:ext>
                </a:extLst>
              </p:cNvPr>
              <p:cNvSpPr txBox="1"/>
              <p:nvPr/>
            </p:nvSpPr>
            <p:spPr>
              <a:xfrm>
                <a:off x="731520" y="2346960"/>
                <a:ext cx="1920240" cy="147732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indent="0">
                  <a:buNone/>
                </a:pPr>
                <a:r>
                  <a:rPr lang="en-US" dirty="0"/>
                  <a:t>E </a:t>
                </a:r>
                <a:r>
                  <a:rPr lang="en-US" dirty="0">
                    <a:sym typeface="Wingdings" panose="05000000000000000000" pitchFamily="2" charset="2"/>
                  </a:rPr>
                  <a:t> TE’</a:t>
                </a:r>
              </a:p>
              <a:p>
                <a:pPr marL="0" indent="0">
                  <a:buNone/>
                </a:pPr>
                <a:r>
                  <a:rPr lang="en-US" dirty="0">
                    <a:sym typeface="Wingdings" panose="05000000000000000000" pitchFamily="2" charset="2"/>
                  </a:rPr>
                  <a:t>E’  +TE’ |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𝜖</m:t>
                    </m:r>
                  </m:oMath>
                </a14:m>
                <a:endParaRPr lang="en-US" b="0" dirty="0">
                  <a:sym typeface="Wingdings" panose="05000000000000000000" pitchFamily="2" charset="2"/>
                </a:endParaRPr>
              </a:p>
              <a:p>
                <a:pPr marL="0" indent="0">
                  <a:buNone/>
                </a:pPr>
                <a:r>
                  <a:rPr lang="en-US" dirty="0"/>
                  <a:t>T </a:t>
                </a:r>
                <a:r>
                  <a:rPr lang="en-US" dirty="0">
                    <a:sym typeface="Wingdings" panose="05000000000000000000" pitchFamily="2" charset="2"/>
                  </a:rPr>
                  <a:t> FT’</a:t>
                </a:r>
              </a:p>
              <a:p>
                <a:pPr marL="0" indent="0">
                  <a:buNone/>
                </a:pPr>
                <a:r>
                  <a:rPr lang="en-US" dirty="0">
                    <a:sym typeface="Wingdings" panose="05000000000000000000" pitchFamily="2" charset="2"/>
                  </a:rPr>
                  <a:t>T’  *FT’ |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𝜖</m:t>
                    </m:r>
                  </m:oMath>
                </a14:m>
                <a:endParaRPr lang="en-US" b="0" dirty="0">
                  <a:sym typeface="Wingdings" panose="05000000000000000000" pitchFamily="2" charset="2"/>
                </a:endParaRPr>
              </a:p>
              <a:p>
                <a:pPr marL="0" indent="0">
                  <a:buNone/>
                </a:pPr>
                <a:r>
                  <a:rPr lang="en-US" dirty="0"/>
                  <a:t>F </a:t>
                </a:r>
                <a:r>
                  <a:rPr lang="en-US" dirty="0">
                    <a:sym typeface="Wingdings" panose="05000000000000000000" pitchFamily="2" charset="2"/>
                  </a:rPr>
                  <a:t> (E) | id</a:t>
                </a: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35151829-466A-4F5F-B886-765885ACDF8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1520" y="2346960"/>
                <a:ext cx="1920240" cy="1477328"/>
              </a:xfrm>
              <a:prstGeom prst="rect">
                <a:avLst/>
              </a:prstGeom>
              <a:blipFill>
                <a:blip r:embed="rId2"/>
                <a:stretch>
                  <a:fillRect l="-2540" t="-2479" b="-578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07F73977-52B3-424D-9B6A-CFF1B2330364}"/>
              </a:ext>
            </a:extLst>
          </p:cNvPr>
          <p:cNvSpPr txBox="1"/>
          <p:nvPr/>
        </p:nvSpPr>
        <p:spPr>
          <a:xfrm>
            <a:off x="772160" y="4521200"/>
            <a:ext cx="1778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id + id * id</a:t>
            </a:r>
            <a:endParaRPr lang="en-IN" dirty="0"/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9F8540E8-2206-FDB0-76CF-14289A1E1E94}"/>
              </a:ext>
            </a:extLst>
          </p:cNvPr>
          <p:cNvCxnSpPr>
            <a:cxnSpLocks/>
          </p:cNvCxnSpPr>
          <p:nvPr/>
        </p:nvCxnSpPr>
        <p:spPr>
          <a:xfrm flipV="1">
            <a:off x="782434" y="4757236"/>
            <a:ext cx="0" cy="43121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374B5007-D149-506C-C2FB-8BA089AFD4A1}"/>
              </a:ext>
            </a:extLst>
          </p:cNvPr>
          <p:cNvSpPr txBox="1"/>
          <p:nvPr/>
        </p:nvSpPr>
        <p:spPr>
          <a:xfrm>
            <a:off x="595898" y="5137082"/>
            <a:ext cx="6369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err="1">
                <a:solidFill>
                  <a:srgbClr val="FF0000"/>
                </a:solidFill>
              </a:rPr>
              <a:t>ip</a:t>
            </a:r>
            <a:endParaRPr lang="en-IN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1066114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FCE379-96B2-4A2B-AE76-A4A0518061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8950" y="492154"/>
            <a:ext cx="10515600" cy="1325563"/>
          </a:xfrm>
        </p:spPr>
        <p:txBody>
          <a:bodyPr/>
          <a:lstStyle/>
          <a:p>
            <a:r>
              <a:rPr lang="en-US" dirty="0"/>
              <a:t>Leftmost derivation (rollbacks)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35151829-466A-4F5F-B886-765885ACDF8A}"/>
                  </a:ext>
                </a:extLst>
              </p:cNvPr>
              <p:cNvSpPr txBox="1"/>
              <p:nvPr/>
            </p:nvSpPr>
            <p:spPr>
              <a:xfrm>
                <a:off x="731520" y="2346960"/>
                <a:ext cx="1920240" cy="147732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indent="0">
                  <a:buNone/>
                </a:pPr>
                <a:r>
                  <a:rPr lang="en-US" dirty="0"/>
                  <a:t>E </a:t>
                </a:r>
                <a:r>
                  <a:rPr lang="en-US" dirty="0">
                    <a:sym typeface="Wingdings" panose="05000000000000000000" pitchFamily="2" charset="2"/>
                  </a:rPr>
                  <a:t> TE’</a:t>
                </a:r>
              </a:p>
              <a:p>
                <a:pPr marL="0" indent="0">
                  <a:buNone/>
                </a:pPr>
                <a:r>
                  <a:rPr lang="en-US" dirty="0">
                    <a:sym typeface="Wingdings" panose="05000000000000000000" pitchFamily="2" charset="2"/>
                  </a:rPr>
                  <a:t>E’  +TE’ |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𝜖</m:t>
                    </m:r>
                  </m:oMath>
                </a14:m>
                <a:endParaRPr lang="en-US" b="0" dirty="0">
                  <a:sym typeface="Wingdings" panose="05000000000000000000" pitchFamily="2" charset="2"/>
                </a:endParaRPr>
              </a:p>
              <a:p>
                <a:pPr marL="0" indent="0">
                  <a:buNone/>
                </a:pPr>
                <a:r>
                  <a:rPr lang="en-US" dirty="0"/>
                  <a:t>T </a:t>
                </a:r>
                <a:r>
                  <a:rPr lang="en-US" dirty="0">
                    <a:sym typeface="Wingdings" panose="05000000000000000000" pitchFamily="2" charset="2"/>
                  </a:rPr>
                  <a:t> FT’</a:t>
                </a:r>
              </a:p>
              <a:p>
                <a:pPr marL="0" indent="0">
                  <a:buNone/>
                </a:pPr>
                <a:r>
                  <a:rPr lang="en-US" dirty="0">
                    <a:sym typeface="Wingdings" panose="05000000000000000000" pitchFamily="2" charset="2"/>
                  </a:rPr>
                  <a:t>T’  *FT’ |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𝜖</m:t>
                    </m:r>
                  </m:oMath>
                </a14:m>
                <a:endParaRPr lang="en-US" b="0" dirty="0">
                  <a:sym typeface="Wingdings" panose="05000000000000000000" pitchFamily="2" charset="2"/>
                </a:endParaRPr>
              </a:p>
              <a:p>
                <a:pPr marL="0" indent="0">
                  <a:buNone/>
                </a:pPr>
                <a:r>
                  <a:rPr lang="en-US" dirty="0"/>
                  <a:t>F </a:t>
                </a:r>
                <a:r>
                  <a:rPr lang="en-US" dirty="0">
                    <a:sym typeface="Wingdings" panose="05000000000000000000" pitchFamily="2" charset="2"/>
                  </a:rPr>
                  <a:t> (E) | id</a:t>
                </a: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35151829-466A-4F5F-B886-765885ACDF8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1520" y="2346960"/>
                <a:ext cx="1920240" cy="1477328"/>
              </a:xfrm>
              <a:prstGeom prst="rect">
                <a:avLst/>
              </a:prstGeom>
              <a:blipFill>
                <a:blip r:embed="rId2"/>
                <a:stretch>
                  <a:fillRect l="-2540" t="-2479" b="-578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07F73977-52B3-424D-9B6A-CFF1B2330364}"/>
              </a:ext>
            </a:extLst>
          </p:cNvPr>
          <p:cNvSpPr txBox="1"/>
          <p:nvPr/>
        </p:nvSpPr>
        <p:spPr>
          <a:xfrm>
            <a:off x="772160" y="4521200"/>
            <a:ext cx="1778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id + id * id</a:t>
            </a:r>
            <a:endParaRPr lang="en-IN" dirty="0"/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9F8540E8-2206-FDB0-76CF-14289A1E1E94}"/>
              </a:ext>
            </a:extLst>
          </p:cNvPr>
          <p:cNvCxnSpPr>
            <a:cxnSpLocks/>
          </p:cNvCxnSpPr>
          <p:nvPr/>
        </p:nvCxnSpPr>
        <p:spPr>
          <a:xfrm flipV="1">
            <a:off x="782434" y="4757236"/>
            <a:ext cx="0" cy="43121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374B5007-D149-506C-C2FB-8BA089AFD4A1}"/>
              </a:ext>
            </a:extLst>
          </p:cNvPr>
          <p:cNvSpPr txBox="1"/>
          <p:nvPr/>
        </p:nvSpPr>
        <p:spPr>
          <a:xfrm>
            <a:off x="595898" y="5137082"/>
            <a:ext cx="6369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err="1">
                <a:solidFill>
                  <a:srgbClr val="FF0000"/>
                </a:solidFill>
              </a:rPr>
              <a:t>ip</a:t>
            </a:r>
            <a:endParaRPr lang="en-IN" b="1" dirty="0">
              <a:solidFill>
                <a:srgbClr val="FF0000"/>
              </a:solidFill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41671F4-00FC-A586-286A-EFE91BFC2932}"/>
              </a:ext>
            </a:extLst>
          </p:cNvPr>
          <p:cNvSpPr txBox="1"/>
          <p:nvPr/>
        </p:nvSpPr>
        <p:spPr>
          <a:xfrm>
            <a:off x="3669587" y="1532560"/>
            <a:ext cx="3938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E</a:t>
            </a:r>
            <a:endParaRPr lang="en-IN" b="1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F4CC643-C646-8CFE-33D4-C2FA5A1C29CC}"/>
              </a:ext>
            </a:extLst>
          </p:cNvPr>
          <p:cNvSpPr txBox="1"/>
          <p:nvPr/>
        </p:nvSpPr>
        <p:spPr>
          <a:xfrm>
            <a:off x="3318550" y="2044558"/>
            <a:ext cx="3938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T</a:t>
            </a:r>
            <a:endParaRPr lang="en-IN" b="1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797B042-76CC-94E5-4617-8F82DAD7FB47}"/>
              </a:ext>
            </a:extLst>
          </p:cNvPr>
          <p:cNvSpPr txBox="1"/>
          <p:nvPr/>
        </p:nvSpPr>
        <p:spPr>
          <a:xfrm>
            <a:off x="4010345" y="2058263"/>
            <a:ext cx="3938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E’</a:t>
            </a:r>
            <a:endParaRPr lang="en-IN" b="1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CEC89D5-497C-579F-1FF0-F84982059A51}"/>
              </a:ext>
            </a:extLst>
          </p:cNvPr>
          <p:cNvSpPr txBox="1"/>
          <p:nvPr/>
        </p:nvSpPr>
        <p:spPr>
          <a:xfrm>
            <a:off x="2970944" y="2642174"/>
            <a:ext cx="3938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F</a:t>
            </a:r>
            <a:endParaRPr lang="en-IN" b="1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70C5B57B-F508-93D8-E7F7-FA0470E6D2D1}"/>
              </a:ext>
            </a:extLst>
          </p:cNvPr>
          <p:cNvSpPr txBox="1"/>
          <p:nvPr/>
        </p:nvSpPr>
        <p:spPr>
          <a:xfrm>
            <a:off x="3679862" y="2652440"/>
            <a:ext cx="3938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T’</a:t>
            </a:r>
            <a:endParaRPr lang="en-IN" b="1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AB9D495E-2C0C-691D-4575-3B386E4DE892}"/>
              </a:ext>
            </a:extLst>
          </p:cNvPr>
          <p:cNvSpPr txBox="1"/>
          <p:nvPr/>
        </p:nvSpPr>
        <p:spPr>
          <a:xfrm>
            <a:off x="2542849" y="3292866"/>
            <a:ext cx="3938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(</a:t>
            </a:r>
            <a:endParaRPr lang="en-IN" b="1" dirty="0">
              <a:solidFill>
                <a:srgbClr val="FF0000"/>
              </a:solidFill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D269AFED-5030-FD3D-CC74-F0285B1C92FC}"/>
              </a:ext>
            </a:extLst>
          </p:cNvPr>
          <p:cNvSpPr txBox="1"/>
          <p:nvPr/>
        </p:nvSpPr>
        <p:spPr>
          <a:xfrm>
            <a:off x="2911013" y="3332254"/>
            <a:ext cx="3938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E</a:t>
            </a:r>
            <a:endParaRPr lang="en-IN" b="1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786A6FA1-9D52-FB05-A2AB-B9990DB1435D}"/>
              </a:ext>
            </a:extLst>
          </p:cNvPr>
          <p:cNvSpPr txBox="1"/>
          <p:nvPr/>
        </p:nvSpPr>
        <p:spPr>
          <a:xfrm>
            <a:off x="3385334" y="3333963"/>
            <a:ext cx="3938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)</a:t>
            </a:r>
            <a:endParaRPr lang="en-IN" b="1" dirty="0"/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14A09FA7-E92E-5AE8-0053-F0F2B51B767B}"/>
              </a:ext>
            </a:extLst>
          </p:cNvPr>
          <p:cNvCxnSpPr>
            <a:stCxn id="22" idx="2"/>
            <a:endCxn id="23" idx="0"/>
          </p:cNvCxnSpPr>
          <p:nvPr/>
        </p:nvCxnSpPr>
        <p:spPr>
          <a:xfrm flipH="1">
            <a:off x="3515472" y="1901892"/>
            <a:ext cx="351037" cy="14266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06337688-69D0-EC59-842E-C2EE9F57EB57}"/>
              </a:ext>
            </a:extLst>
          </p:cNvPr>
          <p:cNvCxnSpPr>
            <a:stCxn id="22" idx="2"/>
            <a:endCxn id="25" idx="0"/>
          </p:cNvCxnSpPr>
          <p:nvPr/>
        </p:nvCxnSpPr>
        <p:spPr>
          <a:xfrm>
            <a:off x="3866509" y="1901892"/>
            <a:ext cx="340758" cy="15637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71B4C15B-BCE3-2BF8-D50D-8BB7AAE01023}"/>
              </a:ext>
            </a:extLst>
          </p:cNvPr>
          <p:cNvCxnSpPr>
            <a:stCxn id="23" idx="2"/>
            <a:endCxn id="26" idx="0"/>
          </p:cNvCxnSpPr>
          <p:nvPr/>
        </p:nvCxnSpPr>
        <p:spPr>
          <a:xfrm flipH="1">
            <a:off x="3167866" y="2413890"/>
            <a:ext cx="347606" cy="22828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BE83EA78-0063-2E5A-7D76-A54164466B63}"/>
              </a:ext>
            </a:extLst>
          </p:cNvPr>
          <p:cNvCxnSpPr>
            <a:stCxn id="23" idx="2"/>
            <a:endCxn id="27" idx="0"/>
          </p:cNvCxnSpPr>
          <p:nvPr/>
        </p:nvCxnSpPr>
        <p:spPr>
          <a:xfrm>
            <a:off x="3515472" y="2413890"/>
            <a:ext cx="361312" cy="23855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726E9891-C706-11BD-C56F-C2373E6D7CA9}"/>
              </a:ext>
            </a:extLst>
          </p:cNvPr>
          <p:cNvCxnSpPr>
            <a:stCxn id="26" idx="2"/>
            <a:endCxn id="28" idx="0"/>
          </p:cNvCxnSpPr>
          <p:nvPr/>
        </p:nvCxnSpPr>
        <p:spPr>
          <a:xfrm flipH="1">
            <a:off x="2739771" y="3011506"/>
            <a:ext cx="428095" cy="28136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68D7F5B0-6DFA-B9F4-7F99-BA0C8F633DDD}"/>
              </a:ext>
            </a:extLst>
          </p:cNvPr>
          <p:cNvCxnSpPr>
            <a:stCxn id="26" idx="2"/>
            <a:endCxn id="30" idx="0"/>
          </p:cNvCxnSpPr>
          <p:nvPr/>
        </p:nvCxnSpPr>
        <p:spPr>
          <a:xfrm>
            <a:off x="3167866" y="3011506"/>
            <a:ext cx="414390" cy="32245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8D71FAFF-DC66-C133-A6C9-ED3A6E016FE2}"/>
              </a:ext>
            </a:extLst>
          </p:cNvPr>
          <p:cNvCxnSpPr>
            <a:stCxn id="26" idx="2"/>
            <a:endCxn id="29" idx="0"/>
          </p:cNvCxnSpPr>
          <p:nvPr/>
        </p:nvCxnSpPr>
        <p:spPr>
          <a:xfrm flipH="1">
            <a:off x="3107935" y="3011506"/>
            <a:ext cx="59931" cy="32074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TextBox 42">
            <a:extLst>
              <a:ext uri="{FF2B5EF4-FFF2-40B4-BE49-F238E27FC236}">
                <a16:creationId xmlns:a16="http://schemas.microsoft.com/office/drawing/2014/main" id="{D68360D8-BB8C-77F6-D949-556FD195BC50}"/>
              </a:ext>
            </a:extLst>
          </p:cNvPr>
          <p:cNvSpPr txBox="1"/>
          <p:nvPr/>
        </p:nvSpPr>
        <p:spPr>
          <a:xfrm>
            <a:off x="5845992" y="1643864"/>
            <a:ext cx="3938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E</a:t>
            </a:r>
            <a:endParaRPr lang="en-IN" b="1" dirty="0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7B2671D4-29E4-4B7D-5279-B677898A1211}"/>
              </a:ext>
            </a:extLst>
          </p:cNvPr>
          <p:cNvSpPr txBox="1"/>
          <p:nvPr/>
        </p:nvSpPr>
        <p:spPr>
          <a:xfrm>
            <a:off x="5494955" y="2155862"/>
            <a:ext cx="3938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T</a:t>
            </a:r>
            <a:endParaRPr lang="en-IN" b="1" dirty="0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3B139D15-1DBC-CF05-8ABF-D1B16636E4C6}"/>
              </a:ext>
            </a:extLst>
          </p:cNvPr>
          <p:cNvSpPr txBox="1"/>
          <p:nvPr/>
        </p:nvSpPr>
        <p:spPr>
          <a:xfrm>
            <a:off x="6186750" y="2169567"/>
            <a:ext cx="3938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E’</a:t>
            </a:r>
            <a:endParaRPr lang="en-IN" b="1" dirty="0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78902BC7-49E1-BE85-2308-463CD83A47D7}"/>
              </a:ext>
            </a:extLst>
          </p:cNvPr>
          <p:cNvSpPr txBox="1"/>
          <p:nvPr/>
        </p:nvSpPr>
        <p:spPr>
          <a:xfrm>
            <a:off x="5147349" y="2753478"/>
            <a:ext cx="3938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F</a:t>
            </a:r>
            <a:endParaRPr lang="en-IN" b="1" dirty="0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C139B289-4088-F596-5BD0-466C9860D2D6}"/>
              </a:ext>
            </a:extLst>
          </p:cNvPr>
          <p:cNvSpPr txBox="1"/>
          <p:nvPr/>
        </p:nvSpPr>
        <p:spPr>
          <a:xfrm>
            <a:off x="5856267" y="2763744"/>
            <a:ext cx="3938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T’</a:t>
            </a:r>
            <a:endParaRPr lang="en-IN" b="1" dirty="0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8BF56DB1-648C-46DC-8551-613E3EF14CDB}"/>
              </a:ext>
            </a:extLst>
          </p:cNvPr>
          <p:cNvSpPr txBox="1"/>
          <p:nvPr/>
        </p:nvSpPr>
        <p:spPr>
          <a:xfrm>
            <a:off x="5087418" y="3443558"/>
            <a:ext cx="3938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id</a:t>
            </a:r>
            <a:endParaRPr lang="en-IN" b="1" dirty="0"/>
          </a:p>
        </p:txBody>
      </p: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7E5138B5-9968-FDAC-D25F-FF6239B9A57C}"/>
              </a:ext>
            </a:extLst>
          </p:cNvPr>
          <p:cNvCxnSpPr>
            <a:stCxn id="43" idx="2"/>
            <a:endCxn id="44" idx="0"/>
          </p:cNvCxnSpPr>
          <p:nvPr/>
        </p:nvCxnSpPr>
        <p:spPr>
          <a:xfrm flipH="1">
            <a:off x="5691877" y="2013196"/>
            <a:ext cx="351037" cy="14266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439D6302-B501-0177-A13E-899B910E658F}"/>
              </a:ext>
            </a:extLst>
          </p:cNvPr>
          <p:cNvCxnSpPr>
            <a:stCxn id="43" idx="2"/>
            <a:endCxn id="45" idx="0"/>
          </p:cNvCxnSpPr>
          <p:nvPr/>
        </p:nvCxnSpPr>
        <p:spPr>
          <a:xfrm>
            <a:off x="6042914" y="2013196"/>
            <a:ext cx="340758" cy="15637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05B9C3A6-5802-73EF-3070-FA451C78B325}"/>
              </a:ext>
            </a:extLst>
          </p:cNvPr>
          <p:cNvCxnSpPr>
            <a:stCxn id="44" idx="2"/>
            <a:endCxn id="46" idx="0"/>
          </p:cNvCxnSpPr>
          <p:nvPr/>
        </p:nvCxnSpPr>
        <p:spPr>
          <a:xfrm flipH="1">
            <a:off x="5344271" y="2525194"/>
            <a:ext cx="347606" cy="22828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CFC4218E-9700-188D-5615-982654E6660F}"/>
              </a:ext>
            </a:extLst>
          </p:cNvPr>
          <p:cNvCxnSpPr>
            <a:stCxn id="44" idx="2"/>
            <a:endCxn id="47" idx="0"/>
          </p:cNvCxnSpPr>
          <p:nvPr/>
        </p:nvCxnSpPr>
        <p:spPr>
          <a:xfrm>
            <a:off x="5691877" y="2525194"/>
            <a:ext cx="361312" cy="23855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5C024768-E713-A4C6-DDBA-A24180D9C9C6}"/>
              </a:ext>
            </a:extLst>
          </p:cNvPr>
          <p:cNvCxnSpPr>
            <a:stCxn id="46" idx="2"/>
            <a:endCxn id="49" idx="0"/>
          </p:cNvCxnSpPr>
          <p:nvPr/>
        </p:nvCxnSpPr>
        <p:spPr>
          <a:xfrm flipH="1">
            <a:off x="5284340" y="3122810"/>
            <a:ext cx="59931" cy="32074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TextBox 57">
            <a:extLst>
              <a:ext uri="{FF2B5EF4-FFF2-40B4-BE49-F238E27FC236}">
                <a16:creationId xmlns:a16="http://schemas.microsoft.com/office/drawing/2014/main" id="{685C5F86-C689-779B-31DE-8689EC726F98}"/>
              </a:ext>
            </a:extLst>
          </p:cNvPr>
          <p:cNvSpPr txBox="1"/>
          <p:nvPr/>
        </p:nvSpPr>
        <p:spPr>
          <a:xfrm>
            <a:off x="5618263" y="3512050"/>
            <a:ext cx="3938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*</a:t>
            </a:r>
            <a:endParaRPr lang="en-IN" b="1" dirty="0">
              <a:solidFill>
                <a:srgbClr val="FF0000"/>
              </a:solidFill>
            </a:endParaRP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DD26A9F3-197C-98A3-C077-7E446EE98DDF}"/>
              </a:ext>
            </a:extLst>
          </p:cNvPr>
          <p:cNvSpPr txBox="1"/>
          <p:nvPr/>
        </p:nvSpPr>
        <p:spPr>
          <a:xfrm>
            <a:off x="5940175" y="3464110"/>
            <a:ext cx="3938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F</a:t>
            </a:r>
            <a:endParaRPr lang="en-IN" b="1" dirty="0"/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3A22E309-4809-6C7C-5CE3-C307005F7E3E}"/>
              </a:ext>
            </a:extLst>
          </p:cNvPr>
          <p:cNvSpPr txBox="1"/>
          <p:nvPr/>
        </p:nvSpPr>
        <p:spPr>
          <a:xfrm>
            <a:off x="6248402" y="3464102"/>
            <a:ext cx="3938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T’</a:t>
            </a:r>
            <a:endParaRPr lang="en-IN" b="1" dirty="0"/>
          </a:p>
        </p:txBody>
      </p:sp>
      <p:cxnSp>
        <p:nvCxnSpPr>
          <p:cNvPr id="62" name="Straight Arrow Connector 61">
            <a:extLst>
              <a:ext uri="{FF2B5EF4-FFF2-40B4-BE49-F238E27FC236}">
                <a16:creationId xmlns:a16="http://schemas.microsoft.com/office/drawing/2014/main" id="{3898702E-EBBF-18EB-4E93-8399FDF09943}"/>
              </a:ext>
            </a:extLst>
          </p:cNvPr>
          <p:cNvCxnSpPr>
            <a:stCxn id="47" idx="2"/>
            <a:endCxn id="58" idx="0"/>
          </p:cNvCxnSpPr>
          <p:nvPr/>
        </p:nvCxnSpPr>
        <p:spPr>
          <a:xfrm flipH="1">
            <a:off x="5815185" y="3133076"/>
            <a:ext cx="238004" cy="37897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Straight Arrow Connector 63">
            <a:extLst>
              <a:ext uri="{FF2B5EF4-FFF2-40B4-BE49-F238E27FC236}">
                <a16:creationId xmlns:a16="http://schemas.microsoft.com/office/drawing/2014/main" id="{AE60692D-E136-0429-9F43-FDC23255527B}"/>
              </a:ext>
            </a:extLst>
          </p:cNvPr>
          <p:cNvCxnSpPr>
            <a:stCxn id="47" idx="2"/>
            <a:endCxn id="59" idx="0"/>
          </p:cNvCxnSpPr>
          <p:nvPr/>
        </p:nvCxnSpPr>
        <p:spPr>
          <a:xfrm>
            <a:off x="6053189" y="3133076"/>
            <a:ext cx="83908" cy="33103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Straight Arrow Connector 65">
            <a:extLst>
              <a:ext uri="{FF2B5EF4-FFF2-40B4-BE49-F238E27FC236}">
                <a16:creationId xmlns:a16="http://schemas.microsoft.com/office/drawing/2014/main" id="{BFDDF088-D91E-6E17-1A56-6CB85F21E687}"/>
              </a:ext>
            </a:extLst>
          </p:cNvPr>
          <p:cNvCxnSpPr>
            <a:stCxn id="47" idx="2"/>
            <a:endCxn id="60" idx="0"/>
          </p:cNvCxnSpPr>
          <p:nvPr/>
        </p:nvCxnSpPr>
        <p:spPr>
          <a:xfrm>
            <a:off x="6053189" y="3133076"/>
            <a:ext cx="392135" cy="33102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" name="TextBox 66">
            <a:extLst>
              <a:ext uri="{FF2B5EF4-FFF2-40B4-BE49-F238E27FC236}">
                <a16:creationId xmlns:a16="http://schemas.microsoft.com/office/drawing/2014/main" id="{E2B48656-3854-AF42-F8CD-D6714B965167}"/>
              </a:ext>
            </a:extLst>
          </p:cNvPr>
          <p:cNvSpPr txBox="1"/>
          <p:nvPr/>
        </p:nvSpPr>
        <p:spPr>
          <a:xfrm>
            <a:off x="8751861" y="1210644"/>
            <a:ext cx="3938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E</a:t>
            </a:r>
            <a:endParaRPr lang="en-IN" b="1" dirty="0"/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3121BBC0-8F55-67F4-4F02-310F5EE5B13E}"/>
              </a:ext>
            </a:extLst>
          </p:cNvPr>
          <p:cNvSpPr txBox="1"/>
          <p:nvPr/>
        </p:nvSpPr>
        <p:spPr>
          <a:xfrm>
            <a:off x="8400824" y="1722642"/>
            <a:ext cx="3938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T</a:t>
            </a:r>
            <a:endParaRPr lang="en-IN" b="1" dirty="0"/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B5244D19-F330-7C39-8B66-7A1F7B902164}"/>
              </a:ext>
            </a:extLst>
          </p:cNvPr>
          <p:cNvSpPr txBox="1"/>
          <p:nvPr/>
        </p:nvSpPr>
        <p:spPr>
          <a:xfrm>
            <a:off x="9472759" y="1736347"/>
            <a:ext cx="3938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E’</a:t>
            </a:r>
            <a:endParaRPr lang="en-IN" b="1" dirty="0"/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BE925AAD-868D-1066-23F4-8877534E88C3}"/>
              </a:ext>
            </a:extLst>
          </p:cNvPr>
          <p:cNvSpPr txBox="1"/>
          <p:nvPr/>
        </p:nvSpPr>
        <p:spPr>
          <a:xfrm>
            <a:off x="8053218" y="2320258"/>
            <a:ext cx="3938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F</a:t>
            </a:r>
            <a:endParaRPr lang="en-IN" b="1" dirty="0"/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4B4D0B42-A58A-0248-38BC-3F2C9B3FF0EB}"/>
              </a:ext>
            </a:extLst>
          </p:cNvPr>
          <p:cNvSpPr txBox="1"/>
          <p:nvPr/>
        </p:nvSpPr>
        <p:spPr>
          <a:xfrm>
            <a:off x="8762136" y="2330524"/>
            <a:ext cx="3938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T’</a:t>
            </a:r>
            <a:endParaRPr lang="en-IN" b="1" dirty="0"/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2430C924-207D-E7A8-F5A4-D0DE0D35B328}"/>
              </a:ext>
            </a:extLst>
          </p:cNvPr>
          <p:cNvSpPr txBox="1"/>
          <p:nvPr/>
        </p:nvSpPr>
        <p:spPr>
          <a:xfrm>
            <a:off x="7993287" y="3010338"/>
            <a:ext cx="3938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id</a:t>
            </a:r>
            <a:endParaRPr lang="en-IN" b="1" dirty="0"/>
          </a:p>
        </p:txBody>
      </p:sp>
      <p:cxnSp>
        <p:nvCxnSpPr>
          <p:cNvPr id="73" name="Straight Arrow Connector 72">
            <a:extLst>
              <a:ext uri="{FF2B5EF4-FFF2-40B4-BE49-F238E27FC236}">
                <a16:creationId xmlns:a16="http://schemas.microsoft.com/office/drawing/2014/main" id="{3368D05C-F773-A75D-4579-47433C70E8A8}"/>
              </a:ext>
            </a:extLst>
          </p:cNvPr>
          <p:cNvCxnSpPr>
            <a:stCxn id="67" idx="2"/>
            <a:endCxn id="68" idx="0"/>
          </p:cNvCxnSpPr>
          <p:nvPr/>
        </p:nvCxnSpPr>
        <p:spPr>
          <a:xfrm flipH="1">
            <a:off x="8597746" y="1579976"/>
            <a:ext cx="351037" cy="14266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Straight Arrow Connector 73">
            <a:extLst>
              <a:ext uri="{FF2B5EF4-FFF2-40B4-BE49-F238E27FC236}">
                <a16:creationId xmlns:a16="http://schemas.microsoft.com/office/drawing/2014/main" id="{59EABAB6-5165-2B70-140A-38470DADC674}"/>
              </a:ext>
            </a:extLst>
          </p:cNvPr>
          <p:cNvCxnSpPr>
            <a:stCxn id="67" idx="2"/>
            <a:endCxn id="69" idx="0"/>
          </p:cNvCxnSpPr>
          <p:nvPr/>
        </p:nvCxnSpPr>
        <p:spPr>
          <a:xfrm>
            <a:off x="8948783" y="1579976"/>
            <a:ext cx="720898" cy="15637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Straight Arrow Connector 74">
            <a:extLst>
              <a:ext uri="{FF2B5EF4-FFF2-40B4-BE49-F238E27FC236}">
                <a16:creationId xmlns:a16="http://schemas.microsoft.com/office/drawing/2014/main" id="{76BA0996-E9A9-2CD5-29B6-241BE8DBF371}"/>
              </a:ext>
            </a:extLst>
          </p:cNvPr>
          <p:cNvCxnSpPr>
            <a:stCxn id="68" idx="2"/>
            <a:endCxn id="70" idx="0"/>
          </p:cNvCxnSpPr>
          <p:nvPr/>
        </p:nvCxnSpPr>
        <p:spPr>
          <a:xfrm flipH="1">
            <a:off x="8250140" y="2091974"/>
            <a:ext cx="347606" cy="22828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Straight Arrow Connector 75">
            <a:extLst>
              <a:ext uri="{FF2B5EF4-FFF2-40B4-BE49-F238E27FC236}">
                <a16:creationId xmlns:a16="http://schemas.microsoft.com/office/drawing/2014/main" id="{6F6EBD4F-C01E-E55A-9780-4555757132D2}"/>
              </a:ext>
            </a:extLst>
          </p:cNvPr>
          <p:cNvCxnSpPr>
            <a:stCxn id="68" idx="2"/>
            <a:endCxn id="71" idx="0"/>
          </p:cNvCxnSpPr>
          <p:nvPr/>
        </p:nvCxnSpPr>
        <p:spPr>
          <a:xfrm>
            <a:off x="8597746" y="2091974"/>
            <a:ext cx="361312" cy="23855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Straight Arrow Connector 76">
            <a:extLst>
              <a:ext uri="{FF2B5EF4-FFF2-40B4-BE49-F238E27FC236}">
                <a16:creationId xmlns:a16="http://schemas.microsoft.com/office/drawing/2014/main" id="{55A6DEBD-2A2C-E65C-07E6-DAACAD1F98F0}"/>
              </a:ext>
            </a:extLst>
          </p:cNvPr>
          <p:cNvCxnSpPr>
            <a:stCxn id="70" idx="2"/>
            <a:endCxn id="72" idx="0"/>
          </p:cNvCxnSpPr>
          <p:nvPr/>
        </p:nvCxnSpPr>
        <p:spPr>
          <a:xfrm flipH="1">
            <a:off x="8190209" y="2689590"/>
            <a:ext cx="59931" cy="32074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9" name="TextBox 78">
                <a:extLst>
                  <a:ext uri="{FF2B5EF4-FFF2-40B4-BE49-F238E27FC236}">
                    <a16:creationId xmlns:a16="http://schemas.microsoft.com/office/drawing/2014/main" id="{811E96EF-3122-B639-1F65-F201DC52A540}"/>
                  </a:ext>
                </a:extLst>
              </p:cNvPr>
              <p:cNvSpPr txBox="1"/>
              <p:nvPr/>
            </p:nvSpPr>
            <p:spPr>
              <a:xfrm>
                <a:off x="8763852" y="3030890"/>
                <a:ext cx="39384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dirty="0" smtClean="0">
                          <a:latin typeface="Cambria Math" panose="02040503050406030204" pitchFamily="18" charset="0"/>
                        </a:rPr>
                        <m:t>𝝐</m:t>
                      </m:r>
                    </m:oMath>
                  </m:oMathPara>
                </a14:m>
                <a:endParaRPr lang="en-IN" b="1" dirty="0"/>
              </a:p>
            </p:txBody>
          </p:sp>
        </mc:Choice>
        <mc:Fallback xmlns="">
          <p:sp>
            <p:nvSpPr>
              <p:cNvPr id="79" name="TextBox 78">
                <a:extLst>
                  <a:ext uri="{FF2B5EF4-FFF2-40B4-BE49-F238E27FC236}">
                    <a16:creationId xmlns:a16="http://schemas.microsoft.com/office/drawing/2014/main" id="{811E96EF-3122-B639-1F65-F201DC52A54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63852" y="3030890"/>
                <a:ext cx="393843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2" name="Straight Arrow Connector 81">
            <a:extLst>
              <a:ext uri="{FF2B5EF4-FFF2-40B4-BE49-F238E27FC236}">
                <a16:creationId xmlns:a16="http://schemas.microsoft.com/office/drawing/2014/main" id="{CDB19960-92D9-5705-48DC-4236B6F9B710}"/>
              </a:ext>
            </a:extLst>
          </p:cNvPr>
          <p:cNvCxnSpPr>
            <a:stCxn id="71" idx="2"/>
            <a:endCxn id="79" idx="0"/>
          </p:cNvCxnSpPr>
          <p:nvPr/>
        </p:nvCxnSpPr>
        <p:spPr>
          <a:xfrm>
            <a:off x="8959058" y="2699856"/>
            <a:ext cx="1716" cy="33103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4" name="TextBox 83">
            <a:extLst>
              <a:ext uri="{FF2B5EF4-FFF2-40B4-BE49-F238E27FC236}">
                <a16:creationId xmlns:a16="http://schemas.microsoft.com/office/drawing/2014/main" id="{3CAF9ED2-D137-D9A4-7C12-393B5A4BF76E}"/>
              </a:ext>
            </a:extLst>
          </p:cNvPr>
          <p:cNvSpPr txBox="1"/>
          <p:nvPr/>
        </p:nvSpPr>
        <p:spPr>
          <a:xfrm>
            <a:off x="9214199" y="2381904"/>
            <a:ext cx="3938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+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1AF5B0A6-25E3-7522-3D55-7AECB3E3547F}"/>
              </a:ext>
            </a:extLst>
          </p:cNvPr>
          <p:cNvSpPr txBox="1"/>
          <p:nvPr/>
        </p:nvSpPr>
        <p:spPr>
          <a:xfrm>
            <a:off x="9654275" y="2431566"/>
            <a:ext cx="3938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T</a:t>
            </a:r>
            <a:endParaRPr lang="en-IN" b="1" dirty="0"/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B183B847-ED73-9F8B-7D86-2BBB21BC2053}"/>
              </a:ext>
            </a:extLst>
          </p:cNvPr>
          <p:cNvSpPr txBox="1"/>
          <p:nvPr/>
        </p:nvSpPr>
        <p:spPr>
          <a:xfrm>
            <a:off x="10145720" y="2399031"/>
            <a:ext cx="3938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E’</a:t>
            </a:r>
            <a:endParaRPr lang="en-IN" b="1" dirty="0"/>
          </a:p>
        </p:txBody>
      </p:sp>
      <p:cxnSp>
        <p:nvCxnSpPr>
          <p:cNvPr id="88" name="Straight Arrow Connector 87">
            <a:extLst>
              <a:ext uri="{FF2B5EF4-FFF2-40B4-BE49-F238E27FC236}">
                <a16:creationId xmlns:a16="http://schemas.microsoft.com/office/drawing/2014/main" id="{A77312BB-5DE7-B1F8-0917-47A4DF7105C7}"/>
              </a:ext>
            </a:extLst>
          </p:cNvPr>
          <p:cNvCxnSpPr>
            <a:stCxn id="69" idx="2"/>
            <a:endCxn id="84" idx="0"/>
          </p:cNvCxnSpPr>
          <p:nvPr/>
        </p:nvCxnSpPr>
        <p:spPr>
          <a:xfrm flipH="1">
            <a:off x="9411121" y="2105679"/>
            <a:ext cx="258560" cy="27622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Straight Arrow Connector 89">
            <a:extLst>
              <a:ext uri="{FF2B5EF4-FFF2-40B4-BE49-F238E27FC236}">
                <a16:creationId xmlns:a16="http://schemas.microsoft.com/office/drawing/2014/main" id="{FB9AEA08-D812-934B-BF39-9CB571BBD974}"/>
              </a:ext>
            </a:extLst>
          </p:cNvPr>
          <p:cNvCxnSpPr>
            <a:stCxn id="69" idx="2"/>
            <a:endCxn id="85" idx="0"/>
          </p:cNvCxnSpPr>
          <p:nvPr/>
        </p:nvCxnSpPr>
        <p:spPr>
          <a:xfrm>
            <a:off x="9669681" y="2105679"/>
            <a:ext cx="181516" cy="32588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Straight Arrow Connector 91">
            <a:extLst>
              <a:ext uri="{FF2B5EF4-FFF2-40B4-BE49-F238E27FC236}">
                <a16:creationId xmlns:a16="http://schemas.microsoft.com/office/drawing/2014/main" id="{815741D9-4C43-47CC-B022-01E3B0EED52A}"/>
              </a:ext>
            </a:extLst>
          </p:cNvPr>
          <p:cNvCxnSpPr>
            <a:stCxn id="69" idx="2"/>
            <a:endCxn id="86" idx="0"/>
          </p:cNvCxnSpPr>
          <p:nvPr/>
        </p:nvCxnSpPr>
        <p:spPr>
          <a:xfrm>
            <a:off x="9669681" y="2105679"/>
            <a:ext cx="672961" cy="29335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3" name="TextBox 92">
            <a:extLst>
              <a:ext uri="{FF2B5EF4-FFF2-40B4-BE49-F238E27FC236}">
                <a16:creationId xmlns:a16="http://schemas.microsoft.com/office/drawing/2014/main" id="{39227822-B016-37E9-D360-1161C951C54B}"/>
              </a:ext>
            </a:extLst>
          </p:cNvPr>
          <p:cNvSpPr txBox="1"/>
          <p:nvPr/>
        </p:nvSpPr>
        <p:spPr>
          <a:xfrm>
            <a:off x="9524151" y="2948686"/>
            <a:ext cx="3938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F</a:t>
            </a:r>
            <a:endParaRPr lang="en-IN" b="1" dirty="0"/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A6DD7F36-4111-DBCF-B20C-24A483833682}"/>
              </a:ext>
            </a:extLst>
          </p:cNvPr>
          <p:cNvSpPr txBox="1"/>
          <p:nvPr/>
        </p:nvSpPr>
        <p:spPr>
          <a:xfrm>
            <a:off x="10099507" y="2989774"/>
            <a:ext cx="3938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T’</a:t>
            </a:r>
            <a:endParaRPr lang="en-IN" b="1" dirty="0"/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06E964C3-09CF-DECD-25B6-B5A90C0B6232}"/>
              </a:ext>
            </a:extLst>
          </p:cNvPr>
          <p:cNvSpPr txBox="1"/>
          <p:nvPr/>
        </p:nvSpPr>
        <p:spPr>
          <a:xfrm>
            <a:off x="9085784" y="3445271"/>
            <a:ext cx="3938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(</a:t>
            </a:r>
            <a:endParaRPr lang="en-IN" b="1" dirty="0">
              <a:solidFill>
                <a:srgbClr val="FF0000"/>
              </a:solidFill>
            </a:endParaRPr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4363A4A8-1678-FD4E-E965-1E658FB8DB8E}"/>
              </a:ext>
            </a:extLst>
          </p:cNvPr>
          <p:cNvSpPr txBox="1"/>
          <p:nvPr/>
        </p:nvSpPr>
        <p:spPr>
          <a:xfrm>
            <a:off x="9453948" y="3484659"/>
            <a:ext cx="3938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E</a:t>
            </a:r>
            <a:endParaRPr lang="en-IN" b="1" dirty="0"/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07D4D6B9-2904-9B86-B82D-171B3077B678}"/>
              </a:ext>
            </a:extLst>
          </p:cNvPr>
          <p:cNvSpPr txBox="1"/>
          <p:nvPr/>
        </p:nvSpPr>
        <p:spPr>
          <a:xfrm>
            <a:off x="9928269" y="3486368"/>
            <a:ext cx="3938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)</a:t>
            </a:r>
            <a:endParaRPr lang="en-IN" b="1" dirty="0"/>
          </a:p>
        </p:txBody>
      </p:sp>
      <p:cxnSp>
        <p:nvCxnSpPr>
          <p:cNvPr id="99" name="Straight Arrow Connector 98">
            <a:extLst>
              <a:ext uri="{FF2B5EF4-FFF2-40B4-BE49-F238E27FC236}">
                <a16:creationId xmlns:a16="http://schemas.microsoft.com/office/drawing/2014/main" id="{F8C77D3A-B7CC-8BC3-22A6-909C86D470B4}"/>
              </a:ext>
            </a:extLst>
          </p:cNvPr>
          <p:cNvCxnSpPr>
            <a:stCxn id="85" idx="2"/>
            <a:endCxn id="93" idx="0"/>
          </p:cNvCxnSpPr>
          <p:nvPr/>
        </p:nvCxnSpPr>
        <p:spPr>
          <a:xfrm flipH="1">
            <a:off x="9721073" y="2800898"/>
            <a:ext cx="130124" cy="14778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Straight Arrow Connector 100">
            <a:extLst>
              <a:ext uri="{FF2B5EF4-FFF2-40B4-BE49-F238E27FC236}">
                <a16:creationId xmlns:a16="http://schemas.microsoft.com/office/drawing/2014/main" id="{B2A84321-343B-A0F2-C6F5-CBD548A09D3A}"/>
              </a:ext>
            </a:extLst>
          </p:cNvPr>
          <p:cNvCxnSpPr>
            <a:stCxn id="85" idx="2"/>
            <a:endCxn id="94" idx="0"/>
          </p:cNvCxnSpPr>
          <p:nvPr/>
        </p:nvCxnSpPr>
        <p:spPr>
          <a:xfrm>
            <a:off x="9851197" y="2800898"/>
            <a:ext cx="445232" cy="18887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Straight Arrow Connector 102">
            <a:extLst>
              <a:ext uri="{FF2B5EF4-FFF2-40B4-BE49-F238E27FC236}">
                <a16:creationId xmlns:a16="http://schemas.microsoft.com/office/drawing/2014/main" id="{2C07D1F9-6475-8E4D-61E8-5F7CD6A9E8AD}"/>
              </a:ext>
            </a:extLst>
          </p:cNvPr>
          <p:cNvCxnSpPr>
            <a:stCxn id="93" idx="2"/>
            <a:endCxn id="95" idx="0"/>
          </p:cNvCxnSpPr>
          <p:nvPr/>
        </p:nvCxnSpPr>
        <p:spPr>
          <a:xfrm flipH="1">
            <a:off x="9282706" y="3318018"/>
            <a:ext cx="438367" cy="12725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" name="Straight Arrow Connector 104">
            <a:extLst>
              <a:ext uri="{FF2B5EF4-FFF2-40B4-BE49-F238E27FC236}">
                <a16:creationId xmlns:a16="http://schemas.microsoft.com/office/drawing/2014/main" id="{13CC91C6-1729-81F5-AB2F-240444DCBA61}"/>
              </a:ext>
            </a:extLst>
          </p:cNvPr>
          <p:cNvCxnSpPr>
            <a:stCxn id="93" idx="2"/>
            <a:endCxn id="96" idx="0"/>
          </p:cNvCxnSpPr>
          <p:nvPr/>
        </p:nvCxnSpPr>
        <p:spPr>
          <a:xfrm flipH="1">
            <a:off x="9650870" y="3318018"/>
            <a:ext cx="70203" cy="16664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Straight Arrow Connector 106">
            <a:extLst>
              <a:ext uri="{FF2B5EF4-FFF2-40B4-BE49-F238E27FC236}">
                <a16:creationId xmlns:a16="http://schemas.microsoft.com/office/drawing/2014/main" id="{210F6E09-291C-A11C-1B4E-70C2A4D2199F}"/>
              </a:ext>
            </a:extLst>
          </p:cNvPr>
          <p:cNvCxnSpPr>
            <a:stCxn id="93" idx="2"/>
            <a:endCxn id="97" idx="0"/>
          </p:cNvCxnSpPr>
          <p:nvPr/>
        </p:nvCxnSpPr>
        <p:spPr>
          <a:xfrm>
            <a:off x="9721073" y="3318018"/>
            <a:ext cx="404118" cy="16835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8" name="TextBox 107">
            <a:extLst>
              <a:ext uri="{FF2B5EF4-FFF2-40B4-BE49-F238E27FC236}">
                <a16:creationId xmlns:a16="http://schemas.microsoft.com/office/drawing/2014/main" id="{B630ED3D-146E-2AF3-E298-81A806FC3919}"/>
              </a:ext>
            </a:extLst>
          </p:cNvPr>
          <p:cNvSpPr txBox="1"/>
          <p:nvPr/>
        </p:nvSpPr>
        <p:spPr>
          <a:xfrm>
            <a:off x="2732810" y="3800298"/>
            <a:ext cx="1778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id + id * id</a:t>
            </a:r>
            <a:endParaRPr lang="en-IN" dirty="0"/>
          </a:p>
        </p:txBody>
      </p:sp>
      <p:sp>
        <p:nvSpPr>
          <p:cNvPr id="109" name="TextBox 108">
            <a:extLst>
              <a:ext uri="{FF2B5EF4-FFF2-40B4-BE49-F238E27FC236}">
                <a16:creationId xmlns:a16="http://schemas.microsoft.com/office/drawing/2014/main" id="{9E77EE27-0440-15E3-977B-0873EEC24408}"/>
              </a:ext>
            </a:extLst>
          </p:cNvPr>
          <p:cNvSpPr txBox="1"/>
          <p:nvPr/>
        </p:nvSpPr>
        <p:spPr>
          <a:xfrm>
            <a:off x="5001686" y="3870506"/>
            <a:ext cx="1778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id</a:t>
            </a:r>
            <a:r>
              <a:rPr lang="en-US" dirty="0"/>
              <a:t> + id * id</a:t>
            </a:r>
            <a:endParaRPr lang="en-IN" dirty="0"/>
          </a:p>
        </p:txBody>
      </p:sp>
      <p:sp>
        <p:nvSpPr>
          <p:cNvPr id="110" name="TextBox 109">
            <a:extLst>
              <a:ext uri="{FF2B5EF4-FFF2-40B4-BE49-F238E27FC236}">
                <a16:creationId xmlns:a16="http://schemas.microsoft.com/office/drawing/2014/main" id="{C9AF0505-16CF-409F-201A-B4EC90D96D61}"/>
              </a:ext>
            </a:extLst>
          </p:cNvPr>
          <p:cNvSpPr txBox="1"/>
          <p:nvPr/>
        </p:nvSpPr>
        <p:spPr>
          <a:xfrm>
            <a:off x="8195240" y="3992084"/>
            <a:ext cx="1778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id + </a:t>
            </a:r>
            <a:r>
              <a:rPr lang="en-US" dirty="0"/>
              <a:t>id * id</a:t>
            </a:r>
            <a:endParaRPr lang="en-IN" dirty="0"/>
          </a:p>
        </p:txBody>
      </p:sp>
      <p:sp>
        <p:nvSpPr>
          <p:cNvPr id="141" name="TextBox 140">
            <a:extLst>
              <a:ext uri="{FF2B5EF4-FFF2-40B4-BE49-F238E27FC236}">
                <a16:creationId xmlns:a16="http://schemas.microsoft.com/office/drawing/2014/main" id="{BABF9D23-6DD0-DAA1-21E4-4401A6EBB45B}"/>
              </a:ext>
            </a:extLst>
          </p:cNvPr>
          <p:cNvSpPr txBox="1"/>
          <p:nvPr/>
        </p:nvSpPr>
        <p:spPr>
          <a:xfrm>
            <a:off x="2316814" y="4438436"/>
            <a:ext cx="214216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STEP-1</a:t>
            </a:r>
            <a:endParaRPr lang="en-IN" dirty="0"/>
          </a:p>
          <a:p>
            <a:r>
              <a:rPr lang="en-IN" dirty="0"/>
              <a:t>( is not matching with id. rollback</a:t>
            </a:r>
            <a:endParaRPr lang="en-US" dirty="0"/>
          </a:p>
        </p:txBody>
      </p:sp>
      <p:sp>
        <p:nvSpPr>
          <p:cNvPr id="142" name="TextBox 141">
            <a:extLst>
              <a:ext uri="{FF2B5EF4-FFF2-40B4-BE49-F238E27FC236}">
                <a16:creationId xmlns:a16="http://schemas.microsoft.com/office/drawing/2014/main" id="{23572E75-F63C-0B67-8698-DB72160D1DF5}"/>
              </a:ext>
            </a:extLst>
          </p:cNvPr>
          <p:cNvSpPr txBox="1"/>
          <p:nvPr/>
        </p:nvSpPr>
        <p:spPr>
          <a:xfrm>
            <a:off x="5024059" y="4395630"/>
            <a:ext cx="201201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STEP-2</a:t>
            </a:r>
            <a:endParaRPr lang="en-IN" dirty="0"/>
          </a:p>
          <a:p>
            <a:r>
              <a:rPr lang="en-IN" dirty="0"/>
              <a:t>* is not matching with +. rollback</a:t>
            </a:r>
            <a:endParaRPr lang="en-US" dirty="0"/>
          </a:p>
        </p:txBody>
      </p:sp>
      <p:sp>
        <p:nvSpPr>
          <p:cNvPr id="143" name="TextBox 142">
            <a:extLst>
              <a:ext uri="{FF2B5EF4-FFF2-40B4-BE49-F238E27FC236}">
                <a16:creationId xmlns:a16="http://schemas.microsoft.com/office/drawing/2014/main" id="{B9BACC87-3722-4C5E-05A9-B2A6DEC5B97B}"/>
              </a:ext>
            </a:extLst>
          </p:cNvPr>
          <p:cNvSpPr txBox="1"/>
          <p:nvPr/>
        </p:nvSpPr>
        <p:spPr>
          <a:xfrm>
            <a:off x="8426512" y="4548030"/>
            <a:ext cx="214216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STEP-3</a:t>
            </a:r>
            <a:endParaRPr lang="en-IN" dirty="0"/>
          </a:p>
          <a:p>
            <a:r>
              <a:rPr lang="en-IN" dirty="0"/>
              <a:t>( is not matching with id. rollback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3231397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FCE379-96B2-4A2B-AE76-A4A0518061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8950" y="492154"/>
            <a:ext cx="10515600" cy="1325563"/>
          </a:xfrm>
        </p:spPr>
        <p:txBody>
          <a:bodyPr/>
          <a:lstStyle/>
          <a:p>
            <a:r>
              <a:rPr lang="en-US" dirty="0"/>
              <a:t>Leftmost derivation (rollbacks)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35151829-466A-4F5F-B886-765885ACDF8A}"/>
                  </a:ext>
                </a:extLst>
              </p:cNvPr>
              <p:cNvSpPr txBox="1"/>
              <p:nvPr/>
            </p:nvSpPr>
            <p:spPr>
              <a:xfrm>
                <a:off x="731520" y="2346960"/>
                <a:ext cx="1920240" cy="147732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indent="0">
                  <a:buNone/>
                </a:pPr>
                <a:r>
                  <a:rPr lang="en-US" dirty="0"/>
                  <a:t>E </a:t>
                </a:r>
                <a:r>
                  <a:rPr lang="en-US" dirty="0">
                    <a:sym typeface="Wingdings" panose="05000000000000000000" pitchFamily="2" charset="2"/>
                  </a:rPr>
                  <a:t> TE’</a:t>
                </a:r>
              </a:p>
              <a:p>
                <a:pPr marL="0" indent="0">
                  <a:buNone/>
                </a:pPr>
                <a:r>
                  <a:rPr lang="en-US" dirty="0">
                    <a:sym typeface="Wingdings" panose="05000000000000000000" pitchFamily="2" charset="2"/>
                  </a:rPr>
                  <a:t>E’  +TE’ |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𝜖</m:t>
                    </m:r>
                  </m:oMath>
                </a14:m>
                <a:endParaRPr lang="en-US" b="0" dirty="0">
                  <a:sym typeface="Wingdings" panose="05000000000000000000" pitchFamily="2" charset="2"/>
                </a:endParaRPr>
              </a:p>
              <a:p>
                <a:pPr marL="0" indent="0">
                  <a:buNone/>
                </a:pPr>
                <a:r>
                  <a:rPr lang="en-US" dirty="0"/>
                  <a:t>T </a:t>
                </a:r>
                <a:r>
                  <a:rPr lang="en-US" dirty="0">
                    <a:sym typeface="Wingdings" panose="05000000000000000000" pitchFamily="2" charset="2"/>
                  </a:rPr>
                  <a:t> FT’</a:t>
                </a:r>
              </a:p>
              <a:p>
                <a:pPr marL="0" indent="0">
                  <a:buNone/>
                </a:pPr>
                <a:r>
                  <a:rPr lang="en-US" dirty="0">
                    <a:sym typeface="Wingdings" panose="05000000000000000000" pitchFamily="2" charset="2"/>
                  </a:rPr>
                  <a:t>T’  *FT’ |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𝜖</m:t>
                    </m:r>
                  </m:oMath>
                </a14:m>
                <a:endParaRPr lang="en-US" b="0" dirty="0">
                  <a:sym typeface="Wingdings" panose="05000000000000000000" pitchFamily="2" charset="2"/>
                </a:endParaRPr>
              </a:p>
              <a:p>
                <a:pPr marL="0" indent="0">
                  <a:buNone/>
                </a:pPr>
                <a:r>
                  <a:rPr lang="en-US" dirty="0"/>
                  <a:t>F </a:t>
                </a:r>
                <a:r>
                  <a:rPr lang="en-US" dirty="0">
                    <a:sym typeface="Wingdings" panose="05000000000000000000" pitchFamily="2" charset="2"/>
                  </a:rPr>
                  <a:t> (E) | id</a:t>
                </a: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35151829-466A-4F5F-B886-765885ACDF8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1520" y="2346960"/>
                <a:ext cx="1920240" cy="1477328"/>
              </a:xfrm>
              <a:prstGeom prst="rect">
                <a:avLst/>
              </a:prstGeom>
              <a:blipFill>
                <a:blip r:embed="rId2"/>
                <a:stretch>
                  <a:fillRect l="-2540" t="-2479" b="-578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07F73977-52B3-424D-9B6A-CFF1B2330364}"/>
              </a:ext>
            </a:extLst>
          </p:cNvPr>
          <p:cNvSpPr txBox="1"/>
          <p:nvPr/>
        </p:nvSpPr>
        <p:spPr>
          <a:xfrm>
            <a:off x="772160" y="4521200"/>
            <a:ext cx="1778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id + id * id</a:t>
            </a:r>
            <a:endParaRPr lang="en-IN" dirty="0"/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9F8540E8-2206-FDB0-76CF-14289A1E1E94}"/>
              </a:ext>
            </a:extLst>
          </p:cNvPr>
          <p:cNvCxnSpPr>
            <a:cxnSpLocks/>
          </p:cNvCxnSpPr>
          <p:nvPr/>
        </p:nvCxnSpPr>
        <p:spPr>
          <a:xfrm flipV="1">
            <a:off x="782434" y="4757236"/>
            <a:ext cx="0" cy="43121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374B5007-D149-506C-C2FB-8BA089AFD4A1}"/>
              </a:ext>
            </a:extLst>
          </p:cNvPr>
          <p:cNvSpPr txBox="1"/>
          <p:nvPr/>
        </p:nvSpPr>
        <p:spPr>
          <a:xfrm>
            <a:off x="595898" y="5137082"/>
            <a:ext cx="6369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err="1">
                <a:solidFill>
                  <a:srgbClr val="FF0000"/>
                </a:solidFill>
              </a:rPr>
              <a:t>ip</a:t>
            </a:r>
            <a:endParaRPr lang="en-IN" b="1" dirty="0">
              <a:solidFill>
                <a:srgbClr val="FF0000"/>
              </a:solidFill>
            </a:endParaRP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3CBB98EB-0B44-51FA-7145-D34FFEE1FAE1}"/>
              </a:ext>
            </a:extLst>
          </p:cNvPr>
          <p:cNvSpPr txBox="1"/>
          <p:nvPr/>
        </p:nvSpPr>
        <p:spPr>
          <a:xfrm>
            <a:off x="3212365" y="1363044"/>
            <a:ext cx="3938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E</a:t>
            </a:r>
            <a:endParaRPr lang="en-IN" b="1" dirty="0"/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E8E95980-910C-8A75-45A0-3D905107CFDA}"/>
              </a:ext>
            </a:extLst>
          </p:cNvPr>
          <p:cNvSpPr txBox="1"/>
          <p:nvPr/>
        </p:nvSpPr>
        <p:spPr>
          <a:xfrm>
            <a:off x="2861328" y="1875042"/>
            <a:ext cx="3938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T</a:t>
            </a:r>
            <a:endParaRPr lang="en-IN" b="1" dirty="0"/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855A8BBC-960C-6E00-CFAD-17B18EE726C8}"/>
              </a:ext>
            </a:extLst>
          </p:cNvPr>
          <p:cNvSpPr txBox="1"/>
          <p:nvPr/>
        </p:nvSpPr>
        <p:spPr>
          <a:xfrm>
            <a:off x="3933263" y="1888747"/>
            <a:ext cx="3938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E’</a:t>
            </a:r>
            <a:endParaRPr lang="en-IN" b="1" dirty="0"/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FC0866A1-4303-1523-021A-B06E4CFD4947}"/>
              </a:ext>
            </a:extLst>
          </p:cNvPr>
          <p:cNvSpPr txBox="1"/>
          <p:nvPr/>
        </p:nvSpPr>
        <p:spPr>
          <a:xfrm>
            <a:off x="2513722" y="2472658"/>
            <a:ext cx="3938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F</a:t>
            </a:r>
            <a:endParaRPr lang="en-IN" b="1" dirty="0"/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38F4627C-CA7D-B8BD-C27B-8986C532CA0D}"/>
              </a:ext>
            </a:extLst>
          </p:cNvPr>
          <p:cNvSpPr txBox="1"/>
          <p:nvPr/>
        </p:nvSpPr>
        <p:spPr>
          <a:xfrm>
            <a:off x="3222640" y="2482924"/>
            <a:ext cx="3938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T’</a:t>
            </a:r>
            <a:endParaRPr lang="en-IN" b="1" dirty="0"/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08F08346-00BE-37FD-9F49-FB098E614B73}"/>
              </a:ext>
            </a:extLst>
          </p:cNvPr>
          <p:cNvSpPr txBox="1"/>
          <p:nvPr/>
        </p:nvSpPr>
        <p:spPr>
          <a:xfrm>
            <a:off x="2453791" y="3162738"/>
            <a:ext cx="3938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id</a:t>
            </a:r>
            <a:endParaRPr lang="en-IN" b="1" dirty="0"/>
          </a:p>
        </p:txBody>
      </p:sp>
      <p:cxnSp>
        <p:nvCxnSpPr>
          <p:cNvPr id="91" name="Straight Arrow Connector 90">
            <a:extLst>
              <a:ext uri="{FF2B5EF4-FFF2-40B4-BE49-F238E27FC236}">
                <a16:creationId xmlns:a16="http://schemas.microsoft.com/office/drawing/2014/main" id="{BDF84384-63D8-ABD4-F0D1-3A8FA91D1AB3}"/>
              </a:ext>
            </a:extLst>
          </p:cNvPr>
          <p:cNvCxnSpPr>
            <a:stCxn id="78" idx="2"/>
            <a:endCxn id="80" idx="0"/>
          </p:cNvCxnSpPr>
          <p:nvPr/>
        </p:nvCxnSpPr>
        <p:spPr>
          <a:xfrm flipH="1">
            <a:off x="3058250" y="1732376"/>
            <a:ext cx="351037" cy="14266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Straight Arrow Connector 97">
            <a:extLst>
              <a:ext uri="{FF2B5EF4-FFF2-40B4-BE49-F238E27FC236}">
                <a16:creationId xmlns:a16="http://schemas.microsoft.com/office/drawing/2014/main" id="{6EA5C430-73C6-A440-FAD3-8CF2B32C677D}"/>
              </a:ext>
            </a:extLst>
          </p:cNvPr>
          <p:cNvCxnSpPr>
            <a:stCxn id="78" idx="2"/>
            <a:endCxn id="81" idx="0"/>
          </p:cNvCxnSpPr>
          <p:nvPr/>
        </p:nvCxnSpPr>
        <p:spPr>
          <a:xfrm>
            <a:off x="3409287" y="1732376"/>
            <a:ext cx="720898" cy="15637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" name="Straight Arrow Connector 99">
            <a:extLst>
              <a:ext uri="{FF2B5EF4-FFF2-40B4-BE49-F238E27FC236}">
                <a16:creationId xmlns:a16="http://schemas.microsoft.com/office/drawing/2014/main" id="{3D6D98CD-2A45-90E6-03F4-B30234B82C7C}"/>
              </a:ext>
            </a:extLst>
          </p:cNvPr>
          <p:cNvCxnSpPr>
            <a:stCxn id="80" idx="2"/>
            <a:endCxn id="83" idx="0"/>
          </p:cNvCxnSpPr>
          <p:nvPr/>
        </p:nvCxnSpPr>
        <p:spPr>
          <a:xfrm flipH="1">
            <a:off x="2710644" y="2244374"/>
            <a:ext cx="347606" cy="22828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" name="Straight Arrow Connector 101">
            <a:extLst>
              <a:ext uri="{FF2B5EF4-FFF2-40B4-BE49-F238E27FC236}">
                <a16:creationId xmlns:a16="http://schemas.microsoft.com/office/drawing/2014/main" id="{7C8EB3DF-C261-905B-2E2B-33949DC865AA}"/>
              </a:ext>
            </a:extLst>
          </p:cNvPr>
          <p:cNvCxnSpPr>
            <a:stCxn id="80" idx="2"/>
            <a:endCxn id="87" idx="0"/>
          </p:cNvCxnSpPr>
          <p:nvPr/>
        </p:nvCxnSpPr>
        <p:spPr>
          <a:xfrm>
            <a:off x="3058250" y="2244374"/>
            <a:ext cx="361312" cy="23855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Straight Arrow Connector 103">
            <a:extLst>
              <a:ext uri="{FF2B5EF4-FFF2-40B4-BE49-F238E27FC236}">
                <a16:creationId xmlns:a16="http://schemas.microsoft.com/office/drawing/2014/main" id="{DCCF8A9E-1D7B-9488-A6F4-B2BCF38C3CDA}"/>
              </a:ext>
            </a:extLst>
          </p:cNvPr>
          <p:cNvCxnSpPr>
            <a:stCxn id="83" idx="2"/>
            <a:endCxn id="89" idx="0"/>
          </p:cNvCxnSpPr>
          <p:nvPr/>
        </p:nvCxnSpPr>
        <p:spPr>
          <a:xfrm flipH="1">
            <a:off x="2650713" y="2841990"/>
            <a:ext cx="59931" cy="32074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06" name="TextBox 105">
                <a:extLst>
                  <a:ext uri="{FF2B5EF4-FFF2-40B4-BE49-F238E27FC236}">
                    <a16:creationId xmlns:a16="http://schemas.microsoft.com/office/drawing/2014/main" id="{8461C9BB-2C80-03B9-403C-CB980A8A613F}"/>
                  </a:ext>
                </a:extLst>
              </p:cNvPr>
              <p:cNvSpPr txBox="1"/>
              <p:nvPr/>
            </p:nvSpPr>
            <p:spPr>
              <a:xfrm>
                <a:off x="3224356" y="3183290"/>
                <a:ext cx="39384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dirty="0" smtClean="0">
                          <a:latin typeface="Cambria Math" panose="02040503050406030204" pitchFamily="18" charset="0"/>
                        </a:rPr>
                        <m:t>𝝐</m:t>
                      </m:r>
                    </m:oMath>
                  </m:oMathPara>
                </a14:m>
                <a:endParaRPr lang="en-IN" b="1" dirty="0"/>
              </a:p>
            </p:txBody>
          </p:sp>
        </mc:Choice>
        <mc:Fallback xmlns="">
          <p:sp>
            <p:nvSpPr>
              <p:cNvPr id="106" name="TextBox 105">
                <a:extLst>
                  <a:ext uri="{FF2B5EF4-FFF2-40B4-BE49-F238E27FC236}">
                    <a16:creationId xmlns:a16="http://schemas.microsoft.com/office/drawing/2014/main" id="{8461C9BB-2C80-03B9-403C-CB980A8A613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24356" y="3183290"/>
                <a:ext cx="393843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11" name="Straight Arrow Connector 110">
            <a:extLst>
              <a:ext uri="{FF2B5EF4-FFF2-40B4-BE49-F238E27FC236}">
                <a16:creationId xmlns:a16="http://schemas.microsoft.com/office/drawing/2014/main" id="{AF8B85F6-3AB3-5CFA-85ED-EFBB1B3EA452}"/>
              </a:ext>
            </a:extLst>
          </p:cNvPr>
          <p:cNvCxnSpPr>
            <a:stCxn id="87" idx="2"/>
            <a:endCxn id="106" idx="0"/>
          </p:cNvCxnSpPr>
          <p:nvPr/>
        </p:nvCxnSpPr>
        <p:spPr>
          <a:xfrm>
            <a:off x="3419562" y="2852256"/>
            <a:ext cx="1716" cy="33103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2" name="TextBox 111">
            <a:extLst>
              <a:ext uri="{FF2B5EF4-FFF2-40B4-BE49-F238E27FC236}">
                <a16:creationId xmlns:a16="http://schemas.microsoft.com/office/drawing/2014/main" id="{CFD4FFE8-CDBB-70A9-7B47-3F014778C29F}"/>
              </a:ext>
            </a:extLst>
          </p:cNvPr>
          <p:cNvSpPr txBox="1"/>
          <p:nvPr/>
        </p:nvSpPr>
        <p:spPr>
          <a:xfrm>
            <a:off x="3674703" y="2534304"/>
            <a:ext cx="3938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+</a:t>
            </a:r>
          </a:p>
        </p:txBody>
      </p:sp>
      <p:sp>
        <p:nvSpPr>
          <p:cNvPr id="113" name="TextBox 112">
            <a:extLst>
              <a:ext uri="{FF2B5EF4-FFF2-40B4-BE49-F238E27FC236}">
                <a16:creationId xmlns:a16="http://schemas.microsoft.com/office/drawing/2014/main" id="{09BC56A8-2E5C-1944-DC35-902F854D0097}"/>
              </a:ext>
            </a:extLst>
          </p:cNvPr>
          <p:cNvSpPr txBox="1"/>
          <p:nvPr/>
        </p:nvSpPr>
        <p:spPr>
          <a:xfrm>
            <a:off x="4114779" y="2583966"/>
            <a:ext cx="3938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T</a:t>
            </a:r>
            <a:endParaRPr lang="en-IN" b="1" dirty="0"/>
          </a:p>
        </p:txBody>
      </p:sp>
      <p:sp>
        <p:nvSpPr>
          <p:cNvPr id="114" name="TextBox 113">
            <a:extLst>
              <a:ext uri="{FF2B5EF4-FFF2-40B4-BE49-F238E27FC236}">
                <a16:creationId xmlns:a16="http://schemas.microsoft.com/office/drawing/2014/main" id="{175C88F5-F84F-8EB9-5DDC-1208864B1148}"/>
              </a:ext>
            </a:extLst>
          </p:cNvPr>
          <p:cNvSpPr txBox="1"/>
          <p:nvPr/>
        </p:nvSpPr>
        <p:spPr>
          <a:xfrm>
            <a:off x="4606224" y="2551431"/>
            <a:ext cx="3938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E’</a:t>
            </a:r>
            <a:endParaRPr lang="en-IN" b="1" dirty="0"/>
          </a:p>
        </p:txBody>
      </p:sp>
      <p:cxnSp>
        <p:nvCxnSpPr>
          <p:cNvPr id="115" name="Straight Arrow Connector 114">
            <a:extLst>
              <a:ext uri="{FF2B5EF4-FFF2-40B4-BE49-F238E27FC236}">
                <a16:creationId xmlns:a16="http://schemas.microsoft.com/office/drawing/2014/main" id="{DA61ECFB-6BD4-43BE-23E6-D4EE89166FB9}"/>
              </a:ext>
            </a:extLst>
          </p:cNvPr>
          <p:cNvCxnSpPr>
            <a:stCxn id="81" idx="2"/>
            <a:endCxn id="112" idx="0"/>
          </p:cNvCxnSpPr>
          <p:nvPr/>
        </p:nvCxnSpPr>
        <p:spPr>
          <a:xfrm flipH="1">
            <a:off x="3871625" y="2258079"/>
            <a:ext cx="258560" cy="27622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6" name="Straight Arrow Connector 115">
            <a:extLst>
              <a:ext uri="{FF2B5EF4-FFF2-40B4-BE49-F238E27FC236}">
                <a16:creationId xmlns:a16="http://schemas.microsoft.com/office/drawing/2014/main" id="{F0528E9E-7E38-5250-589B-3F74D8CE24BF}"/>
              </a:ext>
            </a:extLst>
          </p:cNvPr>
          <p:cNvCxnSpPr>
            <a:stCxn id="81" idx="2"/>
            <a:endCxn id="113" idx="0"/>
          </p:cNvCxnSpPr>
          <p:nvPr/>
        </p:nvCxnSpPr>
        <p:spPr>
          <a:xfrm>
            <a:off x="4130185" y="2258079"/>
            <a:ext cx="181516" cy="32588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7" name="Straight Arrow Connector 116">
            <a:extLst>
              <a:ext uri="{FF2B5EF4-FFF2-40B4-BE49-F238E27FC236}">
                <a16:creationId xmlns:a16="http://schemas.microsoft.com/office/drawing/2014/main" id="{17D1C05F-9338-6ABB-4486-8797D098F653}"/>
              </a:ext>
            </a:extLst>
          </p:cNvPr>
          <p:cNvCxnSpPr>
            <a:stCxn id="81" idx="2"/>
            <a:endCxn id="114" idx="0"/>
          </p:cNvCxnSpPr>
          <p:nvPr/>
        </p:nvCxnSpPr>
        <p:spPr>
          <a:xfrm>
            <a:off x="4130185" y="2258079"/>
            <a:ext cx="672961" cy="29335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8" name="TextBox 117">
            <a:extLst>
              <a:ext uri="{FF2B5EF4-FFF2-40B4-BE49-F238E27FC236}">
                <a16:creationId xmlns:a16="http://schemas.microsoft.com/office/drawing/2014/main" id="{EB462AC5-A94A-1BEE-93B7-5EEF1B41A0D1}"/>
              </a:ext>
            </a:extLst>
          </p:cNvPr>
          <p:cNvSpPr txBox="1"/>
          <p:nvPr/>
        </p:nvSpPr>
        <p:spPr>
          <a:xfrm>
            <a:off x="3984655" y="3101086"/>
            <a:ext cx="3938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F</a:t>
            </a:r>
            <a:endParaRPr lang="en-IN" b="1" dirty="0"/>
          </a:p>
        </p:txBody>
      </p:sp>
      <p:sp>
        <p:nvSpPr>
          <p:cNvPr id="119" name="TextBox 118">
            <a:extLst>
              <a:ext uri="{FF2B5EF4-FFF2-40B4-BE49-F238E27FC236}">
                <a16:creationId xmlns:a16="http://schemas.microsoft.com/office/drawing/2014/main" id="{D4288B20-A2FD-CD88-89A2-9C4D410B807B}"/>
              </a:ext>
            </a:extLst>
          </p:cNvPr>
          <p:cNvSpPr txBox="1"/>
          <p:nvPr/>
        </p:nvSpPr>
        <p:spPr>
          <a:xfrm>
            <a:off x="4560011" y="3142174"/>
            <a:ext cx="3938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T’</a:t>
            </a:r>
            <a:endParaRPr lang="en-IN" b="1" dirty="0"/>
          </a:p>
        </p:txBody>
      </p:sp>
      <p:sp>
        <p:nvSpPr>
          <p:cNvPr id="121" name="TextBox 120">
            <a:extLst>
              <a:ext uri="{FF2B5EF4-FFF2-40B4-BE49-F238E27FC236}">
                <a16:creationId xmlns:a16="http://schemas.microsoft.com/office/drawing/2014/main" id="{C2C34AB7-A4AC-0391-74E5-CF7162B7DBAB}"/>
              </a:ext>
            </a:extLst>
          </p:cNvPr>
          <p:cNvSpPr txBox="1"/>
          <p:nvPr/>
        </p:nvSpPr>
        <p:spPr>
          <a:xfrm>
            <a:off x="3924726" y="3698703"/>
            <a:ext cx="3938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id</a:t>
            </a:r>
            <a:endParaRPr lang="en-IN" b="1" dirty="0"/>
          </a:p>
        </p:txBody>
      </p:sp>
      <p:cxnSp>
        <p:nvCxnSpPr>
          <p:cNvPr id="123" name="Straight Arrow Connector 122">
            <a:extLst>
              <a:ext uri="{FF2B5EF4-FFF2-40B4-BE49-F238E27FC236}">
                <a16:creationId xmlns:a16="http://schemas.microsoft.com/office/drawing/2014/main" id="{7FE92AEC-B629-9D8B-F94F-7383B105D3C0}"/>
              </a:ext>
            </a:extLst>
          </p:cNvPr>
          <p:cNvCxnSpPr>
            <a:stCxn id="113" idx="2"/>
            <a:endCxn id="118" idx="0"/>
          </p:cNvCxnSpPr>
          <p:nvPr/>
        </p:nvCxnSpPr>
        <p:spPr>
          <a:xfrm flipH="1">
            <a:off x="4181577" y="2953298"/>
            <a:ext cx="130124" cy="14778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4" name="Straight Arrow Connector 123">
            <a:extLst>
              <a:ext uri="{FF2B5EF4-FFF2-40B4-BE49-F238E27FC236}">
                <a16:creationId xmlns:a16="http://schemas.microsoft.com/office/drawing/2014/main" id="{B9921AC4-CD11-CE20-C13A-1B86E499B313}"/>
              </a:ext>
            </a:extLst>
          </p:cNvPr>
          <p:cNvCxnSpPr>
            <a:stCxn id="113" idx="2"/>
            <a:endCxn id="119" idx="0"/>
          </p:cNvCxnSpPr>
          <p:nvPr/>
        </p:nvCxnSpPr>
        <p:spPr>
          <a:xfrm>
            <a:off x="4311701" y="2953298"/>
            <a:ext cx="445232" cy="18887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6" name="Straight Arrow Connector 125">
            <a:extLst>
              <a:ext uri="{FF2B5EF4-FFF2-40B4-BE49-F238E27FC236}">
                <a16:creationId xmlns:a16="http://schemas.microsoft.com/office/drawing/2014/main" id="{43208BA9-03CE-A3E7-84B1-61AF25E108AE}"/>
              </a:ext>
            </a:extLst>
          </p:cNvPr>
          <p:cNvCxnSpPr>
            <a:cxnSpLocks/>
            <a:stCxn id="118" idx="2"/>
            <a:endCxn id="121" idx="0"/>
          </p:cNvCxnSpPr>
          <p:nvPr/>
        </p:nvCxnSpPr>
        <p:spPr>
          <a:xfrm flipH="1">
            <a:off x="4121648" y="3470418"/>
            <a:ext cx="59929" cy="22828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8" name="TextBox 127">
            <a:extLst>
              <a:ext uri="{FF2B5EF4-FFF2-40B4-BE49-F238E27FC236}">
                <a16:creationId xmlns:a16="http://schemas.microsoft.com/office/drawing/2014/main" id="{909E8FDD-AA58-CCDF-9DD8-A140BCB17C9F}"/>
              </a:ext>
            </a:extLst>
          </p:cNvPr>
          <p:cNvSpPr txBox="1"/>
          <p:nvPr/>
        </p:nvSpPr>
        <p:spPr>
          <a:xfrm>
            <a:off x="2655744" y="4144484"/>
            <a:ext cx="1778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id + id * </a:t>
            </a:r>
            <a:r>
              <a:rPr lang="en-US" dirty="0"/>
              <a:t>id</a:t>
            </a:r>
            <a:endParaRPr lang="en-IN" dirty="0"/>
          </a:p>
        </p:txBody>
      </p:sp>
      <p:sp>
        <p:nvSpPr>
          <p:cNvPr id="129" name="TextBox 128">
            <a:extLst>
              <a:ext uri="{FF2B5EF4-FFF2-40B4-BE49-F238E27FC236}">
                <a16:creationId xmlns:a16="http://schemas.microsoft.com/office/drawing/2014/main" id="{934A7A43-9A81-A7B5-2DF4-E96D702888A8}"/>
              </a:ext>
            </a:extLst>
          </p:cNvPr>
          <p:cNvSpPr txBox="1"/>
          <p:nvPr/>
        </p:nvSpPr>
        <p:spPr>
          <a:xfrm>
            <a:off x="2677433" y="4895636"/>
            <a:ext cx="202985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STEP-4 </a:t>
            </a:r>
          </a:p>
          <a:p>
            <a:r>
              <a:rPr lang="en-IN" dirty="0"/>
              <a:t>( is not matching with id. rollback</a:t>
            </a:r>
            <a:endParaRPr lang="en-US" dirty="0"/>
          </a:p>
        </p:txBody>
      </p:sp>
      <p:sp>
        <p:nvSpPr>
          <p:cNvPr id="130" name="TextBox 129">
            <a:extLst>
              <a:ext uri="{FF2B5EF4-FFF2-40B4-BE49-F238E27FC236}">
                <a16:creationId xmlns:a16="http://schemas.microsoft.com/office/drawing/2014/main" id="{4095AC54-3FB0-53F2-8EC5-FE5A94CE0F9E}"/>
              </a:ext>
            </a:extLst>
          </p:cNvPr>
          <p:cNvSpPr txBox="1"/>
          <p:nvPr/>
        </p:nvSpPr>
        <p:spPr>
          <a:xfrm>
            <a:off x="4313448" y="3748352"/>
            <a:ext cx="3938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*</a:t>
            </a:r>
            <a:endParaRPr lang="en-IN" b="1" dirty="0"/>
          </a:p>
        </p:txBody>
      </p:sp>
      <p:sp>
        <p:nvSpPr>
          <p:cNvPr id="131" name="TextBox 130">
            <a:extLst>
              <a:ext uri="{FF2B5EF4-FFF2-40B4-BE49-F238E27FC236}">
                <a16:creationId xmlns:a16="http://schemas.microsoft.com/office/drawing/2014/main" id="{FC6CA23D-A1A9-4142-0B7F-44906B67A84D}"/>
              </a:ext>
            </a:extLst>
          </p:cNvPr>
          <p:cNvSpPr txBox="1"/>
          <p:nvPr/>
        </p:nvSpPr>
        <p:spPr>
          <a:xfrm>
            <a:off x="4635360" y="3751782"/>
            <a:ext cx="3938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F</a:t>
            </a:r>
            <a:endParaRPr lang="en-IN" b="1" dirty="0"/>
          </a:p>
        </p:txBody>
      </p:sp>
      <p:sp>
        <p:nvSpPr>
          <p:cNvPr id="132" name="TextBox 131">
            <a:extLst>
              <a:ext uri="{FF2B5EF4-FFF2-40B4-BE49-F238E27FC236}">
                <a16:creationId xmlns:a16="http://schemas.microsoft.com/office/drawing/2014/main" id="{7BCDFCD2-0FD4-212C-1462-D3CCC3A14F5C}"/>
              </a:ext>
            </a:extLst>
          </p:cNvPr>
          <p:cNvSpPr txBox="1"/>
          <p:nvPr/>
        </p:nvSpPr>
        <p:spPr>
          <a:xfrm>
            <a:off x="5262083" y="3762048"/>
            <a:ext cx="3938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T’</a:t>
            </a:r>
            <a:endParaRPr lang="en-IN" b="1" dirty="0"/>
          </a:p>
        </p:txBody>
      </p:sp>
      <p:sp>
        <p:nvSpPr>
          <p:cNvPr id="133" name="TextBox 132">
            <a:extLst>
              <a:ext uri="{FF2B5EF4-FFF2-40B4-BE49-F238E27FC236}">
                <a16:creationId xmlns:a16="http://schemas.microsoft.com/office/drawing/2014/main" id="{5B2C8DE5-AD55-39DA-F3A2-EC628FF531CA}"/>
              </a:ext>
            </a:extLst>
          </p:cNvPr>
          <p:cNvSpPr txBox="1"/>
          <p:nvPr/>
        </p:nvSpPr>
        <p:spPr>
          <a:xfrm>
            <a:off x="4238086" y="4289457"/>
            <a:ext cx="3938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(</a:t>
            </a:r>
            <a:endParaRPr lang="en-IN" b="1" dirty="0">
              <a:solidFill>
                <a:srgbClr val="FF0000"/>
              </a:solidFill>
            </a:endParaRPr>
          </a:p>
        </p:txBody>
      </p:sp>
      <p:sp>
        <p:nvSpPr>
          <p:cNvPr id="134" name="TextBox 133">
            <a:extLst>
              <a:ext uri="{FF2B5EF4-FFF2-40B4-BE49-F238E27FC236}">
                <a16:creationId xmlns:a16="http://schemas.microsoft.com/office/drawing/2014/main" id="{BBC86110-D10D-E626-5F32-E83B2AC23DE1}"/>
              </a:ext>
            </a:extLst>
          </p:cNvPr>
          <p:cNvSpPr txBox="1"/>
          <p:nvPr/>
        </p:nvSpPr>
        <p:spPr>
          <a:xfrm>
            <a:off x="4606250" y="4411037"/>
            <a:ext cx="3938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E</a:t>
            </a:r>
            <a:endParaRPr lang="en-IN" b="1" dirty="0"/>
          </a:p>
        </p:txBody>
      </p:sp>
      <p:sp>
        <p:nvSpPr>
          <p:cNvPr id="135" name="TextBox 134">
            <a:extLst>
              <a:ext uri="{FF2B5EF4-FFF2-40B4-BE49-F238E27FC236}">
                <a16:creationId xmlns:a16="http://schemas.microsoft.com/office/drawing/2014/main" id="{FF56E322-5096-D65D-A016-38011E2A7234}"/>
              </a:ext>
            </a:extLst>
          </p:cNvPr>
          <p:cNvSpPr txBox="1"/>
          <p:nvPr/>
        </p:nvSpPr>
        <p:spPr>
          <a:xfrm>
            <a:off x="5080571" y="4330554"/>
            <a:ext cx="3938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)</a:t>
            </a:r>
            <a:endParaRPr lang="en-IN" b="1" dirty="0"/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4E7FE20A-2682-7A2D-7BF9-9B3500A10185}"/>
              </a:ext>
            </a:extLst>
          </p:cNvPr>
          <p:cNvCxnSpPr>
            <a:stCxn id="119" idx="2"/>
            <a:endCxn id="130" idx="0"/>
          </p:cNvCxnSpPr>
          <p:nvPr/>
        </p:nvCxnSpPr>
        <p:spPr>
          <a:xfrm flipH="1">
            <a:off x="4510370" y="3511506"/>
            <a:ext cx="246563" cy="23684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0EBA929E-E739-1EED-78B6-15B44B313B92}"/>
              </a:ext>
            </a:extLst>
          </p:cNvPr>
          <p:cNvCxnSpPr>
            <a:stCxn id="119" idx="2"/>
            <a:endCxn id="131" idx="0"/>
          </p:cNvCxnSpPr>
          <p:nvPr/>
        </p:nvCxnSpPr>
        <p:spPr>
          <a:xfrm>
            <a:off x="4756933" y="3511506"/>
            <a:ext cx="75349" cy="24027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48CCB8B8-BDAB-C13B-A90E-885A48342609}"/>
              </a:ext>
            </a:extLst>
          </p:cNvPr>
          <p:cNvCxnSpPr>
            <a:stCxn id="119" idx="2"/>
            <a:endCxn id="132" idx="0"/>
          </p:cNvCxnSpPr>
          <p:nvPr/>
        </p:nvCxnSpPr>
        <p:spPr>
          <a:xfrm>
            <a:off x="4756933" y="3511506"/>
            <a:ext cx="702072" cy="25054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6AFB260B-3F30-94DF-3E90-977487BFD488}"/>
              </a:ext>
            </a:extLst>
          </p:cNvPr>
          <p:cNvCxnSpPr>
            <a:stCxn id="131" idx="2"/>
            <a:endCxn id="133" idx="0"/>
          </p:cNvCxnSpPr>
          <p:nvPr/>
        </p:nvCxnSpPr>
        <p:spPr>
          <a:xfrm flipH="1">
            <a:off x="4435008" y="4121114"/>
            <a:ext cx="397274" cy="16834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30753C6E-7438-4094-B093-A2583DBD60D7}"/>
              </a:ext>
            </a:extLst>
          </p:cNvPr>
          <p:cNvCxnSpPr>
            <a:stCxn id="131" idx="2"/>
            <a:endCxn id="134" idx="0"/>
          </p:cNvCxnSpPr>
          <p:nvPr/>
        </p:nvCxnSpPr>
        <p:spPr>
          <a:xfrm flipH="1">
            <a:off x="4803172" y="4121114"/>
            <a:ext cx="29110" cy="28992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CC331E94-0A01-EAEA-32B7-23CD75839B96}"/>
              </a:ext>
            </a:extLst>
          </p:cNvPr>
          <p:cNvCxnSpPr>
            <a:stCxn id="131" idx="2"/>
            <a:endCxn id="135" idx="0"/>
          </p:cNvCxnSpPr>
          <p:nvPr/>
        </p:nvCxnSpPr>
        <p:spPr>
          <a:xfrm>
            <a:off x="4832282" y="4121114"/>
            <a:ext cx="445211" cy="20944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6" name="TextBox 135">
            <a:extLst>
              <a:ext uri="{FF2B5EF4-FFF2-40B4-BE49-F238E27FC236}">
                <a16:creationId xmlns:a16="http://schemas.microsoft.com/office/drawing/2014/main" id="{0D423A62-075F-4AFA-9E24-0FE57A6CBAC3}"/>
              </a:ext>
            </a:extLst>
          </p:cNvPr>
          <p:cNvSpPr txBox="1"/>
          <p:nvPr/>
        </p:nvSpPr>
        <p:spPr>
          <a:xfrm>
            <a:off x="7166203" y="1474348"/>
            <a:ext cx="3938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E</a:t>
            </a:r>
            <a:endParaRPr lang="en-IN" b="1" dirty="0"/>
          </a:p>
        </p:txBody>
      </p:sp>
      <p:sp>
        <p:nvSpPr>
          <p:cNvPr id="137" name="TextBox 136">
            <a:extLst>
              <a:ext uri="{FF2B5EF4-FFF2-40B4-BE49-F238E27FC236}">
                <a16:creationId xmlns:a16="http://schemas.microsoft.com/office/drawing/2014/main" id="{DD4C0C81-69B8-09FE-F836-7E78F59CB5A2}"/>
              </a:ext>
            </a:extLst>
          </p:cNvPr>
          <p:cNvSpPr txBox="1"/>
          <p:nvPr/>
        </p:nvSpPr>
        <p:spPr>
          <a:xfrm>
            <a:off x="6815166" y="1986346"/>
            <a:ext cx="3938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T</a:t>
            </a:r>
            <a:endParaRPr lang="en-IN" b="1" dirty="0"/>
          </a:p>
        </p:txBody>
      </p:sp>
      <p:sp>
        <p:nvSpPr>
          <p:cNvPr id="138" name="TextBox 137">
            <a:extLst>
              <a:ext uri="{FF2B5EF4-FFF2-40B4-BE49-F238E27FC236}">
                <a16:creationId xmlns:a16="http://schemas.microsoft.com/office/drawing/2014/main" id="{ED40F60A-B4B4-2B0F-C9F9-F5CCD0DDA2F1}"/>
              </a:ext>
            </a:extLst>
          </p:cNvPr>
          <p:cNvSpPr txBox="1"/>
          <p:nvPr/>
        </p:nvSpPr>
        <p:spPr>
          <a:xfrm>
            <a:off x="7887101" y="2000051"/>
            <a:ext cx="3938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E’</a:t>
            </a:r>
            <a:endParaRPr lang="en-IN" b="1" dirty="0"/>
          </a:p>
        </p:txBody>
      </p:sp>
      <p:sp>
        <p:nvSpPr>
          <p:cNvPr id="139" name="TextBox 138">
            <a:extLst>
              <a:ext uri="{FF2B5EF4-FFF2-40B4-BE49-F238E27FC236}">
                <a16:creationId xmlns:a16="http://schemas.microsoft.com/office/drawing/2014/main" id="{CBD909F5-6029-DC72-D809-0561B669A842}"/>
              </a:ext>
            </a:extLst>
          </p:cNvPr>
          <p:cNvSpPr txBox="1"/>
          <p:nvPr/>
        </p:nvSpPr>
        <p:spPr>
          <a:xfrm>
            <a:off x="6467560" y="2583962"/>
            <a:ext cx="3938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F</a:t>
            </a:r>
            <a:endParaRPr lang="en-IN" b="1" dirty="0"/>
          </a:p>
        </p:txBody>
      </p:sp>
      <p:sp>
        <p:nvSpPr>
          <p:cNvPr id="140" name="TextBox 139">
            <a:extLst>
              <a:ext uri="{FF2B5EF4-FFF2-40B4-BE49-F238E27FC236}">
                <a16:creationId xmlns:a16="http://schemas.microsoft.com/office/drawing/2014/main" id="{035CBE85-889D-32AF-9EF1-6CEA2BDAA6A5}"/>
              </a:ext>
            </a:extLst>
          </p:cNvPr>
          <p:cNvSpPr txBox="1"/>
          <p:nvPr/>
        </p:nvSpPr>
        <p:spPr>
          <a:xfrm>
            <a:off x="7176478" y="2594228"/>
            <a:ext cx="3938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T’</a:t>
            </a:r>
            <a:endParaRPr lang="en-IN" b="1" dirty="0"/>
          </a:p>
        </p:txBody>
      </p:sp>
      <p:sp>
        <p:nvSpPr>
          <p:cNvPr id="144" name="TextBox 143">
            <a:extLst>
              <a:ext uri="{FF2B5EF4-FFF2-40B4-BE49-F238E27FC236}">
                <a16:creationId xmlns:a16="http://schemas.microsoft.com/office/drawing/2014/main" id="{39D0C1D3-0672-44A6-6895-67330C535890}"/>
              </a:ext>
            </a:extLst>
          </p:cNvPr>
          <p:cNvSpPr txBox="1"/>
          <p:nvPr/>
        </p:nvSpPr>
        <p:spPr>
          <a:xfrm>
            <a:off x="6407629" y="3274042"/>
            <a:ext cx="3938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id</a:t>
            </a:r>
            <a:endParaRPr lang="en-IN" b="1" dirty="0"/>
          </a:p>
        </p:txBody>
      </p:sp>
      <p:cxnSp>
        <p:nvCxnSpPr>
          <p:cNvPr id="145" name="Straight Arrow Connector 144">
            <a:extLst>
              <a:ext uri="{FF2B5EF4-FFF2-40B4-BE49-F238E27FC236}">
                <a16:creationId xmlns:a16="http://schemas.microsoft.com/office/drawing/2014/main" id="{785725C6-7B37-7901-CF66-80DEBCC20B7C}"/>
              </a:ext>
            </a:extLst>
          </p:cNvPr>
          <p:cNvCxnSpPr>
            <a:stCxn id="136" idx="2"/>
            <a:endCxn id="137" idx="0"/>
          </p:cNvCxnSpPr>
          <p:nvPr/>
        </p:nvCxnSpPr>
        <p:spPr>
          <a:xfrm flipH="1">
            <a:off x="7012088" y="1843680"/>
            <a:ext cx="351037" cy="14266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6" name="Straight Arrow Connector 145">
            <a:extLst>
              <a:ext uri="{FF2B5EF4-FFF2-40B4-BE49-F238E27FC236}">
                <a16:creationId xmlns:a16="http://schemas.microsoft.com/office/drawing/2014/main" id="{61BABCF5-2994-146E-4717-14C36F9C901C}"/>
              </a:ext>
            </a:extLst>
          </p:cNvPr>
          <p:cNvCxnSpPr>
            <a:stCxn id="136" idx="2"/>
            <a:endCxn id="138" idx="0"/>
          </p:cNvCxnSpPr>
          <p:nvPr/>
        </p:nvCxnSpPr>
        <p:spPr>
          <a:xfrm>
            <a:off x="7363125" y="1843680"/>
            <a:ext cx="720898" cy="15637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7" name="Straight Arrow Connector 146">
            <a:extLst>
              <a:ext uri="{FF2B5EF4-FFF2-40B4-BE49-F238E27FC236}">
                <a16:creationId xmlns:a16="http://schemas.microsoft.com/office/drawing/2014/main" id="{1DA3D551-8BD1-BC09-AAE2-31F07B561843}"/>
              </a:ext>
            </a:extLst>
          </p:cNvPr>
          <p:cNvCxnSpPr>
            <a:stCxn id="137" idx="2"/>
            <a:endCxn id="139" idx="0"/>
          </p:cNvCxnSpPr>
          <p:nvPr/>
        </p:nvCxnSpPr>
        <p:spPr>
          <a:xfrm flipH="1">
            <a:off x="6664482" y="2355678"/>
            <a:ext cx="347606" cy="22828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8" name="Straight Arrow Connector 147">
            <a:extLst>
              <a:ext uri="{FF2B5EF4-FFF2-40B4-BE49-F238E27FC236}">
                <a16:creationId xmlns:a16="http://schemas.microsoft.com/office/drawing/2014/main" id="{2229C4AE-5E26-AFD7-9941-2E56FAD1A158}"/>
              </a:ext>
            </a:extLst>
          </p:cNvPr>
          <p:cNvCxnSpPr>
            <a:stCxn id="137" idx="2"/>
            <a:endCxn id="140" idx="0"/>
          </p:cNvCxnSpPr>
          <p:nvPr/>
        </p:nvCxnSpPr>
        <p:spPr>
          <a:xfrm>
            <a:off x="7012088" y="2355678"/>
            <a:ext cx="361312" cy="23855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9" name="Straight Arrow Connector 148">
            <a:extLst>
              <a:ext uri="{FF2B5EF4-FFF2-40B4-BE49-F238E27FC236}">
                <a16:creationId xmlns:a16="http://schemas.microsoft.com/office/drawing/2014/main" id="{13FDC60F-D997-50B0-CB75-07E7CB31F8BB}"/>
              </a:ext>
            </a:extLst>
          </p:cNvPr>
          <p:cNvCxnSpPr>
            <a:stCxn id="139" idx="2"/>
            <a:endCxn id="144" idx="0"/>
          </p:cNvCxnSpPr>
          <p:nvPr/>
        </p:nvCxnSpPr>
        <p:spPr>
          <a:xfrm flipH="1">
            <a:off x="6604551" y="2953294"/>
            <a:ext cx="59931" cy="32074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50" name="TextBox 149">
                <a:extLst>
                  <a:ext uri="{FF2B5EF4-FFF2-40B4-BE49-F238E27FC236}">
                    <a16:creationId xmlns:a16="http://schemas.microsoft.com/office/drawing/2014/main" id="{8A80AB11-AC54-EDAF-D944-1BB4198C8575}"/>
                  </a:ext>
                </a:extLst>
              </p:cNvPr>
              <p:cNvSpPr txBox="1"/>
              <p:nvPr/>
            </p:nvSpPr>
            <p:spPr>
              <a:xfrm>
                <a:off x="7178194" y="3294594"/>
                <a:ext cx="39384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dirty="0" smtClean="0">
                          <a:latin typeface="Cambria Math" panose="02040503050406030204" pitchFamily="18" charset="0"/>
                        </a:rPr>
                        <m:t>𝝐</m:t>
                      </m:r>
                    </m:oMath>
                  </m:oMathPara>
                </a14:m>
                <a:endParaRPr lang="en-IN" b="1" dirty="0"/>
              </a:p>
            </p:txBody>
          </p:sp>
        </mc:Choice>
        <mc:Fallback xmlns="">
          <p:sp>
            <p:nvSpPr>
              <p:cNvPr id="150" name="TextBox 149">
                <a:extLst>
                  <a:ext uri="{FF2B5EF4-FFF2-40B4-BE49-F238E27FC236}">
                    <a16:creationId xmlns:a16="http://schemas.microsoft.com/office/drawing/2014/main" id="{8A80AB11-AC54-EDAF-D944-1BB4198C857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78194" y="3294594"/>
                <a:ext cx="393843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51" name="Straight Arrow Connector 150">
            <a:extLst>
              <a:ext uri="{FF2B5EF4-FFF2-40B4-BE49-F238E27FC236}">
                <a16:creationId xmlns:a16="http://schemas.microsoft.com/office/drawing/2014/main" id="{2352D96C-AB3B-EA3F-1645-4D4F8780C2B7}"/>
              </a:ext>
            </a:extLst>
          </p:cNvPr>
          <p:cNvCxnSpPr>
            <a:stCxn id="140" idx="2"/>
            <a:endCxn id="150" idx="0"/>
          </p:cNvCxnSpPr>
          <p:nvPr/>
        </p:nvCxnSpPr>
        <p:spPr>
          <a:xfrm>
            <a:off x="7373400" y="2963560"/>
            <a:ext cx="1716" cy="33103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2" name="TextBox 151">
            <a:extLst>
              <a:ext uri="{FF2B5EF4-FFF2-40B4-BE49-F238E27FC236}">
                <a16:creationId xmlns:a16="http://schemas.microsoft.com/office/drawing/2014/main" id="{BE4F76E4-797B-DCFF-B12B-EE1DC4721937}"/>
              </a:ext>
            </a:extLst>
          </p:cNvPr>
          <p:cNvSpPr txBox="1"/>
          <p:nvPr/>
        </p:nvSpPr>
        <p:spPr>
          <a:xfrm>
            <a:off x="7628541" y="2645608"/>
            <a:ext cx="3938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+</a:t>
            </a:r>
          </a:p>
        </p:txBody>
      </p:sp>
      <p:sp>
        <p:nvSpPr>
          <p:cNvPr id="153" name="TextBox 152">
            <a:extLst>
              <a:ext uri="{FF2B5EF4-FFF2-40B4-BE49-F238E27FC236}">
                <a16:creationId xmlns:a16="http://schemas.microsoft.com/office/drawing/2014/main" id="{0603A72C-9A02-655F-DA4D-EAA8F8F6310F}"/>
              </a:ext>
            </a:extLst>
          </p:cNvPr>
          <p:cNvSpPr txBox="1"/>
          <p:nvPr/>
        </p:nvSpPr>
        <p:spPr>
          <a:xfrm>
            <a:off x="8068617" y="2695270"/>
            <a:ext cx="3938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T</a:t>
            </a:r>
            <a:endParaRPr lang="en-IN" b="1" dirty="0"/>
          </a:p>
        </p:txBody>
      </p:sp>
      <p:sp>
        <p:nvSpPr>
          <p:cNvPr id="154" name="TextBox 153">
            <a:extLst>
              <a:ext uri="{FF2B5EF4-FFF2-40B4-BE49-F238E27FC236}">
                <a16:creationId xmlns:a16="http://schemas.microsoft.com/office/drawing/2014/main" id="{B12A966F-4A60-AE42-AD02-9253C6424081}"/>
              </a:ext>
            </a:extLst>
          </p:cNvPr>
          <p:cNvSpPr txBox="1"/>
          <p:nvPr/>
        </p:nvSpPr>
        <p:spPr>
          <a:xfrm>
            <a:off x="8560062" y="2662735"/>
            <a:ext cx="3938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E’</a:t>
            </a:r>
            <a:endParaRPr lang="en-IN" b="1" dirty="0"/>
          </a:p>
        </p:txBody>
      </p:sp>
      <p:cxnSp>
        <p:nvCxnSpPr>
          <p:cNvPr id="155" name="Straight Arrow Connector 154">
            <a:extLst>
              <a:ext uri="{FF2B5EF4-FFF2-40B4-BE49-F238E27FC236}">
                <a16:creationId xmlns:a16="http://schemas.microsoft.com/office/drawing/2014/main" id="{FB7C4F73-E468-75F1-2A11-91FAC0F50ACF}"/>
              </a:ext>
            </a:extLst>
          </p:cNvPr>
          <p:cNvCxnSpPr>
            <a:stCxn id="138" idx="2"/>
            <a:endCxn id="152" idx="0"/>
          </p:cNvCxnSpPr>
          <p:nvPr/>
        </p:nvCxnSpPr>
        <p:spPr>
          <a:xfrm flipH="1">
            <a:off x="7825463" y="2369383"/>
            <a:ext cx="258560" cy="27622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6" name="Straight Arrow Connector 155">
            <a:extLst>
              <a:ext uri="{FF2B5EF4-FFF2-40B4-BE49-F238E27FC236}">
                <a16:creationId xmlns:a16="http://schemas.microsoft.com/office/drawing/2014/main" id="{8AAB3C73-9E25-9227-32AD-CE2D1505D5C3}"/>
              </a:ext>
            </a:extLst>
          </p:cNvPr>
          <p:cNvCxnSpPr>
            <a:stCxn id="138" idx="2"/>
            <a:endCxn id="153" idx="0"/>
          </p:cNvCxnSpPr>
          <p:nvPr/>
        </p:nvCxnSpPr>
        <p:spPr>
          <a:xfrm>
            <a:off x="8084023" y="2369383"/>
            <a:ext cx="181516" cy="32588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7" name="Straight Arrow Connector 156">
            <a:extLst>
              <a:ext uri="{FF2B5EF4-FFF2-40B4-BE49-F238E27FC236}">
                <a16:creationId xmlns:a16="http://schemas.microsoft.com/office/drawing/2014/main" id="{AAEFA8E3-9B17-3F07-D95C-B46F16E13DEB}"/>
              </a:ext>
            </a:extLst>
          </p:cNvPr>
          <p:cNvCxnSpPr>
            <a:stCxn id="138" idx="2"/>
            <a:endCxn id="154" idx="0"/>
          </p:cNvCxnSpPr>
          <p:nvPr/>
        </p:nvCxnSpPr>
        <p:spPr>
          <a:xfrm>
            <a:off x="8084023" y="2369383"/>
            <a:ext cx="672961" cy="29335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8" name="TextBox 157">
            <a:extLst>
              <a:ext uri="{FF2B5EF4-FFF2-40B4-BE49-F238E27FC236}">
                <a16:creationId xmlns:a16="http://schemas.microsoft.com/office/drawing/2014/main" id="{AE2F6720-9D74-AA19-4010-90BEC74EE626}"/>
              </a:ext>
            </a:extLst>
          </p:cNvPr>
          <p:cNvSpPr txBox="1"/>
          <p:nvPr/>
        </p:nvSpPr>
        <p:spPr>
          <a:xfrm>
            <a:off x="7938493" y="3212390"/>
            <a:ext cx="3938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F</a:t>
            </a:r>
            <a:endParaRPr lang="en-IN" b="1" dirty="0"/>
          </a:p>
        </p:txBody>
      </p:sp>
      <p:sp>
        <p:nvSpPr>
          <p:cNvPr id="159" name="TextBox 158">
            <a:extLst>
              <a:ext uri="{FF2B5EF4-FFF2-40B4-BE49-F238E27FC236}">
                <a16:creationId xmlns:a16="http://schemas.microsoft.com/office/drawing/2014/main" id="{2B550561-B269-ADA6-DE73-02B2B51C8554}"/>
              </a:ext>
            </a:extLst>
          </p:cNvPr>
          <p:cNvSpPr txBox="1"/>
          <p:nvPr/>
        </p:nvSpPr>
        <p:spPr>
          <a:xfrm>
            <a:off x="8513849" y="3253478"/>
            <a:ext cx="3938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T’</a:t>
            </a:r>
            <a:endParaRPr lang="en-IN" b="1" dirty="0"/>
          </a:p>
        </p:txBody>
      </p:sp>
      <p:sp>
        <p:nvSpPr>
          <p:cNvPr id="160" name="TextBox 159">
            <a:extLst>
              <a:ext uri="{FF2B5EF4-FFF2-40B4-BE49-F238E27FC236}">
                <a16:creationId xmlns:a16="http://schemas.microsoft.com/office/drawing/2014/main" id="{CED66DD1-D7E1-307F-131D-3E0C80E35B1F}"/>
              </a:ext>
            </a:extLst>
          </p:cNvPr>
          <p:cNvSpPr txBox="1"/>
          <p:nvPr/>
        </p:nvSpPr>
        <p:spPr>
          <a:xfrm>
            <a:off x="7878564" y="3810007"/>
            <a:ext cx="3938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id</a:t>
            </a:r>
            <a:endParaRPr lang="en-IN" b="1" dirty="0"/>
          </a:p>
        </p:txBody>
      </p:sp>
      <p:cxnSp>
        <p:nvCxnSpPr>
          <p:cNvPr id="161" name="Straight Arrow Connector 160">
            <a:extLst>
              <a:ext uri="{FF2B5EF4-FFF2-40B4-BE49-F238E27FC236}">
                <a16:creationId xmlns:a16="http://schemas.microsoft.com/office/drawing/2014/main" id="{C3418F69-82C4-C1A0-74EE-8C7434E1AA35}"/>
              </a:ext>
            </a:extLst>
          </p:cNvPr>
          <p:cNvCxnSpPr>
            <a:stCxn id="153" idx="2"/>
            <a:endCxn id="158" idx="0"/>
          </p:cNvCxnSpPr>
          <p:nvPr/>
        </p:nvCxnSpPr>
        <p:spPr>
          <a:xfrm flipH="1">
            <a:off x="8135415" y="3064602"/>
            <a:ext cx="130124" cy="14778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2" name="Straight Arrow Connector 161">
            <a:extLst>
              <a:ext uri="{FF2B5EF4-FFF2-40B4-BE49-F238E27FC236}">
                <a16:creationId xmlns:a16="http://schemas.microsoft.com/office/drawing/2014/main" id="{5C254189-41B4-EF20-BB0B-726A3B763D26}"/>
              </a:ext>
            </a:extLst>
          </p:cNvPr>
          <p:cNvCxnSpPr>
            <a:stCxn id="153" idx="2"/>
            <a:endCxn id="159" idx="0"/>
          </p:cNvCxnSpPr>
          <p:nvPr/>
        </p:nvCxnSpPr>
        <p:spPr>
          <a:xfrm>
            <a:off x="8265539" y="3064602"/>
            <a:ext cx="445232" cy="18887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3" name="Straight Arrow Connector 162">
            <a:extLst>
              <a:ext uri="{FF2B5EF4-FFF2-40B4-BE49-F238E27FC236}">
                <a16:creationId xmlns:a16="http://schemas.microsoft.com/office/drawing/2014/main" id="{47C65C55-478E-E786-E38E-B029A19610D0}"/>
              </a:ext>
            </a:extLst>
          </p:cNvPr>
          <p:cNvCxnSpPr>
            <a:cxnSpLocks/>
            <a:stCxn id="158" idx="2"/>
            <a:endCxn id="160" idx="0"/>
          </p:cNvCxnSpPr>
          <p:nvPr/>
        </p:nvCxnSpPr>
        <p:spPr>
          <a:xfrm flipH="1">
            <a:off x="8075486" y="3581722"/>
            <a:ext cx="59929" cy="22828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4" name="TextBox 163">
            <a:extLst>
              <a:ext uri="{FF2B5EF4-FFF2-40B4-BE49-F238E27FC236}">
                <a16:creationId xmlns:a16="http://schemas.microsoft.com/office/drawing/2014/main" id="{41887477-6BD3-745E-A4AC-7271843D39B9}"/>
              </a:ext>
            </a:extLst>
          </p:cNvPr>
          <p:cNvSpPr txBox="1"/>
          <p:nvPr/>
        </p:nvSpPr>
        <p:spPr>
          <a:xfrm>
            <a:off x="6609582" y="4255788"/>
            <a:ext cx="1778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id + id * id</a:t>
            </a:r>
            <a:endParaRPr lang="en-IN" dirty="0">
              <a:solidFill>
                <a:srgbClr val="FF0000"/>
              </a:solidFill>
            </a:endParaRPr>
          </a:p>
        </p:txBody>
      </p:sp>
      <p:sp>
        <p:nvSpPr>
          <p:cNvPr id="165" name="TextBox 164">
            <a:extLst>
              <a:ext uri="{FF2B5EF4-FFF2-40B4-BE49-F238E27FC236}">
                <a16:creationId xmlns:a16="http://schemas.microsoft.com/office/drawing/2014/main" id="{2F99114E-BB6D-0ECF-1C61-40E2D8DCECA7}"/>
              </a:ext>
            </a:extLst>
          </p:cNvPr>
          <p:cNvSpPr txBox="1"/>
          <p:nvPr/>
        </p:nvSpPr>
        <p:spPr>
          <a:xfrm>
            <a:off x="6631271" y="5006940"/>
            <a:ext cx="227642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STEP-5 </a:t>
            </a:r>
          </a:p>
          <a:p>
            <a:r>
              <a:rPr lang="en-IN" dirty="0"/>
              <a:t>We have reached end of string. rollback</a:t>
            </a:r>
            <a:endParaRPr lang="en-US" dirty="0"/>
          </a:p>
        </p:txBody>
      </p:sp>
      <p:sp>
        <p:nvSpPr>
          <p:cNvPr id="166" name="TextBox 165">
            <a:extLst>
              <a:ext uri="{FF2B5EF4-FFF2-40B4-BE49-F238E27FC236}">
                <a16:creationId xmlns:a16="http://schemas.microsoft.com/office/drawing/2014/main" id="{A4223EF4-7E37-2DA2-C641-158EF36B7827}"/>
              </a:ext>
            </a:extLst>
          </p:cNvPr>
          <p:cNvSpPr txBox="1"/>
          <p:nvPr/>
        </p:nvSpPr>
        <p:spPr>
          <a:xfrm>
            <a:off x="8267286" y="3859656"/>
            <a:ext cx="3938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*</a:t>
            </a:r>
            <a:endParaRPr lang="en-IN" b="1" dirty="0"/>
          </a:p>
        </p:txBody>
      </p:sp>
      <p:sp>
        <p:nvSpPr>
          <p:cNvPr id="167" name="TextBox 166">
            <a:extLst>
              <a:ext uri="{FF2B5EF4-FFF2-40B4-BE49-F238E27FC236}">
                <a16:creationId xmlns:a16="http://schemas.microsoft.com/office/drawing/2014/main" id="{7CB95CE7-302D-E3FF-5DA8-5F781193A324}"/>
              </a:ext>
            </a:extLst>
          </p:cNvPr>
          <p:cNvSpPr txBox="1"/>
          <p:nvPr/>
        </p:nvSpPr>
        <p:spPr>
          <a:xfrm>
            <a:off x="8589198" y="3863086"/>
            <a:ext cx="3938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F</a:t>
            </a:r>
            <a:endParaRPr lang="en-IN" b="1" dirty="0"/>
          </a:p>
        </p:txBody>
      </p:sp>
      <p:sp>
        <p:nvSpPr>
          <p:cNvPr id="168" name="TextBox 167">
            <a:extLst>
              <a:ext uri="{FF2B5EF4-FFF2-40B4-BE49-F238E27FC236}">
                <a16:creationId xmlns:a16="http://schemas.microsoft.com/office/drawing/2014/main" id="{7DAE0C0F-A34D-87CE-FF90-06F7CAF20D21}"/>
              </a:ext>
            </a:extLst>
          </p:cNvPr>
          <p:cNvSpPr txBox="1"/>
          <p:nvPr/>
        </p:nvSpPr>
        <p:spPr>
          <a:xfrm>
            <a:off x="9215921" y="3873352"/>
            <a:ext cx="3938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T’</a:t>
            </a:r>
            <a:endParaRPr lang="en-IN" b="1" dirty="0"/>
          </a:p>
        </p:txBody>
      </p:sp>
      <p:sp>
        <p:nvSpPr>
          <p:cNvPr id="170" name="TextBox 169">
            <a:extLst>
              <a:ext uri="{FF2B5EF4-FFF2-40B4-BE49-F238E27FC236}">
                <a16:creationId xmlns:a16="http://schemas.microsoft.com/office/drawing/2014/main" id="{91E30738-C064-EC6D-D2D9-D30003F6549E}"/>
              </a:ext>
            </a:extLst>
          </p:cNvPr>
          <p:cNvSpPr txBox="1"/>
          <p:nvPr/>
        </p:nvSpPr>
        <p:spPr>
          <a:xfrm>
            <a:off x="8560088" y="4522341"/>
            <a:ext cx="3938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id</a:t>
            </a:r>
            <a:endParaRPr lang="en-IN" b="1" dirty="0"/>
          </a:p>
        </p:txBody>
      </p:sp>
      <p:cxnSp>
        <p:nvCxnSpPr>
          <p:cNvPr id="172" name="Straight Arrow Connector 171">
            <a:extLst>
              <a:ext uri="{FF2B5EF4-FFF2-40B4-BE49-F238E27FC236}">
                <a16:creationId xmlns:a16="http://schemas.microsoft.com/office/drawing/2014/main" id="{3FAB10AA-4FF8-2B75-1CC1-FA7CA0236F18}"/>
              </a:ext>
            </a:extLst>
          </p:cNvPr>
          <p:cNvCxnSpPr>
            <a:stCxn id="159" idx="2"/>
            <a:endCxn id="166" idx="0"/>
          </p:cNvCxnSpPr>
          <p:nvPr/>
        </p:nvCxnSpPr>
        <p:spPr>
          <a:xfrm flipH="1">
            <a:off x="8464208" y="3622810"/>
            <a:ext cx="246563" cy="23684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3" name="Straight Arrow Connector 172">
            <a:extLst>
              <a:ext uri="{FF2B5EF4-FFF2-40B4-BE49-F238E27FC236}">
                <a16:creationId xmlns:a16="http://schemas.microsoft.com/office/drawing/2014/main" id="{C6CDD844-FECA-51C0-EDEE-BD9A4468617A}"/>
              </a:ext>
            </a:extLst>
          </p:cNvPr>
          <p:cNvCxnSpPr>
            <a:stCxn id="159" idx="2"/>
            <a:endCxn id="167" idx="0"/>
          </p:cNvCxnSpPr>
          <p:nvPr/>
        </p:nvCxnSpPr>
        <p:spPr>
          <a:xfrm>
            <a:off x="8710771" y="3622810"/>
            <a:ext cx="75349" cy="24027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4" name="Straight Arrow Connector 173">
            <a:extLst>
              <a:ext uri="{FF2B5EF4-FFF2-40B4-BE49-F238E27FC236}">
                <a16:creationId xmlns:a16="http://schemas.microsoft.com/office/drawing/2014/main" id="{184F3BB9-A68D-E8D7-E745-B1F2B049A740}"/>
              </a:ext>
            </a:extLst>
          </p:cNvPr>
          <p:cNvCxnSpPr>
            <a:stCxn id="159" idx="2"/>
            <a:endCxn id="168" idx="0"/>
          </p:cNvCxnSpPr>
          <p:nvPr/>
        </p:nvCxnSpPr>
        <p:spPr>
          <a:xfrm>
            <a:off x="8710771" y="3622810"/>
            <a:ext cx="702072" cy="25054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6" name="Straight Arrow Connector 175">
            <a:extLst>
              <a:ext uri="{FF2B5EF4-FFF2-40B4-BE49-F238E27FC236}">
                <a16:creationId xmlns:a16="http://schemas.microsoft.com/office/drawing/2014/main" id="{4EE23C61-8F6C-10D5-04AD-97DABD1E30C2}"/>
              </a:ext>
            </a:extLst>
          </p:cNvPr>
          <p:cNvCxnSpPr>
            <a:stCxn id="167" idx="2"/>
            <a:endCxn id="170" idx="0"/>
          </p:cNvCxnSpPr>
          <p:nvPr/>
        </p:nvCxnSpPr>
        <p:spPr>
          <a:xfrm flipH="1">
            <a:off x="8757010" y="4232418"/>
            <a:ext cx="29110" cy="28992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8" name="TextBox 177">
            <a:extLst>
              <a:ext uri="{FF2B5EF4-FFF2-40B4-BE49-F238E27FC236}">
                <a16:creationId xmlns:a16="http://schemas.microsoft.com/office/drawing/2014/main" id="{3E55FD25-2417-D763-418D-13A24ABFD812}"/>
              </a:ext>
            </a:extLst>
          </p:cNvPr>
          <p:cNvSpPr txBox="1"/>
          <p:nvPr/>
        </p:nvSpPr>
        <p:spPr>
          <a:xfrm>
            <a:off x="9080663" y="4580561"/>
            <a:ext cx="3938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*</a:t>
            </a:r>
            <a:endParaRPr lang="en-IN" b="1" dirty="0">
              <a:solidFill>
                <a:srgbClr val="FF0000"/>
              </a:solidFill>
            </a:endParaRPr>
          </a:p>
        </p:txBody>
      </p:sp>
      <p:sp>
        <p:nvSpPr>
          <p:cNvPr id="179" name="TextBox 178">
            <a:extLst>
              <a:ext uri="{FF2B5EF4-FFF2-40B4-BE49-F238E27FC236}">
                <a16:creationId xmlns:a16="http://schemas.microsoft.com/office/drawing/2014/main" id="{29D87083-DF27-A5AC-C5C5-F264994185E8}"/>
              </a:ext>
            </a:extLst>
          </p:cNvPr>
          <p:cNvSpPr txBox="1"/>
          <p:nvPr/>
        </p:nvSpPr>
        <p:spPr>
          <a:xfrm>
            <a:off x="9402575" y="4532621"/>
            <a:ext cx="3938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F</a:t>
            </a:r>
            <a:endParaRPr lang="en-IN" b="1" dirty="0"/>
          </a:p>
        </p:txBody>
      </p:sp>
      <p:sp>
        <p:nvSpPr>
          <p:cNvPr id="180" name="TextBox 179">
            <a:extLst>
              <a:ext uri="{FF2B5EF4-FFF2-40B4-BE49-F238E27FC236}">
                <a16:creationId xmlns:a16="http://schemas.microsoft.com/office/drawing/2014/main" id="{0538C0E2-EB29-FEDD-9145-5911D2DE470D}"/>
              </a:ext>
            </a:extLst>
          </p:cNvPr>
          <p:cNvSpPr txBox="1"/>
          <p:nvPr/>
        </p:nvSpPr>
        <p:spPr>
          <a:xfrm>
            <a:off x="9710802" y="4532613"/>
            <a:ext cx="3938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T’</a:t>
            </a:r>
            <a:endParaRPr lang="en-IN" b="1" dirty="0"/>
          </a:p>
        </p:txBody>
      </p: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B2E76C26-5ABB-DFCA-4A56-1638B996932E}"/>
              </a:ext>
            </a:extLst>
          </p:cNvPr>
          <p:cNvCxnSpPr>
            <a:stCxn id="168" idx="2"/>
            <a:endCxn id="178" idx="0"/>
          </p:cNvCxnSpPr>
          <p:nvPr/>
        </p:nvCxnSpPr>
        <p:spPr>
          <a:xfrm flipH="1">
            <a:off x="9277585" y="4242684"/>
            <a:ext cx="135258" cy="33787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A2D4CB55-7AA5-4A7D-01A7-231E09DAFFF8}"/>
              </a:ext>
            </a:extLst>
          </p:cNvPr>
          <p:cNvCxnSpPr>
            <a:stCxn id="168" idx="2"/>
            <a:endCxn id="179" idx="0"/>
          </p:cNvCxnSpPr>
          <p:nvPr/>
        </p:nvCxnSpPr>
        <p:spPr>
          <a:xfrm>
            <a:off x="9412843" y="4242684"/>
            <a:ext cx="186654" cy="28993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5B2B12B2-CDD4-D743-61FD-4EE17D746540}"/>
              </a:ext>
            </a:extLst>
          </p:cNvPr>
          <p:cNvCxnSpPr>
            <a:stCxn id="168" idx="2"/>
            <a:endCxn id="180" idx="0"/>
          </p:cNvCxnSpPr>
          <p:nvPr/>
        </p:nvCxnSpPr>
        <p:spPr>
          <a:xfrm>
            <a:off x="9412843" y="4242684"/>
            <a:ext cx="494881" cy="28992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3529979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FCE379-96B2-4A2B-AE76-A4A0518061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8950" y="492154"/>
            <a:ext cx="10515600" cy="1325563"/>
          </a:xfrm>
        </p:spPr>
        <p:txBody>
          <a:bodyPr/>
          <a:lstStyle/>
          <a:p>
            <a:r>
              <a:rPr lang="en-US" dirty="0"/>
              <a:t>Leftmost derivation (rollbacks)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35151829-466A-4F5F-B886-765885ACDF8A}"/>
                  </a:ext>
                </a:extLst>
              </p:cNvPr>
              <p:cNvSpPr txBox="1"/>
              <p:nvPr/>
            </p:nvSpPr>
            <p:spPr>
              <a:xfrm>
                <a:off x="731520" y="2346960"/>
                <a:ext cx="1920240" cy="147732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indent="0">
                  <a:buNone/>
                </a:pPr>
                <a:r>
                  <a:rPr lang="en-US" dirty="0"/>
                  <a:t>E </a:t>
                </a:r>
                <a:r>
                  <a:rPr lang="en-US" dirty="0">
                    <a:sym typeface="Wingdings" panose="05000000000000000000" pitchFamily="2" charset="2"/>
                  </a:rPr>
                  <a:t> TE’</a:t>
                </a:r>
              </a:p>
              <a:p>
                <a:pPr marL="0" indent="0">
                  <a:buNone/>
                </a:pPr>
                <a:r>
                  <a:rPr lang="en-US" dirty="0">
                    <a:sym typeface="Wingdings" panose="05000000000000000000" pitchFamily="2" charset="2"/>
                  </a:rPr>
                  <a:t>E’  +TE’ |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𝜖</m:t>
                    </m:r>
                  </m:oMath>
                </a14:m>
                <a:endParaRPr lang="en-US" b="0" dirty="0">
                  <a:sym typeface="Wingdings" panose="05000000000000000000" pitchFamily="2" charset="2"/>
                </a:endParaRPr>
              </a:p>
              <a:p>
                <a:pPr marL="0" indent="0">
                  <a:buNone/>
                </a:pPr>
                <a:r>
                  <a:rPr lang="en-US" dirty="0"/>
                  <a:t>T </a:t>
                </a:r>
                <a:r>
                  <a:rPr lang="en-US" dirty="0">
                    <a:sym typeface="Wingdings" panose="05000000000000000000" pitchFamily="2" charset="2"/>
                  </a:rPr>
                  <a:t> FT’</a:t>
                </a:r>
              </a:p>
              <a:p>
                <a:pPr marL="0" indent="0">
                  <a:buNone/>
                </a:pPr>
                <a:r>
                  <a:rPr lang="en-US" dirty="0">
                    <a:sym typeface="Wingdings" panose="05000000000000000000" pitchFamily="2" charset="2"/>
                  </a:rPr>
                  <a:t>T’  *FT’ |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𝜖</m:t>
                    </m:r>
                  </m:oMath>
                </a14:m>
                <a:endParaRPr lang="en-US" b="0" dirty="0">
                  <a:sym typeface="Wingdings" panose="05000000000000000000" pitchFamily="2" charset="2"/>
                </a:endParaRPr>
              </a:p>
              <a:p>
                <a:pPr marL="0" indent="0">
                  <a:buNone/>
                </a:pPr>
                <a:r>
                  <a:rPr lang="en-US" dirty="0"/>
                  <a:t>F </a:t>
                </a:r>
                <a:r>
                  <a:rPr lang="en-US" dirty="0">
                    <a:sym typeface="Wingdings" panose="05000000000000000000" pitchFamily="2" charset="2"/>
                  </a:rPr>
                  <a:t> (E) | id</a:t>
                </a: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35151829-466A-4F5F-B886-765885ACDF8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1520" y="2346960"/>
                <a:ext cx="1920240" cy="1477328"/>
              </a:xfrm>
              <a:prstGeom prst="rect">
                <a:avLst/>
              </a:prstGeom>
              <a:blipFill>
                <a:blip r:embed="rId2"/>
                <a:stretch>
                  <a:fillRect l="-2540" t="-2479" b="-578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07F73977-52B3-424D-9B6A-CFF1B2330364}"/>
              </a:ext>
            </a:extLst>
          </p:cNvPr>
          <p:cNvSpPr txBox="1"/>
          <p:nvPr/>
        </p:nvSpPr>
        <p:spPr>
          <a:xfrm>
            <a:off x="772160" y="4521200"/>
            <a:ext cx="1778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id + id * id</a:t>
            </a:r>
            <a:endParaRPr lang="en-IN" dirty="0"/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9F8540E8-2206-FDB0-76CF-14289A1E1E94}"/>
              </a:ext>
            </a:extLst>
          </p:cNvPr>
          <p:cNvCxnSpPr>
            <a:cxnSpLocks/>
          </p:cNvCxnSpPr>
          <p:nvPr/>
        </p:nvCxnSpPr>
        <p:spPr>
          <a:xfrm flipV="1">
            <a:off x="782434" y="4757236"/>
            <a:ext cx="0" cy="43121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374B5007-D149-506C-C2FB-8BA089AFD4A1}"/>
              </a:ext>
            </a:extLst>
          </p:cNvPr>
          <p:cNvSpPr txBox="1"/>
          <p:nvPr/>
        </p:nvSpPr>
        <p:spPr>
          <a:xfrm>
            <a:off x="595898" y="5137082"/>
            <a:ext cx="6369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err="1">
                <a:solidFill>
                  <a:srgbClr val="FF0000"/>
                </a:solidFill>
              </a:rPr>
              <a:t>ip</a:t>
            </a:r>
            <a:endParaRPr lang="en-IN" b="1" dirty="0">
              <a:solidFill>
                <a:srgbClr val="FF0000"/>
              </a:solidFill>
            </a:endParaRPr>
          </a:p>
        </p:txBody>
      </p:sp>
      <p:sp>
        <p:nvSpPr>
          <p:cNvPr id="136" name="TextBox 135">
            <a:extLst>
              <a:ext uri="{FF2B5EF4-FFF2-40B4-BE49-F238E27FC236}">
                <a16:creationId xmlns:a16="http://schemas.microsoft.com/office/drawing/2014/main" id="{0D423A62-075F-4AFA-9E24-0FE57A6CBAC3}"/>
              </a:ext>
            </a:extLst>
          </p:cNvPr>
          <p:cNvSpPr txBox="1"/>
          <p:nvPr/>
        </p:nvSpPr>
        <p:spPr>
          <a:xfrm>
            <a:off x="3128455" y="1474348"/>
            <a:ext cx="3938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E</a:t>
            </a:r>
            <a:endParaRPr lang="en-IN" b="1" dirty="0"/>
          </a:p>
        </p:txBody>
      </p:sp>
      <p:sp>
        <p:nvSpPr>
          <p:cNvPr id="137" name="TextBox 136">
            <a:extLst>
              <a:ext uri="{FF2B5EF4-FFF2-40B4-BE49-F238E27FC236}">
                <a16:creationId xmlns:a16="http://schemas.microsoft.com/office/drawing/2014/main" id="{DD4C0C81-69B8-09FE-F836-7E78F59CB5A2}"/>
              </a:ext>
            </a:extLst>
          </p:cNvPr>
          <p:cNvSpPr txBox="1"/>
          <p:nvPr/>
        </p:nvSpPr>
        <p:spPr>
          <a:xfrm>
            <a:off x="2777418" y="1986346"/>
            <a:ext cx="3938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T</a:t>
            </a:r>
            <a:endParaRPr lang="en-IN" b="1" dirty="0"/>
          </a:p>
        </p:txBody>
      </p:sp>
      <p:sp>
        <p:nvSpPr>
          <p:cNvPr id="138" name="TextBox 137">
            <a:extLst>
              <a:ext uri="{FF2B5EF4-FFF2-40B4-BE49-F238E27FC236}">
                <a16:creationId xmlns:a16="http://schemas.microsoft.com/office/drawing/2014/main" id="{ED40F60A-B4B4-2B0F-C9F9-F5CCD0DDA2F1}"/>
              </a:ext>
            </a:extLst>
          </p:cNvPr>
          <p:cNvSpPr txBox="1"/>
          <p:nvPr/>
        </p:nvSpPr>
        <p:spPr>
          <a:xfrm>
            <a:off x="3849353" y="2000051"/>
            <a:ext cx="3938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E’</a:t>
            </a:r>
            <a:endParaRPr lang="en-IN" b="1" dirty="0"/>
          </a:p>
        </p:txBody>
      </p:sp>
      <p:sp>
        <p:nvSpPr>
          <p:cNvPr id="139" name="TextBox 138">
            <a:extLst>
              <a:ext uri="{FF2B5EF4-FFF2-40B4-BE49-F238E27FC236}">
                <a16:creationId xmlns:a16="http://schemas.microsoft.com/office/drawing/2014/main" id="{CBD909F5-6029-DC72-D809-0561B669A842}"/>
              </a:ext>
            </a:extLst>
          </p:cNvPr>
          <p:cNvSpPr txBox="1"/>
          <p:nvPr/>
        </p:nvSpPr>
        <p:spPr>
          <a:xfrm>
            <a:off x="2429812" y="2583962"/>
            <a:ext cx="3938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F</a:t>
            </a:r>
            <a:endParaRPr lang="en-IN" b="1" dirty="0"/>
          </a:p>
        </p:txBody>
      </p:sp>
      <p:sp>
        <p:nvSpPr>
          <p:cNvPr id="140" name="TextBox 139">
            <a:extLst>
              <a:ext uri="{FF2B5EF4-FFF2-40B4-BE49-F238E27FC236}">
                <a16:creationId xmlns:a16="http://schemas.microsoft.com/office/drawing/2014/main" id="{035CBE85-889D-32AF-9EF1-6CEA2BDAA6A5}"/>
              </a:ext>
            </a:extLst>
          </p:cNvPr>
          <p:cNvSpPr txBox="1"/>
          <p:nvPr/>
        </p:nvSpPr>
        <p:spPr>
          <a:xfrm>
            <a:off x="3138730" y="2594228"/>
            <a:ext cx="3938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T’</a:t>
            </a:r>
            <a:endParaRPr lang="en-IN" b="1" dirty="0"/>
          </a:p>
        </p:txBody>
      </p:sp>
      <p:sp>
        <p:nvSpPr>
          <p:cNvPr id="144" name="TextBox 143">
            <a:extLst>
              <a:ext uri="{FF2B5EF4-FFF2-40B4-BE49-F238E27FC236}">
                <a16:creationId xmlns:a16="http://schemas.microsoft.com/office/drawing/2014/main" id="{39D0C1D3-0672-44A6-6895-67330C535890}"/>
              </a:ext>
            </a:extLst>
          </p:cNvPr>
          <p:cNvSpPr txBox="1"/>
          <p:nvPr/>
        </p:nvSpPr>
        <p:spPr>
          <a:xfrm>
            <a:off x="2369881" y="3274042"/>
            <a:ext cx="3938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id</a:t>
            </a:r>
            <a:endParaRPr lang="en-IN" b="1" dirty="0"/>
          </a:p>
        </p:txBody>
      </p:sp>
      <p:cxnSp>
        <p:nvCxnSpPr>
          <p:cNvPr id="145" name="Straight Arrow Connector 144">
            <a:extLst>
              <a:ext uri="{FF2B5EF4-FFF2-40B4-BE49-F238E27FC236}">
                <a16:creationId xmlns:a16="http://schemas.microsoft.com/office/drawing/2014/main" id="{785725C6-7B37-7901-CF66-80DEBCC20B7C}"/>
              </a:ext>
            </a:extLst>
          </p:cNvPr>
          <p:cNvCxnSpPr>
            <a:stCxn id="136" idx="2"/>
            <a:endCxn id="137" idx="0"/>
          </p:cNvCxnSpPr>
          <p:nvPr/>
        </p:nvCxnSpPr>
        <p:spPr>
          <a:xfrm flipH="1">
            <a:off x="2974340" y="1843680"/>
            <a:ext cx="351037" cy="14266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6" name="Straight Arrow Connector 145">
            <a:extLst>
              <a:ext uri="{FF2B5EF4-FFF2-40B4-BE49-F238E27FC236}">
                <a16:creationId xmlns:a16="http://schemas.microsoft.com/office/drawing/2014/main" id="{61BABCF5-2994-146E-4717-14C36F9C901C}"/>
              </a:ext>
            </a:extLst>
          </p:cNvPr>
          <p:cNvCxnSpPr>
            <a:stCxn id="136" idx="2"/>
            <a:endCxn id="138" idx="0"/>
          </p:cNvCxnSpPr>
          <p:nvPr/>
        </p:nvCxnSpPr>
        <p:spPr>
          <a:xfrm>
            <a:off x="3325377" y="1843680"/>
            <a:ext cx="720898" cy="15637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7" name="Straight Arrow Connector 146">
            <a:extLst>
              <a:ext uri="{FF2B5EF4-FFF2-40B4-BE49-F238E27FC236}">
                <a16:creationId xmlns:a16="http://schemas.microsoft.com/office/drawing/2014/main" id="{1DA3D551-8BD1-BC09-AAE2-31F07B561843}"/>
              </a:ext>
            </a:extLst>
          </p:cNvPr>
          <p:cNvCxnSpPr>
            <a:stCxn id="137" idx="2"/>
            <a:endCxn id="139" idx="0"/>
          </p:cNvCxnSpPr>
          <p:nvPr/>
        </p:nvCxnSpPr>
        <p:spPr>
          <a:xfrm flipH="1">
            <a:off x="2626734" y="2355678"/>
            <a:ext cx="347606" cy="22828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8" name="Straight Arrow Connector 147">
            <a:extLst>
              <a:ext uri="{FF2B5EF4-FFF2-40B4-BE49-F238E27FC236}">
                <a16:creationId xmlns:a16="http://schemas.microsoft.com/office/drawing/2014/main" id="{2229C4AE-5E26-AFD7-9941-2E56FAD1A158}"/>
              </a:ext>
            </a:extLst>
          </p:cNvPr>
          <p:cNvCxnSpPr>
            <a:stCxn id="137" idx="2"/>
            <a:endCxn id="140" idx="0"/>
          </p:cNvCxnSpPr>
          <p:nvPr/>
        </p:nvCxnSpPr>
        <p:spPr>
          <a:xfrm>
            <a:off x="2974340" y="2355678"/>
            <a:ext cx="361312" cy="23855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9" name="Straight Arrow Connector 148">
            <a:extLst>
              <a:ext uri="{FF2B5EF4-FFF2-40B4-BE49-F238E27FC236}">
                <a16:creationId xmlns:a16="http://schemas.microsoft.com/office/drawing/2014/main" id="{13FDC60F-D997-50B0-CB75-07E7CB31F8BB}"/>
              </a:ext>
            </a:extLst>
          </p:cNvPr>
          <p:cNvCxnSpPr>
            <a:stCxn id="139" idx="2"/>
            <a:endCxn id="144" idx="0"/>
          </p:cNvCxnSpPr>
          <p:nvPr/>
        </p:nvCxnSpPr>
        <p:spPr>
          <a:xfrm flipH="1">
            <a:off x="2566803" y="2953294"/>
            <a:ext cx="59931" cy="32074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50" name="TextBox 149">
                <a:extLst>
                  <a:ext uri="{FF2B5EF4-FFF2-40B4-BE49-F238E27FC236}">
                    <a16:creationId xmlns:a16="http://schemas.microsoft.com/office/drawing/2014/main" id="{8A80AB11-AC54-EDAF-D944-1BB4198C8575}"/>
                  </a:ext>
                </a:extLst>
              </p:cNvPr>
              <p:cNvSpPr txBox="1"/>
              <p:nvPr/>
            </p:nvSpPr>
            <p:spPr>
              <a:xfrm>
                <a:off x="3140446" y="3294594"/>
                <a:ext cx="39384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dirty="0" smtClean="0">
                          <a:latin typeface="Cambria Math" panose="02040503050406030204" pitchFamily="18" charset="0"/>
                        </a:rPr>
                        <m:t>𝝐</m:t>
                      </m:r>
                    </m:oMath>
                  </m:oMathPara>
                </a14:m>
                <a:endParaRPr lang="en-IN" b="1" dirty="0"/>
              </a:p>
            </p:txBody>
          </p:sp>
        </mc:Choice>
        <mc:Fallback xmlns="">
          <p:sp>
            <p:nvSpPr>
              <p:cNvPr id="150" name="TextBox 149">
                <a:extLst>
                  <a:ext uri="{FF2B5EF4-FFF2-40B4-BE49-F238E27FC236}">
                    <a16:creationId xmlns:a16="http://schemas.microsoft.com/office/drawing/2014/main" id="{8A80AB11-AC54-EDAF-D944-1BB4198C857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40446" y="3294594"/>
                <a:ext cx="393843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51" name="Straight Arrow Connector 150">
            <a:extLst>
              <a:ext uri="{FF2B5EF4-FFF2-40B4-BE49-F238E27FC236}">
                <a16:creationId xmlns:a16="http://schemas.microsoft.com/office/drawing/2014/main" id="{2352D96C-AB3B-EA3F-1645-4D4F8780C2B7}"/>
              </a:ext>
            </a:extLst>
          </p:cNvPr>
          <p:cNvCxnSpPr>
            <a:stCxn id="140" idx="2"/>
            <a:endCxn id="150" idx="0"/>
          </p:cNvCxnSpPr>
          <p:nvPr/>
        </p:nvCxnSpPr>
        <p:spPr>
          <a:xfrm>
            <a:off x="3335652" y="2963560"/>
            <a:ext cx="1716" cy="33103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2" name="TextBox 151">
            <a:extLst>
              <a:ext uri="{FF2B5EF4-FFF2-40B4-BE49-F238E27FC236}">
                <a16:creationId xmlns:a16="http://schemas.microsoft.com/office/drawing/2014/main" id="{BE4F76E4-797B-DCFF-B12B-EE1DC4721937}"/>
              </a:ext>
            </a:extLst>
          </p:cNvPr>
          <p:cNvSpPr txBox="1"/>
          <p:nvPr/>
        </p:nvSpPr>
        <p:spPr>
          <a:xfrm>
            <a:off x="3590793" y="2645608"/>
            <a:ext cx="3938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+</a:t>
            </a:r>
          </a:p>
        </p:txBody>
      </p:sp>
      <p:sp>
        <p:nvSpPr>
          <p:cNvPr id="153" name="TextBox 152">
            <a:extLst>
              <a:ext uri="{FF2B5EF4-FFF2-40B4-BE49-F238E27FC236}">
                <a16:creationId xmlns:a16="http://schemas.microsoft.com/office/drawing/2014/main" id="{0603A72C-9A02-655F-DA4D-EAA8F8F6310F}"/>
              </a:ext>
            </a:extLst>
          </p:cNvPr>
          <p:cNvSpPr txBox="1"/>
          <p:nvPr/>
        </p:nvSpPr>
        <p:spPr>
          <a:xfrm>
            <a:off x="4030869" y="2695270"/>
            <a:ext cx="3938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T</a:t>
            </a:r>
            <a:endParaRPr lang="en-IN" b="1" dirty="0"/>
          </a:p>
        </p:txBody>
      </p:sp>
      <p:sp>
        <p:nvSpPr>
          <p:cNvPr id="154" name="TextBox 153">
            <a:extLst>
              <a:ext uri="{FF2B5EF4-FFF2-40B4-BE49-F238E27FC236}">
                <a16:creationId xmlns:a16="http://schemas.microsoft.com/office/drawing/2014/main" id="{B12A966F-4A60-AE42-AD02-9253C6424081}"/>
              </a:ext>
            </a:extLst>
          </p:cNvPr>
          <p:cNvSpPr txBox="1"/>
          <p:nvPr/>
        </p:nvSpPr>
        <p:spPr>
          <a:xfrm>
            <a:off x="5241501" y="2580543"/>
            <a:ext cx="3938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E’</a:t>
            </a:r>
            <a:endParaRPr lang="en-IN" b="1" dirty="0"/>
          </a:p>
        </p:txBody>
      </p:sp>
      <p:cxnSp>
        <p:nvCxnSpPr>
          <p:cNvPr id="155" name="Straight Arrow Connector 154">
            <a:extLst>
              <a:ext uri="{FF2B5EF4-FFF2-40B4-BE49-F238E27FC236}">
                <a16:creationId xmlns:a16="http://schemas.microsoft.com/office/drawing/2014/main" id="{FB7C4F73-E468-75F1-2A11-91FAC0F50ACF}"/>
              </a:ext>
            </a:extLst>
          </p:cNvPr>
          <p:cNvCxnSpPr>
            <a:stCxn id="138" idx="2"/>
            <a:endCxn id="152" idx="0"/>
          </p:cNvCxnSpPr>
          <p:nvPr/>
        </p:nvCxnSpPr>
        <p:spPr>
          <a:xfrm flipH="1">
            <a:off x="3787715" y="2369383"/>
            <a:ext cx="258560" cy="27622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6" name="Straight Arrow Connector 155">
            <a:extLst>
              <a:ext uri="{FF2B5EF4-FFF2-40B4-BE49-F238E27FC236}">
                <a16:creationId xmlns:a16="http://schemas.microsoft.com/office/drawing/2014/main" id="{8AAB3C73-9E25-9227-32AD-CE2D1505D5C3}"/>
              </a:ext>
            </a:extLst>
          </p:cNvPr>
          <p:cNvCxnSpPr>
            <a:stCxn id="138" idx="2"/>
            <a:endCxn id="153" idx="0"/>
          </p:cNvCxnSpPr>
          <p:nvPr/>
        </p:nvCxnSpPr>
        <p:spPr>
          <a:xfrm>
            <a:off x="4046275" y="2369383"/>
            <a:ext cx="181516" cy="32588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7" name="Straight Arrow Connector 156">
            <a:extLst>
              <a:ext uri="{FF2B5EF4-FFF2-40B4-BE49-F238E27FC236}">
                <a16:creationId xmlns:a16="http://schemas.microsoft.com/office/drawing/2014/main" id="{AAEFA8E3-9B17-3F07-D95C-B46F16E13DEB}"/>
              </a:ext>
            </a:extLst>
          </p:cNvPr>
          <p:cNvCxnSpPr>
            <a:stCxn id="138" idx="2"/>
            <a:endCxn id="154" idx="0"/>
          </p:cNvCxnSpPr>
          <p:nvPr/>
        </p:nvCxnSpPr>
        <p:spPr>
          <a:xfrm>
            <a:off x="4046275" y="2369383"/>
            <a:ext cx="1392148" cy="21116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8" name="TextBox 157">
            <a:extLst>
              <a:ext uri="{FF2B5EF4-FFF2-40B4-BE49-F238E27FC236}">
                <a16:creationId xmlns:a16="http://schemas.microsoft.com/office/drawing/2014/main" id="{AE2F6720-9D74-AA19-4010-90BEC74EE626}"/>
              </a:ext>
            </a:extLst>
          </p:cNvPr>
          <p:cNvSpPr txBox="1"/>
          <p:nvPr/>
        </p:nvSpPr>
        <p:spPr>
          <a:xfrm>
            <a:off x="3900745" y="3212390"/>
            <a:ext cx="3938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F</a:t>
            </a:r>
            <a:endParaRPr lang="en-IN" b="1" dirty="0"/>
          </a:p>
        </p:txBody>
      </p:sp>
      <p:sp>
        <p:nvSpPr>
          <p:cNvPr id="159" name="TextBox 158">
            <a:extLst>
              <a:ext uri="{FF2B5EF4-FFF2-40B4-BE49-F238E27FC236}">
                <a16:creationId xmlns:a16="http://schemas.microsoft.com/office/drawing/2014/main" id="{2B550561-B269-ADA6-DE73-02B2B51C8554}"/>
              </a:ext>
            </a:extLst>
          </p:cNvPr>
          <p:cNvSpPr txBox="1"/>
          <p:nvPr/>
        </p:nvSpPr>
        <p:spPr>
          <a:xfrm>
            <a:off x="4476101" y="3253478"/>
            <a:ext cx="3938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T’</a:t>
            </a:r>
            <a:endParaRPr lang="en-IN" b="1" dirty="0"/>
          </a:p>
        </p:txBody>
      </p:sp>
      <p:sp>
        <p:nvSpPr>
          <p:cNvPr id="160" name="TextBox 159">
            <a:extLst>
              <a:ext uri="{FF2B5EF4-FFF2-40B4-BE49-F238E27FC236}">
                <a16:creationId xmlns:a16="http://schemas.microsoft.com/office/drawing/2014/main" id="{CED66DD1-D7E1-307F-131D-3E0C80E35B1F}"/>
              </a:ext>
            </a:extLst>
          </p:cNvPr>
          <p:cNvSpPr txBox="1"/>
          <p:nvPr/>
        </p:nvSpPr>
        <p:spPr>
          <a:xfrm>
            <a:off x="3840816" y="3810007"/>
            <a:ext cx="3938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id</a:t>
            </a:r>
            <a:endParaRPr lang="en-IN" b="1" dirty="0"/>
          </a:p>
        </p:txBody>
      </p:sp>
      <p:cxnSp>
        <p:nvCxnSpPr>
          <p:cNvPr id="161" name="Straight Arrow Connector 160">
            <a:extLst>
              <a:ext uri="{FF2B5EF4-FFF2-40B4-BE49-F238E27FC236}">
                <a16:creationId xmlns:a16="http://schemas.microsoft.com/office/drawing/2014/main" id="{C3418F69-82C4-C1A0-74EE-8C7434E1AA35}"/>
              </a:ext>
            </a:extLst>
          </p:cNvPr>
          <p:cNvCxnSpPr>
            <a:stCxn id="153" idx="2"/>
            <a:endCxn id="158" idx="0"/>
          </p:cNvCxnSpPr>
          <p:nvPr/>
        </p:nvCxnSpPr>
        <p:spPr>
          <a:xfrm flipH="1">
            <a:off x="4097667" y="3064602"/>
            <a:ext cx="130124" cy="14778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2" name="Straight Arrow Connector 161">
            <a:extLst>
              <a:ext uri="{FF2B5EF4-FFF2-40B4-BE49-F238E27FC236}">
                <a16:creationId xmlns:a16="http://schemas.microsoft.com/office/drawing/2014/main" id="{5C254189-41B4-EF20-BB0B-726A3B763D26}"/>
              </a:ext>
            </a:extLst>
          </p:cNvPr>
          <p:cNvCxnSpPr>
            <a:stCxn id="153" idx="2"/>
            <a:endCxn id="159" idx="0"/>
          </p:cNvCxnSpPr>
          <p:nvPr/>
        </p:nvCxnSpPr>
        <p:spPr>
          <a:xfrm>
            <a:off x="4227791" y="3064602"/>
            <a:ext cx="445232" cy="18887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3" name="Straight Arrow Connector 162">
            <a:extLst>
              <a:ext uri="{FF2B5EF4-FFF2-40B4-BE49-F238E27FC236}">
                <a16:creationId xmlns:a16="http://schemas.microsoft.com/office/drawing/2014/main" id="{47C65C55-478E-E786-E38E-B029A19610D0}"/>
              </a:ext>
            </a:extLst>
          </p:cNvPr>
          <p:cNvCxnSpPr>
            <a:cxnSpLocks/>
            <a:stCxn id="158" idx="2"/>
            <a:endCxn id="160" idx="0"/>
          </p:cNvCxnSpPr>
          <p:nvPr/>
        </p:nvCxnSpPr>
        <p:spPr>
          <a:xfrm flipH="1">
            <a:off x="4037738" y="3581722"/>
            <a:ext cx="59929" cy="22828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4" name="TextBox 163">
            <a:extLst>
              <a:ext uri="{FF2B5EF4-FFF2-40B4-BE49-F238E27FC236}">
                <a16:creationId xmlns:a16="http://schemas.microsoft.com/office/drawing/2014/main" id="{41887477-6BD3-745E-A4AC-7271843D39B9}"/>
              </a:ext>
            </a:extLst>
          </p:cNvPr>
          <p:cNvSpPr txBox="1"/>
          <p:nvPr/>
        </p:nvSpPr>
        <p:spPr>
          <a:xfrm>
            <a:off x="2571834" y="4255788"/>
            <a:ext cx="1778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id + id * id</a:t>
            </a:r>
            <a:endParaRPr lang="en-IN" dirty="0">
              <a:solidFill>
                <a:srgbClr val="FF0000"/>
              </a:solidFill>
            </a:endParaRPr>
          </a:p>
        </p:txBody>
      </p:sp>
      <p:sp>
        <p:nvSpPr>
          <p:cNvPr id="165" name="TextBox 164">
            <a:extLst>
              <a:ext uri="{FF2B5EF4-FFF2-40B4-BE49-F238E27FC236}">
                <a16:creationId xmlns:a16="http://schemas.microsoft.com/office/drawing/2014/main" id="{2F99114E-BB6D-0ECF-1C61-40E2D8DCECA7}"/>
              </a:ext>
            </a:extLst>
          </p:cNvPr>
          <p:cNvSpPr txBox="1"/>
          <p:nvPr/>
        </p:nvSpPr>
        <p:spPr>
          <a:xfrm>
            <a:off x="2593523" y="5006940"/>
            <a:ext cx="233635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STEP-6 </a:t>
            </a:r>
          </a:p>
          <a:p>
            <a:r>
              <a:rPr lang="en-IN" dirty="0"/>
              <a:t>We have reached end of string. rollback</a:t>
            </a:r>
            <a:endParaRPr lang="en-US" dirty="0"/>
          </a:p>
        </p:txBody>
      </p:sp>
      <p:sp>
        <p:nvSpPr>
          <p:cNvPr id="166" name="TextBox 165">
            <a:extLst>
              <a:ext uri="{FF2B5EF4-FFF2-40B4-BE49-F238E27FC236}">
                <a16:creationId xmlns:a16="http://schemas.microsoft.com/office/drawing/2014/main" id="{A4223EF4-7E37-2DA2-C641-158EF36B7827}"/>
              </a:ext>
            </a:extLst>
          </p:cNvPr>
          <p:cNvSpPr txBox="1"/>
          <p:nvPr/>
        </p:nvSpPr>
        <p:spPr>
          <a:xfrm>
            <a:off x="4229538" y="3859656"/>
            <a:ext cx="3938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*</a:t>
            </a:r>
            <a:endParaRPr lang="en-IN" b="1" dirty="0"/>
          </a:p>
        </p:txBody>
      </p:sp>
      <p:sp>
        <p:nvSpPr>
          <p:cNvPr id="167" name="TextBox 166">
            <a:extLst>
              <a:ext uri="{FF2B5EF4-FFF2-40B4-BE49-F238E27FC236}">
                <a16:creationId xmlns:a16="http://schemas.microsoft.com/office/drawing/2014/main" id="{7CB95CE7-302D-E3FF-5DA8-5F781193A324}"/>
              </a:ext>
            </a:extLst>
          </p:cNvPr>
          <p:cNvSpPr txBox="1"/>
          <p:nvPr/>
        </p:nvSpPr>
        <p:spPr>
          <a:xfrm>
            <a:off x="4551450" y="3863086"/>
            <a:ext cx="3938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F</a:t>
            </a:r>
            <a:endParaRPr lang="en-IN" b="1" dirty="0"/>
          </a:p>
        </p:txBody>
      </p:sp>
      <p:sp>
        <p:nvSpPr>
          <p:cNvPr id="168" name="TextBox 167">
            <a:extLst>
              <a:ext uri="{FF2B5EF4-FFF2-40B4-BE49-F238E27FC236}">
                <a16:creationId xmlns:a16="http://schemas.microsoft.com/office/drawing/2014/main" id="{7DAE0C0F-A34D-87CE-FF90-06F7CAF20D21}"/>
              </a:ext>
            </a:extLst>
          </p:cNvPr>
          <p:cNvSpPr txBox="1"/>
          <p:nvPr/>
        </p:nvSpPr>
        <p:spPr>
          <a:xfrm>
            <a:off x="5178173" y="3873352"/>
            <a:ext cx="3938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T’</a:t>
            </a:r>
            <a:endParaRPr lang="en-IN" b="1" dirty="0"/>
          </a:p>
        </p:txBody>
      </p:sp>
      <p:sp>
        <p:nvSpPr>
          <p:cNvPr id="170" name="TextBox 169">
            <a:extLst>
              <a:ext uri="{FF2B5EF4-FFF2-40B4-BE49-F238E27FC236}">
                <a16:creationId xmlns:a16="http://schemas.microsoft.com/office/drawing/2014/main" id="{91E30738-C064-EC6D-D2D9-D30003F6549E}"/>
              </a:ext>
            </a:extLst>
          </p:cNvPr>
          <p:cNvSpPr txBox="1"/>
          <p:nvPr/>
        </p:nvSpPr>
        <p:spPr>
          <a:xfrm>
            <a:off x="4522340" y="4522341"/>
            <a:ext cx="3938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id</a:t>
            </a:r>
            <a:endParaRPr lang="en-IN" b="1" dirty="0"/>
          </a:p>
        </p:txBody>
      </p:sp>
      <p:cxnSp>
        <p:nvCxnSpPr>
          <p:cNvPr id="172" name="Straight Arrow Connector 171">
            <a:extLst>
              <a:ext uri="{FF2B5EF4-FFF2-40B4-BE49-F238E27FC236}">
                <a16:creationId xmlns:a16="http://schemas.microsoft.com/office/drawing/2014/main" id="{3FAB10AA-4FF8-2B75-1CC1-FA7CA0236F18}"/>
              </a:ext>
            </a:extLst>
          </p:cNvPr>
          <p:cNvCxnSpPr>
            <a:stCxn id="159" idx="2"/>
            <a:endCxn id="166" idx="0"/>
          </p:cNvCxnSpPr>
          <p:nvPr/>
        </p:nvCxnSpPr>
        <p:spPr>
          <a:xfrm flipH="1">
            <a:off x="4426460" y="3622810"/>
            <a:ext cx="246563" cy="23684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3" name="Straight Arrow Connector 172">
            <a:extLst>
              <a:ext uri="{FF2B5EF4-FFF2-40B4-BE49-F238E27FC236}">
                <a16:creationId xmlns:a16="http://schemas.microsoft.com/office/drawing/2014/main" id="{C6CDD844-FECA-51C0-EDEE-BD9A4468617A}"/>
              </a:ext>
            </a:extLst>
          </p:cNvPr>
          <p:cNvCxnSpPr>
            <a:stCxn id="159" idx="2"/>
            <a:endCxn id="167" idx="0"/>
          </p:cNvCxnSpPr>
          <p:nvPr/>
        </p:nvCxnSpPr>
        <p:spPr>
          <a:xfrm>
            <a:off x="4673023" y="3622810"/>
            <a:ext cx="75349" cy="24027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4" name="Straight Arrow Connector 173">
            <a:extLst>
              <a:ext uri="{FF2B5EF4-FFF2-40B4-BE49-F238E27FC236}">
                <a16:creationId xmlns:a16="http://schemas.microsoft.com/office/drawing/2014/main" id="{184F3BB9-A68D-E8D7-E745-B1F2B049A740}"/>
              </a:ext>
            </a:extLst>
          </p:cNvPr>
          <p:cNvCxnSpPr>
            <a:stCxn id="159" idx="2"/>
            <a:endCxn id="168" idx="0"/>
          </p:cNvCxnSpPr>
          <p:nvPr/>
        </p:nvCxnSpPr>
        <p:spPr>
          <a:xfrm>
            <a:off x="4673023" y="3622810"/>
            <a:ext cx="702072" cy="25054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6" name="Straight Arrow Connector 175">
            <a:extLst>
              <a:ext uri="{FF2B5EF4-FFF2-40B4-BE49-F238E27FC236}">
                <a16:creationId xmlns:a16="http://schemas.microsoft.com/office/drawing/2014/main" id="{4EE23C61-8F6C-10D5-04AD-97DABD1E30C2}"/>
              </a:ext>
            </a:extLst>
          </p:cNvPr>
          <p:cNvCxnSpPr>
            <a:stCxn id="167" idx="2"/>
            <a:endCxn id="170" idx="0"/>
          </p:cNvCxnSpPr>
          <p:nvPr/>
        </p:nvCxnSpPr>
        <p:spPr>
          <a:xfrm flipH="1">
            <a:off x="4719262" y="4232418"/>
            <a:ext cx="29110" cy="28992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79" name="TextBox 178">
                <a:extLst>
                  <a:ext uri="{FF2B5EF4-FFF2-40B4-BE49-F238E27FC236}">
                    <a16:creationId xmlns:a16="http://schemas.microsoft.com/office/drawing/2014/main" id="{29D87083-DF27-A5AC-C5C5-F264994185E8}"/>
                  </a:ext>
                </a:extLst>
              </p:cNvPr>
              <p:cNvSpPr txBox="1"/>
              <p:nvPr/>
            </p:nvSpPr>
            <p:spPr>
              <a:xfrm>
                <a:off x="5190169" y="4532621"/>
                <a:ext cx="39384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𝝐</m:t>
                      </m:r>
                    </m:oMath>
                  </m:oMathPara>
                </a14:m>
                <a:endParaRPr lang="en-IN" b="1" dirty="0"/>
              </a:p>
            </p:txBody>
          </p:sp>
        </mc:Choice>
        <mc:Fallback xmlns="">
          <p:sp>
            <p:nvSpPr>
              <p:cNvPr id="179" name="TextBox 178">
                <a:extLst>
                  <a:ext uri="{FF2B5EF4-FFF2-40B4-BE49-F238E27FC236}">
                    <a16:creationId xmlns:a16="http://schemas.microsoft.com/office/drawing/2014/main" id="{29D87083-DF27-A5AC-C5C5-F264994185E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90169" y="4532621"/>
                <a:ext cx="393843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A2D4CB55-7AA5-4A7D-01A7-231E09DAFFF8}"/>
              </a:ext>
            </a:extLst>
          </p:cNvPr>
          <p:cNvCxnSpPr>
            <a:stCxn id="168" idx="2"/>
            <a:endCxn id="179" idx="0"/>
          </p:cNvCxnSpPr>
          <p:nvPr/>
        </p:nvCxnSpPr>
        <p:spPr>
          <a:xfrm>
            <a:off x="5375095" y="4242684"/>
            <a:ext cx="11996" cy="28993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8" name="TextBox 87">
            <a:extLst>
              <a:ext uri="{FF2B5EF4-FFF2-40B4-BE49-F238E27FC236}">
                <a16:creationId xmlns:a16="http://schemas.microsoft.com/office/drawing/2014/main" id="{22AB717A-40A9-5FEA-6142-CF8CCF8C3972}"/>
              </a:ext>
            </a:extLst>
          </p:cNvPr>
          <p:cNvSpPr txBox="1"/>
          <p:nvPr/>
        </p:nvSpPr>
        <p:spPr>
          <a:xfrm>
            <a:off x="4929874" y="3173015"/>
            <a:ext cx="3938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+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E6ADD936-399F-2851-5925-14949E6C3E52}"/>
              </a:ext>
            </a:extLst>
          </p:cNvPr>
          <p:cNvSpPr txBox="1"/>
          <p:nvPr/>
        </p:nvSpPr>
        <p:spPr>
          <a:xfrm>
            <a:off x="5369950" y="3222677"/>
            <a:ext cx="3938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T</a:t>
            </a:r>
            <a:endParaRPr lang="en-IN" b="1" dirty="0"/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1DEF32A2-380C-1EC7-A701-F262BFEADB6B}"/>
              </a:ext>
            </a:extLst>
          </p:cNvPr>
          <p:cNvSpPr txBox="1"/>
          <p:nvPr/>
        </p:nvSpPr>
        <p:spPr>
          <a:xfrm>
            <a:off x="5861395" y="3190142"/>
            <a:ext cx="3938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E’</a:t>
            </a:r>
            <a:endParaRPr lang="en-IN" b="1" dirty="0"/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DDA277AE-D518-37E5-0474-4BB65DADEB0D}"/>
              </a:ext>
            </a:extLst>
          </p:cNvPr>
          <p:cNvCxnSpPr>
            <a:stCxn id="154" idx="2"/>
            <a:endCxn id="88" idx="0"/>
          </p:cNvCxnSpPr>
          <p:nvPr/>
        </p:nvCxnSpPr>
        <p:spPr>
          <a:xfrm flipH="1">
            <a:off x="5126796" y="2949875"/>
            <a:ext cx="311627" cy="22314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9C69D1E0-9A65-9ABE-3F96-1E1C55256AFD}"/>
              </a:ext>
            </a:extLst>
          </p:cNvPr>
          <p:cNvCxnSpPr>
            <a:stCxn id="154" idx="2"/>
            <a:endCxn id="90" idx="0"/>
          </p:cNvCxnSpPr>
          <p:nvPr/>
        </p:nvCxnSpPr>
        <p:spPr>
          <a:xfrm>
            <a:off x="5438423" y="2949875"/>
            <a:ext cx="128449" cy="27280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2E127A21-0569-7EFB-97BF-9635361B6E0D}"/>
              </a:ext>
            </a:extLst>
          </p:cNvPr>
          <p:cNvCxnSpPr>
            <a:stCxn id="154" idx="2"/>
            <a:endCxn id="92" idx="0"/>
          </p:cNvCxnSpPr>
          <p:nvPr/>
        </p:nvCxnSpPr>
        <p:spPr>
          <a:xfrm>
            <a:off x="5438423" y="2949875"/>
            <a:ext cx="619894" cy="24026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7" name="TextBox 96">
            <a:extLst>
              <a:ext uri="{FF2B5EF4-FFF2-40B4-BE49-F238E27FC236}">
                <a16:creationId xmlns:a16="http://schemas.microsoft.com/office/drawing/2014/main" id="{24598C92-B40F-733D-ED1F-AF74FE96D710}"/>
              </a:ext>
            </a:extLst>
          </p:cNvPr>
          <p:cNvSpPr txBox="1"/>
          <p:nvPr/>
        </p:nvSpPr>
        <p:spPr>
          <a:xfrm>
            <a:off x="8376849" y="1493186"/>
            <a:ext cx="3938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E</a:t>
            </a:r>
            <a:endParaRPr lang="en-IN" b="1" dirty="0"/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D4421DE8-F068-AA87-8D1A-302E9F722947}"/>
              </a:ext>
            </a:extLst>
          </p:cNvPr>
          <p:cNvSpPr txBox="1"/>
          <p:nvPr/>
        </p:nvSpPr>
        <p:spPr>
          <a:xfrm>
            <a:off x="8025812" y="2005184"/>
            <a:ext cx="3938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T</a:t>
            </a:r>
            <a:endParaRPr lang="en-IN" b="1" dirty="0"/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4993C63F-C08B-BE2F-BF17-D7F0C1CE8C85}"/>
              </a:ext>
            </a:extLst>
          </p:cNvPr>
          <p:cNvSpPr txBox="1"/>
          <p:nvPr/>
        </p:nvSpPr>
        <p:spPr>
          <a:xfrm>
            <a:off x="9097747" y="2018889"/>
            <a:ext cx="3938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E’</a:t>
            </a:r>
            <a:endParaRPr lang="en-IN" b="1" dirty="0"/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68D13A70-349E-67F7-27C5-CBA4D3F8848D}"/>
              </a:ext>
            </a:extLst>
          </p:cNvPr>
          <p:cNvSpPr txBox="1"/>
          <p:nvPr/>
        </p:nvSpPr>
        <p:spPr>
          <a:xfrm>
            <a:off x="7678206" y="2602800"/>
            <a:ext cx="3938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F</a:t>
            </a:r>
            <a:endParaRPr lang="en-IN" b="1" dirty="0"/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B0B04C0A-20BD-C4D3-EB9A-AD93A1AF60B6}"/>
              </a:ext>
            </a:extLst>
          </p:cNvPr>
          <p:cNvSpPr txBox="1"/>
          <p:nvPr/>
        </p:nvSpPr>
        <p:spPr>
          <a:xfrm>
            <a:off x="8387124" y="2613066"/>
            <a:ext cx="3938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T’</a:t>
            </a:r>
            <a:endParaRPr lang="en-IN" b="1" dirty="0"/>
          </a:p>
        </p:txBody>
      </p:sp>
      <p:sp>
        <p:nvSpPr>
          <p:cNvPr id="107" name="TextBox 106">
            <a:extLst>
              <a:ext uri="{FF2B5EF4-FFF2-40B4-BE49-F238E27FC236}">
                <a16:creationId xmlns:a16="http://schemas.microsoft.com/office/drawing/2014/main" id="{B08DB346-622C-8F8D-7A29-6C1F30365371}"/>
              </a:ext>
            </a:extLst>
          </p:cNvPr>
          <p:cNvSpPr txBox="1"/>
          <p:nvPr/>
        </p:nvSpPr>
        <p:spPr>
          <a:xfrm>
            <a:off x="7618275" y="3292880"/>
            <a:ext cx="3938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id</a:t>
            </a:r>
            <a:endParaRPr lang="en-IN" b="1" dirty="0"/>
          </a:p>
        </p:txBody>
      </p:sp>
      <p:cxnSp>
        <p:nvCxnSpPr>
          <p:cNvPr id="108" name="Straight Arrow Connector 107">
            <a:extLst>
              <a:ext uri="{FF2B5EF4-FFF2-40B4-BE49-F238E27FC236}">
                <a16:creationId xmlns:a16="http://schemas.microsoft.com/office/drawing/2014/main" id="{635648BE-7D5E-ADDC-FD28-BDDA617F3111}"/>
              </a:ext>
            </a:extLst>
          </p:cNvPr>
          <p:cNvCxnSpPr>
            <a:stCxn id="97" idx="2"/>
            <a:endCxn id="99" idx="0"/>
          </p:cNvCxnSpPr>
          <p:nvPr/>
        </p:nvCxnSpPr>
        <p:spPr>
          <a:xfrm flipH="1">
            <a:off x="8222734" y="1862518"/>
            <a:ext cx="351037" cy="14266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" name="Straight Arrow Connector 108">
            <a:extLst>
              <a:ext uri="{FF2B5EF4-FFF2-40B4-BE49-F238E27FC236}">
                <a16:creationId xmlns:a16="http://schemas.microsoft.com/office/drawing/2014/main" id="{E15E98C6-3C96-CB67-2087-C214ABF008F8}"/>
              </a:ext>
            </a:extLst>
          </p:cNvPr>
          <p:cNvCxnSpPr>
            <a:stCxn id="97" idx="2"/>
            <a:endCxn id="101" idx="0"/>
          </p:cNvCxnSpPr>
          <p:nvPr/>
        </p:nvCxnSpPr>
        <p:spPr>
          <a:xfrm>
            <a:off x="8573771" y="1862518"/>
            <a:ext cx="720898" cy="15637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" name="Straight Arrow Connector 109">
            <a:extLst>
              <a:ext uri="{FF2B5EF4-FFF2-40B4-BE49-F238E27FC236}">
                <a16:creationId xmlns:a16="http://schemas.microsoft.com/office/drawing/2014/main" id="{8912B2A4-5767-2CA1-F9DE-66D21A51B024}"/>
              </a:ext>
            </a:extLst>
          </p:cNvPr>
          <p:cNvCxnSpPr>
            <a:stCxn id="99" idx="2"/>
            <a:endCxn id="103" idx="0"/>
          </p:cNvCxnSpPr>
          <p:nvPr/>
        </p:nvCxnSpPr>
        <p:spPr>
          <a:xfrm flipH="1">
            <a:off x="7875128" y="2374516"/>
            <a:ext cx="347606" cy="22828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0" name="Straight Arrow Connector 119">
            <a:extLst>
              <a:ext uri="{FF2B5EF4-FFF2-40B4-BE49-F238E27FC236}">
                <a16:creationId xmlns:a16="http://schemas.microsoft.com/office/drawing/2014/main" id="{3BAD64A0-E5D7-7C4F-DE89-00E0DF020CD2}"/>
              </a:ext>
            </a:extLst>
          </p:cNvPr>
          <p:cNvCxnSpPr>
            <a:stCxn id="99" idx="2"/>
            <a:endCxn id="105" idx="0"/>
          </p:cNvCxnSpPr>
          <p:nvPr/>
        </p:nvCxnSpPr>
        <p:spPr>
          <a:xfrm>
            <a:off x="8222734" y="2374516"/>
            <a:ext cx="361312" cy="23855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2" name="Straight Arrow Connector 121">
            <a:extLst>
              <a:ext uri="{FF2B5EF4-FFF2-40B4-BE49-F238E27FC236}">
                <a16:creationId xmlns:a16="http://schemas.microsoft.com/office/drawing/2014/main" id="{77D85A8D-234F-1991-3F71-251E0ECA2B2B}"/>
              </a:ext>
            </a:extLst>
          </p:cNvPr>
          <p:cNvCxnSpPr>
            <a:stCxn id="103" idx="2"/>
            <a:endCxn id="107" idx="0"/>
          </p:cNvCxnSpPr>
          <p:nvPr/>
        </p:nvCxnSpPr>
        <p:spPr>
          <a:xfrm flipH="1">
            <a:off x="7815197" y="2972132"/>
            <a:ext cx="59931" cy="32074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25" name="TextBox 124">
                <a:extLst>
                  <a:ext uri="{FF2B5EF4-FFF2-40B4-BE49-F238E27FC236}">
                    <a16:creationId xmlns:a16="http://schemas.microsoft.com/office/drawing/2014/main" id="{780AE1CA-C816-AD0F-3159-B80E2698813B}"/>
                  </a:ext>
                </a:extLst>
              </p:cNvPr>
              <p:cNvSpPr txBox="1"/>
              <p:nvPr/>
            </p:nvSpPr>
            <p:spPr>
              <a:xfrm>
                <a:off x="8388840" y="3313432"/>
                <a:ext cx="39384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dirty="0" smtClean="0">
                          <a:latin typeface="Cambria Math" panose="02040503050406030204" pitchFamily="18" charset="0"/>
                        </a:rPr>
                        <m:t>𝝐</m:t>
                      </m:r>
                    </m:oMath>
                  </m:oMathPara>
                </a14:m>
                <a:endParaRPr lang="en-IN" b="1" dirty="0"/>
              </a:p>
            </p:txBody>
          </p:sp>
        </mc:Choice>
        <mc:Fallback xmlns="">
          <p:sp>
            <p:nvSpPr>
              <p:cNvPr id="125" name="TextBox 124">
                <a:extLst>
                  <a:ext uri="{FF2B5EF4-FFF2-40B4-BE49-F238E27FC236}">
                    <a16:creationId xmlns:a16="http://schemas.microsoft.com/office/drawing/2014/main" id="{780AE1CA-C816-AD0F-3159-B80E2698813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8840" y="3313432"/>
                <a:ext cx="393843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27" name="Straight Arrow Connector 126">
            <a:extLst>
              <a:ext uri="{FF2B5EF4-FFF2-40B4-BE49-F238E27FC236}">
                <a16:creationId xmlns:a16="http://schemas.microsoft.com/office/drawing/2014/main" id="{C9276560-9F7C-9534-7929-6A9FA70E196F}"/>
              </a:ext>
            </a:extLst>
          </p:cNvPr>
          <p:cNvCxnSpPr>
            <a:stCxn id="105" idx="2"/>
            <a:endCxn id="125" idx="0"/>
          </p:cNvCxnSpPr>
          <p:nvPr/>
        </p:nvCxnSpPr>
        <p:spPr>
          <a:xfrm>
            <a:off x="8584046" y="2982398"/>
            <a:ext cx="1716" cy="33103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1" name="TextBox 140">
            <a:extLst>
              <a:ext uri="{FF2B5EF4-FFF2-40B4-BE49-F238E27FC236}">
                <a16:creationId xmlns:a16="http://schemas.microsoft.com/office/drawing/2014/main" id="{AE3536FA-5DE5-A966-D3F8-D4B3148EE1C6}"/>
              </a:ext>
            </a:extLst>
          </p:cNvPr>
          <p:cNvSpPr txBox="1"/>
          <p:nvPr/>
        </p:nvSpPr>
        <p:spPr>
          <a:xfrm>
            <a:off x="8839187" y="2664446"/>
            <a:ext cx="3938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+</a:t>
            </a:r>
          </a:p>
        </p:txBody>
      </p:sp>
      <p:sp>
        <p:nvSpPr>
          <p:cNvPr id="142" name="TextBox 141">
            <a:extLst>
              <a:ext uri="{FF2B5EF4-FFF2-40B4-BE49-F238E27FC236}">
                <a16:creationId xmlns:a16="http://schemas.microsoft.com/office/drawing/2014/main" id="{020F828E-1F5D-0DE5-EF3A-92A09FD94F1B}"/>
              </a:ext>
            </a:extLst>
          </p:cNvPr>
          <p:cNvSpPr txBox="1"/>
          <p:nvPr/>
        </p:nvSpPr>
        <p:spPr>
          <a:xfrm>
            <a:off x="9279263" y="2714108"/>
            <a:ext cx="3938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T</a:t>
            </a:r>
            <a:endParaRPr lang="en-IN" b="1" dirty="0"/>
          </a:p>
        </p:txBody>
      </p:sp>
      <p:sp>
        <p:nvSpPr>
          <p:cNvPr id="143" name="TextBox 142">
            <a:extLst>
              <a:ext uri="{FF2B5EF4-FFF2-40B4-BE49-F238E27FC236}">
                <a16:creationId xmlns:a16="http://schemas.microsoft.com/office/drawing/2014/main" id="{12B7A9BA-D4BD-8A21-877C-7210A7B020F6}"/>
              </a:ext>
            </a:extLst>
          </p:cNvPr>
          <p:cNvSpPr txBox="1"/>
          <p:nvPr/>
        </p:nvSpPr>
        <p:spPr>
          <a:xfrm>
            <a:off x="10489895" y="2599381"/>
            <a:ext cx="3938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E’</a:t>
            </a:r>
            <a:endParaRPr lang="en-IN" b="1" dirty="0"/>
          </a:p>
        </p:txBody>
      </p:sp>
      <p:cxnSp>
        <p:nvCxnSpPr>
          <p:cNvPr id="169" name="Straight Arrow Connector 168">
            <a:extLst>
              <a:ext uri="{FF2B5EF4-FFF2-40B4-BE49-F238E27FC236}">
                <a16:creationId xmlns:a16="http://schemas.microsoft.com/office/drawing/2014/main" id="{06564402-0CE1-2E5E-022B-3239F20E4325}"/>
              </a:ext>
            </a:extLst>
          </p:cNvPr>
          <p:cNvCxnSpPr>
            <a:stCxn id="101" idx="2"/>
            <a:endCxn id="141" idx="0"/>
          </p:cNvCxnSpPr>
          <p:nvPr/>
        </p:nvCxnSpPr>
        <p:spPr>
          <a:xfrm flipH="1">
            <a:off x="9036109" y="2388221"/>
            <a:ext cx="258560" cy="27622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1" name="Straight Arrow Connector 170">
            <a:extLst>
              <a:ext uri="{FF2B5EF4-FFF2-40B4-BE49-F238E27FC236}">
                <a16:creationId xmlns:a16="http://schemas.microsoft.com/office/drawing/2014/main" id="{8E30AA7F-58DE-15D8-2160-415A5B3530C0}"/>
              </a:ext>
            </a:extLst>
          </p:cNvPr>
          <p:cNvCxnSpPr>
            <a:stCxn id="101" idx="2"/>
            <a:endCxn id="142" idx="0"/>
          </p:cNvCxnSpPr>
          <p:nvPr/>
        </p:nvCxnSpPr>
        <p:spPr>
          <a:xfrm>
            <a:off x="9294669" y="2388221"/>
            <a:ext cx="181516" cy="32588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5" name="Straight Arrow Connector 174">
            <a:extLst>
              <a:ext uri="{FF2B5EF4-FFF2-40B4-BE49-F238E27FC236}">
                <a16:creationId xmlns:a16="http://schemas.microsoft.com/office/drawing/2014/main" id="{9866D56E-E4BC-2B35-8495-AF11790EF1EF}"/>
              </a:ext>
            </a:extLst>
          </p:cNvPr>
          <p:cNvCxnSpPr>
            <a:stCxn id="101" idx="2"/>
            <a:endCxn id="143" idx="0"/>
          </p:cNvCxnSpPr>
          <p:nvPr/>
        </p:nvCxnSpPr>
        <p:spPr>
          <a:xfrm>
            <a:off x="9294669" y="2388221"/>
            <a:ext cx="1392148" cy="21116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7" name="TextBox 176">
            <a:extLst>
              <a:ext uri="{FF2B5EF4-FFF2-40B4-BE49-F238E27FC236}">
                <a16:creationId xmlns:a16="http://schemas.microsoft.com/office/drawing/2014/main" id="{CE784345-8588-8022-933E-53E94F6919C6}"/>
              </a:ext>
            </a:extLst>
          </p:cNvPr>
          <p:cNvSpPr txBox="1"/>
          <p:nvPr/>
        </p:nvSpPr>
        <p:spPr>
          <a:xfrm>
            <a:off x="9149139" y="3231228"/>
            <a:ext cx="3938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F</a:t>
            </a:r>
            <a:endParaRPr lang="en-IN" b="1" dirty="0"/>
          </a:p>
        </p:txBody>
      </p:sp>
      <p:sp>
        <p:nvSpPr>
          <p:cNvPr id="181" name="TextBox 180">
            <a:extLst>
              <a:ext uri="{FF2B5EF4-FFF2-40B4-BE49-F238E27FC236}">
                <a16:creationId xmlns:a16="http://schemas.microsoft.com/office/drawing/2014/main" id="{4510B9DD-E0A1-A0AA-8B4B-BFE09BCE4B32}"/>
              </a:ext>
            </a:extLst>
          </p:cNvPr>
          <p:cNvSpPr txBox="1"/>
          <p:nvPr/>
        </p:nvSpPr>
        <p:spPr>
          <a:xfrm>
            <a:off x="9724495" y="3272316"/>
            <a:ext cx="3938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T’</a:t>
            </a:r>
            <a:endParaRPr lang="en-IN" b="1" dirty="0"/>
          </a:p>
        </p:txBody>
      </p:sp>
      <p:sp>
        <p:nvSpPr>
          <p:cNvPr id="182" name="TextBox 181">
            <a:extLst>
              <a:ext uri="{FF2B5EF4-FFF2-40B4-BE49-F238E27FC236}">
                <a16:creationId xmlns:a16="http://schemas.microsoft.com/office/drawing/2014/main" id="{EA4C612D-A962-0880-DA8E-FB7895BC8AAF}"/>
              </a:ext>
            </a:extLst>
          </p:cNvPr>
          <p:cNvSpPr txBox="1"/>
          <p:nvPr/>
        </p:nvSpPr>
        <p:spPr>
          <a:xfrm>
            <a:off x="9089210" y="3828845"/>
            <a:ext cx="3938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id</a:t>
            </a:r>
            <a:endParaRPr lang="en-IN" b="1" dirty="0"/>
          </a:p>
        </p:txBody>
      </p:sp>
      <p:cxnSp>
        <p:nvCxnSpPr>
          <p:cNvPr id="183" name="Straight Arrow Connector 182">
            <a:extLst>
              <a:ext uri="{FF2B5EF4-FFF2-40B4-BE49-F238E27FC236}">
                <a16:creationId xmlns:a16="http://schemas.microsoft.com/office/drawing/2014/main" id="{1512BF9C-DB88-8F1E-A2FF-84D180819A6F}"/>
              </a:ext>
            </a:extLst>
          </p:cNvPr>
          <p:cNvCxnSpPr>
            <a:stCxn id="142" idx="2"/>
            <a:endCxn id="177" idx="0"/>
          </p:cNvCxnSpPr>
          <p:nvPr/>
        </p:nvCxnSpPr>
        <p:spPr>
          <a:xfrm flipH="1">
            <a:off x="9346061" y="3083440"/>
            <a:ext cx="130124" cy="14778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4" name="Straight Arrow Connector 183">
            <a:extLst>
              <a:ext uri="{FF2B5EF4-FFF2-40B4-BE49-F238E27FC236}">
                <a16:creationId xmlns:a16="http://schemas.microsoft.com/office/drawing/2014/main" id="{19F8BDFF-49B0-9124-6F13-DBF32ADF03F0}"/>
              </a:ext>
            </a:extLst>
          </p:cNvPr>
          <p:cNvCxnSpPr>
            <a:stCxn id="142" idx="2"/>
            <a:endCxn id="181" idx="0"/>
          </p:cNvCxnSpPr>
          <p:nvPr/>
        </p:nvCxnSpPr>
        <p:spPr>
          <a:xfrm>
            <a:off x="9476185" y="3083440"/>
            <a:ext cx="445232" cy="18887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5" name="Straight Arrow Connector 184">
            <a:extLst>
              <a:ext uri="{FF2B5EF4-FFF2-40B4-BE49-F238E27FC236}">
                <a16:creationId xmlns:a16="http://schemas.microsoft.com/office/drawing/2014/main" id="{8A957AFF-E1E5-C51A-8E12-206D9A17693B}"/>
              </a:ext>
            </a:extLst>
          </p:cNvPr>
          <p:cNvCxnSpPr>
            <a:cxnSpLocks/>
            <a:stCxn id="177" idx="2"/>
            <a:endCxn id="182" idx="0"/>
          </p:cNvCxnSpPr>
          <p:nvPr/>
        </p:nvCxnSpPr>
        <p:spPr>
          <a:xfrm flipH="1">
            <a:off x="9286132" y="3600560"/>
            <a:ext cx="59929" cy="22828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6" name="TextBox 185">
            <a:extLst>
              <a:ext uri="{FF2B5EF4-FFF2-40B4-BE49-F238E27FC236}">
                <a16:creationId xmlns:a16="http://schemas.microsoft.com/office/drawing/2014/main" id="{C8E0120B-EE4E-75DB-D839-FCA9739F05C4}"/>
              </a:ext>
            </a:extLst>
          </p:cNvPr>
          <p:cNvSpPr txBox="1"/>
          <p:nvPr/>
        </p:nvSpPr>
        <p:spPr>
          <a:xfrm>
            <a:off x="7820228" y="4274626"/>
            <a:ext cx="1778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id + id * id</a:t>
            </a:r>
            <a:endParaRPr lang="en-IN" dirty="0">
              <a:solidFill>
                <a:srgbClr val="FF0000"/>
              </a:solidFill>
            </a:endParaRPr>
          </a:p>
        </p:txBody>
      </p:sp>
      <p:sp>
        <p:nvSpPr>
          <p:cNvPr id="187" name="TextBox 186">
            <a:extLst>
              <a:ext uri="{FF2B5EF4-FFF2-40B4-BE49-F238E27FC236}">
                <a16:creationId xmlns:a16="http://schemas.microsoft.com/office/drawing/2014/main" id="{68CD75D5-F512-DAF3-3845-02F5447FCDDC}"/>
              </a:ext>
            </a:extLst>
          </p:cNvPr>
          <p:cNvSpPr txBox="1"/>
          <p:nvPr/>
        </p:nvSpPr>
        <p:spPr>
          <a:xfrm>
            <a:off x="7841916" y="5025778"/>
            <a:ext cx="360263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STEP-6 </a:t>
            </a:r>
          </a:p>
          <a:p>
            <a:r>
              <a:rPr lang="en-IN" dirty="0"/>
              <a:t>We have reached end of string. No further non-terminal to expand. This is the final parse tree.</a:t>
            </a:r>
            <a:endParaRPr lang="en-US" dirty="0"/>
          </a:p>
        </p:txBody>
      </p:sp>
      <p:sp>
        <p:nvSpPr>
          <p:cNvPr id="188" name="TextBox 187">
            <a:extLst>
              <a:ext uri="{FF2B5EF4-FFF2-40B4-BE49-F238E27FC236}">
                <a16:creationId xmlns:a16="http://schemas.microsoft.com/office/drawing/2014/main" id="{7AD3786E-3F81-6D82-E2AA-BB8A48D3C64D}"/>
              </a:ext>
            </a:extLst>
          </p:cNvPr>
          <p:cNvSpPr txBox="1"/>
          <p:nvPr/>
        </p:nvSpPr>
        <p:spPr>
          <a:xfrm>
            <a:off x="9477932" y="3878494"/>
            <a:ext cx="3938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*</a:t>
            </a:r>
            <a:endParaRPr lang="en-IN" b="1" dirty="0"/>
          </a:p>
        </p:txBody>
      </p:sp>
      <p:sp>
        <p:nvSpPr>
          <p:cNvPr id="189" name="TextBox 188">
            <a:extLst>
              <a:ext uri="{FF2B5EF4-FFF2-40B4-BE49-F238E27FC236}">
                <a16:creationId xmlns:a16="http://schemas.microsoft.com/office/drawing/2014/main" id="{7086CB71-5ACA-E524-DA4F-CE29AE122BB5}"/>
              </a:ext>
            </a:extLst>
          </p:cNvPr>
          <p:cNvSpPr txBox="1"/>
          <p:nvPr/>
        </p:nvSpPr>
        <p:spPr>
          <a:xfrm>
            <a:off x="9799844" y="3881924"/>
            <a:ext cx="3938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F</a:t>
            </a:r>
            <a:endParaRPr lang="en-IN" b="1" dirty="0"/>
          </a:p>
        </p:txBody>
      </p:sp>
      <p:sp>
        <p:nvSpPr>
          <p:cNvPr id="190" name="TextBox 189">
            <a:extLst>
              <a:ext uri="{FF2B5EF4-FFF2-40B4-BE49-F238E27FC236}">
                <a16:creationId xmlns:a16="http://schemas.microsoft.com/office/drawing/2014/main" id="{223FBDBD-FC06-61E1-05AF-8C4CFA85BAC8}"/>
              </a:ext>
            </a:extLst>
          </p:cNvPr>
          <p:cNvSpPr txBox="1"/>
          <p:nvPr/>
        </p:nvSpPr>
        <p:spPr>
          <a:xfrm>
            <a:off x="10426567" y="3892190"/>
            <a:ext cx="3938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T’</a:t>
            </a:r>
            <a:endParaRPr lang="en-IN" b="1" dirty="0"/>
          </a:p>
        </p:txBody>
      </p:sp>
      <p:sp>
        <p:nvSpPr>
          <p:cNvPr id="191" name="TextBox 190">
            <a:extLst>
              <a:ext uri="{FF2B5EF4-FFF2-40B4-BE49-F238E27FC236}">
                <a16:creationId xmlns:a16="http://schemas.microsoft.com/office/drawing/2014/main" id="{452A825B-6B84-2931-1E5C-501C934F1C1A}"/>
              </a:ext>
            </a:extLst>
          </p:cNvPr>
          <p:cNvSpPr txBox="1"/>
          <p:nvPr/>
        </p:nvSpPr>
        <p:spPr>
          <a:xfrm>
            <a:off x="9770734" y="4541179"/>
            <a:ext cx="3938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id</a:t>
            </a:r>
            <a:endParaRPr lang="en-IN" b="1" dirty="0"/>
          </a:p>
        </p:txBody>
      </p:sp>
      <p:cxnSp>
        <p:nvCxnSpPr>
          <p:cNvPr id="192" name="Straight Arrow Connector 191">
            <a:extLst>
              <a:ext uri="{FF2B5EF4-FFF2-40B4-BE49-F238E27FC236}">
                <a16:creationId xmlns:a16="http://schemas.microsoft.com/office/drawing/2014/main" id="{A624FCBE-7489-8DDB-9C1C-0803D2551EFA}"/>
              </a:ext>
            </a:extLst>
          </p:cNvPr>
          <p:cNvCxnSpPr>
            <a:stCxn id="181" idx="2"/>
            <a:endCxn id="188" idx="0"/>
          </p:cNvCxnSpPr>
          <p:nvPr/>
        </p:nvCxnSpPr>
        <p:spPr>
          <a:xfrm flipH="1">
            <a:off x="9674854" y="3641648"/>
            <a:ext cx="246563" cy="23684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3" name="Straight Arrow Connector 192">
            <a:extLst>
              <a:ext uri="{FF2B5EF4-FFF2-40B4-BE49-F238E27FC236}">
                <a16:creationId xmlns:a16="http://schemas.microsoft.com/office/drawing/2014/main" id="{1F5073EB-C2FF-54E3-77B1-D8FFAECDC3E5}"/>
              </a:ext>
            </a:extLst>
          </p:cNvPr>
          <p:cNvCxnSpPr>
            <a:stCxn id="181" idx="2"/>
            <a:endCxn id="189" idx="0"/>
          </p:cNvCxnSpPr>
          <p:nvPr/>
        </p:nvCxnSpPr>
        <p:spPr>
          <a:xfrm>
            <a:off x="9921417" y="3641648"/>
            <a:ext cx="75349" cy="24027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4" name="Straight Arrow Connector 193">
            <a:extLst>
              <a:ext uri="{FF2B5EF4-FFF2-40B4-BE49-F238E27FC236}">
                <a16:creationId xmlns:a16="http://schemas.microsoft.com/office/drawing/2014/main" id="{250B05F9-C88E-30EE-BA25-C0E045C8AB26}"/>
              </a:ext>
            </a:extLst>
          </p:cNvPr>
          <p:cNvCxnSpPr>
            <a:stCxn id="181" idx="2"/>
            <a:endCxn id="190" idx="0"/>
          </p:cNvCxnSpPr>
          <p:nvPr/>
        </p:nvCxnSpPr>
        <p:spPr>
          <a:xfrm>
            <a:off x="9921417" y="3641648"/>
            <a:ext cx="702072" cy="25054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5" name="Straight Arrow Connector 194">
            <a:extLst>
              <a:ext uri="{FF2B5EF4-FFF2-40B4-BE49-F238E27FC236}">
                <a16:creationId xmlns:a16="http://schemas.microsoft.com/office/drawing/2014/main" id="{BF7D374D-FC55-E214-2551-18B19F546E82}"/>
              </a:ext>
            </a:extLst>
          </p:cNvPr>
          <p:cNvCxnSpPr>
            <a:stCxn id="189" idx="2"/>
            <a:endCxn id="191" idx="0"/>
          </p:cNvCxnSpPr>
          <p:nvPr/>
        </p:nvCxnSpPr>
        <p:spPr>
          <a:xfrm flipH="1">
            <a:off x="9967656" y="4251256"/>
            <a:ext cx="29110" cy="28992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96" name="TextBox 195">
                <a:extLst>
                  <a:ext uri="{FF2B5EF4-FFF2-40B4-BE49-F238E27FC236}">
                    <a16:creationId xmlns:a16="http://schemas.microsoft.com/office/drawing/2014/main" id="{A02F18A2-594D-2791-CCE6-B8554F8FD586}"/>
                  </a:ext>
                </a:extLst>
              </p:cNvPr>
              <p:cNvSpPr txBox="1"/>
              <p:nvPr/>
            </p:nvSpPr>
            <p:spPr>
              <a:xfrm>
                <a:off x="10438563" y="4551459"/>
                <a:ext cx="39384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𝝐</m:t>
                      </m:r>
                    </m:oMath>
                  </m:oMathPara>
                </a14:m>
                <a:endParaRPr lang="en-IN" b="1" dirty="0"/>
              </a:p>
            </p:txBody>
          </p:sp>
        </mc:Choice>
        <mc:Fallback xmlns="">
          <p:sp>
            <p:nvSpPr>
              <p:cNvPr id="196" name="TextBox 195">
                <a:extLst>
                  <a:ext uri="{FF2B5EF4-FFF2-40B4-BE49-F238E27FC236}">
                    <a16:creationId xmlns:a16="http://schemas.microsoft.com/office/drawing/2014/main" id="{A02F18A2-594D-2791-CCE6-B8554F8FD58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38563" y="4551459"/>
                <a:ext cx="393843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97" name="Straight Arrow Connector 196">
            <a:extLst>
              <a:ext uri="{FF2B5EF4-FFF2-40B4-BE49-F238E27FC236}">
                <a16:creationId xmlns:a16="http://schemas.microsoft.com/office/drawing/2014/main" id="{56DC55C3-DA12-F73A-86F1-140BBDB59AC4}"/>
              </a:ext>
            </a:extLst>
          </p:cNvPr>
          <p:cNvCxnSpPr>
            <a:stCxn id="190" idx="2"/>
            <a:endCxn id="196" idx="0"/>
          </p:cNvCxnSpPr>
          <p:nvPr/>
        </p:nvCxnSpPr>
        <p:spPr>
          <a:xfrm>
            <a:off x="10623489" y="4261522"/>
            <a:ext cx="11996" cy="28993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99" name="TextBox 198">
                <a:extLst>
                  <a:ext uri="{FF2B5EF4-FFF2-40B4-BE49-F238E27FC236}">
                    <a16:creationId xmlns:a16="http://schemas.microsoft.com/office/drawing/2014/main" id="{BF275594-1399-2CBE-BE84-E0712A625809}"/>
                  </a:ext>
                </a:extLst>
              </p:cNvPr>
              <p:cNvSpPr txBox="1"/>
              <p:nvPr/>
            </p:nvSpPr>
            <p:spPr>
              <a:xfrm>
                <a:off x="10515604" y="3241515"/>
                <a:ext cx="39384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𝝐</m:t>
                      </m:r>
                    </m:oMath>
                  </m:oMathPara>
                </a14:m>
                <a:endParaRPr lang="en-IN" b="1" dirty="0"/>
              </a:p>
            </p:txBody>
          </p:sp>
        </mc:Choice>
        <mc:Fallback xmlns="">
          <p:sp>
            <p:nvSpPr>
              <p:cNvPr id="199" name="TextBox 198">
                <a:extLst>
                  <a:ext uri="{FF2B5EF4-FFF2-40B4-BE49-F238E27FC236}">
                    <a16:creationId xmlns:a16="http://schemas.microsoft.com/office/drawing/2014/main" id="{BF275594-1399-2CBE-BE84-E0712A62580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15604" y="3241515"/>
                <a:ext cx="393843" cy="36933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02" name="Straight Arrow Connector 201">
            <a:extLst>
              <a:ext uri="{FF2B5EF4-FFF2-40B4-BE49-F238E27FC236}">
                <a16:creationId xmlns:a16="http://schemas.microsoft.com/office/drawing/2014/main" id="{D8DA1579-0DC5-6268-EE0A-03C90FD412C8}"/>
              </a:ext>
            </a:extLst>
          </p:cNvPr>
          <p:cNvCxnSpPr>
            <a:stCxn id="143" idx="2"/>
            <a:endCxn id="199" idx="0"/>
          </p:cNvCxnSpPr>
          <p:nvPr/>
        </p:nvCxnSpPr>
        <p:spPr>
          <a:xfrm>
            <a:off x="10686817" y="2968713"/>
            <a:ext cx="25709" cy="27280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3842959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9DE1A6-156E-42CC-A026-503E383BBE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Recursive descent parsing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6DCFEF-05A2-443C-96FB-DE1897CD12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Recursive descent parsing is a top-down parsing algorithm</a:t>
            </a:r>
          </a:p>
          <a:p>
            <a:endParaRPr lang="en-US" dirty="0"/>
          </a:p>
          <a:p>
            <a:r>
              <a:rPr lang="en-US" dirty="0"/>
              <a:t>Recursive descent parser recursively tries and rollback different production rules to derive a parse tree corresponding to a given input string</a:t>
            </a:r>
          </a:p>
        </p:txBody>
      </p:sp>
    </p:spTree>
    <p:extLst>
      <p:ext uri="{BB962C8B-B14F-4D97-AF65-F5344CB8AC3E}">
        <p14:creationId xmlns:p14="http://schemas.microsoft.com/office/powerpoint/2010/main" val="3662919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D6BECE-02A3-45B0-A87B-5FCD76107E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Recursive descent parsing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F76B5A8-DDFD-480C-9F5B-76C07543971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b="0" dirty="0"/>
                  <a:t>Initially,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𝑖𝑝</m:t>
                    </m:r>
                  </m:oMath>
                </a14:m>
                <a:r>
                  <a:rPr lang="en-US" dirty="0"/>
                  <a:t> points to the start of the input string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F76B5A8-DDFD-480C-9F5B-76C07543971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7796927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6D9428-58FD-4739-AF1C-E6944CC1CB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Recursive descent parsing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7A08819-5056-43BE-B31F-9F74E6CB587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For every non-terminal: A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 →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d>
                      <m:dPr>
                        <m:begChr m:val="|"/>
                        <m:endChr m:val="|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…| 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endParaRPr lang="en-US" dirty="0">
                  <a:sym typeface="Wingdings" panose="05000000000000000000" pitchFamily="2" charset="2"/>
                </a:endParaRPr>
              </a:p>
              <a:p>
                <a:pPr marL="0" indent="0">
                  <a:buNone/>
                </a:pPr>
                <a:r>
                  <a:rPr lang="en-US" dirty="0">
                    <a:sym typeface="Wingdings" panose="05000000000000000000" pitchFamily="2" charset="2"/>
                  </a:rPr>
                  <a:t>define a procedure:</a:t>
                </a:r>
              </a:p>
              <a:p>
                <a:pPr marL="0" indent="0">
                  <a:buNone/>
                </a:pPr>
                <a:endParaRPr lang="en-US" dirty="0">
                  <a:sym typeface="Wingdings" panose="05000000000000000000" pitchFamily="2" charset="2"/>
                </a:endParaRPr>
              </a:p>
              <a:p>
                <a:pPr marL="0" indent="0">
                  <a:buNone/>
                </a:pPr>
                <a:r>
                  <a:rPr lang="en-US" dirty="0">
                    <a:sym typeface="Wingdings" panose="05000000000000000000" pitchFamily="2" charset="2"/>
                  </a:rPr>
                  <a:t>bool A() {</a:t>
                </a:r>
              </a:p>
              <a:p>
                <a:pPr marL="0" indent="0">
                  <a:buNone/>
                </a:pPr>
                <a:r>
                  <a:rPr lang="en-US" dirty="0">
                    <a:sym typeface="Wingdings" panose="05000000000000000000" pitchFamily="2" charset="2"/>
                  </a:rPr>
                  <a:t>     return (temp = </a:t>
                </a:r>
                <a:r>
                  <a:rPr lang="en-US" dirty="0" err="1">
                    <a:sym typeface="Wingdings" panose="05000000000000000000" pitchFamily="2" charset="2"/>
                  </a:rPr>
                  <a:t>ip</a:t>
                </a:r>
                <a:r>
                  <a:rPr lang="en-US" dirty="0">
                    <a:sym typeface="Wingdings" panose="05000000000000000000" pitchFamily="2" charset="2"/>
                  </a:rPr>
                  <a:t>, A</a:t>
                </a:r>
                <a:r>
                  <a:rPr lang="en-US" baseline="-25000" dirty="0">
                    <a:sym typeface="Wingdings" panose="05000000000000000000" pitchFamily="2" charset="2"/>
                  </a:rPr>
                  <a:t>1</a:t>
                </a:r>
                <a:r>
                  <a:rPr lang="en-US" dirty="0">
                    <a:sym typeface="Wingdings" panose="05000000000000000000" pitchFamily="2" charset="2"/>
                  </a:rPr>
                  <a:t>()) || (</a:t>
                </a:r>
                <a:r>
                  <a:rPr lang="en-US" dirty="0" err="1">
                    <a:sym typeface="Wingdings" panose="05000000000000000000" pitchFamily="2" charset="2"/>
                  </a:rPr>
                  <a:t>ip</a:t>
                </a:r>
                <a:r>
                  <a:rPr lang="en-US" dirty="0">
                    <a:sym typeface="Wingdings" panose="05000000000000000000" pitchFamily="2" charset="2"/>
                  </a:rPr>
                  <a:t> = temp, A</a:t>
                </a:r>
                <a:r>
                  <a:rPr lang="en-US" baseline="-25000" dirty="0">
                    <a:sym typeface="Wingdings" panose="05000000000000000000" pitchFamily="2" charset="2"/>
                  </a:rPr>
                  <a:t>2</a:t>
                </a:r>
                <a:r>
                  <a:rPr lang="en-US" dirty="0">
                    <a:sym typeface="Wingdings" panose="05000000000000000000" pitchFamily="2" charset="2"/>
                  </a:rPr>
                  <a:t>()) || … || (</a:t>
                </a:r>
                <a:r>
                  <a:rPr lang="en-US" dirty="0" err="1">
                    <a:sym typeface="Wingdings" panose="05000000000000000000" pitchFamily="2" charset="2"/>
                  </a:rPr>
                  <a:t>ip</a:t>
                </a:r>
                <a:r>
                  <a:rPr lang="en-US" dirty="0">
                    <a:sym typeface="Wingdings" panose="05000000000000000000" pitchFamily="2" charset="2"/>
                  </a:rPr>
                  <a:t> = temp, A</a:t>
                </a:r>
                <a:r>
                  <a:rPr lang="en-US" baseline="-25000" dirty="0">
                    <a:sym typeface="Wingdings" panose="05000000000000000000" pitchFamily="2" charset="2"/>
                  </a:rPr>
                  <a:t>k</a:t>
                </a:r>
                <a:r>
                  <a:rPr lang="en-US" dirty="0">
                    <a:sym typeface="Wingdings" panose="05000000000000000000" pitchFamily="2" charset="2"/>
                  </a:rPr>
                  <a:t>());</a:t>
                </a:r>
              </a:p>
              <a:p>
                <a:pPr marL="0" indent="0">
                  <a:buNone/>
                </a:pPr>
                <a:r>
                  <a:rPr lang="en-US" dirty="0">
                    <a:sym typeface="Wingdings" panose="05000000000000000000" pitchFamily="2" charset="2"/>
                  </a:rPr>
                  <a:t>}</a:t>
                </a: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7A08819-5056-43BE-B31F-9F74E6CB587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17" t="-224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2DEB5BCC-F9A9-462D-B96D-EA9E27F781FE}"/>
              </a:ext>
            </a:extLst>
          </p:cNvPr>
          <p:cNvSpPr txBox="1"/>
          <p:nvPr/>
        </p:nvSpPr>
        <p:spPr>
          <a:xfrm>
            <a:off x="8493760" y="5140960"/>
            <a:ext cx="318008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>
              <a:buNone/>
            </a:pPr>
            <a:r>
              <a:rPr lang="en-US" sz="1800" dirty="0">
                <a:latin typeface="Consolas" panose="020B0609020204030204" pitchFamily="49" charset="0"/>
                <a:cs typeface="Arial" panose="020B0604020202020204" pitchFamily="34" charset="0"/>
              </a:rPr>
              <a:t>E </a:t>
            </a:r>
            <a:r>
              <a:rPr lang="en-US" sz="1800" dirty="0">
                <a:latin typeface="Consolas" panose="020B0609020204030204" pitchFamily="49" charset="0"/>
                <a:cs typeface="Arial" panose="020B0604020202020204" pitchFamily="34" charset="0"/>
                <a:sym typeface="Wingdings" panose="05000000000000000000" pitchFamily="2" charset="2"/>
              </a:rPr>
              <a:t> T | T + E</a:t>
            </a:r>
          </a:p>
          <a:p>
            <a:pPr marL="0" indent="0">
              <a:buNone/>
            </a:pPr>
            <a:r>
              <a:rPr lang="en-US" sz="1800" dirty="0">
                <a:latin typeface="Consolas" panose="020B0609020204030204" pitchFamily="49" charset="0"/>
                <a:cs typeface="Arial" panose="020B0604020202020204" pitchFamily="34" charset="0"/>
                <a:sym typeface="Wingdings" panose="05000000000000000000" pitchFamily="2" charset="2"/>
              </a:rPr>
              <a:t>T  F | F * T</a:t>
            </a:r>
          </a:p>
          <a:p>
            <a:pPr marL="0" indent="0">
              <a:buNone/>
            </a:pPr>
            <a:r>
              <a:rPr lang="en-US" sz="1800" dirty="0">
                <a:latin typeface="Consolas" panose="020B0609020204030204" pitchFamily="49" charset="0"/>
                <a:cs typeface="Arial" panose="020B0604020202020204" pitchFamily="34" charset="0"/>
                <a:sym typeface="Wingdings" panose="05000000000000000000" pitchFamily="2" charset="2"/>
              </a:rPr>
              <a:t>F  (E) | id</a:t>
            </a:r>
          </a:p>
        </p:txBody>
      </p:sp>
    </p:spTree>
    <p:extLst>
      <p:ext uri="{BB962C8B-B14F-4D97-AF65-F5344CB8AC3E}">
        <p14:creationId xmlns:p14="http://schemas.microsoft.com/office/powerpoint/2010/main" val="71433828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E0E565-D8FF-42D5-ACA1-9271A5E6B8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Recursive descent parsing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90D5373-9DF4-4D40-A8EC-0E2996CA98E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For every, A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 →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…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endParaRPr lang="en-US" b="0" dirty="0"/>
              </a:p>
              <a:p>
                <a:pPr lvl="1"/>
                <a:r>
                  <a:rPr lang="en-US" b="0" dirty="0"/>
                  <a:t>define a procedure as follows, where </a:t>
                </a:r>
                <a:r>
                  <a:rPr lang="en-US" dirty="0"/>
                  <a:t>the above production is the </a:t>
                </a:r>
                <a:r>
                  <a:rPr lang="en-US" dirty="0" err="1"/>
                  <a:t>i</a:t>
                </a:r>
                <a:r>
                  <a:rPr lang="en-US" baseline="30000" dirty="0" err="1"/>
                  <a:t>th</a:t>
                </a:r>
                <a:r>
                  <a:rPr lang="en-US" dirty="0"/>
                  <a:t> production rule corresponding to A</a:t>
                </a:r>
                <a:endParaRPr lang="en-US" b="0" dirty="0"/>
              </a:p>
              <a:p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bool A</a:t>
                </a:r>
                <a:r>
                  <a:rPr lang="en-US" baseline="-25000" dirty="0"/>
                  <a:t>i</a:t>
                </a:r>
                <a:r>
                  <a:rPr lang="en-US" dirty="0"/>
                  <a:t>() {</a:t>
                </a:r>
              </a:p>
              <a:p>
                <a:pPr marL="0" indent="0">
                  <a:buNone/>
                </a:pPr>
                <a:r>
                  <a:rPr lang="en-US" dirty="0"/>
                  <a:t>    return X</a:t>
                </a:r>
                <a:r>
                  <a:rPr lang="en-US" baseline="-25000" dirty="0"/>
                  <a:t>1</a:t>
                </a:r>
                <a:r>
                  <a:rPr lang="en-US" dirty="0"/>
                  <a:t>() &amp;&amp; X</a:t>
                </a:r>
                <a:r>
                  <a:rPr lang="en-US" baseline="-25000" dirty="0"/>
                  <a:t>2</a:t>
                </a:r>
                <a:r>
                  <a:rPr lang="en-US" dirty="0"/>
                  <a:t>() … &amp;&amp; </a:t>
                </a:r>
                <a:r>
                  <a:rPr lang="en-US" dirty="0" err="1"/>
                  <a:t>X</a:t>
                </a:r>
                <a:r>
                  <a:rPr lang="en-US" baseline="-25000" dirty="0" err="1"/>
                  <a:t>k</a:t>
                </a:r>
                <a:r>
                  <a:rPr lang="en-US" dirty="0"/>
                  <a:t>(); </a:t>
                </a:r>
              </a:p>
              <a:p>
                <a:pPr marL="0" indent="0">
                  <a:buNone/>
                </a:pPr>
                <a:r>
                  <a:rPr lang="en-US" dirty="0"/>
                  <a:t>}</a:t>
                </a:r>
              </a:p>
              <a:p>
                <a:pPr marL="0" indent="0">
                  <a:buNone/>
                </a:pPr>
                <a:r>
                  <a:rPr lang="en-US" dirty="0"/>
                  <a:t>If X</a:t>
                </a:r>
                <a:r>
                  <a:rPr lang="en-US" baseline="-25000" dirty="0"/>
                  <a:t>i</a:t>
                </a:r>
                <a:r>
                  <a:rPr lang="en-US" dirty="0"/>
                  <a:t> is a terminal, then call terminal(X</a:t>
                </a:r>
                <a:r>
                  <a:rPr lang="en-US" baseline="-25000" dirty="0"/>
                  <a:t>i</a:t>
                </a:r>
                <a:r>
                  <a:rPr lang="en-US" dirty="0"/>
                  <a:t>) instead of X</a:t>
                </a:r>
                <a:r>
                  <a:rPr lang="en-US" baseline="-25000" dirty="0"/>
                  <a:t>i</a:t>
                </a:r>
                <a:r>
                  <a:rPr lang="en-US" dirty="0"/>
                  <a:t>()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90D5373-9DF4-4D40-A8EC-0E2996CA98E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17" t="-224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901292D3-312A-44E4-B256-016645AE59E6}"/>
              </a:ext>
            </a:extLst>
          </p:cNvPr>
          <p:cNvSpPr txBox="1"/>
          <p:nvPr/>
        </p:nvSpPr>
        <p:spPr>
          <a:xfrm>
            <a:off x="8493760" y="3484880"/>
            <a:ext cx="318008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>
              <a:buNone/>
            </a:pPr>
            <a:r>
              <a:rPr lang="en-US" sz="1800" dirty="0">
                <a:latin typeface="Consolas" panose="020B0609020204030204" pitchFamily="49" charset="0"/>
                <a:cs typeface="Arial" panose="020B0604020202020204" pitchFamily="34" charset="0"/>
              </a:rPr>
              <a:t>E </a:t>
            </a:r>
            <a:r>
              <a:rPr lang="en-US" sz="1800" dirty="0">
                <a:latin typeface="Consolas" panose="020B0609020204030204" pitchFamily="49" charset="0"/>
                <a:cs typeface="Arial" panose="020B0604020202020204" pitchFamily="34" charset="0"/>
                <a:sym typeface="Wingdings" panose="05000000000000000000" pitchFamily="2" charset="2"/>
              </a:rPr>
              <a:t> T | T + E</a:t>
            </a:r>
          </a:p>
          <a:p>
            <a:pPr marL="0" indent="0">
              <a:buNone/>
            </a:pPr>
            <a:r>
              <a:rPr lang="en-US" sz="1800" dirty="0">
                <a:latin typeface="Consolas" panose="020B0609020204030204" pitchFamily="49" charset="0"/>
                <a:cs typeface="Arial" panose="020B0604020202020204" pitchFamily="34" charset="0"/>
                <a:sym typeface="Wingdings" panose="05000000000000000000" pitchFamily="2" charset="2"/>
              </a:rPr>
              <a:t>T  F | F * T</a:t>
            </a:r>
          </a:p>
          <a:p>
            <a:pPr marL="0" indent="0">
              <a:buNone/>
            </a:pPr>
            <a:r>
              <a:rPr lang="en-US" sz="1800" dirty="0">
                <a:latin typeface="Consolas" panose="020B0609020204030204" pitchFamily="49" charset="0"/>
                <a:cs typeface="Arial" panose="020B0604020202020204" pitchFamily="34" charset="0"/>
                <a:sym typeface="Wingdings" panose="05000000000000000000" pitchFamily="2" charset="2"/>
              </a:rPr>
              <a:t>F  (E) | id</a:t>
            </a:r>
          </a:p>
        </p:txBody>
      </p:sp>
    </p:spTree>
    <p:extLst>
      <p:ext uri="{BB962C8B-B14F-4D97-AF65-F5344CB8AC3E}">
        <p14:creationId xmlns:p14="http://schemas.microsoft.com/office/powerpoint/2010/main" val="10680721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4BFDDE-5CB0-4CC4-BC41-18A8EC7C27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Recursive descent parsing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5ACEE83-283A-4E6A-A7B4-EEE322EBC2A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pPr marL="0" indent="0">
                  <a:buNone/>
                </a:pPr>
                <a:r>
                  <a:rPr lang="en-US" dirty="0"/>
                  <a:t>bool terminal(x)</a:t>
                </a:r>
              </a:p>
              <a:p>
                <a:pPr marL="0" indent="0">
                  <a:buNone/>
                </a:pPr>
                <a:r>
                  <a:rPr lang="en-US" dirty="0"/>
                  <a:t>{</a:t>
                </a:r>
              </a:p>
              <a:p>
                <a:pPr marL="0" indent="0">
                  <a:buNone/>
                </a:pPr>
                <a:r>
                  <a:rPr lang="en-US" dirty="0"/>
                  <a:t>  if (x ==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𝜖</m:t>
                    </m:r>
                  </m:oMath>
                </a14:m>
                <a:r>
                  <a:rPr lang="en-US" dirty="0"/>
                  <a:t>) { return true; }</a:t>
                </a:r>
              </a:p>
              <a:p>
                <a:pPr marL="0" indent="0">
                  <a:buNone/>
                </a:pPr>
                <a:r>
                  <a:rPr lang="en-US" dirty="0"/>
                  <a:t>  if (</a:t>
                </a:r>
                <a:r>
                  <a:rPr lang="en-US" dirty="0" err="1"/>
                  <a:t>ip</a:t>
                </a:r>
                <a:r>
                  <a:rPr lang="en-US" dirty="0"/>
                  <a:t>[0] == x) {</a:t>
                </a:r>
              </a:p>
              <a:p>
                <a:pPr marL="0" indent="0">
                  <a:buNone/>
                </a:pPr>
                <a:r>
                  <a:rPr lang="en-US" dirty="0"/>
                  <a:t>      </a:t>
                </a:r>
                <a:r>
                  <a:rPr lang="en-US" dirty="0" err="1"/>
                  <a:t>ip</a:t>
                </a:r>
                <a:r>
                  <a:rPr lang="en-US" dirty="0"/>
                  <a:t>++;</a:t>
                </a:r>
              </a:p>
              <a:p>
                <a:pPr marL="0" indent="0">
                  <a:buNone/>
                </a:pPr>
                <a:r>
                  <a:rPr lang="en-US" dirty="0"/>
                  <a:t>      return true;</a:t>
                </a:r>
              </a:p>
              <a:p>
                <a:pPr marL="0" indent="0">
                  <a:buNone/>
                </a:pPr>
                <a:r>
                  <a:rPr lang="en-US" dirty="0"/>
                  <a:t>  }</a:t>
                </a:r>
              </a:p>
              <a:p>
                <a:pPr marL="0" indent="0">
                  <a:buNone/>
                </a:pPr>
                <a:r>
                  <a:rPr lang="en-US" dirty="0"/>
                  <a:t>  return false;</a:t>
                </a:r>
              </a:p>
              <a:p>
                <a:pPr marL="0" indent="0">
                  <a:buNone/>
                </a:pPr>
                <a:r>
                  <a:rPr lang="en-US" dirty="0"/>
                  <a:t>}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5ACEE83-283A-4E6A-A7B4-EEE322EBC2A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17" t="-3081" b="-28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2708986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2C0920-A4FB-413D-B2AA-F7BC2E25BA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Recursive descent parsing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D07996-77BB-452B-BD95-8AC69C9CB1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To generate the parse tree:</a:t>
            </a:r>
          </a:p>
          <a:p>
            <a:pPr lvl="1"/>
            <a:r>
              <a:rPr lang="en-US" dirty="0"/>
              <a:t>set </a:t>
            </a:r>
            <a:r>
              <a:rPr lang="en-US" i="1" dirty="0" err="1">
                <a:solidFill>
                  <a:schemeClr val="accent1"/>
                </a:solidFill>
              </a:rPr>
              <a:t>ip</a:t>
            </a:r>
            <a:r>
              <a:rPr lang="en-US" i="1" dirty="0"/>
              <a:t> </a:t>
            </a:r>
            <a:r>
              <a:rPr lang="en-US" dirty="0"/>
              <a:t>to the input string</a:t>
            </a:r>
          </a:p>
          <a:p>
            <a:pPr lvl="1"/>
            <a:r>
              <a:rPr lang="en-US" dirty="0"/>
              <a:t>call A(), where A is the start symbol</a:t>
            </a:r>
          </a:p>
          <a:p>
            <a:pPr lvl="1"/>
            <a:r>
              <a:rPr lang="en-US" dirty="0"/>
              <a:t>If A() returns true and </a:t>
            </a:r>
            <a:r>
              <a:rPr lang="en-US" i="1" dirty="0" err="1">
                <a:solidFill>
                  <a:schemeClr val="accent1"/>
                </a:solidFill>
              </a:rPr>
              <a:t>ip</a:t>
            </a:r>
            <a:r>
              <a:rPr lang="en-US" i="1" dirty="0"/>
              <a:t> </a:t>
            </a:r>
            <a:r>
              <a:rPr lang="en-US" dirty="0"/>
              <a:t>points to the end of the string, then the parsing was successful </a:t>
            </a:r>
            <a:endParaRPr lang="en-US" i="1" dirty="0"/>
          </a:p>
        </p:txBody>
      </p:sp>
    </p:spTree>
    <p:extLst>
      <p:ext uri="{BB962C8B-B14F-4D97-AF65-F5344CB8AC3E}">
        <p14:creationId xmlns:p14="http://schemas.microsoft.com/office/powerpoint/2010/main" val="177516469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597A98-DBD9-4F85-BEC4-33E53DD9D2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Recursive descent parsing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F81676-A33F-427D-B8E0-EFE17451E386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dirty="0"/>
              <a:t>E </a:t>
            </a:r>
            <a:r>
              <a:rPr lang="en-US" sz="2000" dirty="0">
                <a:sym typeface="Wingdings" panose="05000000000000000000" pitchFamily="2" charset="2"/>
              </a:rPr>
              <a:t> T | T + E</a:t>
            </a:r>
          </a:p>
          <a:p>
            <a:pPr marL="0" indent="0">
              <a:buNone/>
            </a:pPr>
            <a:r>
              <a:rPr lang="en-US" sz="2000" dirty="0">
                <a:sym typeface="Wingdings" panose="05000000000000000000" pitchFamily="2" charset="2"/>
              </a:rPr>
              <a:t>T  F | F * T</a:t>
            </a:r>
          </a:p>
          <a:p>
            <a:pPr marL="0" indent="0">
              <a:buNone/>
            </a:pPr>
            <a:r>
              <a:rPr lang="en-US" sz="2000" dirty="0">
                <a:sym typeface="Wingdings" panose="05000000000000000000" pitchFamily="2" charset="2"/>
              </a:rPr>
              <a:t>F  (E) | id</a:t>
            </a:r>
          </a:p>
        </p:txBody>
      </p:sp>
    </p:spTree>
    <p:extLst>
      <p:ext uri="{BB962C8B-B14F-4D97-AF65-F5344CB8AC3E}">
        <p14:creationId xmlns:p14="http://schemas.microsoft.com/office/powerpoint/2010/main" val="338875536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597A98-DBD9-4F85-BEC4-33E53DD9D2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Recursive descent parsing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F81676-A33F-427D-B8E0-EFE17451E38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622425"/>
            <a:ext cx="51816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E 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 T | T + E</a:t>
            </a:r>
          </a:p>
          <a:p>
            <a:pPr marL="0" indent="0">
              <a:buNone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T  F | F * T</a:t>
            </a:r>
          </a:p>
          <a:p>
            <a:pPr marL="0" indent="0">
              <a:buNone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F  (E) | id</a:t>
            </a:r>
          </a:p>
          <a:p>
            <a:pPr marL="0" indent="0">
              <a:buNone/>
            </a:pPr>
            <a:endParaRPr lang="en-US" sz="2000" dirty="0"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0" indent="0">
              <a:buNone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E() { return (t =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ip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, E</a:t>
            </a:r>
            <a:r>
              <a:rPr lang="en-US" sz="2000" baseline="-250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1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()) || (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ip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 = t, E</a:t>
            </a:r>
            <a:r>
              <a:rPr lang="en-US" sz="2000" baseline="-250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2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()); }</a:t>
            </a:r>
          </a:p>
          <a:p>
            <a:pPr marL="0" indent="0">
              <a:buNone/>
            </a:pPr>
            <a:endParaRPr lang="en-US" sz="2000" dirty="0"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0" indent="0">
              <a:buNone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E</a:t>
            </a:r>
            <a:r>
              <a:rPr lang="en-US" sz="2000" baseline="-250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1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() { return T(); }</a:t>
            </a:r>
          </a:p>
          <a:p>
            <a:pPr marL="0" indent="0">
              <a:buNone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E</a:t>
            </a:r>
            <a:r>
              <a:rPr lang="en-US" sz="2000" baseline="-250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2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() { return T() &amp;&amp; terminal(‘+’) &amp;&amp; E(); }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9180CBC-288E-4C0F-98D4-31B2034BB73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096000" y="1663065"/>
            <a:ext cx="572008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T() { return (t =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ip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, T</a:t>
            </a:r>
            <a:r>
              <a:rPr lang="en-US" sz="2000" baseline="-25000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()) || (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ip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= t, T</a:t>
            </a:r>
            <a:r>
              <a:rPr lang="en-US" sz="2000" baseline="-250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()); }</a:t>
            </a:r>
          </a:p>
          <a:p>
            <a:pPr marL="0" indent="0">
              <a:buNone/>
            </a:pP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T</a:t>
            </a:r>
            <a:r>
              <a:rPr lang="en-US" sz="2000" baseline="-25000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() {  return F(); }</a:t>
            </a:r>
          </a:p>
          <a:p>
            <a:pPr marL="0" indent="0">
              <a:buNone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T</a:t>
            </a:r>
            <a:r>
              <a:rPr lang="en-US" sz="2000" baseline="-250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() { return F() &amp;&amp; terminal(‘*’) &amp;&amp; T(); }</a:t>
            </a:r>
          </a:p>
          <a:p>
            <a:pPr marL="0" indent="0">
              <a:buNone/>
            </a:pP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F() { return (t =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ip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, F</a:t>
            </a:r>
            <a:r>
              <a:rPr lang="en-US" sz="2000" baseline="-25000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()) || (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ip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= t, F</a:t>
            </a:r>
            <a:r>
              <a:rPr lang="en-US" sz="2000" baseline="-250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()); }</a:t>
            </a:r>
          </a:p>
          <a:p>
            <a:pPr marL="0" indent="0">
              <a:buNone/>
            </a:pP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F</a:t>
            </a:r>
            <a:r>
              <a:rPr lang="en-US" sz="2000" baseline="-25000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() { return terminal(‘(’) &amp;&amp; E() &amp;&amp; terminal(‘)’); }</a:t>
            </a:r>
          </a:p>
          <a:p>
            <a:pPr marL="0" indent="0">
              <a:buNone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F</a:t>
            </a:r>
            <a:r>
              <a:rPr lang="en-US" sz="2000" baseline="-250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() { return terminal(id); }</a:t>
            </a:r>
          </a:p>
          <a:p>
            <a:pPr marL="0" indent="0">
              <a:buNone/>
            </a:pP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5721073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597A98-DBD9-4F85-BEC4-33E53DD9D2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Recursive descent parsing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F81676-A33F-427D-B8E0-EFE17451E38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299720" y="1622425"/>
            <a:ext cx="5720080" cy="4351338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E() { return (t =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ip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, E</a:t>
            </a:r>
            <a:r>
              <a:rPr lang="en-US" sz="2000" baseline="-250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1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()) || (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ip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 = t, E</a:t>
            </a:r>
            <a:r>
              <a:rPr lang="en-US" sz="2000" baseline="-250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2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()); }</a:t>
            </a:r>
          </a:p>
          <a:p>
            <a:pPr marL="0" indent="0">
              <a:buNone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E</a:t>
            </a:r>
            <a:r>
              <a:rPr lang="en-US" sz="2000" baseline="-250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1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() { return T(); }</a:t>
            </a:r>
          </a:p>
          <a:p>
            <a:pPr marL="0" indent="0">
              <a:buNone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E</a:t>
            </a:r>
            <a:r>
              <a:rPr lang="en-US" sz="2000" baseline="-250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2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() { return T() &amp;&amp; terminal(‘+’) &amp;&amp; E(); }</a:t>
            </a:r>
          </a:p>
          <a:p>
            <a:pPr marL="0" indent="0">
              <a:buNone/>
            </a:pPr>
            <a:endParaRPr lang="en-US" sz="2000" dirty="0"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0" indent="0">
              <a:buNone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T() { return (t =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ip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, T</a:t>
            </a:r>
            <a:r>
              <a:rPr lang="en-US" sz="2000" baseline="-25000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()) || (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ip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= t, T</a:t>
            </a:r>
            <a:r>
              <a:rPr lang="en-US" sz="2000" baseline="-250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()); }</a:t>
            </a:r>
          </a:p>
          <a:p>
            <a:pPr marL="0" indent="0">
              <a:buNone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T</a:t>
            </a:r>
            <a:r>
              <a:rPr lang="en-US" sz="2000" baseline="-25000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() {  return F(); }</a:t>
            </a:r>
          </a:p>
          <a:p>
            <a:pPr marL="0" indent="0">
              <a:buNone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T</a:t>
            </a:r>
            <a:r>
              <a:rPr lang="en-US" sz="2000" baseline="-250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() { return F() &amp;&amp; terminal(‘*’) &amp;&amp; T(); }</a:t>
            </a:r>
          </a:p>
          <a:p>
            <a:pPr marL="0" indent="0">
              <a:buNone/>
            </a:pP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F() { return (t =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ip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, F</a:t>
            </a:r>
            <a:r>
              <a:rPr lang="en-US" sz="2000" baseline="-25000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()) || (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ip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= t, F</a:t>
            </a:r>
            <a:r>
              <a:rPr lang="en-US" sz="2000" baseline="-250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()); }</a:t>
            </a:r>
          </a:p>
          <a:p>
            <a:pPr marL="0" indent="0">
              <a:buNone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F</a:t>
            </a:r>
            <a:r>
              <a:rPr lang="en-US" sz="2000" baseline="-25000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() { return terminal(‘(’) &amp;&amp; E() &amp;&amp; terminal(‘)’); }</a:t>
            </a:r>
          </a:p>
          <a:p>
            <a:pPr marL="0" indent="0">
              <a:buNone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F</a:t>
            </a:r>
            <a:r>
              <a:rPr lang="en-US" sz="2000" baseline="-250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() { return terminal(id); }</a:t>
            </a:r>
          </a:p>
          <a:p>
            <a:pPr marL="0" indent="0">
              <a:buNone/>
            </a:pP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US" sz="2000" dirty="0"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307FDE9-2586-48E2-B7CB-A21A7ED2F4AE}"/>
              </a:ext>
            </a:extLst>
          </p:cNvPr>
          <p:cNvSpPr txBox="1"/>
          <p:nvPr/>
        </p:nvSpPr>
        <p:spPr>
          <a:xfrm>
            <a:off x="8503920" y="1239520"/>
            <a:ext cx="18186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(id)</a:t>
            </a:r>
          </a:p>
        </p:txBody>
      </p:sp>
    </p:spTree>
    <p:extLst>
      <p:ext uri="{BB962C8B-B14F-4D97-AF65-F5344CB8AC3E}">
        <p14:creationId xmlns:p14="http://schemas.microsoft.com/office/powerpoint/2010/main" val="294432714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597A98-DBD9-4F85-BEC4-33E53DD9D2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Recursive descent parsing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F81676-A33F-427D-B8E0-EFE17451E38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299720" y="1622425"/>
            <a:ext cx="5720080" cy="4351338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E() { return (t =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ip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, E</a:t>
            </a:r>
            <a:r>
              <a:rPr lang="en-US" sz="2000" baseline="-250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1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()) || (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ip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 = t, E</a:t>
            </a:r>
            <a:r>
              <a:rPr lang="en-US" sz="2000" baseline="-250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2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()); }</a:t>
            </a:r>
          </a:p>
          <a:p>
            <a:pPr marL="0" indent="0">
              <a:buNone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E</a:t>
            </a:r>
            <a:r>
              <a:rPr lang="en-US" sz="2000" baseline="-250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1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() { return T(); }</a:t>
            </a:r>
          </a:p>
          <a:p>
            <a:pPr marL="0" indent="0">
              <a:buNone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E</a:t>
            </a:r>
            <a:r>
              <a:rPr lang="en-US" sz="2000" baseline="-250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2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() { return T() &amp;&amp; terminal(‘+’) &amp;&amp; E(); }</a:t>
            </a:r>
          </a:p>
          <a:p>
            <a:pPr marL="0" indent="0">
              <a:buNone/>
            </a:pPr>
            <a:endParaRPr lang="en-US" sz="2000" dirty="0"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0" indent="0">
              <a:buNone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T() { return (t =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ip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, T</a:t>
            </a:r>
            <a:r>
              <a:rPr lang="en-US" sz="2000" baseline="-25000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()) || (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ip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= t, T</a:t>
            </a:r>
            <a:r>
              <a:rPr lang="en-US" sz="2000" baseline="-250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()); }</a:t>
            </a:r>
          </a:p>
          <a:p>
            <a:pPr marL="0" indent="0">
              <a:buNone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T</a:t>
            </a:r>
            <a:r>
              <a:rPr lang="en-US" sz="2000" baseline="-25000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() {  return F(); }</a:t>
            </a:r>
          </a:p>
          <a:p>
            <a:pPr marL="0" indent="0">
              <a:buNone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T</a:t>
            </a:r>
            <a:r>
              <a:rPr lang="en-US" sz="2000" baseline="-250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() { return F() &amp;&amp; terminal(‘*’) &amp;&amp; T(); }</a:t>
            </a:r>
          </a:p>
          <a:p>
            <a:pPr marL="0" indent="0">
              <a:buNone/>
            </a:pP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F() { return (t =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ip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, F</a:t>
            </a:r>
            <a:r>
              <a:rPr lang="en-US" sz="2000" baseline="-25000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()) || (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ip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= t, F</a:t>
            </a:r>
            <a:r>
              <a:rPr lang="en-US" sz="2000" baseline="-250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()); }</a:t>
            </a:r>
          </a:p>
          <a:p>
            <a:pPr marL="0" indent="0">
              <a:buNone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F</a:t>
            </a:r>
            <a:r>
              <a:rPr lang="en-US" sz="2000" baseline="-25000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() { return terminal(‘(’) &amp;&amp; E() &amp;&amp; terminal(‘)’); }</a:t>
            </a:r>
          </a:p>
          <a:p>
            <a:pPr marL="0" indent="0">
              <a:buNone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F</a:t>
            </a:r>
            <a:r>
              <a:rPr lang="en-US" sz="2000" baseline="-250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() { return terminal(id); }</a:t>
            </a:r>
          </a:p>
          <a:p>
            <a:pPr marL="0" indent="0">
              <a:buNone/>
            </a:pP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US" sz="2000" dirty="0"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307FDE9-2586-48E2-B7CB-A21A7ED2F4AE}"/>
              </a:ext>
            </a:extLst>
          </p:cNvPr>
          <p:cNvSpPr txBox="1"/>
          <p:nvPr/>
        </p:nvSpPr>
        <p:spPr>
          <a:xfrm>
            <a:off x="8503920" y="1239520"/>
            <a:ext cx="18186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(id)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09D4323-8DEB-1532-07FE-2592077E90D7}"/>
              </a:ext>
            </a:extLst>
          </p:cNvPr>
          <p:cNvSpPr txBox="1"/>
          <p:nvPr/>
        </p:nvSpPr>
        <p:spPr>
          <a:xfrm>
            <a:off x="6172203" y="1720694"/>
            <a:ext cx="5941028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1. E() calls </a:t>
            </a:r>
            <a:r>
              <a:rPr lang="en-US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2. E</a:t>
            </a:r>
            <a:r>
              <a:rPr lang="en-US" baseline="-25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1</a:t>
            </a:r>
            <a:r>
              <a:rPr lang="en-US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() calls 3. T() calls 4. T</a:t>
            </a:r>
            <a:r>
              <a:rPr lang="en-US" baseline="-25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1</a:t>
            </a:r>
            <a:r>
              <a:rPr lang="en-US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() calls </a:t>
            </a:r>
          </a:p>
          <a:p>
            <a:r>
              <a:rPr lang="en-US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5. F() calls 6. F</a:t>
            </a:r>
            <a:r>
              <a:rPr lang="en-US" baseline="-25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1</a:t>
            </a:r>
            <a:r>
              <a:rPr lang="en-US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() calls </a:t>
            </a:r>
            <a:r>
              <a:rPr lang="en-US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7. terminal(‘(’)  returns true</a:t>
            </a:r>
          </a:p>
          <a:p>
            <a:r>
              <a:rPr lang="en-US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6. F</a:t>
            </a:r>
            <a:r>
              <a:rPr lang="en-US" baseline="-25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1</a:t>
            </a:r>
            <a:r>
              <a:rPr lang="en-US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() calls 7. E()  calls 8. E</a:t>
            </a:r>
            <a:r>
              <a:rPr lang="en-US" baseline="-25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1</a:t>
            </a:r>
            <a:r>
              <a:rPr lang="en-US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() calls 9. T() calls </a:t>
            </a:r>
          </a:p>
          <a:p>
            <a:r>
              <a:rPr lang="en-US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10. T</a:t>
            </a:r>
            <a:r>
              <a:rPr lang="en-US" baseline="-25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1</a:t>
            </a:r>
            <a:r>
              <a:rPr lang="en-US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() calls 11. F() calls 12. F</a:t>
            </a:r>
            <a:r>
              <a:rPr lang="en-US" baseline="-25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1</a:t>
            </a:r>
            <a:r>
              <a:rPr lang="en-US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() calls </a:t>
            </a:r>
          </a:p>
          <a:p>
            <a:r>
              <a:rPr lang="en-US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13. terminal(‘(’)  returns false</a:t>
            </a:r>
          </a:p>
          <a:p>
            <a:r>
              <a:rPr lang="en-US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12. F</a:t>
            </a:r>
            <a:r>
              <a:rPr lang="en-US" baseline="-250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1</a:t>
            </a:r>
            <a:r>
              <a:rPr lang="en-US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()  returns false</a:t>
            </a:r>
          </a:p>
          <a:p>
            <a:r>
              <a:rPr lang="en-US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11. F() calls 12. F</a:t>
            </a:r>
            <a:r>
              <a:rPr lang="en-US" baseline="-25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2</a:t>
            </a:r>
            <a:r>
              <a:rPr lang="en-US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() calls </a:t>
            </a:r>
          </a:p>
          <a:p>
            <a:r>
              <a:rPr lang="en-US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13. terminal(id)  returns true</a:t>
            </a:r>
          </a:p>
          <a:p>
            <a:r>
              <a:rPr lang="en-US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12. F</a:t>
            </a:r>
            <a:r>
              <a:rPr lang="en-US" baseline="-250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2</a:t>
            </a:r>
            <a:r>
              <a:rPr lang="en-US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()  returns true 11. F()  return true</a:t>
            </a:r>
          </a:p>
          <a:p>
            <a:r>
              <a:rPr lang="en-US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10. T</a:t>
            </a:r>
            <a:r>
              <a:rPr lang="en-US" baseline="-250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1</a:t>
            </a:r>
            <a:r>
              <a:rPr lang="en-US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()  returns true 9. T()  returns true</a:t>
            </a:r>
          </a:p>
          <a:p>
            <a:r>
              <a:rPr lang="en-US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8. E()  returns true 7. E()  returns true</a:t>
            </a:r>
          </a:p>
          <a:p>
            <a:r>
              <a:rPr lang="en-US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6. F</a:t>
            </a:r>
            <a:r>
              <a:rPr lang="en-US" baseline="-25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1</a:t>
            </a:r>
            <a:r>
              <a:rPr lang="en-US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() calls </a:t>
            </a:r>
            <a:r>
              <a:rPr lang="en-US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7. terminal (‘)’)  returns true</a:t>
            </a:r>
          </a:p>
          <a:p>
            <a:r>
              <a:rPr lang="en-US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6. F</a:t>
            </a:r>
            <a:r>
              <a:rPr lang="en-US" baseline="-250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1</a:t>
            </a:r>
            <a:r>
              <a:rPr lang="en-US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()  returns true 5. F()  returns true </a:t>
            </a:r>
          </a:p>
          <a:p>
            <a:r>
              <a:rPr lang="en-US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4. T</a:t>
            </a:r>
            <a:r>
              <a:rPr lang="en-US" baseline="-250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1</a:t>
            </a:r>
            <a:r>
              <a:rPr lang="en-US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()  returns true 3. T()  returns true </a:t>
            </a:r>
          </a:p>
          <a:p>
            <a:r>
              <a:rPr lang="en-US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2. E</a:t>
            </a:r>
            <a:r>
              <a:rPr lang="en-US" baseline="-250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1</a:t>
            </a:r>
            <a:r>
              <a:rPr lang="en-US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()  returns true </a:t>
            </a:r>
            <a:r>
              <a:rPr lang="en-US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1. E()  returns true</a:t>
            </a:r>
          </a:p>
          <a:p>
            <a:endParaRPr lang="en-US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r>
              <a:rPr lang="en-US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E() returns true and </a:t>
            </a:r>
            <a:r>
              <a:rPr lang="en-US" b="1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ip</a:t>
            </a:r>
            <a:r>
              <a:rPr lang="en-US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 points to end of string </a:t>
            </a:r>
          </a:p>
          <a:p>
            <a:r>
              <a:rPr lang="en-US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Therefore, the parse tree generation is successful</a:t>
            </a:r>
          </a:p>
        </p:txBody>
      </p:sp>
    </p:spTree>
    <p:extLst>
      <p:ext uri="{BB962C8B-B14F-4D97-AF65-F5344CB8AC3E}">
        <p14:creationId xmlns:p14="http://schemas.microsoft.com/office/powerpoint/2010/main" val="194445469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597A98-DBD9-4F85-BEC4-33E53DD9D2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Recursive descent parsing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F81676-A33F-427D-B8E0-EFE17451E38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299720" y="1622425"/>
            <a:ext cx="5720080" cy="4351338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E() { return (t =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ip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, E</a:t>
            </a:r>
            <a:r>
              <a:rPr lang="en-US" sz="2000" baseline="-250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1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()) || (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ip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 = t, E</a:t>
            </a:r>
            <a:r>
              <a:rPr lang="en-US" sz="2000" baseline="-250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2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()); }</a:t>
            </a:r>
          </a:p>
          <a:p>
            <a:pPr marL="0" indent="0">
              <a:buNone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E</a:t>
            </a:r>
            <a:r>
              <a:rPr lang="en-US" sz="2000" baseline="-250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1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() { return T(); }</a:t>
            </a:r>
          </a:p>
          <a:p>
            <a:pPr marL="0" indent="0">
              <a:buNone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E</a:t>
            </a:r>
            <a:r>
              <a:rPr lang="en-US" sz="2000" baseline="-250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2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() { return T() &amp;&amp; terminal(‘+’) &amp;&amp; E(); }</a:t>
            </a:r>
          </a:p>
          <a:p>
            <a:pPr marL="0" indent="0">
              <a:buNone/>
            </a:pPr>
            <a:endParaRPr lang="en-US" sz="2000" dirty="0"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0" indent="0">
              <a:buNone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T() { return (t =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ip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, T</a:t>
            </a:r>
            <a:r>
              <a:rPr lang="en-US" sz="2000" baseline="-25000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()) || (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ip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= t, T</a:t>
            </a:r>
            <a:r>
              <a:rPr lang="en-US" sz="2000" baseline="-250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()); }</a:t>
            </a:r>
          </a:p>
          <a:p>
            <a:pPr marL="0" indent="0">
              <a:buNone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T</a:t>
            </a:r>
            <a:r>
              <a:rPr lang="en-US" sz="2000" baseline="-25000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() {  return F(); }</a:t>
            </a:r>
          </a:p>
          <a:p>
            <a:pPr marL="0" indent="0">
              <a:buNone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T</a:t>
            </a:r>
            <a:r>
              <a:rPr lang="en-US" sz="2000" baseline="-250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() { return F() &amp;&amp; terminal(‘*’) &amp;&amp; T(); }</a:t>
            </a:r>
          </a:p>
          <a:p>
            <a:pPr marL="0" indent="0">
              <a:buNone/>
            </a:pP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F() { return (t =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ip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, F</a:t>
            </a:r>
            <a:r>
              <a:rPr lang="en-US" sz="2000" baseline="-25000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()) || (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ip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= t, F</a:t>
            </a:r>
            <a:r>
              <a:rPr lang="en-US" sz="2000" baseline="-250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()); }</a:t>
            </a:r>
          </a:p>
          <a:p>
            <a:pPr marL="0" indent="0">
              <a:buNone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F</a:t>
            </a:r>
            <a:r>
              <a:rPr lang="en-US" sz="2000" baseline="-25000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() { return terminal(‘(’) &amp;&amp; E() &amp;&amp; terminal(‘)’); }</a:t>
            </a:r>
          </a:p>
          <a:p>
            <a:pPr marL="0" indent="0">
              <a:buNone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F</a:t>
            </a:r>
            <a:r>
              <a:rPr lang="en-US" sz="2000" baseline="-250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() { return terminal(id); }</a:t>
            </a:r>
          </a:p>
          <a:p>
            <a:pPr marL="0" indent="0">
              <a:buNone/>
            </a:pP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US" sz="2000" dirty="0"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307FDE9-2586-48E2-B7CB-A21A7ED2F4AE}"/>
              </a:ext>
            </a:extLst>
          </p:cNvPr>
          <p:cNvSpPr txBox="1"/>
          <p:nvPr/>
        </p:nvSpPr>
        <p:spPr>
          <a:xfrm>
            <a:off x="8503920" y="1239520"/>
            <a:ext cx="18186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id + id</a:t>
            </a:r>
          </a:p>
        </p:txBody>
      </p:sp>
    </p:spTree>
    <p:extLst>
      <p:ext uri="{BB962C8B-B14F-4D97-AF65-F5344CB8AC3E}">
        <p14:creationId xmlns:p14="http://schemas.microsoft.com/office/powerpoint/2010/main" val="164013918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597A98-DBD9-4F85-BEC4-33E53DD9D2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Recursive descent parsing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F81676-A33F-427D-B8E0-EFE17451E38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299720" y="1622425"/>
            <a:ext cx="5720080" cy="4351338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E() { return (t =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ip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, E</a:t>
            </a:r>
            <a:r>
              <a:rPr lang="en-US" sz="2000" baseline="-250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1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()) || (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ip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 = t, E</a:t>
            </a:r>
            <a:r>
              <a:rPr lang="en-US" sz="2000" baseline="-250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2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()); }</a:t>
            </a:r>
          </a:p>
          <a:p>
            <a:pPr marL="0" indent="0">
              <a:buNone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E</a:t>
            </a:r>
            <a:r>
              <a:rPr lang="en-US" sz="2000" baseline="-250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1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() { return T(); }</a:t>
            </a:r>
          </a:p>
          <a:p>
            <a:pPr marL="0" indent="0">
              <a:buNone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E</a:t>
            </a:r>
            <a:r>
              <a:rPr lang="en-US" sz="2000" baseline="-250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2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() { return T() &amp;&amp; terminal(‘+’) &amp;&amp; E(); }</a:t>
            </a:r>
          </a:p>
          <a:p>
            <a:pPr marL="0" indent="0">
              <a:buNone/>
            </a:pPr>
            <a:endParaRPr lang="en-US" sz="2000" dirty="0"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0" indent="0">
              <a:buNone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T() { return (t =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ip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, T</a:t>
            </a:r>
            <a:r>
              <a:rPr lang="en-US" sz="2000" baseline="-25000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()) || (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ip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= t, T</a:t>
            </a:r>
            <a:r>
              <a:rPr lang="en-US" sz="2000" baseline="-250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()); }</a:t>
            </a:r>
          </a:p>
          <a:p>
            <a:pPr marL="0" indent="0">
              <a:buNone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T</a:t>
            </a:r>
            <a:r>
              <a:rPr lang="en-US" sz="2000" baseline="-25000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() {  return F(); }</a:t>
            </a:r>
          </a:p>
          <a:p>
            <a:pPr marL="0" indent="0">
              <a:buNone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T</a:t>
            </a:r>
            <a:r>
              <a:rPr lang="en-US" sz="2000" baseline="-250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() { return F() &amp;&amp; terminal(‘*’) &amp;&amp; T(); }</a:t>
            </a:r>
          </a:p>
          <a:p>
            <a:pPr marL="0" indent="0">
              <a:buNone/>
            </a:pP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F() { return (t =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ip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, F</a:t>
            </a:r>
            <a:r>
              <a:rPr lang="en-US" sz="2000" baseline="-25000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()) || (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ip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= t, F</a:t>
            </a:r>
            <a:r>
              <a:rPr lang="en-US" sz="2000" baseline="-250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()); }</a:t>
            </a:r>
          </a:p>
          <a:p>
            <a:pPr marL="0" indent="0">
              <a:buNone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F</a:t>
            </a:r>
            <a:r>
              <a:rPr lang="en-US" sz="2000" baseline="-25000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() { return terminal(‘(’) &amp;&amp; E() &amp;&amp; terminal(‘)’); }</a:t>
            </a:r>
          </a:p>
          <a:p>
            <a:pPr marL="0" indent="0">
              <a:buNone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F</a:t>
            </a:r>
            <a:r>
              <a:rPr lang="en-US" sz="2000" baseline="-250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() { return terminal(id); }</a:t>
            </a:r>
          </a:p>
          <a:p>
            <a:pPr marL="0" indent="0">
              <a:buNone/>
            </a:pP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US" sz="2000" dirty="0"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307FDE9-2586-48E2-B7CB-A21A7ED2F4AE}"/>
              </a:ext>
            </a:extLst>
          </p:cNvPr>
          <p:cNvSpPr txBox="1"/>
          <p:nvPr/>
        </p:nvSpPr>
        <p:spPr>
          <a:xfrm>
            <a:off x="8503920" y="1239520"/>
            <a:ext cx="18186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id + id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10723B1-FA85-50E7-210C-BC725EF0854B}"/>
              </a:ext>
            </a:extLst>
          </p:cNvPr>
          <p:cNvSpPr txBox="1"/>
          <p:nvPr/>
        </p:nvSpPr>
        <p:spPr>
          <a:xfrm>
            <a:off x="7459037" y="1720694"/>
            <a:ext cx="424322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E() returns true, but </a:t>
            </a:r>
            <a:r>
              <a:rPr lang="en-US" b="1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ip</a:t>
            </a:r>
            <a:r>
              <a:rPr lang="en-US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 doesn’t point to end of string </a:t>
            </a:r>
          </a:p>
          <a:p>
            <a:r>
              <a:rPr lang="en-US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Therefore, the parse tree generation is unsuccessful</a:t>
            </a:r>
          </a:p>
        </p:txBody>
      </p:sp>
    </p:spTree>
    <p:extLst>
      <p:ext uri="{BB962C8B-B14F-4D97-AF65-F5344CB8AC3E}">
        <p14:creationId xmlns:p14="http://schemas.microsoft.com/office/powerpoint/2010/main" val="208352037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D4D53F-9EED-4F16-8448-B2E44FE022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Recursive descent parsing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B72354-37F8-46BD-896E-5D4EC74E00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General recursive descent may require further backtracking</a:t>
            </a:r>
          </a:p>
          <a:p>
            <a:pPr lvl="1"/>
            <a:r>
              <a:rPr lang="en-US" dirty="0"/>
              <a:t>i.e., it may require repeated scans over the input</a:t>
            </a:r>
          </a:p>
          <a:p>
            <a:endParaRPr lang="en-US" dirty="0"/>
          </a:p>
          <a:p>
            <a:r>
              <a:rPr lang="en-US" dirty="0"/>
              <a:t>Backtracking is inefficient but works for all context-free grammars</a:t>
            </a:r>
          </a:p>
          <a:p>
            <a:pPr lvl="1"/>
            <a:r>
              <a:rPr lang="en-US" dirty="0"/>
              <a:t>In the worst case, the recursive descent parsing can take exponential time</a:t>
            </a:r>
          </a:p>
          <a:p>
            <a:endParaRPr lang="en-US" dirty="0"/>
          </a:p>
          <a:p>
            <a:r>
              <a:rPr lang="en-US" dirty="0"/>
              <a:t>Many other techniques exist that don’t require backtracking</a:t>
            </a:r>
          </a:p>
          <a:p>
            <a:pPr lvl="1"/>
            <a:r>
              <a:rPr lang="en-US" dirty="0"/>
              <a:t>they work for a subset of context-free grammars </a:t>
            </a:r>
          </a:p>
          <a:p>
            <a:pPr lvl="1"/>
            <a:r>
              <a:rPr lang="en-US" dirty="0"/>
              <a:t>however, they work for most programming languages</a:t>
            </a:r>
          </a:p>
          <a:p>
            <a:pPr lvl="1"/>
            <a:r>
              <a:rPr lang="en-US" dirty="0"/>
              <a:t>used in practice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1396182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93B50C-9027-4086-88CD-0BE21DF643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Recursive descent parsing (left recursion)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EF29E6-FDAE-416C-9F1C-CE5644FB18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E </a:t>
            </a:r>
            <a:r>
              <a:rPr lang="en-US" dirty="0">
                <a:sym typeface="Wingdings" panose="05000000000000000000" pitchFamily="2" charset="2"/>
              </a:rPr>
              <a:t> E + T | T</a:t>
            </a:r>
          </a:p>
          <a:p>
            <a:pPr marL="0" indent="0">
              <a:buNone/>
            </a:pPr>
            <a:r>
              <a:rPr lang="en-US" dirty="0">
                <a:sym typeface="Wingdings" panose="05000000000000000000" pitchFamily="2" charset="2"/>
              </a:rPr>
              <a:t>T  F | F * T</a:t>
            </a:r>
          </a:p>
          <a:p>
            <a:pPr marL="0" indent="0">
              <a:buNone/>
            </a:pPr>
            <a:r>
              <a:rPr lang="en-US" dirty="0">
                <a:sym typeface="Wingdings" panose="05000000000000000000" pitchFamily="2" charset="2"/>
              </a:rPr>
              <a:t>F  id | (E)</a:t>
            </a:r>
          </a:p>
        </p:txBody>
      </p:sp>
    </p:spTree>
    <p:extLst>
      <p:ext uri="{BB962C8B-B14F-4D97-AF65-F5344CB8AC3E}">
        <p14:creationId xmlns:p14="http://schemas.microsoft.com/office/powerpoint/2010/main" val="372884088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56D301-0564-4684-8A21-0A2B4062C5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Left recursion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1840ED1-B693-4425-9FAA-64E30E8286B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A grammar is left recursive if it has a nonterminal A such that there is a derivation A </a:t>
                </a:r>
                <a14:m>
                  <m:oMath xmlns:m="http://schemas.openxmlformats.org/officeDocument/2006/math">
                    <m:groupChr>
                      <m:groupChrPr>
                        <m:chr m:val="⇒"/>
                        <m:vertJc m:val="bot"/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groupChrPr>
                      <m:e>
                        <m:r>
                          <m:rPr>
                            <m:brk m:alnAt="2"/>
                          </m:rPr>
                          <a:rPr lang="en-US" b="0" i="1" smtClean="0">
                            <a:latin typeface="Cambria Math" panose="02040503050406030204" pitchFamily="18" charset="0"/>
                          </a:rPr>
                          <m:t>+</m:t>
                        </m:r>
                      </m:e>
                    </m:groupCh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en-US" dirty="0"/>
                  <a:t> for some string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𝛼</m:t>
                    </m:r>
                  </m:oMath>
                </a14:m>
                <a:endParaRPr lang="en-US" b="0" dirty="0"/>
              </a:p>
              <a:p>
                <a:pPr lvl="1"/>
                <a:r>
                  <a:rPr lang="en-US" dirty="0"/>
                  <a:t>Here, + means one or more steps</a:t>
                </a:r>
              </a:p>
              <a:p>
                <a:pPr lvl="1"/>
                <a:endParaRPr lang="en-US" dirty="0"/>
              </a:p>
              <a:p>
                <a:r>
                  <a:rPr lang="en-US" dirty="0"/>
                  <a:t>A left recursive pair of productions, A </a:t>
                </a:r>
                <a:r>
                  <a:rPr lang="en-US" dirty="0">
                    <a:sym typeface="Wingdings" panose="05000000000000000000" pitchFamily="2" charset="2"/>
                  </a:rPr>
                  <a:t> A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𝛼</m:t>
                    </m:r>
                    <m:r>
                      <a:rPr lang="en-US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 | </m:t>
                    </m:r>
                    <m:r>
                      <a:rPr lang="en-US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𝛽</m:t>
                    </m:r>
                    <m:r>
                      <a:rPr lang="en-US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,</m:t>
                    </m:r>
                  </m:oMath>
                </a14:m>
                <a:r>
                  <a:rPr lang="en-US" dirty="0"/>
                  <a:t> can be replaced by the non-left-recursive productions</a:t>
                </a:r>
              </a:p>
              <a:p>
                <a:pPr marL="457200" lvl="1" indent="0">
                  <a:buNone/>
                </a:pPr>
                <a:r>
                  <a:rPr lang="en-US" dirty="0"/>
                  <a:t>A </a:t>
                </a:r>
                <a:r>
                  <a:rPr lang="en-US" dirty="0">
                    <a:sym typeface="Wingdings" panose="05000000000000000000" pitchFamily="2" charset="2"/>
                  </a:rPr>
                  <a:t>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𝛽</m:t>
                    </m:r>
                  </m:oMath>
                </a14:m>
                <a:r>
                  <a:rPr lang="en-US" dirty="0"/>
                  <a:t>A’</a:t>
                </a:r>
              </a:p>
              <a:p>
                <a:pPr marL="457200" lvl="1" indent="0">
                  <a:buNone/>
                </a:pPr>
                <a:r>
                  <a:rPr lang="en-US" dirty="0"/>
                  <a:t>A’ </a:t>
                </a:r>
                <a:r>
                  <a:rPr lang="en-US" dirty="0">
                    <a:sym typeface="Wingdings" panose="05000000000000000000" pitchFamily="2" charset="2"/>
                  </a:rPr>
                  <a:t>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𝛼</m:t>
                    </m:r>
                  </m:oMath>
                </a14:m>
                <a:r>
                  <a:rPr lang="en-US" dirty="0"/>
                  <a:t>A’ |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𝜖</m:t>
                    </m:r>
                  </m:oMath>
                </a14:m>
                <a:r>
                  <a:rPr lang="en-US" dirty="0"/>
                  <a:t> </a:t>
                </a:r>
              </a:p>
              <a:p>
                <a:pPr marL="457200" lvl="1" indent="0">
                  <a:buNone/>
                </a:pPr>
                <a:endParaRPr lang="en-US" dirty="0"/>
              </a:p>
              <a:p>
                <a:pPr marL="457200" lvl="1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1840ED1-B693-4425-9FAA-64E30E8286B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241" r="-58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7052866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C92EA9-9C0D-4000-8F0E-A6015FD698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Left recursion (Quiz)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2391E3-0537-473B-A4BD-BB49564A68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E </a:t>
            </a:r>
            <a:r>
              <a:rPr lang="en-US" dirty="0">
                <a:sym typeface="Wingdings" panose="05000000000000000000" pitchFamily="2" charset="2"/>
              </a:rPr>
              <a:t> E + T | T</a:t>
            </a:r>
          </a:p>
          <a:p>
            <a:pPr marL="0" indent="0">
              <a:buNone/>
            </a:pPr>
            <a:r>
              <a:rPr lang="en-US" dirty="0">
                <a:sym typeface="Wingdings" panose="05000000000000000000" pitchFamily="2" charset="2"/>
              </a:rPr>
              <a:t>T  T * F | F</a:t>
            </a:r>
          </a:p>
          <a:p>
            <a:pPr marL="0" indent="0">
              <a:buNone/>
            </a:pPr>
            <a:r>
              <a:rPr lang="en-US" dirty="0">
                <a:sym typeface="Wingdings" panose="05000000000000000000" pitchFamily="2" charset="2"/>
              </a:rPr>
              <a:t>F  (E) | id</a:t>
            </a:r>
          </a:p>
          <a:p>
            <a:pPr marL="0" indent="0">
              <a:buNone/>
            </a:pPr>
            <a:r>
              <a:rPr lang="en-US" dirty="0">
                <a:sym typeface="Wingdings" panose="05000000000000000000" pitchFamily="2" charset="2"/>
              </a:rPr>
              <a:t>----------------------------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C8F4010C-E9E3-4ED7-8950-F9DE65296043}"/>
                  </a:ext>
                </a:extLst>
              </p:cNvPr>
              <p:cNvSpPr txBox="1"/>
              <p:nvPr/>
            </p:nvSpPr>
            <p:spPr>
              <a:xfrm>
                <a:off x="7172960" y="883920"/>
                <a:ext cx="2499360" cy="12003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→</m:t>
                      </m:r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𝛼</m:t>
                      </m:r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| </m:t>
                      </m:r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𝛽</m:t>
                      </m:r>
                    </m:oMath>
                  </m:oMathPara>
                </a14:m>
                <a:endParaRPr lang="en-US" dirty="0">
                  <a:solidFill>
                    <a:srgbClr val="FF0000"/>
                  </a:solidFill>
                </a:endParaRPr>
              </a:p>
              <a:p>
                <a:pPr marL="457200" lvl="1" indent="0">
                  <a:buNone/>
                </a:pPr>
                <a:r>
                  <a:rPr lang="en-US" dirty="0">
                    <a:solidFill>
                      <a:schemeClr val="accent1"/>
                    </a:solidFill>
                  </a:rPr>
                  <a:t>A </a:t>
                </a:r>
                <a:r>
                  <a:rPr lang="en-US" dirty="0">
                    <a:solidFill>
                      <a:schemeClr val="accent1"/>
                    </a:solidFill>
                    <a:sym typeface="Wingdings" panose="05000000000000000000" pitchFamily="2" charset="2"/>
                  </a:rPr>
                  <a:t>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𝛽</m:t>
                    </m:r>
                  </m:oMath>
                </a14:m>
                <a:r>
                  <a:rPr lang="en-US" dirty="0">
                    <a:solidFill>
                      <a:schemeClr val="accent1"/>
                    </a:solidFill>
                  </a:rPr>
                  <a:t>A’</a:t>
                </a:r>
              </a:p>
              <a:p>
                <a:pPr marL="457200" lvl="1" indent="0">
                  <a:buNone/>
                </a:pPr>
                <a:r>
                  <a:rPr lang="en-US" dirty="0">
                    <a:solidFill>
                      <a:schemeClr val="accent1"/>
                    </a:solidFill>
                  </a:rPr>
                  <a:t>A’ </a:t>
                </a:r>
                <a:r>
                  <a:rPr lang="en-US" dirty="0">
                    <a:solidFill>
                      <a:schemeClr val="accent1"/>
                    </a:solidFill>
                    <a:sym typeface="Wingdings" panose="05000000000000000000" pitchFamily="2" charset="2"/>
                  </a:rPr>
                  <a:t>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𝛼</m:t>
                    </m:r>
                  </m:oMath>
                </a14:m>
                <a:r>
                  <a:rPr lang="en-US" dirty="0">
                    <a:solidFill>
                      <a:schemeClr val="accent1"/>
                    </a:solidFill>
                  </a:rPr>
                  <a:t>A’ |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𝜖</m:t>
                    </m:r>
                  </m:oMath>
                </a14:m>
                <a:r>
                  <a:rPr lang="en-US" dirty="0">
                    <a:solidFill>
                      <a:schemeClr val="accent1"/>
                    </a:solidFill>
                  </a:rPr>
                  <a:t> </a:t>
                </a:r>
              </a:p>
              <a:p>
                <a:endParaRPr lang="en-IN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C8F4010C-E9E3-4ED7-8950-F9DE6529604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72960" y="883920"/>
                <a:ext cx="2499360" cy="1200329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2388947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C92EA9-9C0D-4000-8F0E-A6015FD698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Left recursion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E2391E3-0537-473B-A4BD-BB49564A687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pPr marL="0" indent="0">
                  <a:buNone/>
                </a:pPr>
                <a:r>
                  <a:rPr lang="en-US" dirty="0"/>
                  <a:t>E </a:t>
                </a:r>
                <a:r>
                  <a:rPr lang="en-US" dirty="0">
                    <a:sym typeface="Wingdings" panose="05000000000000000000" pitchFamily="2" charset="2"/>
                  </a:rPr>
                  <a:t> E + T | T</a:t>
                </a:r>
              </a:p>
              <a:p>
                <a:pPr marL="0" indent="0">
                  <a:buNone/>
                </a:pPr>
                <a:r>
                  <a:rPr lang="en-US" dirty="0">
                    <a:sym typeface="Wingdings" panose="05000000000000000000" pitchFamily="2" charset="2"/>
                  </a:rPr>
                  <a:t>T  T * F | F</a:t>
                </a:r>
              </a:p>
              <a:p>
                <a:pPr marL="0" indent="0">
                  <a:buNone/>
                </a:pPr>
                <a:r>
                  <a:rPr lang="en-US" dirty="0">
                    <a:sym typeface="Wingdings" panose="05000000000000000000" pitchFamily="2" charset="2"/>
                  </a:rPr>
                  <a:t>F  (E) | id</a:t>
                </a:r>
              </a:p>
              <a:p>
                <a:pPr marL="0" indent="0">
                  <a:buNone/>
                </a:pPr>
                <a:r>
                  <a:rPr lang="en-US" dirty="0">
                    <a:sym typeface="Wingdings" panose="05000000000000000000" pitchFamily="2" charset="2"/>
                  </a:rPr>
                  <a:t>----------------------------</a:t>
                </a:r>
              </a:p>
              <a:p>
                <a:pPr marL="0" indent="0">
                  <a:buNone/>
                </a:pPr>
                <a:r>
                  <a:rPr lang="en-US" dirty="0">
                    <a:sym typeface="Wingdings" panose="05000000000000000000" pitchFamily="2" charset="2"/>
                  </a:rPr>
                  <a:t>E  TE’</a:t>
                </a:r>
              </a:p>
              <a:p>
                <a:pPr marL="0" indent="0">
                  <a:buNone/>
                </a:pPr>
                <a:r>
                  <a:rPr lang="en-US" dirty="0">
                    <a:sym typeface="Wingdings" panose="05000000000000000000" pitchFamily="2" charset="2"/>
                  </a:rPr>
                  <a:t>E’  +TE’ |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𝜖</m:t>
                    </m:r>
                  </m:oMath>
                </a14:m>
                <a:endParaRPr lang="en-US" b="0" dirty="0">
                  <a:sym typeface="Wingdings" panose="05000000000000000000" pitchFamily="2" charset="2"/>
                </a:endParaRPr>
              </a:p>
              <a:p>
                <a:pPr marL="0" indent="0">
                  <a:buNone/>
                </a:pPr>
                <a:r>
                  <a:rPr lang="en-US" dirty="0">
                    <a:sym typeface="Wingdings" panose="05000000000000000000" pitchFamily="2" charset="2"/>
                  </a:rPr>
                  <a:t>T FT’</a:t>
                </a:r>
              </a:p>
              <a:p>
                <a:pPr marL="0" indent="0">
                  <a:buNone/>
                </a:pPr>
                <a:r>
                  <a:rPr lang="en-US" dirty="0">
                    <a:sym typeface="Wingdings" panose="05000000000000000000" pitchFamily="2" charset="2"/>
                  </a:rPr>
                  <a:t>T’  *FT’ |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𝜖</m:t>
                    </m:r>
                  </m:oMath>
                </a14:m>
                <a:endParaRPr lang="en-US" b="0" dirty="0">
                  <a:sym typeface="Wingdings" panose="05000000000000000000" pitchFamily="2" charset="2"/>
                </a:endParaRPr>
              </a:p>
              <a:p>
                <a:pPr marL="0" indent="0">
                  <a:buNone/>
                </a:pPr>
                <a:r>
                  <a:rPr lang="en-US" dirty="0">
                    <a:sym typeface="Wingdings" panose="05000000000000000000" pitchFamily="2" charset="2"/>
                  </a:rPr>
                  <a:t>F  (E) | id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E2391E3-0537-473B-A4BD-BB49564A687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17" t="-3501" b="-28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508942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6BD063-5309-4DE7-BD53-1761F68925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Left recursion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2CED5CA-C2C8-4389-ADE9-D590796B056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In general,</a:t>
                </a:r>
              </a:p>
              <a:p>
                <a:pPr marL="457200" lvl="1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→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𝐴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d>
                        <m:dPr>
                          <m:begChr m:val="|"/>
                          <m:endChr m:val="|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…</m:t>
                      </m:r>
                      <m:d>
                        <m:dPr>
                          <m:begChr m:val="|"/>
                          <m:endChr m:val="|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d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d>
                        <m:dPr>
                          <m:begChr m:val="|"/>
                          <m:endChr m:val="|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…| 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</m:oMath>
                  </m:oMathPara>
                </a14:m>
                <a:endParaRPr lang="en-US" b="0" dirty="0"/>
              </a:p>
              <a:p>
                <a:pPr marL="457200" lvl="1" indent="0" algn="ctr">
                  <a:buNone/>
                </a:pPr>
                <a:r>
                  <a:rPr lang="en-US" dirty="0"/>
                  <a:t>where, no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/>
                  <a:t> starts with A,</a:t>
                </a:r>
              </a:p>
              <a:p>
                <a:pPr marL="457200" lvl="1" indent="0" algn="ctr">
                  <a:buNone/>
                </a:pPr>
                <a:r>
                  <a:rPr lang="en-US" dirty="0"/>
                  <a:t>can be replaced with</a:t>
                </a:r>
              </a:p>
              <a:p>
                <a:pPr marL="457200" lvl="1" indent="0" algn="ctr">
                  <a:buNone/>
                </a:pPr>
                <a:endParaRPr lang="en-US" dirty="0"/>
              </a:p>
              <a:p>
                <a:pPr marL="457200" lvl="1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→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d>
                        <m:dPr>
                          <m:begChr m:val="|"/>
                          <m:endChr m:val="|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…| 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</m:oMath>
                  </m:oMathPara>
                </a14:m>
                <a:endParaRPr lang="en-US" b="0" dirty="0"/>
              </a:p>
              <a:p>
                <a:pPr marL="457200" lvl="1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→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d>
                        <m:dPr>
                          <m:begChr m:val="|"/>
                          <m:endChr m:val="|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…</m:t>
                      </m:r>
                      <m:d>
                        <m:dPr>
                          <m:begChr m:val="|"/>
                          <m:endChr m:val="|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sub>
                          </m:sSub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𝜖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2CED5CA-C2C8-4389-ADE9-D590796B056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69766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38D95B-CF00-484D-A198-EEE9688386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Left recursion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323F6CD-E23A-4377-B36B-FE67F4A2E54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When A </a:t>
                </a:r>
                <a:r>
                  <a:rPr lang="en-US" dirty="0">
                    <a:sym typeface="Wingdings" panose="05000000000000000000" pitchFamily="2" charset="2"/>
                  </a:rPr>
                  <a:t> A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𝛼</m:t>
                    </m:r>
                    <m:r>
                      <a:rPr lang="en-US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,</m:t>
                    </m:r>
                  </m:oMath>
                </a14:m>
                <a:r>
                  <a:rPr lang="en-US" dirty="0"/>
                  <a:t> can be derived in one step is called the immediate left recursion</a:t>
                </a:r>
              </a:p>
              <a:p>
                <a:endParaRPr lang="en-US" dirty="0"/>
              </a:p>
              <a:p>
                <a:r>
                  <a:rPr lang="en-US" dirty="0"/>
                  <a:t>The previous algorithm doesn’t eliminate non-immediate left recursion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dirty="0">
                    <a:sym typeface="Wingdings" panose="05000000000000000000" pitchFamily="2" charset="2"/>
                  </a:rPr>
                  <a:t>S  A </a:t>
                </a:r>
                <a:r>
                  <a:rPr lang="en-US" dirty="0" err="1">
                    <a:sym typeface="Wingdings" panose="05000000000000000000" pitchFamily="2" charset="2"/>
                  </a:rPr>
                  <a:t>a</a:t>
                </a:r>
                <a:r>
                  <a:rPr lang="en-US" dirty="0">
                    <a:sym typeface="Wingdings" panose="05000000000000000000" pitchFamily="2" charset="2"/>
                  </a:rPr>
                  <a:t> | b</a:t>
                </a:r>
              </a:p>
              <a:p>
                <a:pPr marL="0" indent="0">
                  <a:buNone/>
                </a:pPr>
                <a:r>
                  <a:rPr lang="en-US" dirty="0">
                    <a:sym typeface="Wingdings" panose="05000000000000000000" pitchFamily="2" charset="2"/>
                  </a:rPr>
                  <a:t>A  A c | S d |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𝜖</m:t>
                    </m:r>
                  </m:oMath>
                </a14:m>
                <a:endParaRPr lang="en-US" b="0" dirty="0">
                  <a:sym typeface="Wingdings" panose="05000000000000000000" pitchFamily="2" charset="2"/>
                </a:endParaRPr>
              </a:p>
              <a:p>
                <a:pPr marL="0" indent="0">
                  <a:buNone/>
                </a:pPr>
                <a:r>
                  <a:rPr lang="en-US" b="0" dirty="0">
                    <a:sym typeface="Wingdings" panose="05000000000000000000" pitchFamily="2" charset="2"/>
                  </a:rPr>
                  <a:t>is left recursive because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𝑆</m:t>
                    </m:r>
                    <m:r>
                      <a:rPr lang="en-US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⇒</m:t>
                    </m:r>
                    <m:r>
                      <a:rPr lang="en-US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𝐴</m:t>
                    </m:r>
                    <m:r>
                      <a:rPr lang="en-US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𝑎</m:t>
                    </m:r>
                    <m:r>
                      <a:rPr lang="en-US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⇒</m:t>
                    </m:r>
                    <m:r>
                      <a:rPr lang="en-US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𝑆</m:t>
                    </m:r>
                    <m:r>
                      <a:rPr lang="en-US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𝑑</m:t>
                    </m:r>
                    <m:r>
                      <a:rPr lang="en-US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𝑎</m:t>
                    </m:r>
                  </m:oMath>
                </a14:m>
                <a:endParaRPr lang="en-US" b="0" dirty="0">
                  <a:sym typeface="Wingdings" panose="05000000000000000000" pitchFamily="2" charset="2"/>
                </a:endParaRPr>
              </a:p>
              <a:p>
                <a:pPr marL="457200" lvl="1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323F6CD-E23A-4377-B36B-FE67F4A2E54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17" t="-2661" r="-1275" b="-308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4520148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C6A2D5-C6D5-4D25-9C74-76E441D50D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Left recursion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13F362-AFF5-48A5-A3E4-3E07A8A74A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There are general algorithms for removing non-immediate left recursion</a:t>
            </a:r>
          </a:p>
          <a:p>
            <a:pPr lvl="1"/>
            <a:r>
              <a:rPr lang="en-US" dirty="0"/>
              <a:t>However, people prefer removing left recursion by hand</a:t>
            </a:r>
          </a:p>
          <a:p>
            <a:pPr lvl="1"/>
            <a:r>
              <a:rPr lang="en-US" dirty="0"/>
              <a:t>Future phases of the compiler need to know the exact grammar</a:t>
            </a:r>
          </a:p>
        </p:txBody>
      </p:sp>
    </p:spTree>
    <p:extLst>
      <p:ext uri="{BB962C8B-B14F-4D97-AF65-F5344CB8AC3E}">
        <p14:creationId xmlns:p14="http://schemas.microsoft.com/office/powerpoint/2010/main" val="64828884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570196-023D-6C92-BB3D-124321FCBC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Predictive parsing</a:t>
            </a: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EBA305B-459F-0D4B-A05A-CEA71181165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4773865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0BC560-1F6E-429E-A4E6-5C92D1C8FB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Predictive parsing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D8D297-A254-40FF-B95D-43C46BF0D1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predictive parser is top-down parser that requires no backtracking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Predictive parsers work for LL(k) grammars</a:t>
            </a:r>
          </a:p>
          <a:p>
            <a:pPr lvl="1"/>
            <a:r>
              <a:rPr lang="en-US" dirty="0"/>
              <a:t>First “L” in LL stands for the left to right, the second “L” for producing the leftmost derivation, and “k” for using “k” input symbol of lookahead</a:t>
            </a:r>
          </a:p>
          <a:p>
            <a:pPr lvl="1"/>
            <a:endParaRPr lang="en-US" dirty="0"/>
          </a:p>
          <a:p>
            <a:r>
              <a:rPr lang="en-US" dirty="0"/>
              <a:t>At each step, a predictive parser examines next “k” input symbols to decide which production to use</a:t>
            </a:r>
          </a:p>
        </p:txBody>
      </p:sp>
    </p:spTree>
    <p:extLst>
      <p:ext uri="{BB962C8B-B14F-4D97-AF65-F5344CB8AC3E}">
        <p14:creationId xmlns:p14="http://schemas.microsoft.com/office/powerpoint/2010/main" val="238004633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FF0D44-E190-4899-8333-B09E9CB541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LL(1) grammars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C11139-87C6-4F14-985E-CD3DFC2A36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parse tree can be constructed by just looking at the next input symbol</a:t>
            </a:r>
          </a:p>
          <a:p>
            <a:endParaRPr lang="en-US" dirty="0"/>
          </a:p>
          <a:p>
            <a:r>
              <a:rPr lang="en-US" dirty="0"/>
              <a:t>Left recursive grammars are not LL(1)</a:t>
            </a:r>
          </a:p>
        </p:txBody>
      </p:sp>
    </p:spTree>
    <p:extLst>
      <p:ext uri="{BB962C8B-B14F-4D97-AF65-F5344CB8AC3E}">
        <p14:creationId xmlns:p14="http://schemas.microsoft.com/office/powerpoint/2010/main" val="91624625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286275-B9F5-45BB-A135-054D35E9F4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LL(1) parsing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03FE977-2371-4FD8-A4D3-9FE1D518ADE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dirty="0">
                    <a:sym typeface="Wingdings" panose="05000000000000000000" pitchFamily="2" charset="2"/>
                  </a:rPr>
                  <a:t>E  TE’</a:t>
                </a:r>
              </a:p>
              <a:p>
                <a:pPr marL="0" indent="0">
                  <a:buNone/>
                </a:pPr>
                <a:r>
                  <a:rPr lang="en-US" dirty="0">
                    <a:sym typeface="Wingdings" panose="05000000000000000000" pitchFamily="2" charset="2"/>
                  </a:rPr>
                  <a:t>E’  +TE’ |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𝜖</m:t>
                    </m:r>
                  </m:oMath>
                </a14:m>
                <a:endParaRPr lang="en-US" dirty="0">
                  <a:sym typeface="Wingdings" panose="05000000000000000000" pitchFamily="2" charset="2"/>
                </a:endParaRPr>
              </a:p>
              <a:p>
                <a:pPr marL="0" indent="0">
                  <a:buNone/>
                </a:pPr>
                <a:r>
                  <a:rPr lang="en-US" dirty="0">
                    <a:sym typeface="Wingdings" panose="05000000000000000000" pitchFamily="2" charset="2"/>
                  </a:rPr>
                  <a:t>T FT’</a:t>
                </a:r>
              </a:p>
              <a:p>
                <a:pPr marL="0" indent="0">
                  <a:buNone/>
                </a:pPr>
                <a:r>
                  <a:rPr lang="en-US" dirty="0">
                    <a:sym typeface="Wingdings" panose="05000000000000000000" pitchFamily="2" charset="2"/>
                  </a:rPr>
                  <a:t>T’  *FT’ |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𝜖</m:t>
                    </m:r>
                  </m:oMath>
                </a14:m>
                <a:endParaRPr lang="en-US" dirty="0">
                  <a:sym typeface="Wingdings" panose="05000000000000000000" pitchFamily="2" charset="2"/>
                </a:endParaRPr>
              </a:p>
              <a:p>
                <a:pPr marL="0" indent="0">
                  <a:buNone/>
                </a:pPr>
                <a:r>
                  <a:rPr lang="en-US" dirty="0">
                    <a:sym typeface="Wingdings" panose="05000000000000000000" pitchFamily="2" charset="2"/>
                  </a:rPr>
                  <a:t>F  (E) | id</a:t>
                </a:r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03FE977-2371-4FD8-A4D3-9FE1D518ADE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17" t="-26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3636652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EB0B62-9EAD-46AB-8F3D-E9A3DBD26D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LL(1) parsing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Content Placeholder 3">
                <a:extLst>
                  <a:ext uri="{FF2B5EF4-FFF2-40B4-BE49-F238E27FC236}">
                    <a16:creationId xmlns:a16="http://schemas.microsoft.com/office/drawing/2014/main" id="{E86C9142-4810-4B11-A05B-B5F9DF523452}"/>
                  </a:ext>
                </a:extLst>
              </p:cNvPr>
              <p:cNvGraphicFramePr>
                <a:graphicFrameLocks noGrp="1"/>
              </p:cNvGraphicFramePr>
              <p:nvPr>
                <p:ph idx="1"/>
              </p:nvPr>
            </p:nvGraphicFramePr>
            <p:xfrm>
              <a:off x="838200" y="3208111"/>
              <a:ext cx="10515603" cy="2225040"/>
            </p:xfrm>
            <a:graphic>
              <a:graphicData uri="http://schemas.openxmlformats.org/drawingml/2006/table">
                <a:tbl>
                  <a:tblPr bandRow="1">
                    <a:tableStyleId>{5C22544A-7EE6-4342-B048-85BDC9FD1C3A}</a:tableStyleId>
                  </a:tblPr>
                  <a:tblGrid>
                    <a:gridCol w="1502229">
                      <a:extLst>
                        <a:ext uri="{9D8B030D-6E8A-4147-A177-3AD203B41FA5}">
                          <a16:colId xmlns:a16="http://schemas.microsoft.com/office/drawing/2014/main" val="1494326527"/>
                        </a:ext>
                      </a:extLst>
                    </a:gridCol>
                    <a:gridCol w="1502229">
                      <a:extLst>
                        <a:ext uri="{9D8B030D-6E8A-4147-A177-3AD203B41FA5}">
                          <a16:colId xmlns:a16="http://schemas.microsoft.com/office/drawing/2014/main" val="4191058320"/>
                        </a:ext>
                      </a:extLst>
                    </a:gridCol>
                    <a:gridCol w="1502229">
                      <a:extLst>
                        <a:ext uri="{9D8B030D-6E8A-4147-A177-3AD203B41FA5}">
                          <a16:colId xmlns:a16="http://schemas.microsoft.com/office/drawing/2014/main" val="2467280242"/>
                        </a:ext>
                      </a:extLst>
                    </a:gridCol>
                    <a:gridCol w="1502229">
                      <a:extLst>
                        <a:ext uri="{9D8B030D-6E8A-4147-A177-3AD203B41FA5}">
                          <a16:colId xmlns:a16="http://schemas.microsoft.com/office/drawing/2014/main" val="2251302711"/>
                        </a:ext>
                      </a:extLst>
                    </a:gridCol>
                    <a:gridCol w="1502229">
                      <a:extLst>
                        <a:ext uri="{9D8B030D-6E8A-4147-A177-3AD203B41FA5}">
                          <a16:colId xmlns:a16="http://schemas.microsoft.com/office/drawing/2014/main" val="657959317"/>
                        </a:ext>
                      </a:extLst>
                    </a:gridCol>
                    <a:gridCol w="1502229">
                      <a:extLst>
                        <a:ext uri="{9D8B030D-6E8A-4147-A177-3AD203B41FA5}">
                          <a16:colId xmlns:a16="http://schemas.microsoft.com/office/drawing/2014/main" val="554942816"/>
                        </a:ext>
                      </a:extLst>
                    </a:gridCol>
                    <a:gridCol w="1502229">
                      <a:extLst>
                        <a:ext uri="{9D8B030D-6E8A-4147-A177-3AD203B41FA5}">
                          <a16:colId xmlns:a16="http://schemas.microsoft.com/office/drawing/2014/main" val="3168143180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id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+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*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(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)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$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44307475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E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E </a:t>
                          </a:r>
                          <a:r>
                            <a:rPr lang="en-US" dirty="0">
                              <a:sym typeface="Wingdings" panose="05000000000000000000" pitchFamily="2" charset="2"/>
                            </a:rPr>
                            <a:t> TE’</a:t>
                          </a:r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E </a:t>
                          </a:r>
                          <a:r>
                            <a:rPr lang="en-US" dirty="0">
                              <a:sym typeface="Wingdings" panose="05000000000000000000" pitchFamily="2" charset="2"/>
                            </a:rPr>
                            <a:t> TE’</a:t>
                          </a:r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37362651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E’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E’</a:t>
                          </a:r>
                          <a:r>
                            <a:rPr lang="en-US" dirty="0">
                              <a:sym typeface="Wingdings" panose="05000000000000000000" pitchFamily="2" charset="2"/>
                            </a:rPr>
                            <a:t>+TE’</a:t>
                          </a:r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E’ </a:t>
                          </a:r>
                          <a:r>
                            <a:rPr lang="en-US" dirty="0">
                              <a:sym typeface="Wingdings" panose="05000000000000000000" pitchFamily="2" charset="2"/>
                            </a:rPr>
                            <a:t> </a:t>
                          </a:r>
                          <a14:m>
                            <m:oMath xmlns:m="http://schemas.openxmlformats.org/officeDocument/2006/math"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sym typeface="Wingdings" panose="05000000000000000000" pitchFamily="2" charset="2"/>
                                </a:rPr>
                                <m:t>𝜖</m:t>
                              </m:r>
                            </m:oMath>
                          </a14:m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E’ </a:t>
                          </a:r>
                          <a:r>
                            <a:rPr lang="en-US" dirty="0">
                              <a:sym typeface="Wingdings" panose="05000000000000000000" pitchFamily="2" charset="2"/>
                            </a:rPr>
                            <a:t> </a:t>
                          </a:r>
                          <a14:m>
                            <m:oMath xmlns:m="http://schemas.openxmlformats.org/officeDocument/2006/math"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sym typeface="Wingdings" panose="05000000000000000000" pitchFamily="2" charset="2"/>
                                </a:rPr>
                                <m:t>𝜖</m:t>
                              </m:r>
                            </m:oMath>
                          </a14:m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70238118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T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T </a:t>
                          </a:r>
                          <a:r>
                            <a:rPr lang="en-US" dirty="0">
                              <a:sym typeface="Wingdings" panose="05000000000000000000" pitchFamily="2" charset="2"/>
                            </a:rPr>
                            <a:t> FT’</a:t>
                          </a:r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T </a:t>
                          </a:r>
                          <a:r>
                            <a:rPr lang="en-US" dirty="0">
                              <a:sym typeface="Wingdings" panose="05000000000000000000" pitchFamily="2" charset="2"/>
                            </a:rPr>
                            <a:t> FT’</a:t>
                          </a:r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65006625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T’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T’</a:t>
                          </a:r>
                          <a:r>
                            <a:rPr lang="en-US" dirty="0">
                              <a:sym typeface="Wingdings" panose="05000000000000000000" pitchFamily="2" charset="2"/>
                            </a:rPr>
                            <a:t></a:t>
                          </a:r>
                          <a14:m>
                            <m:oMath xmlns:m="http://schemas.openxmlformats.org/officeDocument/2006/math"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sym typeface="Wingdings" panose="05000000000000000000" pitchFamily="2" charset="2"/>
                                </a:rPr>
                                <m:t>𝜖</m:t>
                              </m:r>
                            </m:oMath>
                          </a14:m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T’ </a:t>
                          </a:r>
                          <a:r>
                            <a:rPr lang="en-US" dirty="0">
                              <a:sym typeface="Wingdings" panose="05000000000000000000" pitchFamily="2" charset="2"/>
                            </a:rPr>
                            <a:t> *FT’</a:t>
                          </a:r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/>
                            <a:t>T’</a:t>
                          </a:r>
                          <a:r>
                            <a:rPr lang="en-US" dirty="0">
                              <a:sym typeface="Wingdings" panose="05000000000000000000" pitchFamily="2" charset="2"/>
                            </a:rPr>
                            <a:t></a:t>
                          </a:r>
                          <a14:m>
                            <m:oMath xmlns:m="http://schemas.openxmlformats.org/officeDocument/2006/math"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sym typeface="Wingdings" panose="05000000000000000000" pitchFamily="2" charset="2"/>
                                </a:rPr>
                                <m:t>𝜖</m:t>
                              </m:r>
                            </m:oMath>
                          </a14:m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/>
                            <a:t>T’</a:t>
                          </a:r>
                          <a:r>
                            <a:rPr lang="en-US" dirty="0">
                              <a:sym typeface="Wingdings" panose="05000000000000000000" pitchFamily="2" charset="2"/>
                            </a:rPr>
                            <a:t></a:t>
                          </a:r>
                          <a14:m>
                            <m:oMath xmlns:m="http://schemas.openxmlformats.org/officeDocument/2006/math"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sym typeface="Wingdings" panose="05000000000000000000" pitchFamily="2" charset="2"/>
                                </a:rPr>
                                <m:t>𝜖</m:t>
                              </m:r>
                            </m:oMath>
                          </a14:m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64100451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F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F </a:t>
                          </a:r>
                          <a:r>
                            <a:rPr lang="en-US" dirty="0">
                              <a:sym typeface="Wingdings" panose="05000000000000000000" pitchFamily="2" charset="2"/>
                            </a:rPr>
                            <a:t> id</a:t>
                          </a:r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F </a:t>
                          </a:r>
                          <a:r>
                            <a:rPr lang="en-US" dirty="0">
                              <a:sym typeface="Wingdings" panose="05000000000000000000" pitchFamily="2" charset="2"/>
                            </a:rPr>
                            <a:t> (E)</a:t>
                          </a:r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390834338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Content Placeholder 3">
                <a:extLst>
                  <a:ext uri="{FF2B5EF4-FFF2-40B4-BE49-F238E27FC236}">
                    <a16:creationId xmlns:a16="http://schemas.microsoft.com/office/drawing/2014/main" id="{E86C9142-4810-4B11-A05B-B5F9DF523452}"/>
                  </a:ext>
                </a:extLst>
              </p:cNvPr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2959687560"/>
                  </p:ext>
                </p:extLst>
              </p:nvPr>
            </p:nvGraphicFramePr>
            <p:xfrm>
              <a:off x="838200" y="3208111"/>
              <a:ext cx="10515603" cy="2225040"/>
            </p:xfrm>
            <a:graphic>
              <a:graphicData uri="http://schemas.openxmlformats.org/drawingml/2006/table">
                <a:tbl>
                  <a:tblPr bandRow="1">
                    <a:tableStyleId>{5C22544A-7EE6-4342-B048-85BDC9FD1C3A}</a:tableStyleId>
                  </a:tblPr>
                  <a:tblGrid>
                    <a:gridCol w="1502229">
                      <a:extLst>
                        <a:ext uri="{9D8B030D-6E8A-4147-A177-3AD203B41FA5}">
                          <a16:colId xmlns:a16="http://schemas.microsoft.com/office/drawing/2014/main" val="1494326527"/>
                        </a:ext>
                      </a:extLst>
                    </a:gridCol>
                    <a:gridCol w="1502229">
                      <a:extLst>
                        <a:ext uri="{9D8B030D-6E8A-4147-A177-3AD203B41FA5}">
                          <a16:colId xmlns:a16="http://schemas.microsoft.com/office/drawing/2014/main" val="4191058320"/>
                        </a:ext>
                      </a:extLst>
                    </a:gridCol>
                    <a:gridCol w="1502229">
                      <a:extLst>
                        <a:ext uri="{9D8B030D-6E8A-4147-A177-3AD203B41FA5}">
                          <a16:colId xmlns:a16="http://schemas.microsoft.com/office/drawing/2014/main" val="2467280242"/>
                        </a:ext>
                      </a:extLst>
                    </a:gridCol>
                    <a:gridCol w="1502229">
                      <a:extLst>
                        <a:ext uri="{9D8B030D-6E8A-4147-A177-3AD203B41FA5}">
                          <a16:colId xmlns:a16="http://schemas.microsoft.com/office/drawing/2014/main" val="2251302711"/>
                        </a:ext>
                      </a:extLst>
                    </a:gridCol>
                    <a:gridCol w="1502229">
                      <a:extLst>
                        <a:ext uri="{9D8B030D-6E8A-4147-A177-3AD203B41FA5}">
                          <a16:colId xmlns:a16="http://schemas.microsoft.com/office/drawing/2014/main" val="657959317"/>
                        </a:ext>
                      </a:extLst>
                    </a:gridCol>
                    <a:gridCol w="1502229">
                      <a:extLst>
                        <a:ext uri="{9D8B030D-6E8A-4147-A177-3AD203B41FA5}">
                          <a16:colId xmlns:a16="http://schemas.microsoft.com/office/drawing/2014/main" val="554942816"/>
                        </a:ext>
                      </a:extLst>
                    </a:gridCol>
                    <a:gridCol w="1502229">
                      <a:extLst>
                        <a:ext uri="{9D8B030D-6E8A-4147-A177-3AD203B41FA5}">
                          <a16:colId xmlns:a16="http://schemas.microsoft.com/office/drawing/2014/main" val="3168143180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id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+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*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(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)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$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44307475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E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E </a:t>
                          </a:r>
                          <a:r>
                            <a:rPr lang="en-US" dirty="0">
                              <a:sym typeface="Wingdings" panose="05000000000000000000" pitchFamily="2" charset="2"/>
                            </a:rPr>
                            <a:t> TE’</a:t>
                          </a:r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E </a:t>
                          </a:r>
                          <a:r>
                            <a:rPr lang="en-US" dirty="0">
                              <a:sym typeface="Wingdings" panose="05000000000000000000" pitchFamily="2" charset="2"/>
                            </a:rPr>
                            <a:t> TE’</a:t>
                          </a:r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37362651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E’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E’</a:t>
                          </a:r>
                          <a:r>
                            <a:rPr lang="en-US" dirty="0">
                              <a:sym typeface="Wingdings" panose="05000000000000000000" pitchFamily="2" charset="2"/>
                            </a:rPr>
                            <a:t>+TE’</a:t>
                          </a:r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501626" t="-208197" r="-101220" b="-3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599190" t="-208197" r="-810" b="-32295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70238118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T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T </a:t>
                          </a:r>
                          <a:r>
                            <a:rPr lang="en-US" dirty="0">
                              <a:sym typeface="Wingdings" panose="05000000000000000000" pitchFamily="2" charset="2"/>
                            </a:rPr>
                            <a:t> FT’</a:t>
                          </a:r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T </a:t>
                          </a:r>
                          <a:r>
                            <a:rPr lang="en-US" dirty="0">
                              <a:sym typeface="Wingdings" panose="05000000000000000000" pitchFamily="2" charset="2"/>
                            </a:rPr>
                            <a:t> FT’</a:t>
                          </a:r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65006625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T’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00000" t="-408197" r="-400000" b="-1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T’ </a:t>
                          </a:r>
                          <a:r>
                            <a:rPr lang="en-US" dirty="0">
                              <a:sym typeface="Wingdings" panose="05000000000000000000" pitchFamily="2" charset="2"/>
                            </a:rPr>
                            <a:t> *FT’</a:t>
                          </a:r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501626" t="-408197" r="-101220" b="-1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599190" t="-408197" r="-810" b="-12295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64100451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F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F </a:t>
                          </a:r>
                          <a:r>
                            <a:rPr lang="en-US" dirty="0">
                              <a:sym typeface="Wingdings" panose="05000000000000000000" pitchFamily="2" charset="2"/>
                            </a:rPr>
                            <a:t> id</a:t>
                          </a:r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F </a:t>
                          </a:r>
                          <a:r>
                            <a:rPr lang="en-US" dirty="0">
                              <a:sym typeface="Wingdings" panose="05000000000000000000" pitchFamily="2" charset="2"/>
                            </a:rPr>
                            <a:t> (E)</a:t>
                          </a:r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390834338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52BC9276-6889-4304-BDCD-BD15E67FEFD3}"/>
              </a:ext>
            </a:extLst>
          </p:cNvPr>
          <p:cNvSpPr txBox="1"/>
          <p:nvPr/>
        </p:nvSpPr>
        <p:spPr>
          <a:xfrm>
            <a:off x="968830" y="1589315"/>
            <a:ext cx="10003972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If grammar is in LL(1), we can generate a parsing table.</a:t>
            </a:r>
          </a:p>
          <a:p>
            <a:r>
              <a:rPr lang="en-US" sz="2800" dirty="0"/>
              <a:t>Below is the parsing table corresponding to grammar on the previous slide.</a:t>
            </a:r>
          </a:p>
        </p:txBody>
      </p:sp>
    </p:spTree>
    <p:extLst>
      <p:ext uri="{BB962C8B-B14F-4D97-AF65-F5344CB8AC3E}">
        <p14:creationId xmlns:p14="http://schemas.microsoft.com/office/powerpoint/2010/main" val="164570083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EB0B62-9EAD-46AB-8F3D-E9A3DBD26D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LL(1) parsing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Content Placeholder 3">
                <a:extLst>
                  <a:ext uri="{FF2B5EF4-FFF2-40B4-BE49-F238E27FC236}">
                    <a16:creationId xmlns:a16="http://schemas.microsoft.com/office/drawing/2014/main" id="{E86C9142-4810-4B11-A05B-B5F9DF523452}"/>
                  </a:ext>
                </a:extLst>
              </p:cNvPr>
              <p:cNvGraphicFramePr>
                <a:graphicFrameLocks noGrp="1"/>
              </p:cNvGraphicFramePr>
              <p:nvPr>
                <p:ph idx="1"/>
              </p:nvPr>
            </p:nvGraphicFramePr>
            <p:xfrm>
              <a:off x="838200" y="3208111"/>
              <a:ext cx="10515603" cy="2225040"/>
            </p:xfrm>
            <a:graphic>
              <a:graphicData uri="http://schemas.openxmlformats.org/drawingml/2006/table">
                <a:tbl>
                  <a:tblPr bandRow="1">
                    <a:tableStyleId>{5C22544A-7EE6-4342-B048-85BDC9FD1C3A}</a:tableStyleId>
                  </a:tblPr>
                  <a:tblGrid>
                    <a:gridCol w="1502229">
                      <a:extLst>
                        <a:ext uri="{9D8B030D-6E8A-4147-A177-3AD203B41FA5}">
                          <a16:colId xmlns:a16="http://schemas.microsoft.com/office/drawing/2014/main" val="1494326527"/>
                        </a:ext>
                      </a:extLst>
                    </a:gridCol>
                    <a:gridCol w="1502229">
                      <a:extLst>
                        <a:ext uri="{9D8B030D-6E8A-4147-A177-3AD203B41FA5}">
                          <a16:colId xmlns:a16="http://schemas.microsoft.com/office/drawing/2014/main" val="4191058320"/>
                        </a:ext>
                      </a:extLst>
                    </a:gridCol>
                    <a:gridCol w="1502229">
                      <a:extLst>
                        <a:ext uri="{9D8B030D-6E8A-4147-A177-3AD203B41FA5}">
                          <a16:colId xmlns:a16="http://schemas.microsoft.com/office/drawing/2014/main" val="2467280242"/>
                        </a:ext>
                      </a:extLst>
                    </a:gridCol>
                    <a:gridCol w="1502229">
                      <a:extLst>
                        <a:ext uri="{9D8B030D-6E8A-4147-A177-3AD203B41FA5}">
                          <a16:colId xmlns:a16="http://schemas.microsoft.com/office/drawing/2014/main" val="2251302711"/>
                        </a:ext>
                      </a:extLst>
                    </a:gridCol>
                    <a:gridCol w="1502229">
                      <a:extLst>
                        <a:ext uri="{9D8B030D-6E8A-4147-A177-3AD203B41FA5}">
                          <a16:colId xmlns:a16="http://schemas.microsoft.com/office/drawing/2014/main" val="657959317"/>
                        </a:ext>
                      </a:extLst>
                    </a:gridCol>
                    <a:gridCol w="1502229">
                      <a:extLst>
                        <a:ext uri="{9D8B030D-6E8A-4147-A177-3AD203B41FA5}">
                          <a16:colId xmlns:a16="http://schemas.microsoft.com/office/drawing/2014/main" val="554942816"/>
                        </a:ext>
                      </a:extLst>
                    </a:gridCol>
                    <a:gridCol w="1502229">
                      <a:extLst>
                        <a:ext uri="{9D8B030D-6E8A-4147-A177-3AD203B41FA5}">
                          <a16:colId xmlns:a16="http://schemas.microsoft.com/office/drawing/2014/main" val="3168143180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id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+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*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(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)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$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44307475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E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E </a:t>
                          </a:r>
                          <a:r>
                            <a:rPr lang="en-US" dirty="0">
                              <a:sym typeface="Wingdings" panose="05000000000000000000" pitchFamily="2" charset="2"/>
                            </a:rPr>
                            <a:t> TE’</a:t>
                          </a:r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E </a:t>
                          </a:r>
                          <a:r>
                            <a:rPr lang="en-US" dirty="0">
                              <a:sym typeface="Wingdings" panose="05000000000000000000" pitchFamily="2" charset="2"/>
                            </a:rPr>
                            <a:t> TE’</a:t>
                          </a:r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37362651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E’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E’</a:t>
                          </a:r>
                          <a:r>
                            <a:rPr lang="en-US" dirty="0">
                              <a:sym typeface="Wingdings" panose="05000000000000000000" pitchFamily="2" charset="2"/>
                            </a:rPr>
                            <a:t>+TE’</a:t>
                          </a:r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E’ </a:t>
                          </a:r>
                          <a:r>
                            <a:rPr lang="en-US" dirty="0">
                              <a:sym typeface="Wingdings" panose="05000000000000000000" pitchFamily="2" charset="2"/>
                            </a:rPr>
                            <a:t> </a:t>
                          </a:r>
                          <a14:m>
                            <m:oMath xmlns:m="http://schemas.openxmlformats.org/officeDocument/2006/math"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sym typeface="Wingdings" panose="05000000000000000000" pitchFamily="2" charset="2"/>
                                </a:rPr>
                                <m:t>𝜖</m:t>
                              </m:r>
                            </m:oMath>
                          </a14:m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E’ </a:t>
                          </a:r>
                          <a:r>
                            <a:rPr lang="en-US" dirty="0">
                              <a:sym typeface="Wingdings" panose="05000000000000000000" pitchFamily="2" charset="2"/>
                            </a:rPr>
                            <a:t> </a:t>
                          </a:r>
                          <a14:m>
                            <m:oMath xmlns:m="http://schemas.openxmlformats.org/officeDocument/2006/math"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sym typeface="Wingdings" panose="05000000000000000000" pitchFamily="2" charset="2"/>
                                </a:rPr>
                                <m:t>𝜖</m:t>
                              </m:r>
                            </m:oMath>
                          </a14:m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70238118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T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T </a:t>
                          </a:r>
                          <a:r>
                            <a:rPr lang="en-US" dirty="0">
                              <a:sym typeface="Wingdings" panose="05000000000000000000" pitchFamily="2" charset="2"/>
                            </a:rPr>
                            <a:t> FT’</a:t>
                          </a:r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T </a:t>
                          </a:r>
                          <a:r>
                            <a:rPr lang="en-US" dirty="0">
                              <a:sym typeface="Wingdings" panose="05000000000000000000" pitchFamily="2" charset="2"/>
                            </a:rPr>
                            <a:t> FT’</a:t>
                          </a:r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65006625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T’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T’</a:t>
                          </a:r>
                          <a:r>
                            <a:rPr lang="en-US" dirty="0">
                              <a:sym typeface="Wingdings" panose="05000000000000000000" pitchFamily="2" charset="2"/>
                            </a:rPr>
                            <a:t></a:t>
                          </a:r>
                          <a14:m>
                            <m:oMath xmlns:m="http://schemas.openxmlformats.org/officeDocument/2006/math"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sym typeface="Wingdings" panose="05000000000000000000" pitchFamily="2" charset="2"/>
                                </a:rPr>
                                <m:t>𝜖</m:t>
                              </m:r>
                            </m:oMath>
                          </a14:m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T’ </a:t>
                          </a:r>
                          <a:r>
                            <a:rPr lang="en-US" dirty="0">
                              <a:sym typeface="Wingdings" panose="05000000000000000000" pitchFamily="2" charset="2"/>
                            </a:rPr>
                            <a:t> *FT’</a:t>
                          </a:r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/>
                            <a:t>T’</a:t>
                          </a:r>
                          <a:r>
                            <a:rPr lang="en-US" dirty="0">
                              <a:sym typeface="Wingdings" panose="05000000000000000000" pitchFamily="2" charset="2"/>
                            </a:rPr>
                            <a:t></a:t>
                          </a:r>
                          <a14:m>
                            <m:oMath xmlns:m="http://schemas.openxmlformats.org/officeDocument/2006/math"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sym typeface="Wingdings" panose="05000000000000000000" pitchFamily="2" charset="2"/>
                                </a:rPr>
                                <m:t>𝜖</m:t>
                              </m:r>
                            </m:oMath>
                          </a14:m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/>
                            <a:t>T’</a:t>
                          </a:r>
                          <a:r>
                            <a:rPr lang="en-US" dirty="0">
                              <a:sym typeface="Wingdings" panose="05000000000000000000" pitchFamily="2" charset="2"/>
                            </a:rPr>
                            <a:t></a:t>
                          </a:r>
                          <a14:m>
                            <m:oMath xmlns:m="http://schemas.openxmlformats.org/officeDocument/2006/math"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sym typeface="Wingdings" panose="05000000000000000000" pitchFamily="2" charset="2"/>
                                </a:rPr>
                                <m:t>𝜖</m:t>
                              </m:r>
                            </m:oMath>
                          </a14:m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64100451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F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F </a:t>
                          </a:r>
                          <a:r>
                            <a:rPr lang="en-US" dirty="0">
                              <a:sym typeface="Wingdings" panose="05000000000000000000" pitchFamily="2" charset="2"/>
                            </a:rPr>
                            <a:t> id</a:t>
                          </a:r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F </a:t>
                          </a:r>
                          <a:r>
                            <a:rPr lang="en-US" dirty="0">
                              <a:sym typeface="Wingdings" panose="05000000000000000000" pitchFamily="2" charset="2"/>
                            </a:rPr>
                            <a:t> (E)</a:t>
                          </a:r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390834338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Content Placeholder 3">
                <a:extLst>
                  <a:ext uri="{FF2B5EF4-FFF2-40B4-BE49-F238E27FC236}">
                    <a16:creationId xmlns:a16="http://schemas.microsoft.com/office/drawing/2014/main" id="{E86C9142-4810-4B11-A05B-B5F9DF523452}"/>
                  </a:ext>
                </a:extLst>
              </p:cNvPr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4002334125"/>
                  </p:ext>
                </p:extLst>
              </p:nvPr>
            </p:nvGraphicFramePr>
            <p:xfrm>
              <a:off x="838200" y="3208111"/>
              <a:ext cx="10515603" cy="2225040"/>
            </p:xfrm>
            <a:graphic>
              <a:graphicData uri="http://schemas.openxmlformats.org/drawingml/2006/table">
                <a:tbl>
                  <a:tblPr bandRow="1">
                    <a:tableStyleId>{5C22544A-7EE6-4342-B048-85BDC9FD1C3A}</a:tableStyleId>
                  </a:tblPr>
                  <a:tblGrid>
                    <a:gridCol w="1502229">
                      <a:extLst>
                        <a:ext uri="{9D8B030D-6E8A-4147-A177-3AD203B41FA5}">
                          <a16:colId xmlns:a16="http://schemas.microsoft.com/office/drawing/2014/main" val="1494326527"/>
                        </a:ext>
                      </a:extLst>
                    </a:gridCol>
                    <a:gridCol w="1502229">
                      <a:extLst>
                        <a:ext uri="{9D8B030D-6E8A-4147-A177-3AD203B41FA5}">
                          <a16:colId xmlns:a16="http://schemas.microsoft.com/office/drawing/2014/main" val="4191058320"/>
                        </a:ext>
                      </a:extLst>
                    </a:gridCol>
                    <a:gridCol w="1502229">
                      <a:extLst>
                        <a:ext uri="{9D8B030D-6E8A-4147-A177-3AD203B41FA5}">
                          <a16:colId xmlns:a16="http://schemas.microsoft.com/office/drawing/2014/main" val="2467280242"/>
                        </a:ext>
                      </a:extLst>
                    </a:gridCol>
                    <a:gridCol w="1502229">
                      <a:extLst>
                        <a:ext uri="{9D8B030D-6E8A-4147-A177-3AD203B41FA5}">
                          <a16:colId xmlns:a16="http://schemas.microsoft.com/office/drawing/2014/main" val="2251302711"/>
                        </a:ext>
                      </a:extLst>
                    </a:gridCol>
                    <a:gridCol w="1502229">
                      <a:extLst>
                        <a:ext uri="{9D8B030D-6E8A-4147-A177-3AD203B41FA5}">
                          <a16:colId xmlns:a16="http://schemas.microsoft.com/office/drawing/2014/main" val="657959317"/>
                        </a:ext>
                      </a:extLst>
                    </a:gridCol>
                    <a:gridCol w="1502229">
                      <a:extLst>
                        <a:ext uri="{9D8B030D-6E8A-4147-A177-3AD203B41FA5}">
                          <a16:colId xmlns:a16="http://schemas.microsoft.com/office/drawing/2014/main" val="554942816"/>
                        </a:ext>
                      </a:extLst>
                    </a:gridCol>
                    <a:gridCol w="1502229">
                      <a:extLst>
                        <a:ext uri="{9D8B030D-6E8A-4147-A177-3AD203B41FA5}">
                          <a16:colId xmlns:a16="http://schemas.microsoft.com/office/drawing/2014/main" val="3168143180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id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+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*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(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)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$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44307475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E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E </a:t>
                          </a:r>
                          <a:r>
                            <a:rPr lang="en-US" dirty="0">
                              <a:sym typeface="Wingdings" panose="05000000000000000000" pitchFamily="2" charset="2"/>
                            </a:rPr>
                            <a:t> TE’</a:t>
                          </a:r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E </a:t>
                          </a:r>
                          <a:r>
                            <a:rPr lang="en-US" dirty="0">
                              <a:sym typeface="Wingdings" panose="05000000000000000000" pitchFamily="2" charset="2"/>
                            </a:rPr>
                            <a:t> TE’</a:t>
                          </a:r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37362651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E’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E’</a:t>
                          </a:r>
                          <a:r>
                            <a:rPr lang="en-US" dirty="0">
                              <a:sym typeface="Wingdings" panose="05000000000000000000" pitchFamily="2" charset="2"/>
                            </a:rPr>
                            <a:t>+TE’</a:t>
                          </a:r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501626" t="-208197" r="-101220" b="-3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599190" t="-208197" r="-810" b="-32295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70238118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T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T </a:t>
                          </a:r>
                          <a:r>
                            <a:rPr lang="en-US" dirty="0">
                              <a:sym typeface="Wingdings" panose="05000000000000000000" pitchFamily="2" charset="2"/>
                            </a:rPr>
                            <a:t> FT’</a:t>
                          </a:r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T </a:t>
                          </a:r>
                          <a:r>
                            <a:rPr lang="en-US" dirty="0">
                              <a:sym typeface="Wingdings" panose="05000000000000000000" pitchFamily="2" charset="2"/>
                            </a:rPr>
                            <a:t> FT’</a:t>
                          </a:r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65006625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T’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00000" t="-408197" r="-400000" b="-1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T’ </a:t>
                          </a:r>
                          <a:r>
                            <a:rPr lang="en-US" dirty="0">
                              <a:sym typeface="Wingdings" panose="05000000000000000000" pitchFamily="2" charset="2"/>
                            </a:rPr>
                            <a:t> *FT’</a:t>
                          </a:r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501626" t="-408197" r="-101220" b="-1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599190" t="-408197" r="-810" b="-12295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64100451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F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F </a:t>
                          </a:r>
                          <a:r>
                            <a:rPr lang="en-US" dirty="0">
                              <a:sym typeface="Wingdings" panose="05000000000000000000" pitchFamily="2" charset="2"/>
                            </a:rPr>
                            <a:t> id</a:t>
                          </a:r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F </a:t>
                          </a:r>
                          <a:r>
                            <a:rPr lang="en-US" dirty="0">
                              <a:sym typeface="Wingdings" panose="05000000000000000000" pitchFamily="2" charset="2"/>
                            </a:rPr>
                            <a:t> (E)</a:t>
                          </a:r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390834338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52BC9276-6889-4304-BDCD-BD15E67FEFD3}"/>
              </a:ext>
            </a:extLst>
          </p:cNvPr>
          <p:cNvSpPr txBox="1"/>
          <p:nvPr/>
        </p:nvSpPr>
        <p:spPr>
          <a:xfrm>
            <a:off x="968830" y="1589315"/>
            <a:ext cx="10003972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Blanks are error entries. Let us say, M represents this two-dimensional table, then M[E, id] = E </a:t>
            </a:r>
            <a:r>
              <a:rPr lang="en-US" sz="2800" dirty="0">
                <a:sym typeface="Wingdings" panose="05000000000000000000" pitchFamily="2" charset="2"/>
              </a:rPr>
              <a:t> TE’, indicates that if the leftmost nonterminal is E, replace it with TE’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121018381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0CF051-B74C-4769-9306-D0409C9871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Table-driven predictive parsing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9ECE69-31E5-42DD-A01D-DAA7C71BE1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Input: A string w and parsing table M for grammar G.</a:t>
            </a:r>
          </a:p>
          <a:p>
            <a:pPr marL="0" indent="0">
              <a:buNone/>
            </a:pPr>
            <a:r>
              <a:rPr lang="en-US" dirty="0"/>
              <a:t>Output: If w is in L(G), a leftmost derivation of w; otherwise, an error indication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put w$ in the input buffer  ($ indicates end of input, $ doesn’t match with the symbol of any grammar)</a:t>
            </a:r>
          </a:p>
          <a:p>
            <a:pPr marL="0" indent="0">
              <a:buNone/>
            </a:pPr>
            <a:r>
              <a:rPr lang="en-US" dirty="0"/>
              <a:t>push $ followed by S to the stack  (S is the start symbol)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0587593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0CF051-B74C-4769-9306-D0409C9871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Table-driven predictive parsing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9ECE69-31E5-42DD-A01D-DAA7C71BE1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A084E217-0502-40C8-B8C2-2DB5EB423ED0}"/>
              </a:ext>
            </a:extLst>
          </p:cNvPr>
          <p:cNvGraphicFramePr>
            <a:graphicFrameLocks noGrp="1"/>
          </p:cNvGraphicFramePr>
          <p:nvPr/>
        </p:nvGraphicFramePr>
        <p:xfrm>
          <a:off x="1172027" y="3044825"/>
          <a:ext cx="620485" cy="158750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620485">
                  <a:extLst>
                    <a:ext uri="{9D8B030D-6E8A-4147-A177-3AD203B41FA5}">
                      <a16:colId xmlns:a16="http://schemas.microsoft.com/office/drawing/2014/main" val="712167053"/>
                    </a:ext>
                  </a:extLst>
                </a:gridCol>
              </a:tblGrid>
              <a:tr h="396875">
                <a:tc>
                  <a:txBody>
                    <a:bodyPr/>
                    <a:lstStyle/>
                    <a:p>
                      <a:r>
                        <a:rPr lang="en-US" dirty="0"/>
                        <a:t>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31351388"/>
                  </a:ext>
                </a:extLst>
              </a:tr>
              <a:tr h="396875">
                <a:tc>
                  <a:txBody>
                    <a:bodyPr/>
                    <a:lstStyle/>
                    <a:p>
                      <a:r>
                        <a:rPr lang="en-US" dirty="0"/>
                        <a:t>Y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48398583"/>
                  </a:ext>
                </a:extLst>
              </a:tr>
              <a:tr h="396875">
                <a:tc>
                  <a:txBody>
                    <a:bodyPr/>
                    <a:lstStyle/>
                    <a:p>
                      <a:r>
                        <a:rPr lang="en-US" dirty="0"/>
                        <a:t>Z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98518539"/>
                  </a:ext>
                </a:extLst>
              </a:tr>
              <a:tr h="396875">
                <a:tc>
                  <a:txBody>
                    <a:bodyPr/>
                    <a:lstStyle/>
                    <a:p>
                      <a:r>
                        <a:rPr lang="en-US" dirty="0"/>
                        <a:t>$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47479748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6A928991-2A46-45E6-9546-5D9D70C354CA}"/>
              </a:ext>
            </a:extLst>
          </p:cNvPr>
          <p:cNvGraphicFramePr>
            <a:graphicFrameLocks noGrp="1"/>
          </p:cNvGraphicFramePr>
          <p:nvPr/>
        </p:nvGraphicFramePr>
        <p:xfrm>
          <a:off x="2260599" y="1666724"/>
          <a:ext cx="8128000" cy="37084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812800">
                  <a:extLst>
                    <a:ext uri="{9D8B030D-6E8A-4147-A177-3AD203B41FA5}">
                      <a16:colId xmlns:a16="http://schemas.microsoft.com/office/drawing/2014/main" val="3621561802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153689668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1482024177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1190078003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1754912913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271162030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103055140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55795338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837221176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95973085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+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b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*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$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76734577"/>
                  </a:ext>
                </a:extLst>
              </a:tr>
            </a:tbl>
          </a:graphicData>
        </a:graphic>
      </p:graphicFrame>
      <p:sp>
        <p:nvSpPr>
          <p:cNvPr id="6" name="Rectangle 5">
            <a:extLst>
              <a:ext uri="{FF2B5EF4-FFF2-40B4-BE49-F238E27FC236}">
                <a16:creationId xmlns:a16="http://schemas.microsoft.com/office/drawing/2014/main" id="{D9253816-A08E-40B1-906C-5034DB869D74}"/>
              </a:ext>
            </a:extLst>
          </p:cNvPr>
          <p:cNvSpPr/>
          <p:nvPr/>
        </p:nvSpPr>
        <p:spPr>
          <a:xfrm>
            <a:off x="4942114" y="2852057"/>
            <a:ext cx="2242457" cy="132805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Predictive Parser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F5E3567-67CE-4D62-AD6C-FBB993C44E92}"/>
              </a:ext>
            </a:extLst>
          </p:cNvPr>
          <p:cNvSpPr/>
          <p:nvPr/>
        </p:nvSpPr>
        <p:spPr>
          <a:xfrm>
            <a:off x="5148943" y="5334000"/>
            <a:ext cx="1796143" cy="82731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Parsing Table M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6E709BD5-F5D0-4530-86DB-38BE84FD496F}"/>
              </a:ext>
            </a:extLst>
          </p:cNvPr>
          <p:cNvCxnSpPr>
            <a:stCxn id="6" idx="1"/>
          </p:cNvCxnSpPr>
          <p:nvPr/>
        </p:nvCxnSpPr>
        <p:spPr>
          <a:xfrm flipH="1" flipV="1">
            <a:off x="1807029" y="3298371"/>
            <a:ext cx="3135085" cy="21771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6770B3A9-09CC-4238-B75C-01756FF20AA8}"/>
              </a:ext>
            </a:extLst>
          </p:cNvPr>
          <p:cNvCxnSpPr>
            <a:stCxn id="6" idx="2"/>
            <a:endCxn id="7" idx="0"/>
          </p:cNvCxnSpPr>
          <p:nvPr/>
        </p:nvCxnSpPr>
        <p:spPr>
          <a:xfrm flipH="1">
            <a:off x="6047015" y="4180114"/>
            <a:ext cx="16328" cy="115388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A105CD44-2D64-4186-B2D3-62DFA4D2E943}"/>
              </a:ext>
            </a:extLst>
          </p:cNvPr>
          <p:cNvCxnSpPr>
            <a:stCxn id="6" idx="0"/>
          </p:cNvCxnSpPr>
          <p:nvPr/>
        </p:nvCxnSpPr>
        <p:spPr>
          <a:xfrm flipH="1" flipV="1">
            <a:off x="5769429" y="2037564"/>
            <a:ext cx="293914" cy="81449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24466205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4A0D03-31A1-4B96-9029-C7DD7B5BF6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Table-driven predictive parsing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18F3708-D04E-4E89-8470-AF2B681E837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62500" lnSpcReduction="20000"/>
              </a:bodyPr>
              <a:lstStyle/>
              <a:p>
                <a:pPr marL="0" indent="0">
                  <a:buNone/>
                </a:pPr>
                <a:r>
                  <a:rPr lang="en-US" dirty="0"/>
                  <a:t>set </a:t>
                </a:r>
                <a:r>
                  <a:rPr lang="en-US" dirty="0" err="1"/>
                  <a:t>ip</a:t>
                </a:r>
                <a:r>
                  <a:rPr lang="en-US" dirty="0"/>
                  <a:t> to point to the first symbol of w;</a:t>
                </a:r>
              </a:p>
              <a:p>
                <a:pPr marL="0" indent="0">
                  <a:buNone/>
                </a:pPr>
                <a:r>
                  <a:rPr lang="en-US" dirty="0"/>
                  <a:t>set X to the top stack symbol;</a:t>
                </a:r>
              </a:p>
              <a:p>
                <a:pPr marL="0" indent="0">
                  <a:buNone/>
                </a:pPr>
                <a:r>
                  <a:rPr lang="en-US" dirty="0"/>
                  <a:t>while (X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≠</m:t>
                    </m:r>
                  </m:oMath>
                </a14:m>
                <a:r>
                  <a:rPr lang="en-US" dirty="0"/>
                  <a:t> $) {</a:t>
                </a:r>
              </a:p>
              <a:p>
                <a:pPr marL="0" indent="0">
                  <a:buNone/>
                </a:pPr>
                <a:r>
                  <a:rPr lang="en-US" dirty="0"/>
                  <a:t>   if (X is </a:t>
                </a:r>
                <a:r>
                  <a:rPr lang="en-US" dirty="0" err="1"/>
                  <a:t>ip</a:t>
                </a:r>
                <a:r>
                  <a:rPr lang="en-US" dirty="0"/>
                  <a:t>[0])  pop the stack and advance </a:t>
                </a:r>
                <a:r>
                  <a:rPr lang="en-US" dirty="0" err="1"/>
                  <a:t>ip</a:t>
                </a:r>
                <a:r>
                  <a:rPr lang="en-US" dirty="0"/>
                  <a:t>;</a:t>
                </a:r>
              </a:p>
              <a:p>
                <a:pPr marL="0" indent="0">
                  <a:buNone/>
                </a:pPr>
                <a:r>
                  <a:rPr lang="en-US" dirty="0"/>
                  <a:t>   else if (X is a terminal) error();</a:t>
                </a:r>
              </a:p>
              <a:p>
                <a:pPr marL="0" indent="0">
                  <a:buNone/>
                </a:pPr>
                <a:r>
                  <a:rPr lang="en-US" dirty="0"/>
                  <a:t>   else if (M[X, </a:t>
                </a:r>
                <a:r>
                  <a:rPr lang="en-US" dirty="0" err="1"/>
                  <a:t>ip</a:t>
                </a:r>
                <a:r>
                  <a:rPr lang="en-US" dirty="0"/>
                  <a:t>[0]] is an error entry) error();</a:t>
                </a:r>
              </a:p>
              <a:p>
                <a:pPr marL="0" indent="0">
                  <a:buNone/>
                </a:pPr>
                <a:r>
                  <a:rPr lang="en-US" dirty="0"/>
                  <a:t>   else if (M[X, </a:t>
                </a:r>
                <a:r>
                  <a:rPr lang="en-US" dirty="0" err="1"/>
                  <a:t>ip</a:t>
                </a:r>
                <a:r>
                  <a:rPr lang="en-US" dirty="0"/>
                  <a:t>[0]] = X </a:t>
                </a:r>
                <a:r>
                  <a:rPr lang="en-US" dirty="0">
                    <a:sym typeface="Wingdings" panose="05000000000000000000" pitchFamily="2" charset="2"/>
                  </a:rPr>
                  <a:t> Y</a:t>
                </a:r>
                <a:r>
                  <a:rPr lang="en-US" baseline="-25000" dirty="0">
                    <a:sym typeface="Wingdings" panose="05000000000000000000" pitchFamily="2" charset="2"/>
                  </a:rPr>
                  <a:t>1</a:t>
                </a:r>
                <a:r>
                  <a:rPr lang="en-US" dirty="0">
                    <a:sym typeface="Wingdings" panose="05000000000000000000" pitchFamily="2" charset="2"/>
                  </a:rPr>
                  <a:t>Y</a:t>
                </a:r>
                <a:r>
                  <a:rPr lang="en-US" baseline="-25000" dirty="0">
                    <a:sym typeface="Wingdings" panose="05000000000000000000" pitchFamily="2" charset="2"/>
                  </a:rPr>
                  <a:t>2</a:t>
                </a:r>
                <a:r>
                  <a:rPr lang="en-US" dirty="0">
                    <a:sym typeface="Wingdings" panose="05000000000000000000" pitchFamily="2" charset="2"/>
                  </a:rPr>
                  <a:t> …</a:t>
                </a:r>
                <a:r>
                  <a:rPr lang="en-US" dirty="0" err="1">
                    <a:sym typeface="Wingdings" panose="05000000000000000000" pitchFamily="2" charset="2"/>
                  </a:rPr>
                  <a:t>Y</a:t>
                </a:r>
                <a:r>
                  <a:rPr lang="en-US" baseline="-25000" dirty="0" err="1">
                    <a:sym typeface="Wingdings" panose="05000000000000000000" pitchFamily="2" charset="2"/>
                  </a:rPr>
                  <a:t>k</a:t>
                </a:r>
                <a:r>
                  <a:rPr lang="en-US" dirty="0"/>
                  <a:t>) {</a:t>
                </a:r>
              </a:p>
              <a:p>
                <a:pPr marL="0" indent="0">
                  <a:buNone/>
                </a:pPr>
                <a:r>
                  <a:rPr lang="en-US" dirty="0"/>
                  <a:t>      output the production X </a:t>
                </a:r>
                <a:r>
                  <a:rPr lang="en-US" dirty="0">
                    <a:sym typeface="Wingdings" panose="05000000000000000000" pitchFamily="2" charset="2"/>
                  </a:rPr>
                  <a:t> Y</a:t>
                </a:r>
                <a:r>
                  <a:rPr lang="en-US" baseline="-25000" dirty="0">
                    <a:sym typeface="Wingdings" panose="05000000000000000000" pitchFamily="2" charset="2"/>
                  </a:rPr>
                  <a:t>1</a:t>
                </a:r>
                <a:r>
                  <a:rPr lang="en-US" dirty="0">
                    <a:sym typeface="Wingdings" panose="05000000000000000000" pitchFamily="2" charset="2"/>
                  </a:rPr>
                  <a:t>Y</a:t>
                </a:r>
                <a:r>
                  <a:rPr lang="en-US" baseline="-25000" dirty="0">
                    <a:sym typeface="Wingdings" panose="05000000000000000000" pitchFamily="2" charset="2"/>
                  </a:rPr>
                  <a:t>2</a:t>
                </a:r>
                <a:r>
                  <a:rPr lang="en-US" dirty="0">
                    <a:sym typeface="Wingdings" panose="05000000000000000000" pitchFamily="2" charset="2"/>
                  </a:rPr>
                  <a:t> …</a:t>
                </a:r>
                <a:r>
                  <a:rPr lang="en-US" dirty="0" err="1">
                    <a:sym typeface="Wingdings" panose="05000000000000000000" pitchFamily="2" charset="2"/>
                  </a:rPr>
                  <a:t>Y</a:t>
                </a:r>
                <a:r>
                  <a:rPr lang="en-US" baseline="-25000" dirty="0" err="1">
                    <a:sym typeface="Wingdings" panose="05000000000000000000" pitchFamily="2" charset="2"/>
                  </a:rPr>
                  <a:t>k</a:t>
                </a:r>
                <a:endParaRPr lang="en-US" baseline="-25000" dirty="0">
                  <a:sym typeface="Wingdings" panose="05000000000000000000" pitchFamily="2" charset="2"/>
                </a:endParaRPr>
              </a:p>
              <a:p>
                <a:pPr marL="0" indent="0">
                  <a:buNone/>
                </a:pPr>
                <a:r>
                  <a:rPr lang="en-US" dirty="0"/>
                  <a:t>      pop the stack;</a:t>
                </a:r>
              </a:p>
              <a:p>
                <a:pPr marL="0" indent="0">
                  <a:buNone/>
                </a:pPr>
                <a:r>
                  <a:rPr lang="en-US" dirty="0"/>
                  <a:t>      push </a:t>
                </a:r>
                <a:r>
                  <a:rPr lang="en-US" dirty="0" err="1"/>
                  <a:t>Y</a:t>
                </a:r>
                <a:r>
                  <a:rPr lang="en-US" baseline="-25000" dirty="0" err="1"/>
                  <a:t>k</a:t>
                </a:r>
                <a:r>
                  <a:rPr lang="en-US" dirty="0"/>
                  <a:t>, Y</a:t>
                </a:r>
                <a:r>
                  <a:rPr lang="en-US" baseline="-25000" dirty="0"/>
                  <a:t>k-1</a:t>
                </a:r>
                <a:r>
                  <a:rPr lang="en-US" dirty="0"/>
                  <a:t>, …, Y</a:t>
                </a:r>
                <a:r>
                  <a:rPr lang="en-US" baseline="-25000" dirty="0"/>
                  <a:t>1</a:t>
                </a:r>
                <a:r>
                  <a:rPr lang="en-US" dirty="0"/>
                  <a:t> onto the stack, with Y</a:t>
                </a:r>
                <a:r>
                  <a:rPr lang="en-US" baseline="-25000" dirty="0"/>
                  <a:t>1</a:t>
                </a:r>
                <a:r>
                  <a:rPr lang="en-US" dirty="0"/>
                  <a:t> on top;  </a:t>
                </a:r>
              </a:p>
              <a:p>
                <a:pPr marL="0" indent="0">
                  <a:buNone/>
                </a:pPr>
                <a:r>
                  <a:rPr lang="en-US" dirty="0"/>
                  <a:t>   }</a:t>
                </a:r>
              </a:p>
              <a:p>
                <a:pPr marL="0" indent="0">
                  <a:buNone/>
                </a:pPr>
                <a:r>
                  <a:rPr lang="en-US" dirty="0"/>
                  <a:t>   set X to the top stack symbol;</a:t>
                </a:r>
              </a:p>
              <a:p>
                <a:pPr marL="0" indent="0">
                  <a:buNone/>
                </a:pPr>
                <a:r>
                  <a:rPr lang="en-US" dirty="0"/>
                  <a:t>}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18F3708-D04E-4E89-8470-AF2B681E837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22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57075778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FFAEF5-869D-4285-967F-EECA719F9E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Content Placeholder 3">
                <a:extLst>
                  <a:ext uri="{FF2B5EF4-FFF2-40B4-BE49-F238E27FC236}">
                    <a16:creationId xmlns:a16="http://schemas.microsoft.com/office/drawing/2014/main" id="{AE848272-85A4-4DEE-AEAF-9D16C47C4013}"/>
                  </a:ext>
                </a:extLst>
              </p:cNvPr>
              <p:cNvGraphicFramePr>
                <a:graphicFrameLocks/>
              </p:cNvGraphicFramePr>
              <p:nvPr/>
            </p:nvGraphicFramePr>
            <p:xfrm>
              <a:off x="198847" y="1690688"/>
              <a:ext cx="5908039" cy="2237094"/>
            </p:xfrm>
            <a:graphic>
              <a:graphicData uri="http://schemas.openxmlformats.org/drawingml/2006/table">
                <a:tbl>
                  <a:tblPr bandRow="1">
                    <a:tableStyleId>{5C22544A-7EE6-4342-B048-85BDC9FD1C3A}</a:tableStyleId>
                  </a:tblPr>
                  <a:tblGrid>
                    <a:gridCol w="501859">
                      <a:extLst>
                        <a:ext uri="{9D8B030D-6E8A-4147-A177-3AD203B41FA5}">
                          <a16:colId xmlns:a16="http://schemas.microsoft.com/office/drawing/2014/main" val="1494326527"/>
                        </a:ext>
                      </a:extLst>
                    </a:gridCol>
                    <a:gridCol w="834777">
                      <a:extLst>
                        <a:ext uri="{9D8B030D-6E8A-4147-A177-3AD203B41FA5}">
                          <a16:colId xmlns:a16="http://schemas.microsoft.com/office/drawing/2014/main" val="4191058320"/>
                        </a:ext>
                      </a:extLst>
                    </a:gridCol>
                    <a:gridCol w="884467">
                      <a:extLst>
                        <a:ext uri="{9D8B030D-6E8A-4147-A177-3AD203B41FA5}">
                          <a16:colId xmlns:a16="http://schemas.microsoft.com/office/drawing/2014/main" val="2467280242"/>
                        </a:ext>
                      </a:extLst>
                    </a:gridCol>
                    <a:gridCol w="993783">
                      <a:extLst>
                        <a:ext uri="{9D8B030D-6E8A-4147-A177-3AD203B41FA5}">
                          <a16:colId xmlns:a16="http://schemas.microsoft.com/office/drawing/2014/main" val="2251302711"/>
                        </a:ext>
                      </a:extLst>
                    </a:gridCol>
                    <a:gridCol w="854653">
                      <a:extLst>
                        <a:ext uri="{9D8B030D-6E8A-4147-A177-3AD203B41FA5}">
                          <a16:colId xmlns:a16="http://schemas.microsoft.com/office/drawing/2014/main" val="657959317"/>
                        </a:ext>
                      </a:extLst>
                    </a:gridCol>
                    <a:gridCol w="785090">
                      <a:extLst>
                        <a:ext uri="{9D8B030D-6E8A-4147-A177-3AD203B41FA5}">
                          <a16:colId xmlns:a16="http://schemas.microsoft.com/office/drawing/2014/main" val="554942816"/>
                        </a:ext>
                      </a:extLst>
                    </a:gridCol>
                    <a:gridCol w="1053410">
                      <a:extLst>
                        <a:ext uri="{9D8B030D-6E8A-4147-A177-3AD203B41FA5}">
                          <a16:colId xmlns:a16="http://schemas.microsoft.com/office/drawing/2014/main" val="3168143180"/>
                        </a:ext>
                      </a:extLst>
                    </a:gridCol>
                  </a:tblGrid>
                  <a:tr h="380217">
                    <a:tc>
                      <a:txBody>
                        <a:bodyPr/>
                        <a:lstStyle/>
                        <a:p>
                          <a:pPr algn="ctr"/>
                          <a:endParaRPr lang="en-US" sz="16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/>
                            <a:t>id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/>
                            <a:t>+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/>
                            <a:t>*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/>
                            <a:t>(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/>
                            <a:t>)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/>
                            <a:t>$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443074756"/>
                      </a:ext>
                    </a:extLst>
                  </a:tr>
                  <a:tr h="38021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/>
                            <a:t>E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/>
                            <a:t>E </a:t>
                          </a:r>
                          <a:r>
                            <a:rPr lang="en-US" sz="1600" dirty="0">
                              <a:sym typeface="Wingdings" panose="05000000000000000000" pitchFamily="2" charset="2"/>
                            </a:rPr>
                            <a:t> TE’</a:t>
                          </a:r>
                          <a:endParaRPr lang="en-US" sz="16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16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160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/>
                            <a:t>E </a:t>
                          </a:r>
                          <a:r>
                            <a:rPr lang="en-US" sz="1600" dirty="0">
                              <a:sym typeface="Wingdings" panose="05000000000000000000" pitchFamily="2" charset="2"/>
                            </a:rPr>
                            <a:t> TE’</a:t>
                          </a:r>
                          <a:endParaRPr lang="en-US" sz="16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16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16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373626519"/>
                      </a:ext>
                    </a:extLst>
                  </a:tr>
                  <a:tr h="33600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/>
                            <a:t>E’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16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/>
                            <a:t>E’</a:t>
                          </a:r>
                          <a:r>
                            <a:rPr lang="en-US" sz="1600" dirty="0">
                              <a:sym typeface="Wingdings" panose="05000000000000000000" pitchFamily="2" charset="2"/>
                            </a:rPr>
                            <a:t>+TE’</a:t>
                          </a:r>
                          <a:endParaRPr lang="en-US" sz="16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16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16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/>
                            <a:t>E’ </a:t>
                          </a:r>
                          <a:r>
                            <a:rPr lang="en-US" sz="1600" dirty="0">
                              <a:sym typeface="Wingdings" panose="05000000000000000000" pitchFamily="2" charset="2"/>
                            </a:rPr>
                            <a:t> </a:t>
                          </a:r>
                          <a14:m>
                            <m:oMath xmlns:m="http://schemas.openxmlformats.org/officeDocument/2006/math"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  <a:sym typeface="Wingdings" panose="05000000000000000000" pitchFamily="2" charset="2"/>
                                </a:rPr>
                                <m:t>𝜖</m:t>
                              </m:r>
                            </m:oMath>
                          </a14:m>
                          <a:endParaRPr lang="en-US" sz="16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/>
                            <a:t>E’ </a:t>
                          </a:r>
                          <a:r>
                            <a:rPr lang="en-US" sz="1600" dirty="0">
                              <a:sym typeface="Wingdings" panose="05000000000000000000" pitchFamily="2" charset="2"/>
                            </a:rPr>
                            <a:t> </a:t>
                          </a:r>
                          <a14:m>
                            <m:oMath xmlns:m="http://schemas.openxmlformats.org/officeDocument/2006/math"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  <a:sym typeface="Wingdings" panose="05000000000000000000" pitchFamily="2" charset="2"/>
                                </a:rPr>
                                <m:t>𝜖</m:t>
                              </m:r>
                            </m:oMath>
                          </a14:m>
                          <a:endParaRPr lang="en-US" sz="16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702381182"/>
                      </a:ext>
                    </a:extLst>
                  </a:tr>
                  <a:tr h="38021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/>
                            <a:t>T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/>
                            <a:t>T </a:t>
                          </a:r>
                          <a:r>
                            <a:rPr lang="en-US" sz="1600" dirty="0">
                              <a:sym typeface="Wingdings" panose="05000000000000000000" pitchFamily="2" charset="2"/>
                            </a:rPr>
                            <a:t> FT’</a:t>
                          </a:r>
                          <a:endParaRPr lang="en-US" sz="16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16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16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/>
                            <a:t>T </a:t>
                          </a:r>
                          <a:r>
                            <a:rPr lang="en-US" sz="1600" dirty="0">
                              <a:sym typeface="Wingdings" panose="05000000000000000000" pitchFamily="2" charset="2"/>
                            </a:rPr>
                            <a:t> FT’</a:t>
                          </a:r>
                          <a:endParaRPr lang="en-US" sz="16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16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160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650066255"/>
                      </a:ext>
                    </a:extLst>
                  </a:tr>
                  <a:tr h="38021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/>
                            <a:t>T’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16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/>
                            <a:t>T’</a:t>
                          </a:r>
                          <a:r>
                            <a:rPr lang="en-US" sz="1600" dirty="0">
                              <a:sym typeface="Wingdings" panose="05000000000000000000" pitchFamily="2" charset="2"/>
                            </a:rPr>
                            <a:t></a:t>
                          </a:r>
                          <a14:m>
                            <m:oMath xmlns:m="http://schemas.openxmlformats.org/officeDocument/2006/math"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  <a:sym typeface="Wingdings" panose="05000000000000000000" pitchFamily="2" charset="2"/>
                                </a:rPr>
                                <m:t>𝜖</m:t>
                              </m:r>
                            </m:oMath>
                          </a14:m>
                          <a:endParaRPr lang="en-US" sz="16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/>
                            <a:t>T’ </a:t>
                          </a:r>
                          <a:r>
                            <a:rPr lang="en-US" sz="1600" dirty="0">
                              <a:sym typeface="Wingdings" panose="05000000000000000000" pitchFamily="2" charset="2"/>
                            </a:rPr>
                            <a:t> *FT’</a:t>
                          </a:r>
                          <a:endParaRPr lang="en-US" sz="16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16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600" dirty="0"/>
                            <a:t>T’</a:t>
                          </a:r>
                          <a:r>
                            <a:rPr lang="en-US" sz="1600" dirty="0">
                              <a:sym typeface="Wingdings" panose="05000000000000000000" pitchFamily="2" charset="2"/>
                            </a:rPr>
                            <a:t></a:t>
                          </a:r>
                          <a14:m>
                            <m:oMath xmlns:m="http://schemas.openxmlformats.org/officeDocument/2006/math"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  <a:sym typeface="Wingdings" panose="05000000000000000000" pitchFamily="2" charset="2"/>
                                </a:rPr>
                                <m:t>𝜖</m:t>
                              </m:r>
                            </m:oMath>
                          </a14:m>
                          <a:endParaRPr lang="en-US" sz="16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600" dirty="0"/>
                            <a:t>T’</a:t>
                          </a:r>
                          <a:r>
                            <a:rPr lang="en-US" sz="1600" dirty="0">
                              <a:sym typeface="Wingdings" panose="05000000000000000000" pitchFamily="2" charset="2"/>
                            </a:rPr>
                            <a:t></a:t>
                          </a:r>
                          <a14:m>
                            <m:oMath xmlns:m="http://schemas.openxmlformats.org/officeDocument/2006/math"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  <a:sym typeface="Wingdings" panose="05000000000000000000" pitchFamily="2" charset="2"/>
                                </a:rPr>
                                <m:t>𝜖</m:t>
                              </m:r>
                            </m:oMath>
                          </a14:m>
                          <a:endParaRPr lang="en-US" sz="16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641004518"/>
                      </a:ext>
                    </a:extLst>
                  </a:tr>
                  <a:tr h="38021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/>
                            <a:t>F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/>
                            <a:t>F </a:t>
                          </a:r>
                          <a:r>
                            <a:rPr lang="en-US" sz="1600" dirty="0">
                              <a:sym typeface="Wingdings" panose="05000000000000000000" pitchFamily="2" charset="2"/>
                            </a:rPr>
                            <a:t> id</a:t>
                          </a:r>
                          <a:endParaRPr lang="en-US" sz="16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16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16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/>
                            <a:t>F </a:t>
                          </a:r>
                          <a:r>
                            <a:rPr lang="en-US" sz="1600" dirty="0">
                              <a:sym typeface="Wingdings" panose="05000000000000000000" pitchFamily="2" charset="2"/>
                            </a:rPr>
                            <a:t> (E)</a:t>
                          </a:r>
                          <a:endParaRPr lang="en-US" sz="16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160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16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390834338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Content Placeholder 3">
                <a:extLst>
                  <a:ext uri="{FF2B5EF4-FFF2-40B4-BE49-F238E27FC236}">
                    <a16:creationId xmlns:a16="http://schemas.microsoft.com/office/drawing/2014/main" id="{AE848272-85A4-4DEE-AEAF-9D16C47C4013}"/>
                  </a:ext>
                </a:extLst>
              </p:cNvPr>
              <p:cNvGraphicFramePr>
                <a:graphicFrameLocks/>
              </p:cNvGraphicFramePr>
              <p:nvPr/>
            </p:nvGraphicFramePr>
            <p:xfrm>
              <a:off x="198847" y="1690688"/>
              <a:ext cx="5908039" cy="2237094"/>
            </p:xfrm>
            <a:graphic>
              <a:graphicData uri="http://schemas.openxmlformats.org/drawingml/2006/table">
                <a:tbl>
                  <a:tblPr bandRow="1">
                    <a:tableStyleId>{5C22544A-7EE6-4342-B048-85BDC9FD1C3A}</a:tableStyleId>
                  </a:tblPr>
                  <a:tblGrid>
                    <a:gridCol w="501859">
                      <a:extLst>
                        <a:ext uri="{9D8B030D-6E8A-4147-A177-3AD203B41FA5}">
                          <a16:colId xmlns:a16="http://schemas.microsoft.com/office/drawing/2014/main" val="1494326527"/>
                        </a:ext>
                      </a:extLst>
                    </a:gridCol>
                    <a:gridCol w="834777">
                      <a:extLst>
                        <a:ext uri="{9D8B030D-6E8A-4147-A177-3AD203B41FA5}">
                          <a16:colId xmlns:a16="http://schemas.microsoft.com/office/drawing/2014/main" val="4191058320"/>
                        </a:ext>
                      </a:extLst>
                    </a:gridCol>
                    <a:gridCol w="884467">
                      <a:extLst>
                        <a:ext uri="{9D8B030D-6E8A-4147-A177-3AD203B41FA5}">
                          <a16:colId xmlns:a16="http://schemas.microsoft.com/office/drawing/2014/main" val="2467280242"/>
                        </a:ext>
                      </a:extLst>
                    </a:gridCol>
                    <a:gridCol w="993783">
                      <a:extLst>
                        <a:ext uri="{9D8B030D-6E8A-4147-A177-3AD203B41FA5}">
                          <a16:colId xmlns:a16="http://schemas.microsoft.com/office/drawing/2014/main" val="2251302711"/>
                        </a:ext>
                      </a:extLst>
                    </a:gridCol>
                    <a:gridCol w="854653">
                      <a:extLst>
                        <a:ext uri="{9D8B030D-6E8A-4147-A177-3AD203B41FA5}">
                          <a16:colId xmlns:a16="http://schemas.microsoft.com/office/drawing/2014/main" val="657959317"/>
                        </a:ext>
                      </a:extLst>
                    </a:gridCol>
                    <a:gridCol w="785090">
                      <a:extLst>
                        <a:ext uri="{9D8B030D-6E8A-4147-A177-3AD203B41FA5}">
                          <a16:colId xmlns:a16="http://schemas.microsoft.com/office/drawing/2014/main" val="554942816"/>
                        </a:ext>
                      </a:extLst>
                    </a:gridCol>
                    <a:gridCol w="1053410">
                      <a:extLst>
                        <a:ext uri="{9D8B030D-6E8A-4147-A177-3AD203B41FA5}">
                          <a16:colId xmlns:a16="http://schemas.microsoft.com/office/drawing/2014/main" val="3168143180"/>
                        </a:ext>
                      </a:extLst>
                    </a:gridCol>
                  </a:tblGrid>
                  <a:tr h="380217">
                    <a:tc>
                      <a:txBody>
                        <a:bodyPr/>
                        <a:lstStyle/>
                        <a:p>
                          <a:pPr algn="ctr"/>
                          <a:endParaRPr lang="en-US" sz="16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/>
                            <a:t>id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/>
                            <a:t>+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/>
                            <a:t>*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/>
                            <a:t>(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/>
                            <a:t>)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/>
                            <a:t>$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443074756"/>
                      </a:ext>
                    </a:extLst>
                  </a:tr>
                  <a:tr h="38021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/>
                            <a:t>E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/>
                            <a:t>E </a:t>
                          </a:r>
                          <a:r>
                            <a:rPr lang="en-US" sz="1600" dirty="0">
                              <a:sym typeface="Wingdings" panose="05000000000000000000" pitchFamily="2" charset="2"/>
                            </a:rPr>
                            <a:t> TE’</a:t>
                          </a:r>
                          <a:endParaRPr lang="en-US" sz="16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16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160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/>
                            <a:t>E </a:t>
                          </a:r>
                          <a:r>
                            <a:rPr lang="en-US" sz="1600" dirty="0">
                              <a:sym typeface="Wingdings" panose="05000000000000000000" pitchFamily="2" charset="2"/>
                            </a:rPr>
                            <a:t> TE’</a:t>
                          </a:r>
                          <a:endParaRPr lang="en-US" sz="16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16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16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373626519"/>
                      </a:ext>
                    </a:extLst>
                  </a:tr>
                  <a:tr h="33600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/>
                            <a:t>E’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16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/>
                            <a:t>E’</a:t>
                          </a:r>
                          <a:r>
                            <a:rPr lang="en-US" sz="1600" dirty="0">
                              <a:sym typeface="Wingdings" panose="05000000000000000000" pitchFamily="2" charset="2"/>
                            </a:rPr>
                            <a:t>+TE’</a:t>
                          </a:r>
                          <a:endParaRPr lang="en-US" sz="16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16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16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518605" t="-232727" r="-135659" b="-35090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461272" t="-232727" r="-1156" b="-35090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702381182"/>
                      </a:ext>
                    </a:extLst>
                  </a:tr>
                  <a:tr h="38021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/>
                            <a:t>T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/>
                            <a:t>T </a:t>
                          </a:r>
                          <a:r>
                            <a:rPr lang="en-US" sz="1600" dirty="0">
                              <a:sym typeface="Wingdings" panose="05000000000000000000" pitchFamily="2" charset="2"/>
                            </a:rPr>
                            <a:t> FT’</a:t>
                          </a:r>
                          <a:endParaRPr lang="en-US" sz="16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16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16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/>
                            <a:t>T </a:t>
                          </a:r>
                          <a:r>
                            <a:rPr lang="en-US" sz="1600" dirty="0">
                              <a:sym typeface="Wingdings" panose="05000000000000000000" pitchFamily="2" charset="2"/>
                            </a:rPr>
                            <a:t> FT’</a:t>
                          </a:r>
                          <a:endParaRPr lang="en-US" sz="16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16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160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650066255"/>
                      </a:ext>
                    </a:extLst>
                  </a:tr>
                  <a:tr h="38021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/>
                            <a:t>T’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16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50685" t="-396774" r="-415753" b="-10967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/>
                            <a:t>T’ </a:t>
                          </a:r>
                          <a:r>
                            <a:rPr lang="en-US" sz="1600" dirty="0">
                              <a:sym typeface="Wingdings" panose="05000000000000000000" pitchFamily="2" charset="2"/>
                            </a:rPr>
                            <a:t> *FT’</a:t>
                          </a:r>
                          <a:endParaRPr lang="en-US" sz="16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16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518605" t="-396774" r="-135659" b="-10967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461272" t="-396774" r="-1156" b="-10967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641004518"/>
                      </a:ext>
                    </a:extLst>
                  </a:tr>
                  <a:tr h="38021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/>
                            <a:t>F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/>
                            <a:t>F </a:t>
                          </a:r>
                          <a:r>
                            <a:rPr lang="en-US" sz="1600" dirty="0">
                              <a:sym typeface="Wingdings" panose="05000000000000000000" pitchFamily="2" charset="2"/>
                            </a:rPr>
                            <a:t> id</a:t>
                          </a:r>
                          <a:endParaRPr lang="en-US" sz="16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16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16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/>
                            <a:t>F </a:t>
                          </a:r>
                          <a:r>
                            <a:rPr lang="en-US" sz="1600" dirty="0">
                              <a:sym typeface="Wingdings" panose="05000000000000000000" pitchFamily="2" charset="2"/>
                            </a:rPr>
                            <a:t> (E)</a:t>
                          </a:r>
                          <a:endParaRPr lang="en-US" sz="16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160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16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390834338"/>
                      </a:ext>
                    </a:extLst>
                  </a:tr>
                </a:tbl>
              </a:graphicData>
            </a:graphic>
          </p:graphicFrame>
        </mc:Fallback>
      </mc:AlternateContent>
      <p:graphicFrame>
        <p:nvGraphicFramePr>
          <p:cNvPr id="9" name="Content Placeholder 8">
            <a:extLst>
              <a:ext uri="{FF2B5EF4-FFF2-40B4-BE49-F238E27FC236}">
                <a16:creationId xmlns:a16="http://schemas.microsoft.com/office/drawing/2014/main" id="{36DC635C-65F7-4E36-9662-500BC3AB90D8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6660606" y="130354"/>
          <a:ext cx="5145316" cy="6675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6329">
                  <a:extLst>
                    <a:ext uri="{9D8B030D-6E8A-4147-A177-3AD203B41FA5}">
                      <a16:colId xmlns:a16="http://schemas.microsoft.com/office/drawing/2014/main" val="531721984"/>
                    </a:ext>
                  </a:extLst>
                </a:gridCol>
                <a:gridCol w="1286329">
                  <a:extLst>
                    <a:ext uri="{9D8B030D-6E8A-4147-A177-3AD203B41FA5}">
                      <a16:colId xmlns:a16="http://schemas.microsoft.com/office/drawing/2014/main" val="3866679696"/>
                    </a:ext>
                  </a:extLst>
                </a:gridCol>
                <a:gridCol w="1286329">
                  <a:extLst>
                    <a:ext uri="{9D8B030D-6E8A-4147-A177-3AD203B41FA5}">
                      <a16:colId xmlns:a16="http://schemas.microsoft.com/office/drawing/2014/main" val="707470269"/>
                    </a:ext>
                  </a:extLst>
                </a:gridCol>
                <a:gridCol w="1286329">
                  <a:extLst>
                    <a:ext uri="{9D8B030D-6E8A-4147-A177-3AD203B41FA5}">
                      <a16:colId xmlns:a16="http://schemas.microsoft.com/office/drawing/2014/main" val="164785633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MATCHED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STACK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INPUT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ACTION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635891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E$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id+id</a:t>
                      </a:r>
                      <a:r>
                        <a:rPr lang="en-US" dirty="0"/>
                        <a:t>*id$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385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683319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318979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4772977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6171908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062476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017625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327583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672791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4835536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052785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9547015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585075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711772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893107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6260452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7615866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29895490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FFAEF5-869D-4285-967F-EECA719F9E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Content Placeholder 3">
                <a:extLst>
                  <a:ext uri="{FF2B5EF4-FFF2-40B4-BE49-F238E27FC236}">
                    <a16:creationId xmlns:a16="http://schemas.microsoft.com/office/drawing/2014/main" id="{AE848272-85A4-4DEE-AEAF-9D16C47C4013}"/>
                  </a:ext>
                </a:extLst>
              </p:cNvPr>
              <p:cNvGraphicFramePr>
                <a:graphicFrameLocks/>
              </p:cNvGraphicFramePr>
              <p:nvPr/>
            </p:nvGraphicFramePr>
            <p:xfrm>
              <a:off x="198847" y="1690688"/>
              <a:ext cx="5908039" cy="2237094"/>
            </p:xfrm>
            <a:graphic>
              <a:graphicData uri="http://schemas.openxmlformats.org/drawingml/2006/table">
                <a:tbl>
                  <a:tblPr bandRow="1">
                    <a:tableStyleId>{5C22544A-7EE6-4342-B048-85BDC9FD1C3A}</a:tableStyleId>
                  </a:tblPr>
                  <a:tblGrid>
                    <a:gridCol w="501859">
                      <a:extLst>
                        <a:ext uri="{9D8B030D-6E8A-4147-A177-3AD203B41FA5}">
                          <a16:colId xmlns:a16="http://schemas.microsoft.com/office/drawing/2014/main" val="1494326527"/>
                        </a:ext>
                      </a:extLst>
                    </a:gridCol>
                    <a:gridCol w="834777">
                      <a:extLst>
                        <a:ext uri="{9D8B030D-6E8A-4147-A177-3AD203B41FA5}">
                          <a16:colId xmlns:a16="http://schemas.microsoft.com/office/drawing/2014/main" val="4191058320"/>
                        </a:ext>
                      </a:extLst>
                    </a:gridCol>
                    <a:gridCol w="884467">
                      <a:extLst>
                        <a:ext uri="{9D8B030D-6E8A-4147-A177-3AD203B41FA5}">
                          <a16:colId xmlns:a16="http://schemas.microsoft.com/office/drawing/2014/main" val="2467280242"/>
                        </a:ext>
                      </a:extLst>
                    </a:gridCol>
                    <a:gridCol w="993783">
                      <a:extLst>
                        <a:ext uri="{9D8B030D-6E8A-4147-A177-3AD203B41FA5}">
                          <a16:colId xmlns:a16="http://schemas.microsoft.com/office/drawing/2014/main" val="2251302711"/>
                        </a:ext>
                      </a:extLst>
                    </a:gridCol>
                    <a:gridCol w="854653">
                      <a:extLst>
                        <a:ext uri="{9D8B030D-6E8A-4147-A177-3AD203B41FA5}">
                          <a16:colId xmlns:a16="http://schemas.microsoft.com/office/drawing/2014/main" val="657959317"/>
                        </a:ext>
                      </a:extLst>
                    </a:gridCol>
                    <a:gridCol w="785090">
                      <a:extLst>
                        <a:ext uri="{9D8B030D-6E8A-4147-A177-3AD203B41FA5}">
                          <a16:colId xmlns:a16="http://schemas.microsoft.com/office/drawing/2014/main" val="554942816"/>
                        </a:ext>
                      </a:extLst>
                    </a:gridCol>
                    <a:gridCol w="1053410">
                      <a:extLst>
                        <a:ext uri="{9D8B030D-6E8A-4147-A177-3AD203B41FA5}">
                          <a16:colId xmlns:a16="http://schemas.microsoft.com/office/drawing/2014/main" val="3168143180"/>
                        </a:ext>
                      </a:extLst>
                    </a:gridCol>
                  </a:tblGrid>
                  <a:tr h="380217">
                    <a:tc>
                      <a:txBody>
                        <a:bodyPr/>
                        <a:lstStyle/>
                        <a:p>
                          <a:pPr algn="ctr"/>
                          <a:endParaRPr lang="en-US" sz="16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/>
                            <a:t>id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/>
                            <a:t>+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/>
                            <a:t>*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/>
                            <a:t>(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/>
                            <a:t>)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/>
                            <a:t>$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443074756"/>
                      </a:ext>
                    </a:extLst>
                  </a:tr>
                  <a:tr h="38021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/>
                            <a:t>E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/>
                            <a:t>E </a:t>
                          </a:r>
                          <a:r>
                            <a:rPr lang="en-US" sz="1600" dirty="0">
                              <a:sym typeface="Wingdings" panose="05000000000000000000" pitchFamily="2" charset="2"/>
                            </a:rPr>
                            <a:t> TE’</a:t>
                          </a:r>
                          <a:endParaRPr lang="en-US" sz="16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16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160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/>
                            <a:t>E </a:t>
                          </a:r>
                          <a:r>
                            <a:rPr lang="en-US" sz="1600" dirty="0">
                              <a:sym typeface="Wingdings" panose="05000000000000000000" pitchFamily="2" charset="2"/>
                            </a:rPr>
                            <a:t> TE’</a:t>
                          </a:r>
                          <a:endParaRPr lang="en-US" sz="16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16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16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373626519"/>
                      </a:ext>
                    </a:extLst>
                  </a:tr>
                  <a:tr h="33600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/>
                            <a:t>E’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16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/>
                            <a:t>E’</a:t>
                          </a:r>
                          <a:r>
                            <a:rPr lang="en-US" sz="1600" dirty="0">
                              <a:sym typeface="Wingdings" panose="05000000000000000000" pitchFamily="2" charset="2"/>
                            </a:rPr>
                            <a:t>+TE’</a:t>
                          </a:r>
                          <a:endParaRPr lang="en-US" sz="16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16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16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/>
                            <a:t>E’ </a:t>
                          </a:r>
                          <a:r>
                            <a:rPr lang="en-US" sz="1600" dirty="0">
                              <a:sym typeface="Wingdings" panose="05000000000000000000" pitchFamily="2" charset="2"/>
                            </a:rPr>
                            <a:t> </a:t>
                          </a:r>
                          <a14:m>
                            <m:oMath xmlns:m="http://schemas.openxmlformats.org/officeDocument/2006/math"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  <a:sym typeface="Wingdings" panose="05000000000000000000" pitchFamily="2" charset="2"/>
                                </a:rPr>
                                <m:t>𝜖</m:t>
                              </m:r>
                            </m:oMath>
                          </a14:m>
                          <a:endParaRPr lang="en-US" sz="16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/>
                            <a:t>E’ </a:t>
                          </a:r>
                          <a:r>
                            <a:rPr lang="en-US" sz="1600" dirty="0">
                              <a:sym typeface="Wingdings" panose="05000000000000000000" pitchFamily="2" charset="2"/>
                            </a:rPr>
                            <a:t> </a:t>
                          </a:r>
                          <a14:m>
                            <m:oMath xmlns:m="http://schemas.openxmlformats.org/officeDocument/2006/math"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  <a:sym typeface="Wingdings" panose="05000000000000000000" pitchFamily="2" charset="2"/>
                                </a:rPr>
                                <m:t>𝜖</m:t>
                              </m:r>
                            </m:oMath>
                          </a14:m>
                          <a:endParaRPr lang="en-US" sz="16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702381182"/>
                      </a:ext>
                    </a:extLst>
                  </a:tr>
                  <a:tr h="38021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/>
                            <a:t>T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/>
                            <a:t>T </a:t>
                          </a:r>
                          <a:r>
                            <a:rPr lang="en-US" sz="1600" dirty="0">
                              <a:sym typeface="Wingdings" panose="05000000000000000000" pitchFamily="2" charset="2"/>
                            </a:rPr>
                            <a:t> FT’</a:t>
                          </a:r>
                          <a:endParaRPr lang="en-US" sz="16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16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16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/>
                            <a:t>T </a:t>
                          </a:r>
                          <a:r>
                            <a:rPr lang="en-US" sz="1600" dirty="0">
                              <a:sym typeface="Wingdings" panose="05000000000000000000" pitchFamily="2" charset="2"/>
                            </a:rPr>
                            <a:t> FT’</a:t>
                          </a:r>
                          <a:endParaRPr lang="en-US" sz="16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16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160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650066255"/>
                      </a:ext>
                    </a:extLst>
                  </a:tr>
                  <a:tr h="38021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/>
                            <a:t>T’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16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/>
                            <a:t>T’</a:t>
                          </a:r>
                          <a:r>
                            <a:rPr lang="en-US" sz="1600" dirty="0">
                              <a:sym typeface="Wingdings" panose="05000000000000000000" pitchFamily="2" charset="2"/>
                            </a:rPr>
                            <a:t></a:t>
                          </a:r>
                          <a14:m>
                            <m:oMath xmlns:m="http://schemas.openxmlformats.org/officeDocument/2006/math"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  <a:sym typeface="Wingdings" panose="05000000000000000000" pitchFamily="2" charset="2"/>
                                </a:rPr>
                                <m:t>𝜖</m:t>
                              </m:r>
                            </m:oMath>
                          </a14:m>
                          <a:endParaRPr lang="en-US" sz="16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/>
                            <a:t>T’ </a:t>
                          </a:r>
                          <a:r>
                            <a:rPr lang="en-US" sz="1600" dirty="0">
                              <a:sym typeface="Wingdings" panose="05000000000000000000" pitchFamily="2" charset="2"/>
                            </a:rPr>
                            <a:t> *FT’</a:t>
                          </a:r>
                          <a:endParaRPr lang="en-US" sz="16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16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600" dirty="0"/>
                            <a:t>T’</a:t>
                          </a:r>
                          <a:r>
                            <a:rPr lang="en-US" sz="1600" dirty="0">
                              <a:sym typeface="Wingdings" panose="05000000000000000000" pitchFamily="2" charset="2"/>
                            </a:rPr>
                            <a:t></a:t>
                          </a:r>
                          <a14:m>
                            <m:oMath xmlns:m="http://schemas.openxmlformats.org/officeDocument/2006/math"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  <a:sym typeface="Wingdings" panose="05000000000000000000" pitchFamily="2" charset="2"/>
                                </a:rPr>
                                <m:t>𝜖</m:t>
                              </m:r>
                            </m:oMath>
                          </a14:m>
                          <a:endParaRPr lang="en-US" sz="16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600" dirty="0"/>
                            <a:t>T’</a:t>
                          </a:r>
                          <a:r>
                            <a:rPr lang="en-US" sz="1600" dirty="0">
                              <a:sym typeface="Wingdings" panose="05000000000000000000" pitchFamily="2" charset="2"/>
                            </a:rPr>
                            <a:t></a:t>
                          </a:r>
                          <a14:m>
                            <m:oMath xmlns:m="http://schemas.openxmlformats.org/officeDocument/2006/math"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  <a:sym typeface="Wingdings" panose="05000000000000000000" pitchFamily="2" charset="2"/>
                                </a:rPr>
                                <m:t>𝜖</m:t>
                              </m:r>
                            </m:oMath>
                          </a14:m>
                          <a:endParaRPr lang="en-US" sz="16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641004518"/>
                      </a:ext>
                    </a:extLst>
                  </a:tr>
                  <a:tr h="38021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/>
                            <a:t>F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/>
                            <a:t>F </a:t>
                          </a:r>
                          <a:r>
                            <a:rPr lang="en-US" sz="1600" dirty="0">
                              <a:sym typeface="Wingdings" panose="05000000000000000000" pitchFamily="2" charset="2"/>
                            </a:rPr>
                            <a:t> id</a:t>
                          </a:r>
                          <a:endParaRPr lang="en-US" sz="16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16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16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/>
                            <a:t>F </a:t>
                          </a:r>
                          <a:r>
                            <a:rPr lang="en-US" sz="1600" dirty="0">
                              <a:sym typeface="Wingdings" panose="05000000000000000000" pitchFamily="2" charset="2"/>
                            </a:rPr>
                            <a:t> (E)</a:t>
                          </a:r>
                          <a:endParaRPr lang="en-US" sz="16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160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16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390834338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Content Placeholder 3">
                <a:extLst>
                  <a:ext uri="{FF2B5EF4-FFF2-40B4-BE49-F238E27FC236}">
                    <a16:creationId xmlns:a16="http://schemas.microsoft.com/office/drawing/2014/main" id="{AE848272-85A4-4DEE-AEAF-9D16C47C4013}"/>
                  </a:ext>
                </a:extLst>
              </p:cNvPr>
              <p:cNvGraphicFramePr>
                <a:graphicFrameLocks/>
              </p:cNvGraphicFramePr>
              <p:nvPr>
                <p:extLst>
                  <p:ext uri="{D42A27DB-BD31-4B8C-83A1-F6EECF244321}">
                    <p14:modId xmlns:p14="http://schemas.microsoft.com/office/powerpoint/2010/main" val="3276805071"/>
                  </p:ext>
                </p:extLst>
              </p:nvPr>
            </p:nvGraphicFramePr>
            <p:xfrm>
              <a:off x="198847" y="1690688"/>
              <a:ext cx="5908039" cy="2237094"/>
            </p:xfrm>
            <a:graphic>
              <a:graphicData uri="http://schemas.openxmlformats.org/drawingml/2006/table">
                <a:tbl>
                  <a:tblPr bandRow="1">
                    <a:tableStyleId>{5C22544A-7EE6-4342-B048-85BDC9FD1C3A}</a:tableStyleId>
                  </a:tblPr>
                  <a:tblGrid>
                    <a:gridCol w="501859">
                      <a:extLst>
                        <a:ext uri="{9D8B030D-6E8A-4147-A177-3AD203B41FA5}">
                          <a16:colId xmlns:a16="http://schemas.microsoft.com/office/drawing/2014/main" val="1494326527"/>
                        </a:ext>
                      </a:extLst>
                    </a:gridCol>
                    <a:gridCol w="834777">
                      <a:extLst>
                        <a:ext uri="{9D8B030D-6E8A-4147-A177-3AD203B41FA5}">
                          <a16:colId xmlns:a16="http://schemas.microsoft.com/office/drawing/2014/main" val="4191058320"/>
                        </a:ext>
                      </a:extLst>
                    </a:gridCol>
                    <a:gridCol w="884467">
                      <a:extLst>
                        <a:ext uri="{9D8B030D-6E8A-4147-A177-3AD203B41FA5}">
                          <a16:colId xmlns:a16="http://schemas.microsoft.com/office/drawing/2014/main" val="2467280242"/>
                        </a:ext>
                      </a:extLst>
                    </a:gridCol>
                    <a:gridCol w="993783">
                      <a:extLst>
                        <a:ext uri="{9D8B030D-6E8A-4147-A177-3AD203B41FA5}">
                          <a16:colId xmlns:a16="http://schemas.microsoft.com/office/drawing/2014/main" val="2251302711"/>
                        </a:ext>
                      </a:extLst>
                    </a:gridCol>
                    <a:gridCol w="854653">
                      <a:extLst>
                        <a:ext uri="{9D8B030D-6E8A-4147-A177-3AD203B41FA5}">
                          <a16:colId xmlns:a16="http://schemas.microsoft.com/office/drawing/2014/main" val="657959317"/>
                        </a:ext>
                      </a:extLst>
                    </a:gridCol>
                    <a:gridCol w="785090">
                      <a:extLst>
                        <a:ext uri="{9D8B030D-6E8A-4147-A177-3AD203B41FA5}">
                          <a16:colId xmlns:a16="http://schemas.microsoft.com/office/drawing/2014/main" val="554942816"/>
                        </a:ext>
                      </a:extLst>
                    </a:gridCol>
                    <a:gridCol w="1053410">
                      <a:extLst>
                        <a:ext uri="{9D8B030D-6E8A-4147-A177-3AD203B41FA5}">
                          <a16:colId xmlns:a16="http://schemas.microsoft.com/office/drawing/2014/main" val="3168143180"/>
                        </a:ext>
                      </a:extLst>
                    </a:gridCol>
                  </a:tblGrid>
                  <a:tr h="380217">
                    <a:tc>
                      <a:txBody>
                        <a:bodyPr/>
                        <a:lstStyle/>
                        <a:p>
                          <a:pPr algn="ctr"/>
                          <a:endParaRPr lang="en-US" sz="16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/>
                            <a:t>id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/>
                            <a:t>+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/>
                            <a:t>*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/>
                            <a:t>(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/>
                            <a:t>)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/>
                            <a:t>$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443074756"/>
                      </a:ext>
                    </a:extLst>
                  </a:tr>
                  <a:tr h="38021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/>
                            <a:t>E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/>
                            <a:t>E </a:t>
                          </a:r>
                          <a:r>
                            <a:rPr lang="en-US" sz="1600" dirty="0">
                              <a:sym typeface="Wingdings" panose="05000000000000000000" pitchFamily="2" charset="2"/>
                            </a:rPr>
                            <a:t> TE’</a:t>
                          </a:r>
                          <a:endParaRPr lang="en-US" sz="16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16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160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/>
                            <a:t>E </a:t>
                          </a:r>
                          <a:r>
                            <a:rPr lang="en-US" sz="1600" dirty="0">
                              <a:sym typeface="Wingdings" panose="05000000000000000000" pitchFamily="2" charset="2"/>
                            </a:rPr>
                            <a:t> TE’</a:t>
                          </a:r>
                          <a:endParaRPr lang="en-US" sz="16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16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16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373626519"/>
                      </a:ext>
                    </a:extLst>
                  </a:tr>
                  <a:tr h="33600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/>
                            <a:t>E’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16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/>
                            <a:t>E’</a:t>
                          </a:r>
                          <a:r>
                            <a:rPr lang="en-US" sz="1600" dirty="0">
                              <a:sym typeface="Wingdings" panose="05000000000000000000" pitchFamily="2" charset="2"/>
                            </a:rPr>
                            <a:t>+TE’</a:t>
                          </a:r>
                          <a:endParaRPr lang="en-US" sz="16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16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16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518605" t="-232727" r="-135659" b="-35090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461272" t="-232727" r="-1156" b="-35090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702381182"/>
                      </a:ext>
                    </a:extLst>
                  </a:tr>
                  <a:tr h="38021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/>
                            <a:t>T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/>
                            <a:t>T </a:t>
                          </a:r>
                          <a:r>
                            <a:rPr lang="en-US" sz="1600" dirty="0">
                              <a:sym typeface="Wingdings" panose="05000000000000000000" pitchFamily="2" charset="2"/>
                            </a:rPr>
                            <a:t> FT’</a:t>
                          </a:r>
                          <a:endParaRPr lang="en-US" sz="16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16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16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/>
                            <a:t>T </a:t>
                          </a:r>
                          <a:r>
                            <a:rPr lang="en-US" sz="1600" dirty="0">
                              <a:sym typeface="Wingdings" panose="05000000000000000000" pitchFamily="2" charset="2"/>
                            </a:rPr>
                            <a:t> FT’</a:t>
                          </a:r>
                          <a:endParaRPr lang="en-US" sz="16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16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160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650066255"/>
                      </a:ext>
                    </a:extLst>
                  </a:tr>
                  <a:tr h="38021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/>
                            <a:t>T’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16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50685" t="-396774" r="-415753" b="-10967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/>
                            <a:t>T’ </a:t>
                          </a:r>
                          <a:r>
                            <a:rPr lang="en-US" sz="1600" dirty="0">
                              <a:sym typeface="Wingdings" panose="05000000000000000000" pitchFamily="2" charset="2"/>
                            </a:rPr>
                            <a:t> *FT’</a:t>
                          </a:r>
                          <a:endParaRPr lang="en-US" sz="16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16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518605" t="-396774" r="-135659" b="-10967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461272" t="-396774" r="-1156" b="-10967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641004518"/>
                      </a:ext>
                    </a:extLst>
                  </a:tr>
                  <a:tr h="38021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/>
                            <a:t>F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/>
                            <a:t>F </a:t>
                          </a:r>
                          <a:r>
                            <a:rPr lang="en-US" sz="1600" dirty="0">
                              <a:sym typeface="Wingdings" panose="05000000000000000000" pitchFamily="2" charset="2"/>
                            </a:rPr>
                            <a:t> id</a:t>
                          </a:r>
                          <a:endParaRPr lang="en-US" sz="16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16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16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/>
                            <a:t>F </a:t>
                          </a:r>
                          <a:r>
                            <a:rPr lang="en-US" sz="1600" dirty="0">
                              <a:sym typeface="Wingdings" panose="05000000000000000000" pitchFamily="2" charset="2"/>
                            </a:rPr>
                            <a:t> (E)</a:t>
                          </a:r>
                          <a:endParaRPr lang="en-US" sz="16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160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16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390834338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9" name="Content Placeholder 8">
                <a:extLst>
                  <a:ext uri="{FF2B5EF4-FFF2-40B4-BE49-F238E27FC236}">
                    <a16:creationId xmlns:a16="http://schemas.microsoft.com/office/drawing/2014/main" id="{36DC635C-65F7-4E36-9662-500BC3AB90D8}"/>
                  </a:ext>
                </a:extLst>
              </p:cNvPr>
              <p:cNvGraphicFramePr>
                <a:graphicFrameLocks noGrp="1"/>
              </p:cNvGraphicFramePr>
              <p:nvPr>
                <p:ph idx="1"/>
              </p:nvPr>
            </p:nvGraphicFramePr>
            <p:xfrm>
              <a:off x="6660606" y="130354"/>
              <a:ext cx="5145316" cy="667512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286329">
                      <a:extLst>
                        <a:ext uri="{9D8B030D-6E8A-4147-A177-3AD203B41FA5}">
                          <a16:colId xmlns:a16="http://schemas.microsoft.com/office/drawing/2014/main" val="531721984"/>
                        </a:ext>
                      </a:extLst>
                    </a:gridCol>
                    <a:gridCol w="1286329">
                      <a:extLst>
                        <a:ext uri="{9D8B030D-6E8A-4147-A177-3AD203B41FA5}">
                          <a16:colId xmlns:a16="http://schemas.microsoft.com/office/drawing/2014/main" val="3866679696"/>
                        </a:ext>
                      </a:extLst>
                    </a:gridCol>
                    <a:gridCol w="1286329">
                      <a:extLst>
                        <a:ext uri="{9D8B030D-6E8A-4147-A177-3AD203B41FA5}">
                          <a16:colId xmlns:a16="http://schemas.microsoft.com/office/drawing/2014/main" val="707470269"/>
                        </a:ext>
                      </a:extLst>
                    </a:gridCol>
                    <a:gridCol w="1286329">
                      <a:extLst>
                        <a:ext uri="{9D8B030D-6E8A-4147-A177-3AD203B41FA5}">
                          <a16:colId xmlns:a16="http://schemas.microsoft.com/office/drawing/2014/main" val="1647856335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MATCHED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STACK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INPUT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ACTION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86358910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E$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 err="1"/>
                            <a:t>id+id</a:t>
                          </a:r>
                          <a:r>
                            <a:rPr lang="en-US" dirty="0"/>
                            <a:t>*id$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E-&gt;TE’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33852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TE’$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 err="1"/>
                            <a:t>id+id</a:t>
                          </a:r>
                          <a:r>
                            <a:rPr lang="en-US" dirty="0"/>
                            <a:t>*id$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T-&gt;FT’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86833198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FT’E’$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 err="1"/>
                            <a:t>id+id</a:t>
                          </a:r>
                          <a:r>
                            <a:rPr lang="en-US" dirty="0"/>
                            <a:t>*id$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F-&gt;id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403189799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 err="1"/>
                            <a:t>idT’E</a:t>
                          </a:r>
                          <a:r>
                            <a:rPr lang="en-US" dirty="0"/>
                            <a:t>’$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 err="1"/>
                            <a:t>id+id</a:t>
                          </a:r>
                          <a:r>
                            <a:rPr lang="en-US" dirty="0"/>
                            <a:t>*id$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match id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54772977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id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T’E’$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+id*id$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T’→</a:t>
                          </a:r>
                          <a14:m>
                            <m:oMath xmlns:m="http://schemas.openxmlformats.org/officeDocument/2006/math"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𝜖</m:t>
                              </m:r>
                            </m:oMath>
                          </a14:m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6171908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id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E’$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+id*id$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E’-&gt;+TE’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410624764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id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+TE’$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+id*id$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match +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400176257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id+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TE’$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id*id$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T-&gt;FT’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93275832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id+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FT’E’$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id*id$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F-&gt;id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26727919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id+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 err="1"/>
                            <a:t>idT’E</a:t>
                          </a:r>
                          <a:r>
                            <a:rPr lang="en-US" dirty="0"/>
                            <a:t>’$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id*id$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match id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94835536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 err="1"/>
                            <a:t>id+id</a:t>
                          </a:r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T’E’$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*id$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T’-&gt;*FT’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60527856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 err="1"/>
                            <a:t>id+id</a:t>
                          </a:r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*FT’E’$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*id$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match *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89547015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 err="1"/>
                            <a:t>id+id</a:t>
                          </a:r>
                          <a:r>
                            <a:rPr lang="en-US" dirty="0"/>
                            <a:t>*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FT’E’$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id$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F-&gt;id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65850758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 err="1"/>
                            <a:t>id+id</a:t>
                          </a:r>
                          <a:r>
                            <a:rPr lang="en-US" dirty="0"/>
                            <a:t>*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 err="1"/>
                            <a:t>idT’E</a:t>
                          </a:r>
                          <a:r>
                            <a:rPr lang="en-US" dirty="0"/>
                            <a:t>’$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id$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match id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87117729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 err="1"/>
                            <a:t>id+id</a:t>
                          </a:r>
                          <a:r>
                            <a:rPr lang="en-US" dirty="0"/>
                            <a:t>*id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T’E’$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$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T’→</a:t>
                          </a:r>
                          <a14:m>
                            <m:oMath xmlns:m="http://schemas.openxmlformats.org/officeDocument/2006/math"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𝜖</m:t>
                              </m:r>
                            </m:oMath>
                          </a14:m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58931074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 err="1"/>
                            <a:t>id+id</a:t>
                          </a:r>
                          <a:r>
                            <a:rPr lang="en-US" dirty="0"/>
                            <a:t>*id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E’$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$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E’→</a:t>
                          </a:r>
                          <a14:m>
                            <m:oMath xmlns:m="http://schemas.openxmlformats.org/officeDocument/2006/math"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𝜖</m:t>
                              </m:r>
                            </m:oMath>
                          </a14:m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96260452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 err="1"/>
                            <a:t>id+id</a:t>
                          </a:r>
                          <a:r>
                            <a:rPr lang="en-US" dirty="0"/>
                            <a:t>*id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$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$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976158668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9" name="Content Placeholder 8">
                <a:extLst>
                  <a:ext uri="{FF2B5EF4-FFF2-40B4-BE49-F238E27FC236}">
                    <a16:creationId xmlns:a16="http://schemas.microsoft.com/office/drawing/2014/main" id="{36DC635C-65F7-4E36-9662-500BC3AB90D8}"/>
                  </a:ext>
                </a:extLst>
              </p:cNvPr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3246200231"/>
                  </p:ext>
                </p:extLst>
              </p:nvPr>
            </p:nvGraphicFramePr>
            <p:xfrm>
              <a:off x="6660606" y="130354"/>
              <a:ext cx="5145316" cy="667512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286329">
                      <a:extLst>
                        <a:ext uri="{9D8B030D-6E8A-4147-A177-3AD203B41FA5}">
                          <a16:colId xmlns:a16="http://schemas.microsoft.com/office/drawing/2014/main" val="531721984"/>
                        </a:ext>
                      </a:extLst>
                    </a:gridCol>
                    <a:gridCol w="1286329">
                      <a:extLst>
                        <a:ext uri="{9D8B030D-6E8A-4147-A177-3AD203B41FA5}">
                          <a16:colId xmlns:a16="http://schemas.microsoft.com/office/drawing/2014/main" val="3866679696"/>
                        </a:ext>
                      </a:extLst>
                    </a:gridCol>
                    <a:gridCol w="1286329">
                      <a:extLst>
                        <a:ext uri="{9D8B030D-6E8A-4147-A177-3AD203B41FA5}">
                          <a16:colId xmlns:a16="http://schemas.microsoft.com/office/drawing/2014/main" val="707470269"/>
                        </a:ext>
                      </a:extLst>
                    </a:gridCol>
                    <a:gridCol w="1286329">
                      <a:extLst>
                        <a:ext uri="{9D8B030D-6E8A-4147-A177-3AD203B41FA5}">
                          <a16:colId xmlns:a16="http://schemas.microsoft.com/office/drawing/2014/main" val="1647856335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MATCHED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STACK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INPUT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ACTION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86358910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E$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 err="1"/>
                            <a:t>id+id</a:t>
                          </a:r>
                          <a:r>
                            <a:rPr lang="en-US" dirty="0"/>
                            <a:t>*id$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E-&gt;TE’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33852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TE’$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 err="1"/>
                            <a:t>id+id</a:t>
                          </a:r>
                          <a:r>
                            <a:rPr lang="en-US" dirty="0"/>
                            <a:t>*id$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T-&gt;FT’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86833198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FT’E’$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 err="1"/>
                            <a:t>id+id</a:t>
                          </a:r>
                          <a:r>
                            <a:rPr lang="en-US" dirty="0"/>
                            <a:t>*id$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F-&gt;id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403189799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 err="1"/>
                            <a:t>idT’E</a:t>
                          </a:r>
                          <a:r>
                            <a:rPr lang="en-US" dirty="0"/>
                            <a:t>’$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 err="1"/>
                            <a:t>id+id</a:t>
                          </a:r>
                          <a:r>
                            <a:rPr lang="en-US" dirty="0"/>
                            <a:t>*id$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match id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54772977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id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T’E’$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+id*id$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300948" t="-506557" r="-948" b="-122295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6171908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id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E’$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+id*id$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E’-&gt;+TE’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410624764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id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+TE’$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+id*id$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match +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400176257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id+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TE’$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id*id$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T-&gt;FT’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93275832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id+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FT’E’$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id*id$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F-&gt;id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26727919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id+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 err="1"/>
                            <a:t>idT’E</a:t>
                          </a:r>
                          <a:r>
                            <a:rPr lang="en-US" dirty="0"/>
                            <a:t>’$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id*id$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match id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94835536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 err="1"/>
                            <a:t>id+id</a:t>
                          </a:r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T’E’$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*id$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T’-&gt;*FT’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60527856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 err="1"/>
                            <a:t>id+id</a:t>
                          </a:r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*FT’E’$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*id$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match *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89547015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 err="1"/>
                            <a:t>id+id</a:t>
                          </a:r>
                          <a:r>
                            <a:rPr lang="en-US" dirty="0"/>
                            <a:t>*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FT’E’$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id$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F-&gt;id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65850758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 err="1"/>
                            <a:t>id+id</a:t>
                          </a:r>
                          <a:r>
                            <a:rPr lang="en-US" dirty="0"/>
                            <a:t>*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 err="1"/>
                            <a:t>idT’E</a:t>
                          </a:r>
                          <a:r>
                            <a:rPr lang="en-US" dirty="0"/>
                            <a:t>’$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id$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match id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87117729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 err="1"/>
                            <a:t>id+id</a:t>
                          </a:r>
                          <a:r>
                            <a:rPr lang="en-US" dirty="0"/>
                            <a:t>*id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T’E’$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$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300948" t="-1504918" r="-948" b="-22459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58931074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 err="1"/>
                            <a:t>id+id</a:t>
                          </a:r>
                          <a:r>
                            <a:rPr lang="en-US" dirty="0"/>
                            <a:t>*id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E’$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$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300948" t="-1604918" r="-948" b="-12459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6260452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 err="1"/>
                            <a:t>id+id</a:t>
                          </a:r>
                          <a:r>
                            <a:rPr lang="en-US" dirty="0"/>
                            <a:t>*id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$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$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976158668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2307941396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FFAEF5-869D-4285-967F-EECA719F9E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to construct LL(1) parsing table?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Content Placeholder 3">
                <a:extLst>
                  <a:ext uri="{FF2B5EF4-FFF2-40B4-BE49-F238E27FC236}">
                    <a16:creationId xmlns:a16="http://schemas.microsoft.com/office/drawing/2014/main" id="{AE848272-85A4-4DEE-AEAF-9D16C47C4013}"/>
                  </a:ext>
                </a:extLst>
              </p:cNvPr>
              <p:cNvGraphicFramePr>
                <a:graphicFrameLocks/>
              </p:cNvGraphicFramePr>
              <p:nvPr/>
            </p:nvGraphicFramePr>
            <p:xfrm>
              <a:off x="838200" y="1792967"/>
              <a:ext cx="10515603" cy="2225040"/>
            </p:xfrm>
            <a:graphic>
              <a:graphicData uri="http://schemas.openxmlformats.org/drawingml/2006/table">
                <a:tbl>
                  <a:tblPr bandRow="1">
                    <a:tableStyleId>{5C22544A-7EE6-4342-B048-85BDC9FD1C3A}</a:tableStyleId>
                  </a:tblPr>
                  <a:tblGrid>
                    <a:gridCol w="1502229">
                      <a:extLst>
                        <a:ext uri="{9D8B030D-6E8A-4147-A177-3AD203B41FA5}">
                          <a16:colId xmlns:a16="http://schemas.microsoft.com/office/drawing/2014/main" val="1494326527"/>
                        </a:ext>
                      </a:extLst>
                    </a:gridCol>
                    <a:gridCol w="1502229">
                      <a:extLst>
                        <a:ext uri="{9D8B030D-6E8A-4147-A177-3AD203B41FA5}">
                          <a16:colId xmlns:a16="http://schemas.microsoft.com/office/drawing/2014/main" val="4191058320"/>
                        </a:ext>
                      </a:extLst>
                    </a:gridCol>
                    <a:gridCol w="1502229">
                      <a:extLst>
                        <a:ext uri="{9D8B030D-6E8A-4147-A177-3AD203B41FA5}">
                          <a16:colId xmlns:a16="http://schemas.microsoft.com/office/drawing/2014/main" val="2467280242"/>
                        </a:ext>
                      </a:extLst>
                    </a:gridCol>
                    <a:gridCol w="1502229">
                      <a:extLst>
                        <a:ext uri="{9D8B030D-6E8A-4147-A177-3AD203B41FA5}">
                          <a16:colId xmlns:a16="http://schemas.microsoft.com/office/drawing/2014/main" val="2251302711"/>
                        </a:ext>
                      </a:extLst>
                    </a:gridCol>
                    <a:gridCol w="1502229">
                      <a:extLst>
                        <a:ext uri="{9D8B030D-6E8A-4147-A177-3AD203B41FA5}">
                          <a16:colId xmlns:a16="http://schemas.microsoft.com/office/drawing/2014/main" val="657959317"/>
                        </a:ext>
                      </a:extLst>
                    </a:gridCol>
                    <a:gridCol w="1502229">
                      <a:extLst>
                        <a:ext uri="{9D8B030D-6E8A-4147-A177-3AD203B41FA5}">
                          <a16:colId xmlns:a16="http://schemas.microsoft.com/office/drawing/2014/main" val="554942816"/>
                        </a:ext>
                      </a:extLst>
                    </a:gridCol>
                    <a:gridCol w="1502229">
                      <a:extLst>
                        <a:ext uri="{9D8B030D-6E8A-4147-A177-3AD203B41FA5}">
                          <a16:colId xmlns:a16="http://schemas.microsoft.com/office/drawing/2014/main" val="3168143180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id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+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*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(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)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$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44307475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E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E </a:t>
                          </a:r>
                          <a:r>
                            <a:rPr lang="en-US" dirty="0">
                              <a:sym typeface="Wingdings" panose="05000000000000000000" pitchFamily="2" charset="2"/>
                            </a:rPr>
                            <a:t> TE’</a:t>
                          </a:r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E </a:t>
                          </a:r>
                          <a:r>
                            <a:rPr lang="en-US" dirty="0">
                              <a:sym typeface="Wingdings" panose="05000000000000000000" pitchFamily="2" charset="2"/>
                            </a:rPr>
                            <a:t> TE’</a:t>
                          </a:r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37362651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E’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E’</a:t>
                          </a:r>
                          <a:r>
                            <a:rPr lang="en-US" dirty="0">
                              <a:sym typeface="Wingdings" panose="05000000000000000000" pitchFamily="2" charset="2"/>
                            </a:rPr>
                            <a:t>+TE’</a:t>
                          </a:r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E’ </a:t>
                          </a:r>
                          <a:r>
                            <a:rPr lang="en-US" dirty="0">
                              <a:sym typeface="Wingdings" panose="05000000000000000000" pitchFamily="2" charset="2"/>
                            </a:rPr>
                            <a:t> </a:t>
                          </a:r>
                          <a14:m>
                            <m:oMath xmlns:m="http://schemas.openxmlformats.org/officeDocument/2006/math"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sym typeface="Wingdings" panose="05000000000000000000" pitchFamily="2" charset="2"/>
                                </a:rPr>
                                <m:t>𝜖</m:t>
                              </m:r>
                            </m:oMath>
                          </a14:m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E’ </a:t>
                          </a:r>
                          <a:r>
                            <a:rPr lang="en-US" dirty="0">
                              <a:sym typeface="Wingdings" panose="05000000000000000000" pitchFamily="2" charset="2"/>
                            </a:rPr>
                            <a:t> </a:t>
                          </a:r>
                          <a14:m>
                            <m:oMath xmlns:m="http://schemas.openxmlformats.org/officeDocument/2006/math"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sym typeface="Wingdings" panose="05000000000000000000" pitchFamily="2" charset="2"/>
                                </a:rPr>
                                <m:t>𝜖</m:t>
                              </m:r>
                            </m:oMath>
                          </a14:m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70238118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T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T </a:t>
                          </a:r>
                          <a:r>
                            <a:rPr lang="en-US" dirty="0">
                              <a:sym typeface="Wingdings" panose="05000000000000000000" pitchFamily="2" charset="2"/>
                            </a:rPr>
                            <a:t> FT’</a:t>
                          </a:r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T </a:t>
                          </a:r>
                          <a:r>
                            <a:rPr lang="en-US" dirty="0">
                              <a:sym typeface="Wingdings" panose="05000000000000000000" pitchFamily="2" charset="2"/>
                            </a:rPr>
                            <a:t> FT’</a:t>
                          </a:r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65006625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T’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T’</a:t>
                          </a:r>
                          <a:r>
                            <a:rPr lang="en-US" dirty="0">
                              <a:sym typeface="Wingdings" panose="05000000000000000000" pitchFamily="2" charset="2"/>
                            </a:rPr>
                            <a:t></a:t>
                          </a:r>
                          <a14:m>
                            <m:oMath xmlns:m="http://schemas.openxmlformats.org/officeDocument/2006/math"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sym typeface="Wingdings" panose="05000000000000000000" pitchFamily="2" charset="2"/>
                                </a:rPr>
                                <m:t>𝜖</m:t>
                              </m:r>
                            </m:oMath>
                          </a14:m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T’ </a:t>
                          </a:r>
                          <a:r>
                            <a:rPr lang="en-US" dirty="0">
                              <a:sym typeface="Wingdings" panose="05000000000000000000" pitchFamily="2" charset="2"/>
                            </a:rPr>
                            <a:t> *FT’</a:t>
                          </a:r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/>
                            <a:t>T’</a:t>
                          </a:r>
                          <a:r>
                            <a:rPr lang="en-US" dirty="0">
                              <a:sym typeface="Wingdings" panose="05000000000000000000" pitchFamily="2" charset="2"/>
                            </a:rPr>
                            <a:t></a:t>
                          </a:r>
                          <a14:m>
                            <m:oMath xmlns:m="http://schemas.openxmlformats.org/officeDocument/2006/math"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sym typeface="Wingdings" panose="05000000000000000000" pitchFamily="2" charset="2"/>
                                </a:rPr>
                                <m:t>𝜖</m:t>
                              </m:r>
                            </m:oMath>
                          </a14:m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/>
                            <a:t>T’</a:t>
                          </a:r>
                          <a:r>
                            <a:rPr lang="en-US" dirty="0">
                              <a:sym typeface="Wingdings" panose="05000000000000000000" pitchFamily="2" charset="2"/>
                            </a:rPr>
                            <a:t></a:t>
                          </a:r>
                          <a14:m>
                            <m:oMath xmlns:m="http://schemas.openxmlformats.org/officeDocument/2006/math"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sym typeface="Wingdings" panose="05000000000000000000" pitchFamily="2" charset="2"/>
                                </a:rPr>
                                <m:t>𝜖</m:t>
                              </m:r>
                            </m:oMath>
                          </a14:m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64100451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F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F </a:t>
                          </a:r>
                          <a:r>
                            <a:rPr lang="en-US" dirty="0">
                              <a:sym typeface="Wingdings" panose="05000000000000000000" pitchFamily="2" charset="2"/>
                            </a:rPr>
                            <a:t> id</a:t>
                          </a:r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F </a:t>
                          </a:r>
                          <a:r>
                            <a:rPr lang="en-US" dirty="0">
                              <a:sym typeface="Wingdings" panose="05000000000000000000" pitchFamily="2" charset="2"/>
                            </a:rPr>
                            <a:t> (E)</a:t>
                          </a:r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390834338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Content Placeholder 3">
                <a:extLst>
                  <a:ext uri="{FF2B5EF4-FFF2-40B4-BE49-F238E27FC236}">
                    <a16:creationId xmlns:a16="http://schemas.microsoft.com/office/drawing/2014/main" id="{AE848272-85A4-4DEE-AEAF-9D16C47C4013}"/>
                  </a:ext>
                </a:extLst>
              </p:cNvPr>
              <p:cNvGraphicFramePr>
                <a:graphicFrameLocks/>
              </p:cNvGraphicFramePr>
              <p:nvPr>
                <p:extLst>
                  <p:ext uri="{D42A27DB-BD31-4B8C-83A1-F6EECF244321}">
                    <p14:modId xmlns:p14="http://schemas.microsoft.com/office/powerpoint/2010/main" val="3896757495"/>
                  </p:ext>
                </p:extLst>
              </p:nvPr>
            </p:nvGraphicFramePr>
            <p:xfrm>
              <a:off x="838200" y="1792967"/>
              <a:ext cx="10515603" cy="2225040"/>
            </p:xfrm>
            <a:graphic>
              <a:graphicData uri="http://schemas.openxmlformats.org/drawingml/2006/table">
                <a:tbl>
                  <a:tblPr bandRow="1">
                    <a:tableStyleId>{5C22544A-7EE6-4342-B048-85BDC9FD1C3A}</a:tableStyleId>
                  </a:tblPr>
                  <a:tblGrid>
                    <a:gridCol w="1502229">
                      <a:extLst>
                        <a:ext uri="{9D8B030D-6E8A-4147-A177-3AD203B41FA5}">
                          <a16:colId xmlns:a16="http://schemas.microsoft.com/office/drawing/2014/main" val="1494326527"/>
                        </a:ext>
                      </a:extLst>
                    </a:gridCol>
                    <a:gridCol w="1502229">
                      <a:extLst>
                        <a:ext uri="{9D8B030D-6E8A-4147-A177-3AD203B41FA5}">
                          <a16:colId xmlns:a16="http://schemas.microsoft.com/office/drawing/2014/main" val="4191058320"/>
                        </a:ext>
                      </a:extLst>
                    </a:gridCol>
                    <a:gridCol w="1502229">
                      <a:extLst>
                        <a:ext uri="{9D8B030D-6E8A-4147-A177-3AD203B41FA5}">
                          <a16:colId xmlns:a16="http://schemas.microsoft.com/office/drawing/2014/main" val="2467280242"/>
                        </a:ext>
                      </a:extLst>
                    </a:gridCol>
                    <a:gridCol w="1502229">
                      <a:extLst>
                        <a:ext uri="{9D8B030D-6E8A-4147-A177-3AD203B41FA5}">
                          <a16:colId xmlns:a16="http://schemas.microsoft.com/office/drawing/2014/main" val="2251302711"/>
                        </a:ext>
                      </a:extLst>
                    </a:gridCol>
                    <a:gridCol w="1502229">
                      <a:extLst>
                        <a:ext uri="{9D8B030D-6E8A-4147-A177-3AD203B41FA5}">
                          <a16:colId xmlns:a16="http://schemas.microsoft.com/office/drawing/2014/main" val="657959317"/>
                        </a:ext>
                      </a:extLst>
                    </a:gridCol>
                    <a:gridCol w="1502229">
                      <a:extLst>
                        <a:ext uri="{9D8B030D-6E8A-4147-A177-3AD203B41FA5}">
                          <a16:colId xmlns:a16="http://schemas.microsoft.com/office/drawing/2014/main" val="554942816"/>
                        </a:ext>
                      </a:extLst>
                    </a:gridCol>
                    <a:gridCol w="1502229">
                      <a:extLst>
                        <a:ext uri="{9D8B030D-6E8A-4147-A177-3AD203B41FA5}">
                          <a16:colId xmlns:a16="http://schemas.microsoft.com/office/drawing/2014/main" val="3168143180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id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+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*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(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)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$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44307475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E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E </a:t>
                          </a:r>
                          <a:r>
                            <a:rPr lang="en-US" dirty="0">
                              <a:sym typeface="Wingdings" panose="05000000000000000000" pitchFamily="2" charset="2"/>
                            </a:rPr>
                            <a:t> TE’</a:t>
                          </a:r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E </a:t>
                          </a:r>
                          <a:r>
                            <a:rPr lang="en-US" dirty="0">
                              <a:sym typeface="Wingdings" panose="05000000000000000000" pitchFamily="2" charset="2"/>
                            </a:rPr>
                            <a:t> TE’</a:t>
                          </a:r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37362651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E’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E’</a:t>
                          </a:r>
                          <a:r>
                            <a:rPr lang="en-US" dirty="0">
                              <a:sym typeface="Wingdings" panose="05000000000000000000" pitchFamily="2" charset="2"/>
                            </a:rPr>
                            <a:t>+TE’</a:t>
                          </a:r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501626" t="-208197" r="-101220" b="-3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599190" t="-208197" r="-810" b="-32295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70238118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T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T </a:t>
                          </a:r>
                          <a:r>
                            <a:rPr lang="en-US" dirty="0">
                              <a:sym typeface="Wingdings" panose="05000000000000000000" pitchFamily="2" charset="2"/>
                            </a:rPr>
                            <a:t> FT’</a:t>
                          </a:r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T </a:t>
                          </a:r>
                          <a:r>
                            <a:rPr lang="en-US" dirty="0">
                              <a:sym typeface="Wingdings" panose="05000000000000000000" pitchFamily="2" charset="2"/>
                            </a:rPr>
                            <a:t> FT’</a:t>
                          </a:r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65006625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T’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00000" t="-408197" r="-400000" b="-1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T’ </a:t>
                          </a:r>
                          <a:r>
                            <a:rPr lang="en-US" dirty="0">
                              <a:sym typeface="Wingdings" panose="05000000000000000000" pitchFamily="2" charset="2"/>
                            </a:rPr>
                            <a:t> *FT’</a:t>
                          </a:r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501626" t="-408197" r="-101220" b="-1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599190" t="-408197" r="-810" b="-12295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64100451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F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F </a:t>
                          </a:r>
                          <a:r>
                            <a:rPr lang="en-US" dirty="0">
                              <a:sym typeface="Wingdings" panose="05000000000000000000" pitchFamily="2" charset="2"/>
                            </a:rPr>
                            <a:t> id</a:t>
                          </a:r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F </a:t>
                          </a:r>
                          <a:r>
                            <a:rPr lang="en-US" dirty="0">
                              <a:sym typeface="Wingdings" panose="05000000000000000000" pitchFamily="2" charset="2"/>
                            </a:rPr>
                            <a:t> (E)</a:t>
                          </a:r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390834338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1452142261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18CFCD-11DE-4BA6-BBC3-7BFDFA909F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FIRST and FOLLOW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D45C5C1-95EA-4719-8B7D-0FC5FD73F1F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FIRST(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en-US" dirty="0"/>
                  <a:t>) is the set of terminals that begin strings derived from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𝛼</m:t>
                    </m:r>
                  </m:oMath>
                </a14:m>
                <a:endParaRPr lang="en-US" b="0" dirty="0"/>
              </a:p>
              <a:p>
                <a:pPr lvl="1"/>
                <a:r>
                  <a:rPr lang="en-US" dirty="0"/>
                  <a:t>If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𝛼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groupChr>
                      <m:groupChrPr>
                        <m:chr m:val="⇒"/>
                        <m:vertJc m:val="bot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groupChrPr>
                      <m:e>
                        <m:r>
                          <m:rPr>
                            <m:brk m:alnAt="2"/>
                          </m:rPr>
                          <a:rPr lang="en-US" b="0" i="1" smtClean="0">
                            <a:latin typeface="Cambria Math" panose="02040503050406030204" pitchFamily="18" charset="0"/>
                          </a:rPr>
                          <m:t>∗</m:t>
                        </m:r>
                      </m:e>
                    </m:groupCh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𝜖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en-US" dirty="0"/>
                  <a:t> then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𝜖</m:t>
                    </m:r>
                  </m:oMath>
                </a14:m>
                <a:r>
                  <a:rPr lang="en-US" dirty="0"/>
                  <a:t> is also in FIRST(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en-US" dirty="0"/>
                  <a:t>)</a:t>
                </a:r>
              </a:p>
              <a:p>
                <a:pPr lvl="1"/>
                <a:r>
                  <a:rPr lang="en-US" dirty="0"/>
                  <a:t>e.g., if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𝑐𝐵</m:t>
                    </m:r>
                  </m:oMath>
                </a14:m>
                <a:r>
                  <a:rPr lang="en-US" dirty="0"/>
                  <a:t>, then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𝐹𝐼𝑅𝑆𝑇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d>
                  </m:oMath>
                </a14:m>
                <a:endParaRPr lang="en-US" b="0" dirty="0"/>
              </a:p>
              <a:p>
                <a:pPr lvl="1"/>
                <a:endParaRPr lang="en-US" dirty="0"/>
              </a:p>
              <a:p>
                <a:r>
                  <a:rPr lang="en-US" dirty="0"/>
                  <a:t>FOLLOW(A), for nonterminal A, is the set of terminals that appear immediately to right of A in some sentential form</a:t>
                </a:r>
              </a:p>
              <a:p>
                <a:pPr lvl="1"/>
                <a:r>
                  <a:rPr lang="en-US" dirty="0"/>
                  <a:t>If A is the rightmost symbol in some sentential form, then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$∈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𝐹𝑂𝐿𝐿𝑂𝑊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d>
                  </m:oMath>
                </a14:m>
                <a:endParaRPr lang="en-US" b="0" dirty="0"/>
              </a:p>
              <a:p>
                <a:pPr lvl="1"/>
                <a:r>
                  <a:rPr lang="en-US" b="0" dirty="0"/>
                  <a:t>e.g.,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groupChr>
                      <m:groupChrPr>
                        <m:chr m:val="⇒"/>
                        <m:vertJc m:val="bot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groupChrPr>
                      <m:e>
                        <m:r>
                          <m:rPr>
                            <m:brk m:alnAt="2"/>
                          </m:rPr>
                          <a:rPr lang="en-US" b="0" i="1" smtClean="0">
                            <a:latin typeface="Cambria Math" panose="02040503050406030204" pitchFamily="18" charset="0"/>
                          </a:rPr>
                          <m:t>∗</m:t>
                        </m:r>
                      </m:e>
                    </m:groupCh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𝛼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𝐴𝑎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𝛽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 </m:t>
                    </m:r>
                  </m:oMath>
                </a14:m>
                <a:r>
                  <a:rPr lang="en-US" dirty="0"/>
                  <a:t>then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𝐹𝑂𝐿𝐿𝑂𝑊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D45C5C1-95EA-4719-8B7D-0FC5FD73F1F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44285573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7DF923-71E5-43AE-B0D1-C224186875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FIRST set</a:t>
            </a:r>
            <a:endParaRPr lang="en-I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713F618-5E1A-43E5-AEB1-163FDD1E283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dirty="0"/>
                  <a:t>A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US" dirty="0"/>
                  <a:t> </a:t>
                </a:r>
                <a:r>
                  <a:rPr lang="en-US" dirty="0" err="1"/>
                  <a:t>aB</a:t>
                </a:r>
                <a:r>
                  <a:rPr lang="en-US" dirty="0"/>
                  <a:t> | b</a:t>
                </a:r>
              </a:p>
              <a:p>
                <a:pPr marL="0" indent="0">
                  <a:buNone/>
                </a:pPr>
                <a:r>
                  <a:rPr lang="en-US" dirty="0"/>
                  <a:t>B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US" dirty="0"/>
                  <a:t> CD</a:t>
                </a:r>
              </a:p>
              <a:p>
                <a:pPr marL="0" indent="0">
                  <a:buNone/>
                </a:pPr>
                <a:r>
                  <a:rPr lang="en-US" dirty="0"/>
                  <a:t>C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US" dirty="0"/>
                  <a:t> a |b |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𝜖</m:t>
                    </m:r>
                  </m:oMath>
                </a14:m>
                <a:endParaRPr lang="en-US" b="0" dirty="0"/>
              </a:p>
              <a:p>
                <a:pPr marL="0" indent="0">
                  <a:buNone/>
                </a:pPr>
                <a:r>
                  <a:rPr lang="en-US" dirty="0"/>
                  <a:t>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US" dirty="0"/>
                  <a:t> c | d</a:t>
                </a:r>
                <a:endParaRPr lang="en-IN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713F618-5E1A-43E5-AEB1-163FDD1E283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17" t="-224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46804749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5372D6-50C2-47DD-AB78-06C8AAA2DF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FIRST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1B65A7D-8BAA-4493-B8BF-70A1060255F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dirty="0"/>
                  <a:t>If X is a terminal, what is FIRST(X)?</a:t>
                </a:r>
              </a:p>
              <a:p>
                <a:endParaRPr lang="en-US" dirty="0"/>
              </a:p>
              <a:p>
                <a:r>
                  <a:rPr lang="en-US" dirty="0"/>
                  <a:t>If X is a nonterminal and X </a:t>
                </a:r>
                <a:r>
                  <a:rPr lang="en-US" dirty="0">
                    <a:sym typeface="Wingdings" panose="05000000000000000000" pitchFamily="2" charset="2"/>
                  </a:rPr>
                  <a:t> Y</a:t>
                </a:r>
                <a:r>
                  <a:rPr lang="en-US" baseline="-25000" dirty="0">
                    <a:sym typeface="Wingdings" panose="05000000000000000000" pitchFamily="2" charset="2"/>
                  </a:rPr>
                  <a:t>1</a:t>
                </a:r>
                <a:r>
                  <a:rPr lang="en-US" dirty="0">
                    <a:sym typeface="Wingdings" panose="05000000000000000000" pitchFamily="2" charset="2"/>
                  </a:rPr>
                  <a:t>Y</a:t>
                </a:r>
                <a:r>
                  <a:rPr lang="en-US" baseline="-25000" dirty="0">
                    <a:sym typeface="Wingdings" panose="05000000000000000000" pitchFamily="2" charset="2"/>
                  </a:rPr>
                  <a:t>2</a:t>
                </a:r>
                <a:r>
                  <a:rPr lang="en-US" dirty="0">
                    <a:sym typeface="Wingdings" panose="05000000000000000000" pitchFamily="2" charset="2"/>
                  </a:rPr>
                  <a:t>…</a:t>
                </a:r>
                <a:r>
                  <a:rPr lang="en-US" dirty="0" err="1">
                    <a:sym typeface="Wingdings" panose="05000000000000000000" pitchFamily="2" charset="2"/>
                  </a:rPr>
                  <a:t>Y</a:t>
                </a:r>
                <a:r>
                  <a:rPr lang="en-US" baseline="-25000" dirty="0" err="1">
                    <a:sym typeface="Wingdings" panose="05000000000000000000" pitchFamily="2" charset="2"/>
                  </a:rPr>
                  <a:t>k</a:t>
                </a:r>
                <a:r>
                  <a:rPr lang="en-US" baseline="-25000" dirty="0">
                    <a:sym typeface="Wingdings" panose="05000000000000000000" pitchFamily="2" charset="2"/>
                  </a:rPr>
                  <a:t> </a:t>
                </a:r>
                <a:r>
                  <a:rPr lang="en-US" dirty="0">
                    <a:sym typeface="Wingdings" panose="05000000000000000000" pitchFamily="2" charset="2"/>
                  </a:rPr>
                  <a:t>, what is FIRST(X)? </a:t>
                </a:r>
                <a:endParaRPr lang="en-US" dirty="0"/>
              </a:p>
              <a:p>
                <a:pPr marL="914400" lvl="2" indent="0">
                  <a:buNone/>
                </a:pPr>
                <a:endParaRPr lang="en-US" dirty="0"/>
              </a:p>
              <a:p>
                <a:pPr marL="914400" lvl="2" indent="0">
                  <a:buNone/>
                </a:pPr>
                <a:endParaRPr lang="en-US" dirty="0"/>
              </a:p>
              <a:p>
                <a:r>
                  <a:rPr lang="en-US" dirty="0"/>
                  <a:t>If X </a:t>
                </a:r>
                <a:r>
                  <a:rPr lang="en-US" dirty="0">
                    <a:sym typeface="Wingdings" panose="05000000000000000000" pitchFamily="2" charset="2"/>
                  </a:rPr>
                  <a:t>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𝜖</m:t>
                    </m:r>
                  </m:oMath>
                </a14:m>
                <a:r>
                  <a:rPr lang="en-US" dirty="0"/>
                  <a:t> is a production, what is FIRST(X)?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1B65A7D-8BAA-4493-B8BF-70A1060255F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98611390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5372D6-50C2-47DD-AB78-06C8AAA2DF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FIRST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1B65A7D-8BAA-4493-B8BF-70A1060255F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r>
                  <a:rPr lang="en-US" dirty="0"/>
                  <a:t>If X is a terminal, then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𝐹𝐼𝑅𝑆𝑇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) = {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endParaRPr lang="en-US" dirty="0"/>
              </a:p>
              <a:p>
                <a:endParaRPr lang="en-US" dirty="0"/>
              </a:p>
              <a:p>
                <a:r>
                  <a:rPr lang="en-US" dirty="0"/>
                  <a:t>If X is a nonterminal and X </a:t>
                </a:r>
                <a:r>
                  <a:rPr lang="en-US" dirty="0">
                    <a:sym typeface="Wingdings" panose="05000000000000000000" pitchFamily="2" charset="2"/>
                  </a:rPr>
                  <a:t> Y</a:t>
                </a:r>
                <a:r>
                  <a:rPr lang="en-US" baseline="-25000" dirty="0">
                    <a:sym typeface="Wingdings" panose="05000000000000000000" pitchFamily="2" charset="2"/>
                  </a:rPr>
                  <a:t>1</a:t>
                </a:r>
                <a:r>
                  <a:rPr lang="en-US" dirty="0">
                    <a:sym typeface="Wingdings" panose="05000000000000000000" pitchFamily="2" charset="2"/>
                  </a:rPr>
                  <a:t>Y</a:t>
                </a:r>
                <a:r>
                  <a:rPr lang="en-US" baseline="-25000" dirty="0">
                    <a:sym typeface="Wingdings" panose="05000000000000000000" pitchFamily="2" charset="2"/>
                  </a:rPr>
                  <a:t>2</a:t>
                </a:r>
                <a:r>
                  <a:rPr lang="en-US" dirty="0">
                    <a:sym typeface="Wingdings" panose="05000000000000000000" pitchFamily="2" charset="2"/>
                  </a:rPr>
                  <a:t>…</a:t>
                </a:r>
                <a:r>
                  <a:rPr lang="en-US" dirty="0" err="1">
                    <a:sym typeface="Wingdings" panose="05000000000000000000" pitchFamily="2" charset="2"/>
                  </a:rPr>
                  <a:t>Y</a:t>
                </a:r>
                <a:r>
                  <a:rPr lang="en-US" baseline="-25000" dirty="0" err="1">
                    <a:sym typeface="Wingdings" panose="05000000000000000000" pitchFamily="2" charset="2"/>
                  </a:rPr>
                  <a:t>k</a:t>
                </a:r>
                <a:endParaRPr lang="en-US" baseline="-25000" dirty="0">
                  <a:sym typeface="Wingdings" panose="05000000000000000000" pitchFamily="2" charset="2"/>
                </a:endParaRPr>
              </a:p>
              <a:p>
                <a:pPr lvl="1"/>
                <a:r>
                  <a:rPr 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If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𝑌</m:t>
                    </m:r>
                    <m:r>
                      <a:rPr lang="en-US" i="1" baseline="-25000" dirty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1</m:t>
                    </m:r>
                    <m:r>
                      <a:rPr lang="en-US" i="1" dirty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 … </m:t>
                    </m:r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𝑌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𝑖</m:t>
                        </m:r>
                      </m:sub>
                    </m:sSub>
                    <m:r>
                      <a:rPr lang="en-US" i="1" dirty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 </m:t>
                    </m:r>
                    <m:groupChr>
                      <m:groupChrPr>
                        <m:chr m:val="⇒"/>
                        <m:vertJc m:val="bot"/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groupChrPr>
                      <m:e>
                        <m:r>
                          <m:rPr>
                            <m:brk m:alnAt="2"/>
                          </m:rPr>
                          <a:rPr lang="en-US" b="0" i="1" smtClean="0">
                            <a:latin typeface="Cambria Math" panose="02040503050406030204" pitchFamily="18" charset="0"/>
                          </a:rPr>
                          <m:t>∗</m:t>
                        </m:r>
                      </m:e>
                    </m:groupChr>
                    <m:r>
                      <a:rPr lang="en-US" i="1" dirty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 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𝜖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𝑡h𝑒𝑛</m:t>
                    </m:r>
                  </m:oMath>
                </a14:m>
                <a:endParaRPr lang="en-US" b="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914400" lvl="2" indent="0">
                  <a:buNone/>
                </a:pPr>
                <a:r>
                  <a:rPr 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for ( j = 1; j &lt;= </a:t>
                </a:r>
                <a:r>
                  <a:rPr lang="en-US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i</a:t>
                </a:r>
                <a:r>
                  <a:rPr 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 + 1 &amp;&amp; j &lt;= k; </a:t>
                </a:r>
                <a:r>
                  <a:rPr lang="en-US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j++</a:t>
                </a:r>
                <a:r>
                  <a:rPr 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)</a:t>
                </a:r>
              </a:p>
              <a:p>
                <a:pPr marL="914400" lvl="2" indent="0">
                  <a:buNone/>
                </a:pPr>
                <a:r>
                  <a:rPr 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     everything in “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𝐹𝐼𝑅𝑆𝑇</m:t>
                    </m:r>
                    <m:r>
                      <a:rPr lang="en-US" i="1" dirty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(</m:t>
                    </m:r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i="1" dirty="0" err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𝑌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𝑗</m:t>
                        </m:r>
                      </m:sub>
                    </m:sSub>
                    <m:r>
                      <a:rPr lang="en-US" i="1" dirty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) </m:t>
                    </m:r>
                    <m:r>
                      <a:rPr lang="en-US" i="1" dirty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−  {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𝜖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” is in FIRST(X)</a:t>
                </a:r>
              </a:p>
              <a:p>
                <a:pPr marL="914400" lvl="2" indent="0">
                  <a:buNone/>
                </a:pPr>
                <a:endParaRPr lang="en-US" dirty="0"/>
              </a:p>
              <a:p>
                <a:pPr lvl="1"/>
                <a:r>
                  <a:rPr lang="en-US" dirty="0">
                    <a:sym typeface="Wingdings" panose="05000000000000000000" pitchFamily="2" charset="2"/>
                  </a:rPr>
                  <a:t>If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𝑌</m:t>
                    </m:r>
                    <m:r>
                      <a:rPr lang="en-US" i="1" baseline="-25000" dirty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1</m:t>
                    </m:r>
                    <m:r>
                      <a:rPr lang="en-US" i="1" dirty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 … </m:t>
                    </m:r>
                    <m:r>
                      <a:rPr lang="en-US" i="1" dirty="0" err="1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𝑌</m:t>
                    </m:r>
                    <m:r>
                      <a:rPr lang="en-US" i="1" baseline="-25000" dirty="0" err="1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𝑘</m:t>
                    </m:r>
                    <m:r>
                      <a:rPr lang="en-US" i="1" dirty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 </m:t>
                    </m:r>
                    <m:groupChr>
                      <m:groupChrPr>
                        <m:chr m:val="⇒"/>
                        <m:vertJc m:val="bot"/>
                        <m:ctrlPr>
                          <a:rPr lang="en-US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groupChrPr>
                      <m:e>
                        <m:r>
                          <m:rPr>
                            <m:brk m:alnAt="2"/>
                          </m:rPr>
                          <a:rPr lang="en-US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∗</m:t>
                        </m:r>
                      </m:e>
                    </m:groupChr>
                    <m:r>
                      <a:rPr lang="en-US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𝜖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, </m:t>
                    </m:r>
                  </m:oMath>
                </a14:m>
                <a:r>
                  <a:rPr lang="en-US" dirty="0"/>
                  <a:t> then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</a:rPr>
                      <m:t>𝜖</m:t>
                    </m:r>
                    <m:r>
                      <a:rPr lang="en-US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i="1" smtClean="0">
                        <a:latin typeface="Cambria Math" panose="02040503050406030204" pitchFamily="18" charset="0"/>
                      </a:rPr>
                      <m:t>𝐹𝐼𝑅𝑆𝑇</m:t>
                    </m:r>
                    <m:r>
                      <a:rPr lang="en-US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  <a:p>
                <a:pPr marL="914400" lvl="2" indent="0">
                  <a:buNone/>
                </a:pPr>
                <a:endParaRPr lang="en-US" dirty="0"/>
              </a:p>
              <a:p>
                <a:pPr marL="914400" lvl="2" indent="0">
                  <a:buNone/>
                </a:pPr>
                <a:endParaRPr lang="en-US" dirty="0"/>
              </a:p>
              <a:p>
                <a:r>
                  <a:rPr lang="en-US" dirty="0"/>
                  <a:t>If X </a:t>
                </a:r>
                <a:r>
                  <a:rPr lang="en-US" dirty="0">
                    <a:sym typeface="Wingdings" panose="05000000000000000000" pitchFamily="2" charset="2"/>
                  </a:rPr>
                  <a:t>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𝜖</m:t>
                    </m:r>
                  </m:oMath>
                </a14:m>
                <a:r>
                  <a:rPr lang="en-US" dirty="0"/>
                  <a:t> is a production, then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𝜖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𝐹𝐼𝑅𝑆𝑇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1B65A7D-8BAA-4493-B8BF-70A1060255F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3081" b="-182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34904615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35126E-A955-41B7-B5A2-DEFD93D963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FIRST set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101A588-509C-4925-8ACC-798491A3261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dirty="0">
                    <a:sym typeface="Wingdings" panose="05000000000000000000" pitchFamily="2" charset="2"/>
                  </a:rPr>
                  <a:t>E  TE’</a:t>
                </a:r>
              </a:p>
              <a:p>
                <a:pPr marL="0" indent="0">
                  <a:buNone/>
                </a:pPr>
                <a:r>
                  <a:rPr lang="en-US" dirty="0">
                    <a:sym typeface="Wingdings" panose="05000000000000000000" pitchFamily="2" charset="2"/>
                  </a:rPr>
                  <a:t>E’  +TE’ |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𝜖</m:t>
                    </m:r>
                  </m:oMath>
                </a14:m>
                <a:endParaRPr lang="en-US" dirty="0">
                  <a:sym typeface="Wingdings" panose="05000000000000000000" pitchFamily="2" charset="2"/>
                </a:endParaRPr>
              </a:p>
              <a:p>
                <a:pPr marL="0" indent="0">
                  <a:buNone/>
                </a:pPr>
                <a:r>
                  <a:rPr lang="en-US" dirty="0">
                    <a:sym typeface="Wingdings" panose="05000000000000000000" pitchFamily="2" charset="2"/>
                  </a:rPr>
                  <a:t>T FT’</a:t>
                </a:r>
              </a:p>
              <a:p>
                <a:pPr marL="0" indent="0">
                  <a:buNone/>
                </a:pPr>
                <a:r>
                  <a:rPr lang="en-US" dirty="0">
                    <a:sym typeface="Wingdings" panose="05000000000000000000" pitchFamily="2" charset="2"/>
                  </a:rPr>
                  <a:t>T’  *FT’ |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𝜖</m:t>
                    </m:r>
                  </m:oMath>
                </a14:m>
                <a:endParaRPr lang="en-US" dirty="0">
                  <a:sym typeface="Wingdings" panose="05000000000000000000" pitchFamily="2" charset="2"/>
                </a:endParaRPr>
              </a:p>
              <a:p>
                <a:pPr marL="0" indent="0">
                  <a:buNone/>
                </a:pPr>
                <a:r>
                  <a:rPr lang="en-US" dirty="0">
                    <a:sym typeface="Wingdings" panose="05000000000000000000" pitchFamily="2" charset="2"/>
                  </a:rPr>
                  <a:t>F  (E) | id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101A588-509C-4925-8ACC-798491A3261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17" t="-26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BFE21E27-B4EB-32C0-6CDA-51BE1A1E714F}"/>
                  </a:ext>
                </a:extLst>
              </p:cNvPr>
              <p:cNvSpPr txBox="1"/>
              <p:nvPr/>
            </p:nvSpPr>
            <p:spPr>
              <a:xfrm>
                <a:off x="5003515" y="1690688"/>
                <a:ext cx="4869950" cy="424731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FIRST(E) =</a:t>
                </a:r>
              </a:p>
              <a:p>
                <a:r>
                  <a:rPr lang="en-US" dirty="0"/>
                  <a:t>FIRST(E’)’=</a:t>
                </a:r>
              </a:p>
              <a:p>
                <a:r>
                  <a:rPr lang="en-US" dirty="0"/>
                  <a:t>FIRST(T) =</a:t>
                </a:r>
              </a:p>
              <a:p>
                <a:r>
                  <a:rPr lang="en-US" dirty="0"/>
                  <a:t>FIRST(T’) = </a:t>
                </a:r>
              </a:p>
              <a:p>
                <a:r>
                  <a:rPr lang="en-US" dirty="0"/>
                  <a:t>FIRST(F) =</a:t>
                </a:r>
              </a:p>
              <a:p>
                <a:endParaRPr lang="en-US" dirty="0"/>
              </a:p>
              <a:p>
                <a:r>
                  <a:rPr lang="en-US" dirty="0"/>
                  <a:t>FIRST(T’F) =</a:t>
                </a:r>
              </a:p>
              <a:p>
                <a:r>
                  <a:rPr lang="en-US" dirty="0"/>
                  <a:t>FIRST(T’E’) =</a:t>
                </a:r>
              </a:p>
              <a:p>
                <a:endParaRPr lang="en-US" dirty="0"/>
              </a:p>
              <a:p>
                <a:r>
                  <a:rPr lang="en-US" dirty="0"/>
                  <a:t>FIRST(+) =</a:t>
                </a:r>
              </a:p>
              <a:p>
                <a:r>
                  <a:rPr lang="en-US" dirty="0"/>
                  <a:t>FIRST(*) =</a:t>
                </a:r>
              </a:p>
              <a:p>
                <a:r>
                  <a:rPr lang="en-US" dirty="0"/>
                  <a:t>FIRST(‘(’) =</a:t>
                </a:r>
              </a:p>
              <a:p>
                <a:r>
                  <a:rPr lang="en-US" dirty="0"/>
                  <a:t>FIRST(‘)’) =</a:t>
                </a:r>
              </a:p>
              <a:p>
                <a:r>
                  <a:rPr lang="en-US" dirty="0"/>
                  <a:t>FIRST(id) =</a:t>
                </a:r>
              </a:p>
              <a:p>
                <a:r>
                  <a:rPr lang="en-US" dirty="0"/>
                  <a:t>FIRST(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𝜖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IN" dirty="0"/>
                  <a:t> =</a:t>
                </a: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BFE21E27-B4EB-32C0-6CDA-51BE1A1E714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03515" y="1690688"/>
                <a:ext cx="4869950" cy="4247317"/>
              </a:xfrm>
              <a:prstGeom prst="rect">
                <a:avLst/>
              </a:prstGeom>
              <a:blipFill>
                <a:blip r:embed="rId3"/>
                <a:stretch>
                  <a:fillRect l="-1126" t="-717" b="-129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7337209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EEEAEA-3C07-4E3A-BAF5-FAD84CD4B8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FIRST set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F275835-126F-4AAB-846F-63D8AF9A33E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pPr marL="0" indent="0">
                  <a:buNone/>
                </a:pPr>
                <a:r>
                  <a:rPr lang="en-US" dirty="0"/>
                  <a:t>FIRST(T)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⊂</m:t>
                    </m:r>
                  </m:oMath>
                </a14:m>
                <a:r>
                  <a:rPr lang="en-US" dirty="0"/>
                  <a:t> FIRST(E)</a:t>
                </a:r>
              </a:p>
              <a:p>
                <a:pPr marL="0" indent="0">
                  <a:buNone/>
                </a:pPr>
                <a:r>
                  <a:rPr lang="en-US" dirty="0"/>
                  <a:t>FIRST(E’) = {+,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𝜖</m:t>
                    </m:r>
                  </m:oMath>
                </a14:m>
                <a:r>
                  <a:rPr lang="en-US" dirty="0"/>
                  <a:t>}</a:t>
                </a:r>
              </a:p>
              <a:p>
                <a:pPr marL="0" indent="0">
                  <a:buNone/>
                </a:pPr>
                <a:r>
                  <a:rPr lang="en-US" dirty="0"/>
                  <a:t>FIRST(F)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⊂</m:t>
                    </m:r>
                  </m:oMath>
                </a14:m>
                <a:r>
                  <a:rPr lang="en-US" dirty="0"/>
                  <a:t> FIRST(T)</a:t>
                </a:r>
              </a:p>
              <a:p>
                <a:pPr marL="0" indent="0">
                  <a:buNone/>
                </a:pPr>
                <a:r>
                  <a:rPr lang="en-US" dirty="0"/>
                  <a:t>FIRST(T’) = {*,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𝜖</m:t>
                    </m:r>
                  </m:oMath>
                </a14:m>
                <a:r>
                  <a:rPr lang="en-US" dirty="0"/>
                  <a:t>}</a:t>
                </a:r>
              </a:p>
              <a:p>
                <a:pPr marL="0" indent="0">
                  <a:buNone/>
                </a:pPr>
                <a:r>
                  <a:rPr lang="en-US" dirty="0"/>
                  <a:t>FIRST(F) = {‘(’, id}</a:t>
                </a:r>
              </a:p>
              <a:p>
                <a:pPr marL="0" indent="0">
                  <a:buNone/>
                </a:pPr>
                <a:r>
                  <a:rPr lang="en-US" dirty="0"/>
                  <a:t>FIRST(T) = {‘(’, id}</a:t>
                </a:r>
              </a:p>
              <a:p>
                <a:pPr marL="0" indent="0">
                  <a:buNone/>
                </a:pPr>
                <a:r>
                  <a:rPr lang="en-US" dirty="0"/>
                  <a:t>FIRST(E) = {‘(’, id}</a:t>
                </a:r>
              </a:p>
              <a:p>
                <a:pPr marL="0" indent="0">
                  <a:buNone/>
                </a:pPr>
                <a:r>
                  <a:rPr lang="en-US" dirty="0"/>
                  <a:t>FIRST(T’F) = {*, ‘(’, id}</a:t>
                </a:r>
              </a:p>
              <a:p>
                <a:pPr marL="0" indent="0">
                  <a:buNone/>
                </a:pPr>
                <a:r>
                  <a:rPr lang="en-US" dirty="0"/>
                  <a:t>FIRST(T’E’) = {*, +,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𝜖</m:t>
                    </m:r>
                  </m:oMath>
                </a14:m>
                <a:r>
                  <a:rPr lang="en-US" dirty="0"/>
                  <a:t>}</a:t>
                </a:r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F275835-126F-4AAB-846F-63D8AF9A33E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17" t="-3081" b="-28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2307913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C8A4CDB3-E9AC-41ED-890D-974FCAB05FC2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 dirty="0"/>
                  <a:t>FIRST(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en-US" dirty="0"/>
                  <a:t>)</a:t>
                </a:r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C8A4CDB3-E9AC-41ED-890D-974FCAB05FC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23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2BE7DB0-1C1F-4610-AB8B-C585A231EAD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85000" lnSpcReduction="20000"/>
              </a:bodyPr>
              <a:lstStyle/>
              <a:p>
                <a:pPr marL="0" indent="0">
                  <a:buNone/>
                </a:pPr>
                <a:r>
                  <a:rPr lang="en-US" dirty="0"/>
                  <a:t>FIRST(X</a:t>
                </a:r>
                <a:r>
                  <a:rPr lang="en-US" baseline="-25000" dirty="0"/>
                  <a:t>1</a:t>
                </a:r>
                <a:r>
                  <a:rPr lang="en-US" dirty="0"/>
                  <a:t> X</a:t>
                </a:r>
                <a:r>
                  <a:rPr lang="en-US" baseline="-25000" dirty="0"/>
                  <a:t>2</a:t>
                </a:r>
                <a:r>
                  <a:rPr lang="en-US" dirty="0"/>
                  <a:t> …</a:t>
                </a:r>
                <a:r>
                  <a:rPr lang="en-US" dirty="0" err="1"/>
                  <a:t>X</a:t>
                </a:r>
                <a:r>
                  <a:rPr lang="en-US" baseline="-25000" dirty="0" err="1"/>
                  <a:t>n</a:t>
                </a:r>
                <a:r>
                  <a:rPr lang="en-US" dirty="0"/>
                  <a:t>):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RES =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𝜙</m:t>
                    </m:r>
                  </m:oMath>
                </a14:m>
                <a:endParaRPr lang="en-US" dirty="0"/>
              </a:p>
              <a:p>
                <a:pPr marL="0" indent="0">
                  <a:buNone/>
                </a:pPr>
                <a:r>
                  <a:rPr lang="en-US" dirty="0" err="1"/>
                  <a:t>i</a:t>
                </a:r>
                <a:r>
                  <a:rPr lang="en-US" dirty="0"/>
                  <a:t> = 1;</a:t>
                </a:r>
              </a:p>
              <a:p>
                <a:pPr marL="0" indent="0">
                  <a:buNone/>
                </a:pPr>
                <a:r>
                  <a:rPr lang="en-US" dirty="0"/>
                  <a:t>while (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𝜖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𝐹𝐼𝑅𝑆𝑇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&amp;&amp; </a:t>
                </a:r>
                <a:r>
                  <a:rPr lang="en-US" dirty="0" err="1"/>
                  <a:t>i</a:t>
                </a:r>
                <a:r>
                  <a:rPr lang="en-US" dirty="0"/>
                  <a:t> &lt; n) {</a:t>
                </a:r>
              </a:p>
              <a:p>
                <a:pPr marL="0" indent="0">
                  <a:buNone/>
                </a:pPr>
                <a:r>
                  <a:rPr lang="en-US" dirty="0"/>
                  <a:t>    RES = RES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∪</m:t>
                    </m:r>
                  </m:oMath>
                </a14:m>
                <a:r>
                  <a:rPr lang="en-US" dirty="0"/>
                  <a:t> (FIRST(</a:t>
                </a:r>
                <a:r>
                  <a:rPr lang="en-US" dirty="0" err="1"/>
                  <a:t>i</a:t>
                </a:r>
                <a:r>
                  <a:rPr lang="en-US" dirty="0"/>
                  <a:t>) -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𝜖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);</m:t>
                    </m:r>
                  </m:oMath>
                </a14:m>
                <a:endParaRPr lang="en-US" b="0" dirty="0"/>
              </a:p>
              <a:p>
                <a:pPr marL="0" indent="0">
                  <a:buNone/>
                </a:pPr>
                <a:r>
                  <a:rPr lang="en-US" dirty="0"/>
                  <a:t>    </a:t>
                </a:r>
                <a:r>
                  <a:rPr lang="en-US" dirty="0" err="1"/>
                  <a:t>i</a:t>
                </a:r>
                <a:r>
                  <a:rPr lang="en-US" dirty="0"/>
                  <a:t>++;</a:t>
                </a:r>
              </a:p>
              <a:p>
                <a:pPr marL="0" indent="0">
                  <a:buNone/>
                </a:pPr>
                <a:r>
                  <a:rPr lang="en-US" dirty="0"/>
                  <a:t>}</a:t>
                </a:r>
              </a:p>
              <a:p>
                <a:pPr marL="0" indent="0">
                  <a:buNone/>
                </a:pPr>
                <a:r>
                  <a:rPr lang="en-US" dirty="0"/>
                  <a:t>RES = RES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∪</m:t>
                    </m:r>
                  </m:oMath>
                </a14:m>
                <a:r>
                  <a:rPr lang="en-US" dirty="0"/>
                  <a:t> FIRST(</a:t>
                </a:r>
                <a:r>
                  <a:rPr lang="en-US" dirty="0" err="1"/>
                  <a:t>i</a:t>
                </a:r>
                <a:r>
                  <a:rPr lang="en-US" dirty="0"/>
                  <a:t>);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FIRST(X</a:t>
                </a:r>
                <a:r>
                  <a:rPr lang="en-US" baseline="-25000" dirty="0"/>
                  <a:t>1</a:t>
                </a:r>
                <a:r>
                  <a:rPr lang="en-US" dirty="0"/>
                  <a:t> X</a:t>
                </a:r>
                <a:r>
                  <a:rPr lang="en-US" baseline="-25000" dirty="0"/>
                  <a:t>2</a:t>
                </a:r>
                <a:r>
                  <a:rPr lang="en-US" dirty="0"/>
                  <a:t> …</a:t>
                </a:r>
                <a:r>
                  <a:rPr lang="en-US" dirty="0" err="1"/>
                  <a:t>X</a:t>
                </a:r>
                <a:r>
                  <a:rPr lang="en-US" baseline="-25000" dirty="0" err="1"/>
                  <a:t>n</a:t>
                </a:r>
                <a:r>
                  <a:rPr lang="en-US" dirty="0"/>
                  <a:t>) = RES</a:t>
                </a:r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2BE7DB0-1C1F-4610-AB8B-C585A231EAD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928" t="-32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2135357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5471</TotalTime>
  <Words>3697</Words>
  <Application>Microsoft Office PowerPoint</Application>
  <PresentationFormat>Widescreen</PresentationFormat>
  <Paragraphs>738</Paragraphs>
  <Slides>49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49</vt:i4>
      </vt:variant>
    </vt:vector>
  </HeadingPairs>
  <TitlesOfParts>
    <vt:vector size="56" baseType="lpstr">
      <vt:lpstr>Arial</vt:lpstr>
      <vt:lpstr>Calibri</vt:lpstr>
      <vt:lpstr>Calibri Light</vt:lpstr>
      <vt:lpstr>Cambria Math</vt:lpstr>
      <vt:lpstr>Consolas</vt:lpstr>
      <vt:lpstr>Wingdings</vt:lpstr>
      <vt:lpstr>Office Theme</vt:lpstr>
      <vt:lpstr>Compilers</vt:lpstr>
      <vt:lpstr>Today’s lecture</vt:lpstr>
      <vt:lpstr>Top-down parsing</vt:lpstr>
      <vt:lpstr>Top-down parsing</vt:lpstr>
      <vt:lpstr>Top-down parsing</vt:lpstr>
      <vt:lpstr>Top-down parsing</vt:lpstr>
      <vt:lpstr>Leftmost derivation (rollbacks)</vt:lpstr>
      <vt:lpstr>Leftmost derivation (rollbacks)</vt:lpstr>
      <vt:lpstr>Leftmost derivation (rollbacks)</vt:lpstr>
      <vt:lpstr>Leftmost derivation (rollbacks)</vt:lpstr>
      <vt:lpstr>Recursive descent parsing </vt:lpstr>
      <vt:lpstr>Recursive descent parsing</vt:lpstr>
      <vt:lpstr>Recursive descent parsing</vt:lpstr>
      <vt:lpstr>Recursive descent parsing</vt:lpstr>
      <vt:lpstr>Recursive descent parsing</vt:lpstr>
      <vt:lpstr>Recursive descent parsing</vt:lpstr>
      <vt:lpstr>Recursive descent parsing</vt:lpstr>
      <vt:lpstr>Recursive descent parsing</vt:lpstr>
      <vt:lpstr>Recursive descent parsing</vt:lpstr>
      <vt:lpstr>Recursive descent parsing</vt:lpstr>
      <vt:lpstr>Recursive descent parsing</vt:lpstr>
      <vt:lpstr>Recursive descent parsing</vt:lpstr>
      <vt:lpstr>Recursive descent parsing</vt:lpstr>
      <vt:lpstr>Recursive descent parsing (left recursion)</vt:lpstr>
      <vt:lpstr>Left recursion</vt:lpstr>
      <vt:lpstr>Left recursion (Quiz)</vt:lpstr>
      <vt:lpstr>Left recursion</vt:lpstr>
      <vt:lpstr>Left recursion</vt:lpstr>
      <vt:lpstr>Left recursion</vt:lpstr>
      <vt:lpstr>Left recursion</vt:lpstr>
      <vt:lpstr>Predictive parsing</vt:lpstr>
      <vt:lpstr>Predictive parsing</vt:lpstr>
      <vt:lpstr>LL(1) grammars</vt:lpstr>
      <vt:lpstr>LL(1) parsing</vt:lpstr>
      <vt:lpstr>LL(1) parsing</vt:lpstr>
      <vt:lpstr>LL(1) parsing</vt:lpstr>
      <vt:lpstr>Table-driven predictive parsing</vt:lpstr>
      <vt:lpstr>Table-driven predictive parsing</vt:lpstr>
      <vt:lpstr>Table-driven predictive parsing</vt:lpstr>
      <vt:lpstr>Example</vt:lpstr>
      <vt:lpstr>Example</vt:lpstr>
      <vt:lpstr>How to construct LL(1) parsing table?</vt:lpstr>
      <vt:lpstr>FIRST and FOLLOW</vt:lpstr>
      <vt:lpstr>FIRST set</vt:lpstr>
      <vt:lpstr>FIRST</vt:lpstr>
      <vt:lpstr>FIRST</vt:lpstr>
      <vt:lpstr>FIRST set</vt:lpstr>
      <vt:lpstr>FIRST set</vt:lpstr>
      <vt:lpstr>FIRST(α)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PIYUS KEDIA</dc:creator>
  <cp:lastModifiedBy>Keshav Bhalotia</cp:lastModifiedBy>
  <cp:revision>829</cp:revision>
  <cp:lastPrinted>2020-08-24T08:52:56Z</cp:lastPrinted>
  <dcterms:created xsi:type="dcterms:W3CDTF">2020-08-23T12:23:07Z</dcterms:created>
  <dcterms:modified xsi:type="dcterms:W3CDTF">2024-04-30T06:09:54Z</dcterms:modified>
</cp:coreProperties>
</file>