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574" r:id="rId3"/>
    <p:sldId id="901" r:id="rId4"/>
    <p:sldId id="853" r:id="rId5"/>
    <p:sldId id="854" r:id="rId6"/>
    <p:sldId id="855" r:id="rId7"/>
    <p:sldId id="858" r:id="rId8"/>
    <p:sldId id="859" r:id="rId9"/>
    <p:sldId id="860" r:id="rId10"/>
    <p:sldId id="862" r:id="rId11"/>
    <p:sldId id="863" r:id="rId12"/>
    <p:sldId id="902" r:id="rId13"/>
    <p:sldId id="864" r:id="rId14"/>
    <p:sldId id="865" r:id="rId15"/>
    <p:sldId id="866" r:id="rId16"/>
    <p:sldId id="868" r:id="rId17"/>
    <p:sldId id="867" r:id="rId18"/>
    <p:sldId id="871" r:id="rId19"/>
    <p:sldId id="869" r:id="rId20"/>
    <p:sldId id="872" r:id="rId21"/>
    <p:sldId id="870" r:id="rId22"/>
    <p:sldId id="903" r:id="rId23"/>
    <p:sldId id="904" r:id="rId24"/>
    <p:sldId id="905" r:id="rId25"/>
    <p:sldId id="906" r:id="rId26"/>
    <p:sldId id="907" r:id="rId27"/>
    <p:sldId id="908" r:id="rId28"/>
    <p:sldId id="909" r:id="rId29"/>
    <p:sldId id="910" r:id="rId30"/>
    <p:sldId id="911" r:id="rId31"/>
    <p:sldId id="875" r:id="rId32"/>
    <p:sldId id="876" r:id="rId33"/>
    <p:sldId id="877" r:id="rId34"/>
    <p:sldId id="878" r:id="rId35"/>
    <p:sldId id="879" r:id="rId36"/>
    <p:sldId id="912" r:id="rId37"/>
    <p:sldId id="913" r:id="rId38"/>
    <p:sldId id="880" r:id="rId39"/>
    <p:sldId id="881" r:id="rId40"/>
    <p:sldId id="882" r:id="rId41"/>
    <p:sldId id="487" r:id="rId42"/>
    <p:sldId id="475" r:id="rId43"/>
    <p:sldId id="486" r:id="rId44"/>
    <p:sldId id="883" r:id="rId45"/>
    <p:sldId id="885" r:id="rId46"/>
    <p:sldId id="884" r:id="rId47"/>
    <p:sldId id="892" r:id="rId48"/>
    <p:sldId id="894" r:id="rId49"/>
    <p:sldId id="897" r:id="rId50"/>
    <p:sldId id="895" r:id="rId51"/>
    <p:sldId id="898" r:id="rId52"/>
    <p:sldId id="896" r:id="rId53"/>
    <p:sldId id="893" r:id="rId54"/>
    <p:sldId id="899" r:id="rId55"/>
    <p:sldId id="900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2-12T09:09:24.1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8008 11007 0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2-19T09:52:40.9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2999 3298 0,'0'0'0,"-36"-35"16,36-35-1,0 52 1,18-17-1,-18 17 1,18 18 0,-1 0-1,1 0-15,17 0 16,0 0 0,36 0-16,123-18 31,124 1-16,140-1 1,-70 18 0,282-17-1,54 17 1,-36 35 0,-283-18-1,-211-17-15,159 18 16,35-18-1,-176 0 1,-142 0 0,-34 0-1,-19 0 1,19 0 15,-1 0-15,-18 0-1,36 0 1,18 0 0,-1 0-1,1 0 1,-18 0 0,35 0-1,-17 0 1,-1 0-1,-52 0 1,-89 0 15,-34 0-15</inkml:trace>
  <inkml:trace contextRef="#ctx0" brushRef="#br0" timeOffset="1966.9">11077 2381 0,'0'0'16,"0"-17"-16,-17 17 0,-19-53 15,19 17 17,-1 19-32,18-19 15,-18-16 1,1 34-1,-1 18 1,-35 18 0,-17 52-1,-1 36 1,36-18 0,17-35-1,18 18 1,71-1-1,35 18 1,35-17 0,-71-18 15,18 35-15,-52-17-1,-54 17 1,-53-35-1,19-36 1,-72 1 0,1-18-1,17-35 1,53-1 0,35-16-1,18 34 1,53 0-1,18 18 1</inkml:trace>
  <inkml:trace contextRef="#ctx0" brushRef="#br0" timeOffset="5639.79">11501 2716 0,'0'0'0,"0"-17"0,-18 17 31,53 0-15,-17 0-1,-36 0 1,1 0 0,-19 35-1,19 0 1,17 1-1,0-1-15,17 0 16,19 18 0,52-35-1,18-18 1,-36-36 15,-35 19-31,36-18 16,-18-36-1,-53-17 1,-35 35 0,-36 0-1,18 53 1,-17 18 0,-1 52-1,36-17 1,-1 71-1,36-1 1,53-17 0,53-53-1,0-36 1,-53-17 0</inkml:trace>
  <inkml:trace contextRef="#ctx0" brushRef="#br0" timeOffset="6208.98">12100 2840 0,'-17'-53'31,"-1"35"-31,18 1 15,18-19 1,-1 19 0,1-1-16,0-17 15,52 17 17,1 53-17,-1 71 1,-52-17-1,-18-54-15,0 35 16,-18 1 0,-35-36-1,-17-17 1,34-36 0,19-35-1,-1-70 1,53-1-1,18 36 1,36 18 0,-1 34-1,18 72 1,-1 34 15,-69 18-15,17 36-1,-53-1 1,-18-35 0</inkml:trace>
  <inkml:trace contextRef="#ctx0" brushRef="#br0" timeOffset="7276.26">13176 2346 0,'0'0'15,"0"-18"-15,0 1 0,-17-1 16,17 0-16,0 1 16,-18 17-1,36 53 32,-1 0-31,1 0-16,0 52 15,-1 72 1,1-18 0,-1-54-1,1-69 1,-18-1 0,18-17-1,-18-71 1,-18 17-1,18 1-15,-35-35 16,-53-36 0,-18 53 15,18 70-15,52 19-1,-17 52 1,53 0-1,36 0 1,34-17 0,1-36-1,52-17 1,1-18 0,-71-36-1</inkml:trace>
  <inkml:trace contextRef="#ctx0" brushRef="#br0" timeOffset="9029.04">14041 2152 0,'0'0'0,"0"-18"16,0 1 15,0-1-15,17 0 15,-17 1-16,0 34 126,0 1-125,0 0 15,-17-18 63,17-18-79,-18 18 17,18-18-32,0 1 15,-18 17 95,18 17-95,0 1-15,-35 35 16,17 0-1,1-18-15,-19 53 16,-16 53 15,-1 53-15,-18 1 0,36-72-1,-18 18 1,35-35-1,1-36 1,17-52 0,0 0-1,-18-18 17,18-18-17</inkml:trace>
  <inkml:trace contextRef="#ctx0" brushRef="#br0" timeOffset="10145.26">14182 2558 0,'0'0'0,"-18"0"0,-35-18 16,35 0-1,1 1 1,17-1 0,17 0-1,1 1 1,0 17-16,17 0 31,36 35-15,52 53-1,-17 36 1,-36 17 0,-34-71-1,-36 19 1,-18-36-1,-35-18 1,0-35 0,36 0-16,-36 0 15,-35-35 1,52-36 0,72-52-1,16 34 1,72-34 15,-1 35-15,-17 52-1,-35 36 1,-18 36 0,-36-19-16</inkml:trace>
  <inkml:trace contextRef="#ctx0" brushRef="#br0" timeOffset="10779.26">15117 2646 0,'0'0'0,"-18"-18"0,0 1 32,1-1-17,-19 18 1,19 35 0,-1 18-1,18-18 1,0 36-1,35-18 1,18-35 0,18-18-1,-18-36 1,-36 19-16,19-19 16,-19-52-1,-52 18 16,0-1-15,-18 53 0,0 18-1,0 18 1,0 35 0,18-18-1,-18 53 1,35 1-1,18 16 1,18 1 0,35-53-1,35-18 1,18-17 0,-36-18-1</inkml:trace>
  <inkml:trace contextRef="#ctx0" brushRef="#br0" timeOffset="11164.68">15663 2734 0,'0'0'0,"18"-18"0,0-17 16,-1 17-16,1-17 16,-18-35-1,-53 34 1,0 1 0,0 35-1,0 35 16,-17 18-15,17 35 0,35 18-1,18-17 1,18 34 0,52-35-1,-17-53 1</inkml:trace>
  <inkml:trace contextRef="#ctx0" brushRef="#br0" timeOffset="11963.08">16245 2716 0,'0'0'0,"0"-17"0,-35-19 16,0 1 15,0 35-15,-18 0-1,17 53 1,19 0 0,17 0-1,17 0 1,36 0-1,35-36 1,18-52 0,-17 0-1,-19-71 1,-52-35 0,-36 17-1,-35 54 16,0 70-15,-35 18 0,0 52-1,35 18 1,18-17 0,35 35-1,17 17 1,54-35-1,52-35 1,-17-35 0,71-53-1,-19-71 1,-34-35 0,-54-36-1,-70 89 16,0 0-15,-35 106 0,0 52-1,0 18 1,35 36 0,52-1-1,1-17 1,18-53-1,-18-35 1,-18-36 0</inkml:trace>
  <inkml:trace contextRef="#ctx0" brushRef="#br0" timeOffset="12130.46">16880 2293 0,'0'0'0,"-17"-35"0,-18-1 31,35 19-15,17 34 15</inkml:trace>
  <inkml:trace contextRef="#ctx0" brushRef="#br0" timeOffset="12532.71">17233 2505 0,'0'0'15,"18"-36"-15,-18 19 31,0-1-15,0 36 0,17 70-1,36 35 1,-35-17 0,17 18-1,18-36 1,0-88-1,0-71 1,-18-17 0,18-88-1,-17 17 1,-36 71 0,-18 106 15</inkml:trace>
  <inkml:trace contextRef="#ctx0" brushRef="#br0" timeOffset="13082.33">18115 2434 0,'0'0'0,"0"-17"0,0-19 15,0 19 1,-17 17 0,-1 0-1,-17 53 1,17 17 15,18-17-15,53 0-1,17-18 1,19-70 0,-54-18-1,0-53 1,-70 36 0,-71 34-1,0 72 1,36 17-1,-19 70 1,54 36 0,18-18 15,34-88-31,1-18 0,-1 0 16,54 18-1,53-17 1,-19-54-1,-52-17 1,-53-1-16</inkml:trace>
  <inkml:trace contextRef="#ctx0" brushRef="#br0" timeOffset="33533.65">18292 6315 0,'0'0'0,"-18"0"15,0 0-15,18-18 16,18 18 47,-18 18-63,18-18 15,-1 0 16,-17 17-31,18-17 16,70 0 0,0 0-1,-35-17-15,88 17 16,89-18 0,-1 0-1,-17 1 1,-107 17-1,-34 0-15,52 0 16,89-18 0,35 1 15,-106 17-15,53-18-1,-70 0 1,-71 18-1,-53 18 17,-18-18-32,0 0 31,1 18-15</inkml:trace>
  <inkml:trace contextRef="#ctx0" brushRef="#br0" timeOffset="34210.36">21272 6156 0,'-35'0'16,"70"0"-16,-87 0 0,-1 0 15,35 0-15,-17 0 16,17 0 0,18 18-1,35-1 1,-17-17-16,53 18 16,105-18-1,53 0 1,-52 0-1,105-18 1,-18 18 15,-17 0-15,-105-17 0,-1 17-1,-88 0 1,-53 17-1,-36-17 1,1 18 0</inkml:trace>
  <inkml:trace contextRef="#ctx0" brushRef="#br0" timeOffset="35278.68">19332 9225 0,'0'0'0,"-17"-17"0,-1 17 15,0 0 1,1 0 0,34 0 15,1 0-31,17 17 15,71-17 1,88 18 15,71-18-15,-36 0 0,124 0-1,-53 0 1,-71 0-1,-123 0 1,-71 0 0,-17 0-1,-54-18 17,19 18-17</inkml:trace>
  <inkml:trace contextRef="#ctx0" brushRef="#br0" timeOffset="35961.75">22243 9066 0,'0'0'16,"-18"0"-16,36 0 78,-1 0-78,19 18 15,-1-18-15,0 0 16,53 0 0,89 0-1,-19 18 1,-16-18 0,-90 0-1,-34 0-15,0 0 16,-36 0 15,-17 17-15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2-19T09:53:55.5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7091 5821 0,'0'0'0,"17"-18"15,-17 1 1,0-1-1,0 36 17,0-1-1,0 1-15,0-1-16,-17 54 15,-18 70 1,35-17-1,0-54-15,0 89 16,-18 70 15,18 1-15,18-1 0,-1-70-1,18 35 1,-17-53-1,0-106 1,-18-70 0</inkml:trace>
  <inkml:trace contextRef="#ctx0" brushRef="#br0" timeOffset="1033.13">6950 5768 0,'-18'0'16,"36"0"-16,-54 0 0,19 0 0,-1 0 31,1-18-31,-1 18 31,36 0-15,-1 18-1,1-18 1,52 18 0,54-18-1,123-18 1,0 0 0,194-17-1,105 0 1,37-1-1,-231 19 1,-193 17 0,159 0-1,105-18 1,-70 18 0,-36-17-1,-123-1 1,-88 18-16,123-18 15,142 1 1,34-1 0,-140 18-1,141-18 1,-53 18 0,-71-17-1,-123 17 1,-1 0-1,-34-18 1,-18 18 15,52-18-15,19 1 0,-71 17-1,-1 0 1,-69 0-1,-54 0 17,0 17-17,-17-17 1</inkml:trace>
  <inkml:trace contextRef="#ctx0" brushRef="#br0" timeOffset="1549.39">14834 5415 0,'-17'-53'31,"17"36"-31,0-1 16,-18 18 0,18 18 15,-18-1-31,1 36 15,-1 53 17,0-18-17,1-35-15,-1 53 16,1 88 0,17 18-1,0-18 1,0-53-1,17 35 1,-17-17 0,-17-36-1,-1-52 1,0-53-16</inkml:trace>
  <inkml:trace contextRef="#ctx0" brushRef="#br0" timeOffset="2784.51">7038 7479 0,'0'0'16,"-35"0"-16,-54-18 16,1 1-1,53 17 1,17 0-16,1 0 16,17 17-1,17-17 1,54 0 15,17 0-15,-35-17-16,106-1 15,194 0 1,140-35 0,142 18-1,-158 0 1,263 0-1,-16 35 1,-19 0 0,-246 0-1,158-18 1,-70 0 0,-88-17-1,-71 17 16,-177 1-15,107 17 0,-36 0-1,-35 0 1,-35 0 0,-89 0-1,36 17 1,-18 1-1,-35 0 1,-53-18 0,-36 0-1,-34 0-15</inkml:trace>
  <inkml:trace contextRef="#ctx0" brushRef="#br0" timeOffset="3568.61">11218 5450 0,'0'-17'15,"0"34"-15,-17-17 32,17 18-17,0 0 1,0 17-1,17 36 1,-17-36-16,0 71 16,0 105-1,0 54 1,-17 17 0,17-123-1,0 17 1,17-52-1,19-36 1,-19-53 0,-17-52 15,18-1-15,-18 0-1</inkml:trace>
  <inkml:trace contextRef="#ctx0" brushRef="#br0" timeOffset="4135.31">12541 5662 0,'0'-18'0,"0"36"0,18-53 15,-18 17 1,0 36 47,0-1-48,0 19-15,18 17 16,-18 35-1,0-18-15,-18 71 16,0 89 0,1-1-1,34-35 1,1-70 0,35 34 15,-18-52-16,0-35 1</inkml:trace>
  <inkml:trace contextRef="#ctx0" brushRef="#br0" timeOffset="5406.23">18909 8449 0,'0'18'16,"-18"-18"0,18 17-16,0 1 15,0 52 1,0 72 15,-17 87-15,17-35-1,0-88-15,-18 123 16,36 89 0,17-71-1,0-124 1</inkml:trace>
  <inkml:trace contextRef="#ctx0" brushRef="#br0" timeOffset="7222.64">18309 8467 0,'-17'0'15,"34"0"-15,1 0 16,52-18-1,1 18-15,88-18 16,211-17 0,124 0-1,-88 0 1,317-1 15,71-17-15,17 18-1,-17 0 1,-283 17 0,212-17-1,-158-18 1,-159 18 0,-159-18-1,-89 18 1,107-18-1,17 0 1,0 0 0,-70 35 15,-89 0-15,36 18-1,-18 18 1,18-18-1,-53 0 1,53 0 0,-18 0-1,-18 18 1,-52-18 0,-36 0-16,53 0 15,36 17 1,-18-17-1,-36 0 1,-35 0 0,1 0-1,-54 18 48,0 17-48,1 1 1,-18 17 0,-1 52-1,19-34 1,-1-36-16,-17 53 16,-18 106-1,17 53 1,36 53-1,18-106 1,53 141 0,35-35-1,-36-53 17,-35-141-17,-17-71-15,0 18 16,-36-35-1,-17-36 1,-53-52 0,-1 17-1,-69-18 1,-72 18 0,-140 0-1,-212 18 1,70 35-1,-440 18 1,-36 52 0,194 1 15,406-36-15,-70 36-1,-36-1 1,-141 18-1,-124 1 1,248-36 0,-71-1-1,282-34 1,229-18 0,54 0 46,-1 0-46,0 0-1,1 0 1,-19 0 0,-17 0-1,18 18 1,0-18-1,17 0-15,-17 0 16,-18 0 0,18 0-1,-1 0 1,19 0 0,52-18 15,0 0-16</inkml:trace>
  <inkml:trace contextRef="#ctx0" brushRef="#br0" timeOffset="9642.69">21608 7073 0,'0'0'0,"-18"-17"16,18-1-1,0 0 1,18 1-1,-1 17 1,1 0 0,52 35-1,1 0 1,-18 0-16,0 36 16,0 52-1,-36-17 1,-17-70 15,-17-1-15,-1-17-1,1-36 1,-19-53 0,36-17-1,18 53-15,17-71 16,36-35-1,35 88 1,-36 53 0,-52 0-16</inkml:trace>
  <inkml:trace contextRef="#ctx0" brushRef="#br0" timeOffset="11293.82">22331 7144 0,'0'0'0,"-18"-18"15,18-17 1,0 0 0,0 17-1,0 53 16,0 0-15,0-17-16,35 0 16,18 17-1,36-53 1,-1-17 0,-53 0-1,-35-36 1,-53 18 15,-35 36-15,17 34-1,36 1-15,-18 17 16,0 53 0,53 1-1,53 34 1,0-52-1,53 17 1,35-88 0,-17-71-1,-54 1 1,-17-71 0,-53 0-1,-35 70 16,-1 53-15,1 54 0,-35 34-1,34 36 1,19-35 0,52-36-1,-17-18-15,35-17 16,35-35-1,0-35 1,-35-19 0,-36 72-1,-17 17 1,0 53 0,0 35-1,36 18 16,-1-71-15,89-17 0,17-54-1,-18-87 1,-52 17 0,-18-70-1,-71 35 1,-35 70-1,18 71 1,17 35 0,18 36-1,0 35 1,18 17 0,-1-35-1,1-35 1,0 18-1,-18-1 1,-18-105 15,0 0-31,-17-36 16,-18-17 0,0 53-1,18 35 1,17 35-1,1 53 1,17 0 0,70-17-1,54-53 1,-36-36 0,35-70-1,-34-36 16,-72 1-15,-17 70 0,0 18-16,-17 35 15,-1 35 1,0 36 0,36 17-1,17-53 1,36-17-1,35-54 1,-36-52 0,-35-18-1,-35 36 1,-35 17 0,0 88-1,-18 71 16,35 0-15,18 123 0,18 0-1,-18-52 1,-18-124-16</inkml:trace>
  <inkml:trace contextRef="#ctx0" brushRef="#br0" timeOffset="12879.2">10336 4568 0,'0'0'0,"0"-17"0,0-1 16,18 18-1,0-17 1,-1-1 0,-17 0-1,18 18-15,0 0 16,17 18 0,0 35-1,0 35 1,-17 0-1,-18 36 1,0-18 0,0-36-1,18-52 17,-18-54-1,0-34-16,17-54 1,1 71 0,0 18-16,-1-18 15,1 18 1,17 35 0,0 0-1,1 18 1,-1-1-1,0 19 1,1 16 0,-1 37 15,-18-36-15,-17-36-16,36 54 15,-1-71 1,18 0-1,0-35 1,0-71 0,-53-18-1,-53 1 1,-35 17 0,52 53-1,1 35 1,17 36-1,36 17 1,0 1 0</inkml:trace>
  <inkml:trace contextRef="#ctx0" brushRef="#br0" timeOffset="13746.45">11642 4604 0,'-18'-18'0,"36"36"0,-36-54 16,0 19 0,1-1-1,-19 18 1,19 0 15,-54 0-15,-17 18-1,18 17 1,34 36 0,19-18-1,17-18-15,17 18 16,19 35 0,16-53-1,1-17 1,-17-36-1,34-35 1,-35-35 0,1 0 15,-36 53-15,0 17-16,0 0 15,0 36 1,0 17-1,17 18 1,1 0 0,53 35-1,-1-35 1,36-17 0,-18-72-1,-35-17 1,-35-53-1,-36 1 1,-17 16 0,17 72-1,18 52 17,0 53-17,35 71 1,1-53-1,-1 0 1,-17-71-16</inkml:trace>
  <inkml:trace contextRef="#ctx0" brushRef="#br0" timeOffset="13930.12">11906 4498 0,'0'0'15,"0"-53"-15,0 0 16,0 53 31,18 0-31,-18 35-16</inkml:trace>
  <inkml:trace contextRef="#ctx0" brushRef="#br0" timeOffset="14447.6">12136 4339 0,'0'-17'0,"0"34"0,17-52 15,1 35 1,-1 18-1,-17-1-15,18 18 16,0 1 0,-1 52-1,19 53 1,-19-18 0,-17-52-1,18-36-15,-18 1 16,0-19-1,-35-34 1,-1-36 0,1-18-1,0-17 1,35-18 0,70 53-1,-17 18 1,-17 35-16,52 0 15,35 35 1,-35 18 15,-52 0-15,-19 0 0,-52 17-1,17-70-15</inkml:trace>
  <inkml:trace contextRef="#ctx0" brushRef="#br0" timeOffset="14631.68">12612 4339 0,'0'0'0,"17"-35"16,-17 17-16,0 1 15,0-1 1,0 36-1,-17-1 1,17 1 0</inkml:trace>
  <inkml:trace contextRef="#ctx0" brushRef="#br0" timeOffset="15599.34">12735 4710 0,'-17'-18'32,"-1"-35"-17,18 18 1,-18-18 0,36 0-1,35 35 1,17 1-1,-34 17-15,52 35 16,18 35 15,-36 19-15,-52-1 0,-18-53-1,-18 0 1,-35-35-1,1-35 1,16-35 0,36-1-1,53-35 1,35 18 0,18 53-1,-35 17 1,-36 18-16,18 35 15,35 18 1,-53 0 15,1 18-15,-1-54 0,-35 1-16,35-18 15,36-53 1,-18-35-1,-36 35 1,1 0 0,0 53-1,-18 35 1,17 1 0,1-1-1,-36 18 1,-35-36-1,-17 1 1,-54-36 15,71 1-15,-17-36 0,52 0-1,53 18 1,1 35-1,52 0 1,18 53 0,-18 52-1,-35 54 1,-53-35 0,-18 34-1,-35-34 1,53-106-1</inkml:trace>
  <inkml:trace contextRef="#ctx0" brushRef="#br0" timeOffset="16516.21">14411 4233 0,'0'0'0,"-18"-70"15,-17-1 1,17 18 0,1 36-1,34 17 32,1 17-31,17 19-1,36 52 1,-53 18 0,-1-53-16,18 105 15,-17-87 1,17 35-1,18-53 1,0-36 0,35-52-1,-35-53 1,0-53 0,-18 35-1,-17 53 16,0 71-15,-1 17 0,1 53-1,0-17 1,-1-19 0,19 1-1,17-53 1,-1-17-1,1-36 1,0-53 0,-17-35-1,-36 53 1,-18 70 0,0 53-1,-35 18 1,36 18-1,17 17 17,17-35-17,-17-35-15,36 34 16,-1 1 0,-17-17-1,-36-19 1,0-17-1,-52-17 1,-54-36 0,89 35-16</inkml:trace>
  <inkml:trace contextRef="#ctx0" brushRef="#br0" timeOffset="16699.09">14781 4251 0,'18'-18'16,"-18"1"0,0-1-1,18 0 1</inkml:trace>
  <inkml:trace contextRef="#ctx0" brushRef="#br0" timeOffset="17034.97">15328 4145 0,'0'0'15,"18"-17"-15,-18-1 0,35-17 32,0-1-17,-17 19 1,0 52 0,-1 36-1,19 52 1,-36 18-1,17 0 1,-17-53 0,0 1-1,18-54 1</inkml:trace>
  <inkml:trace contextRef="#ctx0" brushRef="#br0" timeOffset="17250.77">15399 4480 0,'0'0'0,"-36"-17"31,54 17 0,0 0-15,-1 0-1,1 0-15,17 0 16,54-18 0</inkml:trace>
  <inkml:trace contextRef="#ctx0" brushRef="#br0" timeOffset="20015.09">11659 6103 0,'0'0'0,"0"-18"16,0 1-16,0-19 16,-17 1-1,-1 0 1,0 17-1,36 18 17,-18 18-17,18 35 1,17 70 0,-17-17-1,-18-53-15,17 53 16,-17 17-1,0-34 1,0-36 0,-17-53-1</inkml:trace>
  <inkml:trace contextRef="#ctx0" brushRef="#br0" timeOffset="20248.86">11483 6068 0,'0'0'0,"-18"-71"31,18 36-15,0 17 0,36 1-1,52-19 1,35 1-1,36 17 1,-106 18 0</inkml:trace>
  <inkml:trace contextRef="#ctx0" brushRef="#br0" timeOffset="20766.09">12083 5927 0,'0'0'16,"17"0"-16,19-18 15,-19 0 1,-17 1 0,0 34-1,0 1 1,-35 17-1,0 1 1,-18-19 0,0-17-1,0-35 1,35 0 0,36 17-1,17 18 1,36 35-1,-18 18 1,-18 124 15,-70-1-15,-36-35 0,36-70-1,17-54 1,36-17-1,35-17 1,35-1 0,-53 18-16</inkml:trace>
  <inkml:trace contextRef="#ctx0" brushRef="#br0" timeOffset="21983.87">21220 8414 0,'0'-18'16,"0"36"-16,0-54 16,0 19-16,17 17 15,-17-18 16,18 18 1,-18 18-17,0-1 1,0 72 0,0-1-1,0 106 1,0 18-1,0 35 1,0-89 15,17-87-31,1 88 16,35 35 0,-18-71-1,-17-70 1,-18-71-1</inkml:trace>
  <inkml:trace contextRef="#ctx0" brushRef="#br0" timeOffset="22650.92">22772 8396 0,'0'-53'16,"0"36"15,-18 34 16,18 1-47,0 17 16,0 36-1,-17 87 1,-1 54-1,0 17 1,1-52 0,17-107-16,0 107 15,0 70 1,35-18 0,0-70 15,-17-71-16,-1 0 1,-17-70 0,18-36-1,-18-17-15</inkml:trace>
  <inkml:trace contextRef="#ctx0" brushRef="#br0" timeOffset="23218.55">21908 8855 0,'0'0'16,"0"-18"-16,0 0 0,0-17 16,0 18 15,17 52 0,-17-18-31,0 54 16,18 88-1,-1-18 1,-17-35 0,0-53-1,0-36-15,0 19 16,-35-54-1</inkml:trace>
  <inkml:trace contextRef="#ctx0" brushRef="#br0" timeOffset="23569.6">21625 8837 0,'0'-18'0,"0"36"0,-17-36 15,17 1 1,0-1 0,17 18-1,36 0 1,18 0 0,-36-17-16,89-1 15,52-17 1,-35 17-1,-70 0 1,-89 18 15,-17 36-15,-18-1 0,17-17-1</inkml:trace>
  <inkml:trace contextRef="#ctx0" brushRef="#br0" timeOffset="24269.27">22437 8731 0,'0'0'0,"0"-17"16,-18-1-1,18 0 1,0 1 0,0 34 15,0 1-15,0 35-1,0-18-15,0 53 16,0 53-1,-18 1 1,18-19 0,0-35-1,0-35 17,0-35-32,18-1 31,-18-34 16,0-1-47,0 1 15,0-54 1,0 36 0,0 17-16,0-17 15,0 0 1,18 17-1,-36 53 17,0-17-32,18-1 15</inkml:trace>
  <inkml:trace contextRef="#ctx0" brushRef="#br0" timeOffset="39182.28">21449 9772 0,'18'0'15,"-18"18"48,0-1-47,0 1-16,-18 35 15,0-18-15,18 36 16,-17 87-1,-1-17 1,0-35 15,18-53-15,0 0 0,36-35-1</inkml:trace>
  <inkml:trace contextRef="#ctx0" brushRef="#br0" timeOffset="44487.31">22278 9966 0,'0'-18'16,"0"1"-1,-18 17-15,-17-36 16,17 19-1,1-1 1,-1 18 0,18-18-1,0 36 17,0 0-32,18 35 31,-1 35-16,1 53 1,0 53 0,-1-70-1,19 70 1,-1-18 0,18-35-1,-36-88 1,1-35-16,-18-1 15,-18-17 1</inkml:trace>
  <inkml:trace contextRef="#ctx0" brushRef="#br0" timeOffset="44954.67">22102 10901 0,'0'0'0,"17"-35"15,-17 17-15,18-35 16,-18 18 0,0 17-1,17 71 16,19 53-15,-1-18 0,-17-53-16,35 36 15,35 17 1,0-35 15,-18-71-15,19-35-1,-36-35 1,35-53 0,-35 53-1,-53 70 1,0 54 0,-18 52-1,0-53-15</inkml:trace>
  <inkml:trace contextRef="#ctx0" brushRef="#br0" timeOffset="45488.2">21978 11853 0,'0'0'0,"0"-17"15,18-19 1,-18 1-1,0 18 1,0 34 0,0 18-1,0 71 1,17 53 0,19-18-1,-19-53 1,1-17-1,-36-36 1</inkml:trace>
  <inkml:trace contextRef="#ctx0" brushRef="#br0" timeOffset="46022.03">21855 11924 0,'0'0'0,"-18"-18"16,-17-17-1,17 0 1,18-1 0,35-16-1,54 16 1,-19 1 0,71 53-1,-17 35 1,-89 52-1,-70 36 1,-1-70 0,-52 0-1,18-71 17,17-18-17,53 0 1,17 1-1,54 17 1,35 17 0,0 71-1,-54-35 1,-16 36 0,-54-19-1,-88-35 1,-35-17-1,53-36 1,17-17 0,54 17-1</inkml:trace>
  <inkml:trace contextRef="#ctx0" brushRef="#br0" timeOffset="46455.84">22525 11977 0,'0'0'0,"0"-53"16,0-18 0,0 36-1,17 53 16,1-1-15,-18 19-16,35 52 16,-17 53 15,0-53-15,-1 36-1,-17-36 1,36-53-1,-1-17 1,-17-1-16,52-17 16,54-35-1,-1 0 1,-35-18 0,-70 18-1</inkml:trace>
  <inkml:trace contextRef="#ctx0" brushRef="#br0" timeOffset="46988.99">23195 11871 0,'-17'18'0,"34"-54"0,-17 54 0,0-71 16,0 35 0,0 1-16,0-1 15,0 1 1,-17 17 15,17 17-31,-36 1 16,-34 17 15,-1 36-15,18 17-1,53-18 1,18 36-1,52 18 1,1-89 0,0-35-1,70-53 1,-36-70 0,-69-19-1,-107 19 1,-17 70-1,-106 71 1</inkml:trace>
  <inkml:trace contextRef="#ctx0" brushRef="#br0" timeOffset="53951.09">23918 11800 0,'0'0'0,"18"0"0,0-35 32,-18 18-17,0-1 1,-18-17 0,18-1-1,-35 19 1,-1-1-1,1 18 1,0 18 0,0 17-1,-1 18 1,19-18 0,-1 0-16,0 1 15,-17 70 1,35 35 15,18-18-15,52 1-1,-34-72 1,69-16 0,1-36-1,-53-18-15</inkml:trace>
  <inkml:trace contextRef="#ctx0" brushRef="#br0" timeOffset="54417.37">24289 11748 0,'0'0'0,"17"-36"15,-17 19 1,18-1-1,-18 0 1,0 1 0,18 17-1,-18 17 1,17 36 0,1 18-1,-18 52 1,0-35 15,0 54-15,18-37-1,-18-52 1</inkml:trace>
  <inkml:trace contextRef="#ctx0" brushRef="#br0" timeOffset="55457.3">24659 11783 0,'0'0'0,"18"0"15,-1-18 1,1 1 0,-18 34 31,0 1-47,-18-18 15,-17 35 1,18-17-16,-36 35 15,-18 17 1,18-17 0,18-18-1,17-35 1,1 18 0,-1-18-1,0 0 16,1 0-15,34 0 172,1 18-173,0-1-15,-1-17 16,19 18-1,-19 0-15,36 17 16,35 35 0,-35 1-1,-18-36 1,1 0 0,-19-17-1</inkml:trace>
  <inkml:trace contextRef="#ctx0" brushRef="#br0" timeOffset="55907.96">24871 11889 0,'0'0'15,"0"-18"-15,0 0 0,0 1 16,0-1 0,17 18-1,-17 18 16,18 17-15,0 36 15,-18 34-15,17-34 0,-17-36-16,18 36 15,0-18 1,17-36-1,18-17 1,0-17 0,17-19-1,-52 19-15</inkml:trace>
  <inkml:trace contextRef="#ctx0" brushRef="#br0" timeOffset="56108.45">24800 12171 0,'0'0'16,"18"-35"0,0 17-1,70-17 1,-35 17-1,-18 0-15,35 18 16</inkml:trace>
  <inkml:trace contextRef="#ctx0" brushRef="#br0" timeOffset="56324.75">24800 11906 0,'0'0'0,"-17"-17"16,34-1-1,1 18 1,70-18 0,18 18-1,-71-17-15</inkml:trace>
  <inkml:trace contextRef="#ctx0" brushRef="#br0" timeOffset="56709.99">25382 11765 0,'0'-53'32,"0"36"-17,0 34 1,0 1-1,0 52 1,0 19 0,0-54-16,0 71 15,18 17 1,0-35 0,-1-35-1,-17-35 1</inkml:trace>
  <inkml:trace contextRef="#ctx0" brushRef="#br0" timeOffset="57075.93">25206 11818 0,'0'0'0,"0"-18"15,0-17 1,18 18-16,-1-19 16,19 19-1,-1-1 1,53 36 0,-17-1-1,70 19 16,0 34-15,-53 1 0,-70-1-1,-124 89 1,0-89 0,-70 19-1,70-36 1</inkml:trace>
  <inkml:trace contextRef="#ctx0" brushRef="#br0" timeOffset="60478.71">11994 6914 0,'0'-17'15,"0"-1"1,-17 1 0,17-1-1,0 0 1,-18 1-1,18 34 48,0 1-63,0 0 16,0-1-1,0 54 1,0-18-1,18 0-15,-1 35 16,19 106 0,-19 17-1,-17 1 1,-17-88 0,-1 34-1,0-52 1,18-35-1,0-36 1,0-17 0,18-18-1,0 0 32,-18-18-16</inkml:trace>
  <inkml:trace contextRef="#ctx0" brushRef="#br0" timeOffset="61145.96">11624 7990 0,'0'0'0,"0"-17"0,0-1 31,0 1-16,18 17 17,-1 17-17,36 1 1,18 35 0,-18 0-1,-18-18-15,0 35 16,36 19-1,-1-19 1,-17-17 0,-35-18 15,0-35-31,-1 0 16,18-17-1,18-54 1,0-35-1,-35 36 1,17-36 0,-35 35-1,0 36 1,0 53 15,18-18-15,-18 17-1,0 1 1,-18-18 15</inkml:trace>
  <inkml:trace contextRef="#ctx0" brushRef="#br0" timeOffset="61814.31">11642 8026 0,'-18'0'32,"36"0"15,-1 0-32,1 0 1,53 17-1,52-17 1,-17 18 0,-53-18-16,53 0 15,-1 0 1,-52 18 0,-35-18-1,-53 0 1,-36 0-1,1 17 1,17-17 0,35 18 15,0-18-15,54 0 15,-1 0-16,0 0 1,-17 0-16,17 0 16,0 0-1,-35 18 1,-35-18 15</inkml:trace>
  <inkml:trace contextRef="#ctx0" brushRef="#br0" timeOffset="63766.43">11589 9031 0,'-18'-53'31,"18"36"-31,0-1 16,18 18-1,-18 18 1,0 17-1,-18 35 1,0 19 15,1-54-31,-1 71 16,18 88 0,0-18-1,53-17 1,-35-89-1,17-17 1,-53-53 0,1-17-16</inkml:trace>
  <inkml:trace contextRef="#ctx0" brushRef="#br0" timeOffset="65168.03">11448 9049 0,'0'-18'31,"-18"18"-15,18-18-1,18 18 1,-18-17 0,17 17-16,1-18 31,0 18-15,17-17 15,0-1-31,18 0 15,-18 18 17,18-17-17,0 17 1,-18 0 0,1 35-1,-1-17 1,0 34-1,-17 19 1,-36-18 0,1-18-1,-36 18 1,-53-18 0,-35-17-1,0 0 1,88-18 15,17 0-31,1-18 16,18 18-1,34-18 1,18 1 0,1 17-1,17-18 1,35 1-1,-18 34 1,-17 1 0,18 35-1,-1 17 1,1 18 0,-18-17-1,-18-18 16,0 0-15,1-18 0,-36-17-1</inkml:trace>
  <inkml:trace contextRef="#ctx0" brushRef="#br0" timeOffset="65602.92">12206 9155 0,'0'0'0,"0"-18"0,0-17 16,0 17-1,-18 0 1,18 36 31,0 17-31,18 54-1,-18 16 1,0-16-1,0-54-15,0 18 16,18 17 0,-1-34-1,19-19 1,-1-34 0,35-1 15,-17-17-16,-35-1 1</inkml:trace>
  <inkml:trace contextRef="#ctx0" brushRef="#br0" timeOffset="65835.98">12206 9419 0,'0'0'0,"-18"0"16,18-17 0,18 17-1,17-18 1,54-17 0,-1 17-1,-71 0 1</inkml:trace>
  <inkml:trace contextRef="#ctx0" brushRef="#br0" timeOffset="66052.32">12312 9208 0,'0'0'15,"-18"0"-15,-17-18 16,35-17-1,18-1 1,17 1 0,35 0-1,36 17 1,-53 18 0</inkml:trace>
  <inkml:trace contextRef="#ctx0" brushRef="#br0" timeOffset="66654.92">12947 9049 0,'0'-18'0,"0"-17"16,0 0 0,-18 35-1,1 52 1,-19 1 0,1 36 15,0 16-16,17-16 1,1-36 0,17-36-1,-18-17 17,0-70-17,1-1 1,17 36-16,0-53 15,17-36 1,36 71 0,-18 36-1,1 34 1,52 71 15,-17 36-15,-1-1-1,1-17 1,-36-53 0,0 0-1,-17-35 1</inkml:trace>
  <inkml:trace contextRef="#ctx0" brushRef="#br0" timeOffset="66853">12718 9313 0,'0'0'0,"-53"0"31,70 0-15,1-17-16,70-19 31,18 19-16,-53-1-15,53 1 0</inkml:trace>
  <inkml:trace contextRef="#ctx0" brushRef="#br0" timeOffset="67503.64">13335 9066 0,'0'0'16,"0"-17"-16,0-1 0,0-35 15,0 18 1,18 53 15,-18 17-15,0 53-1,0 36 1,17 17 0,1-71-1,17 1 1,-17-54 0,-53-52 15,17 17-31,-17-52 15,-54-36 1,37 18 0,16 17-1,36 36 17,0 17-32,18 1 15,35-36 1,17 35-1,54 18 1,-54 18 0,36 52-1,-35 1 1,-54 17 0,-34-17-1,-1-36-15,-35 18 16,-35 17-1,0-34 1,70-36 0</inkml:trace>
  <inkml:trace contextRef="#ctx0" brushRef="#br0" timeOffset="67987.95">13741 8978 0,'0'0'0,"0"-17"0,0-1 15,0-17 1,0 17 0,17 18-1,19 18 1,34 35-1,18-1 1,-35-16 0,35 17-1,-17-18 17,-18-53-17,-35-17 1,-18 0-16,0-18 15,0-53 1,-36 53 0,1 106-1,0 18 1,-1 87 0,36 36-1,36-17 1,-36-71-1,0-71-15,-18 0 16</inkml:trace>
  <inkml:trace contextRef="#ctx0" brushRef="#br0" timeOffset="115772.08">17657 7726 0,'17'-18'0,"-17"1"16,-17 52-16,69-106 15,-34 54 1,0 17 0,-1 0-16,1 17 15,35 19 1,0 34 0,0 1-1,17 35 1,-17 17-1,18-17 1,-54-53 0,1 0-1</inkml:trace>
  <inkml:trace contextRef="#ctx0" brushRef="#br0" timeOffset="116222.54">18098 7955 0,'0'0'0,"0"-35"16,0-18-1,0 35 1,17 36 31,1 0-31,-18-1-1,17-17-15,36 36 16,0 16-1,18 1 1,-18 0 0,-53-17-1,-18 16 1,-88-16 0,-17-1-1,-18 0 1,105-35-1</inkml:trace>
  <inkml:trace contextRef="#ctx0" brushRef="#br0" timeOffset="125094.33">9225 11765 0,'0'0'16,"-17"-17"-16,-54-36 15,18 17 1,-35-17-1,0 36 1,17 52 0,36 53-1,52-35 1,72 53 0,52-35-1,18 17 16,-89-53-15,-35-17-16,-17 17 16,-36 35-1,-70 19 1,-71-1 0,54-53-1,16 0 1,72-88-1</inkml:trace>
  <inkml:trace contextRef="#ctx0" brushRef="#br0" timeOffset="125777.8">9666 11924 0,'0'0'0,"0"18"16,-18-1-1,18 1-15,18 17 16,17 0 0,54-17-1,16-71 1,-16 0-1,-19-35 1,-70 17 0,-88 19-1,-53 69 1,35 18 15,0 71-15,89 0-1,34 18 1,36-54 0,71 18-1,52-70 1</inkml:trace>
  <inkml:trace contextRef="#ctx0" brushRef="#br0" timeOffset="126294.9">10160 11889 0,'0'0'0,"-35"0"0,-18-18 31,35-17-15,36-1-1,17 1 1,71 18 0,0 17-1,0 88 1,-71 0 0,-35 53-1,-18-35 1,-17-53-1,0-53 1,-18-53 0,0-53-1,35-17 1,53 17 15,54 35-15,-19 54-1,71 34 1,-17 36 0,-54 35-1,-52-17 1,-18-18-16</inkml:trace>
  <inkml:trace contextRef="#ctx0" brushRef="#br0" timeOffset="126711.92">11024 11571 0,'0'0'0,"18"-53"0,-18 0 16,0 18 0,0 53-1,0-1 1,18 107-1,34 35 1,1-54 0,-35-52-16,53 18 15,52-18 1,-52-53 0,-54-88-1,-70-1 1,-52 1-1,-37 53 1,37 105 0,87 54-1,18-54 1,70 36 15,36-88-15,0-36-16</inkml:trace>
  <inkml:trace contextRef="#ctx0" brushRef="#br0" timeOffset="131837.28">11430 13088 0,'0'0'16,"53"-18"-1,-35 18-15,34 0 16,-52-17 0,18-1-1,0 18 1,52 71-1,36 35 1,53 52 0,35 19-1,-53-72 1,35 19 0,-87-53 15,-72-36-31</inkml:trace>
  <inkml:trace contextRef="#ctx0" brushRef="#br0" timeOffset="132287.74">12153 13476 0,'0'0'0,"18"-35"15,-18-18 1,35 18 0,-17 17-1,17 18 1,0 18 15,18 17-15,-18 0-1,18 18 1,18 18 0,17-18-1,-17 17 1,-36-35 0,-17 1-1,-36-1 1,-88 18-1,18-35 1,-88 17 0,17 0-1,106-35 1</inkml:trace>
  <inkml:trace contextRef="#ctx0" brushRef="#br0" timeOffset="133356.04">14605 13635 0,'0'0'15,"0"-18"-15,0 1 0,0-54 32,-35 0-17,-36 36 1,-17 35-1,-35 71 1,-19 35 0,72 35-1,70-53 1,70 18 0,89-36-1,70-34 1,-35-1-1,-105 0 1,-54 18 0,-106 35 15,-70-17-15,-35-18-1,105-53 1,36-53-1,88-35 1</inkml:trace>
  <inkml:trace contextRef="#ctx0" brushRef="#br0" timeOffset="133655.41">15081 13952 0,'0'0'0,"18"0"0,0-17 0,-1-1 15,-17-17 1,-35-18 0,-18 35 15,18 18-15,-54 53-1,37 35 1,34 1-1,71-19 1,17-52 0,36-1-1,-70-34-15</inkml:trace>
  <inkml:trace contextRef="#ctx0" brushRef="#br0" timeOffset="134122.51">15169 13406 0,'0'0'0,"-17"-18"0,-1 0 31,1 18-31,17-17 16,0 34-1,35 54 1,18-1-1,35 89 1,0 0 0,-17-36-1,-36-52 1,-17-18 0,-36-18-1,-53-53 1,-34-34-1,52-1 1,17 35-16,1-35 16,35-17 15,71 52-15,34 36-1,-16-1 1,52 36-1,-35 35 1,-53-35-16</inkml:trace>
  <inkml:trace contextRef="#ctx0" brushRef="#br0" timeOffset="134658.47">16210 13758 0,'0'0'15,"0"-17"-15,-18-1 16,18 0 0,0 1-16,-17 17 15,17-18 1,0 36-1,0 17 1,17 18 0,1-18-1,35-17 1,35 0 0,-17-54-1,-36-17 1,-35 36-16,0-54 15,-35 1 1,-36 17 15,-35 70-15,53 1 0,-35 52-1,53 1 1,70 0-1,1-18 1,-19-36-16,54 36 16,35 0-1,-18-35 1</inkml:trace>
  <inkml:trace contextRef="#ctx0" brushRef="#br0" timeOffset="159490.26">17180 13723 0,'18'0'0,"-36"0"0,54 18 0,-19-18 32,1-18-17,-18 0-15,-18-17 16,-17-35-1,-53 17 1,17 0 0,36 53-1,-18 17 1,18 19 0,17-1-1,18 0 1,-18 0-1,36 18 1,0-17 0,17-19-1,0 1 17,18 0-17,-35-18 1,-1 0 15,1 17-15,17 1-1,18-18 1,0 0 0,-18-18-1,-17 1-15,17-1 16,-17-53-1,-36 1 1</inkml:trace>
  <inkml:trace contextRef="#ctx0" brushRef="#br0" timeOffset="159838.84">16969 13018 0,'0'0'0,"17"0"47,-17 17-47,18-17 16,-18 18-16,53 70 15,35 53 17,-17-17-17,-36-72-15,18 54 16,17 35-1</inkml:trace>
  <inkml:trace contextRef="#ctx0" brushRef="#br0" timeOffset="160222.91">17515 13494 0,'-17'-18'0,"34"36"0,-52-54 16,35 19-1,0 34 17,18 1-17,17 35 1,36 35-1,17-35 1,-18-35 0,-52-18-16,35-18 15,0-70 1,-53-36 0,-35-17-1,-1 88 1,36 36-16</inkml:trace>
  <inkml:trace contextRef="#ctx0" brushRef="#br0" timeOffset="161107.72">17851 13106 0,'0'0'0,"-36"-71"15,-17 18 1,18 0 0,35 36-1,18 17 1,35 35 0,-36 0-16,54 36 15,17 70 1,-17 35-1,-1-17 1,-17-88 0,35 17 15,18-71-15,-18-34-1,-17-71 1,-54-1-1,-34-87 1,-54 35 0,18 123-1,0 89 1,36-1 0,-1 71-1,53-17 1,1-71-1,-1-18-15,36-17 16,52-18 0,18-53 15,-70-53-15,-89-53-1,-35 53 1,-88-17-1,0 70 1,53 35 0,70 18-1,36-17 1,88-18 0,52 35-1,-17 52 1,-70 19 15,-18 52-15,-53 36-1,-35-18 1,17-70 0,18-1-1,53-17 1,35-70-1,-53-1-15</inkml:trace>
  <inkml:trace contextRef="#ctx0" brushRef="#br0" timeOffset="-212458.72">25382 7126 0,'0'0'0,"-17"0"16,-19-18 15,19 18-15,-18 0-1,17 18 1,0-18 0,1 0-1,34 0 1,54 0 0,17-18-1,-17 18-15,70-35 16,70 18-1,-34-19 1,-71 19 0,-159 17 15</inkml:trace>
  <inkml:trace contextRef="#ctx0" brushRef="#br0" timeOffset="-212024.61">25365 6967 0,'35'-35'31,"-35"17"-15,0 36 31,0 0-32,-18-18-15,-35 70 32,1-17-17,-1-18 1,35-17-16,0 0 15,1-18 1,34 17 15,19 1-15,34 0 0,-17 17-1,0-17 1,-35-1-1</inkml:trace>
  <inkml:trace contextRef="#ctx0" brushRef="#br0" timeOffset="-211440.28">25382 6967 0,'0'0'0,"0"-17"0,0-1 15,0 0 17,0 36-17,18 0 1,-18 17-1,18 36 1,-1-1 0,1-35-1,0-35 17,-18-17-17,17-36 1,-17 0-1,0 0 1,0 35 0,-17 18-1,-1 36 1,-17 17 0,17-18-1,18 18 1,18-53-1,-1 0 1,-17-18 0,0 0-16,0-17 31,-35 0-15,-36 17-1</inkml:trace>
  <inkml:trace contextRef="#ctx0" brushRef="#br0" timeOffset="-191720.87">24783 8202 0,'-36'-53'31,"36"36"-31,-17 17 32,17-18-17,0 36 17,0-1-17,0 36 1,0 88-1,0 0 1,0 106 0,17 18-1,19 17 1,17-53 0,-36-88-1,1-88 1,17 36-1,-35-54-15,18 18 16,-1-36 0,-34-17-1</inkml:trace>
  <inkml:trace contextRef="#ctx0" brushRef="#br0" timeOffset="-191237.07">23901 8749 0,'0'0'0,"17"-18"15,-17-17 1,-17 35 0,-1 0-1,18 35 1,-18 124 15,18-36-31,0 54 31,0-89-15,18-53-16,-18 18 16,0-35-1</inkml:trace>
  <inkml:trace contextRef="#ctx0" brushRef="#br0" timeOffset="-191002.55">23566 8961 0,'0'0'0,"0"-18"0,0 0 15,0 1-15,0-1 16,35-17 0,53-1 15,0 19-16,71-18 1,0-1 0</inkml:trace>
  <inkml:trace contextRef="#ctx0" brushRef="#br0" timeOffset="-190251.99">24465 8784 0,'18'0'16,"-1"0"-1,-17-17 1,18 17-1,-18 17 1,-18 1 0,-17-1-1,0 1 1,-53 17 0,-1-17-1,1 0 16,53-36-15,17 0-16,18 1 16,18-36-1,53 0 1,34 18 0,-16 35-1,-54 17-15,0 54 16,-35 52-1,-70 54 1,-54-54 0,71-70-1,0 0 1,71-35 0,52-18 15,72-36-16,-37 1 1,-69 17-16</inkml:trace>
  <inkml:trace contextRef="#ctx0" brushRef="#br0" timeOffset="-188500.01">11448 6121 0,'0'0'0,"-36"0"0,-34-36 31,52 19-15,18-1 15,18 18-31,-1 0 16,19-18-1,-1 18 1,0 0-16,18 18 16,88 17-1,0 54 1,18 34-1,-53-52 1,-71-36-16,53 35 16,36 19-1,-54-36 17,-17-36-17,-35 1 1,0-36-1,-36 1 1,0-1-16</inkml:trace>
  <inkml:trace contextRef="#ctx0" brushRef="#br0" timeOffset="-187798.88">12453 5768 0,'0'0'16,"18"-18"-16,-36 18 46,18 18-46,-35-18 16,-18 35 0,0 0-1,35-17 1,-52 53 0,-54 87-1,-52 54 1,17 0-1,89-106 1,-19 35 0,19-53-1,35-18 1,-1-52 0,19 0-1,-1-18 1,36-18 78,-1 18-94,1-18 15,17 1-15</inkml:trace>
  <inkml:trace contextRef="#ctx0" brushRef="#br0" timeOffset="-166359.12">21590 8749 0,'0'0'16,"-18"0"-16,1 0 16,-1-18-1,18 1 16,18 17 1,-18-18-17,17 18 17,-17 18-17,18-1 1,17 1-1,18 17 1,18 18 0,-1-18-1,1 18 1,-1-17 0,36 16-1,18 1 1,-1 18-1,-35-18 1,-52-35-16,34 17 16,18-18-1,-17 1 1,-36-18 15,-17 0-15,-36-18-1,-35 1 1,0-1 0,18 1-1</inkml:trace>
  <inkml:trace contextRef="#ctx0" brushRef="#br0" timeOffset="-165474.93">22472 8449 0,'0'-18'0,"18"18"0,-1-17 15,1-1 1,-1 0 0,-34 36 62,17 0-78,-18-1 15,1 19 1,-36 52 0,-36 18-1,1 35 1,18-35 0,34-71-16,-52 71 15,-35 53 1,17-18-1,0 0 1,53-71 0,0 1-1,18-1 1,17-34 15,18-19 0,-17-17-15,-1 0 0,0 18-1,1-18 1,17 18 0,-18-18-1,18-18 16,18 18-31,-1 0 16,1-18 0,35 1-1</inkml:trace>
  <inkml:trace contextRef="#ctx0" brushRef="#br0" timeOffset="-163623.25">9737 5733 0,'-18'-18'15,"-17"18"1,-1-18 15,1 18-15,35 18 46,0 0-62,0-1 16,18 19 0,-18-1-16,17 35 15,1 107 1,17 52 0,-17 18-1,0-106 1,-18-88-16,17 71 15,19 17 1,-19-53 15,1-35-15,-18-36 0,-18-34 30</inkml:trace>
  <inkml:trace contextRef="#ctx0" brushRef="#br0" timeOffset="-163121.81">10248 6085 0,'0'0'15,"-17"-17"-15,17-1 16,0 36 31,0-1-32,0 1-15,0 35 16,0-18 0,17 53-1,-17 89 1,18-18 0,-1-71-1,1 0 1,0-35-1,-18-35 1,-18-18 0</inkml:trace>
  <inkml:trace contextRef="#ctx0" brushRef="#br0" timeOffset="-162655.91">9948 6262 0,'0'0'0,"0"-18"15,-17 1 1,17-1 0,0 0 15,17 18 0,1 0-15,88-35-1,70-36 1,1 18 0,-89 36-1,-53 17-15,0-18 16,1 18-1,-36 18 17,0-1-17,-18 1 1,0 0 0,1-18 15</inkml:trace>
  <inkml:trace contextRef="#ctx0" brushRef="#br0" timeOffset="-161370.02">10601 6332 0,'0'0'0,"0"-17"16,0-1-1,0 0 1,0 1 0,0-1 30,0 1-30,0 34 47,0 1-63,0 35 15,0 0 1,0 0-1,0 17 1,0 54 0,0-1-1,0-52 1,0-18 0,0-18-1,18 0 1,-18-53 31,-18 18-47,18-35 15,-35-35 1,17-1 0,18 36-16,-18-71 31,18 35-31,18 18 31,0 18-15,-18 18-1,17 17 17,-17 17-17,18 1 1,-18-1-16,0 19 15,18 34 1,-18 19 0,0-1-1,17-53 1,-17-17 0,18-54 15,0-87 0,-18 17-15,17 53-16,-17-17 15,0-19 1,0 107 15,0 0-31,0 17 16,0 35-1,18 1 1,-18-36 0</inkml:trace>
  <inkml:trace contextRef="#ctx0" brushRef="#br0" timeOffset="-158266.72">10707 6297 0,'0'-18'16,"-18"1"0,18-1 15,-17 18-31,17-17 16,-18-1 15,18 0-16,0 1 1,-18 17 0,18 17 15,0 1-15,18-18-1,-18 18 32,0-1-16,0 18-31,0 18 16,0 0 15,0-17-31,18-1 16,-1 18-1,-17-18 1</inkml:trace>
  <inkml:trace contextRef="#ctx0" brushRef="#br0" timeOffset="-149380.29">24324 9719 0,'-35'0'15,"70"0"1,-17 0-16,-1 18 31,1-18-31,-18 17 16,0 1-1,18-18 17,-1 18 30,-17-1-46,18-17-1,-18 18-15,18-18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2-19T10:01:13.6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19738 7708 0,'0'0'0,"0"-17"16,0 34 31,0 1-32,0-1 1,-18 72 0,-17 34-1,35 54 1,0-1 0,0 106-1,35-17 1,36-89-1,-36-123 1,-35-35-16,18-18 16</inkml:trace>
  <inkml:trace contextRef="#ctx0" brushRef="#br0" timeOffset="2202.92">19368 7532 0,'-36'0'0,"72"0"0,-160-35 31,89 35-31,-1-18 15,19 0 1,70 18 15,-36 0-31,54 0 16,70-17 0,124-1-1,-18-17 1,246-18-1,72-18 1,35 1 0,-195 34-1,177-17 1,-17 1 15,-18-19-15,17 0-1,-193 19 1,158-1 0,-141-18-1,-159 18 1,-88 0 0,-17 36-1,105-19 1,71 19-1,-53 17 1,-124 0 0,1 0-1,-1 17 1,54 1 0,-36-18 15,-53 0-31,53 18 15,53-18 1,-71 17 0,-17-17-1,-17 0 1,69-17 0,36 17-1,18 0 1,0 0-1,-89 0 1,1 0 0,-54 0-1,1 17 1,-18-17 15,-18 0-31,18 18 16,-18-18-1,-17 18 1,-18-1 31,0 1-31,0 17-1,-18 18 1,18-18-16,-18 36 15,-17 35 1,0 35 0,0 35-1,-1-52 1,19 70 15,34-18-15,19-52-1,-1-19 1,-17-52 0,-18 18-1,17-18 1,-17 0 0,18-36-1,-18 1 1,0 0-1,-18-18 1,-17 0 15,-53-18-15,-1 18 0,-140 0-1,-71 35 1,-105 0-1,105 18 1,141-17-16,-176 17 16,-212 52-1,-106 19 1,177-36 0,-212 36-1,159-19 1,141-34-1,176-53 1,107-1-16,-125 1 16,-211 0-1,0 17 1,53-18 15,212 1-15,17-18-1,53 18 1,-35-1 0,35-17-1,-141 36 1,0-1 0,18-17-1,17-1 1,89-17-1,-89 0 1,36 0 0,35 0 15,70 0-15,54 0-1,-19 0 1,19 0-1,-19 0 1,-17 0 0,36 0-1,-1 0 1,1 0 0</inkml:trace>
  <inkml:trace contextRef="#ctx0" brushRef="#br0" timeOffset="2953.27">21396 7620 0,'0'0'0,"0"-18"16,0-17-1,0 53 63,0-1-78,0 19 16,0 17 0,0 35-1,0-35-15,18 70 16,35 106-1,35 54 1,18 17 0,-18-106-1,35 35 1,-35-70 0,-52-89-1</inkml:trace>
  <inkml:trace contextRef="#ctx0" brushRef="#br0" timeOffset="3688.2">23160 7461 0,'0'0'0,"0"-17"0,-35-19 15,35 19-15,-18-1 16,-17 0-1,35 36 17,0 70-1,17 71-15,1-36-1,-18-34-15,35 52 16,18 123-1,35 1 1,-17-18 0,17-53-1,-35-106 1,0 0 0,-53-70-16</inkml:trace>
  <inkml:trace contextRef="#ctx0" brushRef="#br0" timeOffset="4388.28">25135 7214 0,'0'0'0,"0"-17"16,0-1-16,18 0 15,-18 1 1,-18 17 15,1 0-15,-1 53-1,18 52 1,0 1 15,0-53-31,18 88 16,17 71 0,18 17-1,-18-70 1,36 53-1,-18-54 1,-36-87 0,1-53-1</inkml:trace>
  <inkml:trace contextRef="#ctx0" brushRef="#br0" timeOffset="5008.29">27023 6879 0,'0'0'0,"17"0"16,-17 18 46,0-1-62,0 1 16,18 70-1,-18 36 1,18-54-16,-1 89 16,19 123-1,-1-35 1,18-35 0,-18-106-1,-17-71-15,17 53 16,0-17 15,-35-54-15,-17-34-1</inkml:trace>
  <inkml:trace contextRef="#ctx0" brushRef="#br0" timeOffset="5841.36">28205 6862 0,'0'0'0,"0"-18"0,0 0 15,0-17 1,0 53 47,0-1-63,0 19 15,-18 69 1,18 72 15,18 70-15,-18 17-1,0-87 1,0-107-16,0 54 16,17 17-1,-17-53 1,0-35-1</inkml:trace>
  <inkml:trace contextRef="#ctx0" brushRef="#br0" timeOffset="12431.64">6385 10777 0,'0'0'0,"0"-17"15,0 34 1,0 1 0,0 35-1,36 70 1,-1 71-1,-18-35 1,1-88 0,0 70-1,-1 0 1,-17-53 0</inkml:trace>
  <inkml:trace contextRef="#ctx0" brushRef="#br0" timeOffset="12664.47">6068 11130 0,'0'0'0,"-106"-88"31,106 70-15,0 1-16,53-1 15,88-17 17,71-1-17,17-16 1,-88 16-16</inkml:trace>
  <inkml:trace contextRef="#ctx0" brushRef="#br0" timeOffset="12931.19">7003 10724 0,'0'0'0,"-18"0"16,-17-17 0,52 17-1,1 35 1,17 89-1,36 52 17,-1 18-17,-17-88 1,-35-53-16,0 35 16,-1-70-16</inkml:trace>
  <inkml:trace contextRef="#ctx0" brushRef="#br0" timeOffset="15133.57">8431 6862 0,'0'-53'0,"0"106"0,-17-177 16,-1 89-16,0-36 15,-17 18 1,35 36-1,0 52 1,18 53 0,-1 124-1,-17-36 1,0 159 0,-17-17-1,-1-71 16,1-106-15,17-88 0,0-36-16</inkml:trace>
  <inkml:trace contextRef="#ctx0" brushRef="#br0" timeOffset="16331.3">8114 6562 0,'0'0'0,"0"-18"0,0-17 16,-18-1-1,1 19 1,70 17 15,70 0-15,18 0 0,-53 0-16,142 0 15,193-18 1,88-17-1,89 17 1,-176 18 0,-195 0-16,212-17 15,176-1 1,-105-17 15,-265 35-15,-159-18-16,53 18 15,-35 0 1,-36 0 0,19 0-1,16-18 1,72 1 0,17-1-1,-18 18 1,-70 0-1,0 0 1,-53 0 0,-53 18-1,0-1 32,0 1-31,17 17-1,1 36 1,17 17 0,-35-53-16,36 54 15,-36 69 1,0 36 0,-18 36-1,0-54 1,1 89-1,-1-89 1,0-52 0,-17-89-1,-35-35 1,-124-18 15,-195-17-15,-228 0-1,106 17 1,228 18-16,-316 0 16,-371 18-1,88-1 1,158 1 0,389-18-1,71 0 1,175-18-1,89 36 95</inkml:trace>
  <inkml:trace contextRef="#ctx0" brushRef="#br0" timeOffset="17202.96">11942 6668 0,'35'-36'32,"-35"19"-32,17-19 15,1 1 1,-18 17 0,18 18-1,-18 18 48,0 0-48,-18-1-15,18 54 16,-18 70 15,1 53-15,-1-53-1,18-53-15,-17 71 16,34 53 0,18-54-1,1-69 1,-19-72 0,-34-17-1,-1-17-15</inkml:trace>
  <inkml:trace contextRef="#ctx0" brushRef="#br0" timeOffset="17570.09">12541 6862 0,'18'-18'0,"-36"36"16,36-54-16,0 19 0,-1-1 16,1 18-1,-1 35 16,-17-17-31,18 52 16,-18-34 0,0 70-16,0 70 31,18-35-15,-18-35-1</inkml:trace>
  <inkml:trace contextRef="#ctx0" brushRef="#br0" timeOffset="17837.59">12471 6897 0,'0'0'0,"-53"-18"15,35 1 1,18-1-1,35 0 1,54 1 0,-1-1 15,106 18-15,-18-18-1,-105 18 1</inkml:trace>
  <inkml:trace contextRef="#ctx0" brushRef="#br0" timeOffset="18522.43">13264 6914 0,'-17'-17'0,"17"-1"32,17 1-17,19 17 1,-1 0-1,-17 0-15,17 0 16,0 0 0,-35 35-1,0-18 1,-53 36 0,-35-17-1,-18-19 1,18-34-1,53-1 1,17-35 0,18 0 15,35 36-15,54 34-1,-19 18 1,1 71-1,-71 35 1,-106 53 0,18-88-1,-36 0 1,89-53 0,53-18-1,87-52 1,19-1-1,88-17 1,-54-1 0,-122 36 15</inkml:trace>
  <inkml:trace contextRef="#ctx0" brushRef="#br0" timeOffset="33018.96">7020 10283 0,'0'0'0,"-17"0"15,-1 18 1,18-36 47,0 1-48,0-1 1,0 1-16,0-1 15,-18 0 1,18 1 0,18-1-1,-18 0-15,18 1 16,17-36 0,0 18-1,0-18 1,-17 0-1,17-53 1,36-18 15,17 1-15,0 35 0,-35 52-16,35-52 15,36-18 1,-18 18-1,-18 18 1,-35 34 0,-18 1-1,18 0 1,-18 0 0,1 17-1,-19 0 1,54 1-1,-1-36 17,1 17-17,-36 19 1,0-1 0,-17 1 15,0 17-16,-18-18 1,-18 36 15</inkml:trace>
  <inkml:trace contextRef="#ctx0" brushRef="#br0" timeOffset="33414.21">8096 8714 0,'0'0'0,"-17"0"0,-1-18 15,0 0 1,-17 1-1,35-1 1,35 18 0,36 18-1,35-1 1,70-17 0,-35 18-1,-53 0 1,-70-1-1,-18 1 1,-53 35 0,-35 35-1,-36 18 1,89-71-16</inkml:trace>
  <inkml:trace contextRef="#ctx0" brushRef="#br0" timeOffset="34231.4">9878 6703 0,'0'0'15,"0"-18"-15,17 18 16,1-17 0,-18-1-1,0 36 17,-18-1-17,1 89 1,17-18-1,0-17 1,0 70 0,0 106-1,17 0 1,1-71 0,17-52-1,-17-89 1,-18 0-1,-18-52 1</inkml:trace>
  <inkml:trace contextRef="#ctx0" brushRef="#br0" timeOffset="34700.18">9243 6932 0,'0'0'0,"-18"-35"15,36 17 1,-1 18 0,-17 18 15,0-1-16,18 36 1,0 88 0,-18-17-1,0-71-15,0 70 16,-18 18 0,0-70-1,18-71 1</inkml:trace>
  <inkml:trace contextRef="#ctx0" brushRef="#br0" timeOffset="35132.67">9049 6914 0,'0'0'0,"-18"-17"0,18-1 15,-18 18 1,36 0 47,0 0-48,-1 0-15,36-17 16,-17-1-16,52 0 15,35-17 1,-35 17 0,-52 18-1,-54 0 32,18 18-16,18-18 16</inkml:trace>
  <inkml:trace contextRef="#ctx0" brushRef="#br0" timeOffset="36067.25">9596 6950 0,'0'0'0,"17"-18"32,-17 0-17,0 36 48,0 0-48,0-1 1,0 19-16,18 52 16,-18-18-1,17 54 16,-17-18-15,0-18 0,0-53-1,0-17 1,0-36 31,0 1-47,-17-36 15,-1-53 1,1-35 0,17 17-1,0 89 1,0 17-16,0 1 31,17 34-15,1 36-1,-1 35 1,-17-17 0,0-36-16,0 36 15,0 35 1,0-18 0,0-53-1,0-105 16,0 34-31,18-87 16,-18-71 0,18 88-1,-18 71-15,0-18 16,-18 70 15,0 36-31</inkml:trace>
  <inkml:trace contextRef="#ctx0" brushRef="#br0" timeOffset="37268.58">12559 6932 0,'18'0'0,"-18"-18"16,17 18 15,-34-17 1,-1-1-17,0 18 1,1-17-1,34 17 32,-17 17-47,18-17 16,35 35 0,35 54-1,53 34 1,-53-17-1,71 53 1,0-18 0,-36-18-1,-70-70 1,0-18 0,-35-35-1,-1 0 1,-34-35-1,-36 0 1,-18 17 0,36 1-1</inkml:trace>
  <inkml:trace contextRef="#ctx0" brushRef="#br0" timeOffset="38073.65">13406 6879 0,'0'0'15,"0"-17"-15,17-1 32,1 0-17,-1-35 1,-17 18-1,18 0 1,-18 17 0,18 18-1,-18-17 1,-18 34 15,0 1-31,1 17 16,-71 53-1,-53 36 1,-18 52 0,35-52-1,-17 52 17,35-35-17,71-35 1,0-71-1,17 0 1,1-17 0,17-36 140,17 18-156,-17-17 0,18-18 31,-1-1-31</inkml:trace>
  <inkml:trace contextRef="#ctx0" brushRef="#br0" timeOffset="38703.21">12594 7073 0,'0'-17'32,"0"-1"-17,0 0 1,-17 1 0,17-1 15,17 36 0,1-18-31,35 70 16,17-17-1,-34-18 1,52 54 0,71 52-1,-18-18 1,-18-17-1,-70-53 1,0 0 0,-35-36-1,-18-34 1,-53-36 0,0 0-1,17 0-15,1 18 16</inkml:trace>
  <inkml:trace contextRef="#ctx0" brushRef="#br0" timeOffset="39218.25">13194 6791 0,'0'0'16,"18"-18"-16,17 1 15,-35-1 1,17 18 0,1 0 15,-36 18 0,1 17-15,-18 71 15,-36 35-15,18-18-1,18-70-15,-53 71 16,-36 52-1,36-70 1,17-18 0,54-70-1,-1-1 1,0-17 46</inkml:trace>
  <inkml:trace contextRef="#ctx0" brushRef="#br0" timeOffset="65322.21">10142 8625 0,'0'0'0,"0"-17"0,0-1 0,0-35 15,0 0 1,0 18 15,-17 35-15,34 18 0,1 17-1,17 18 1,1 35-1,-19 18 1,-17-18 0,0-53-16,18 18 15,-1 18 1,1-36 0,-18-17-1,18-36 1,-1-35-1,19-53 1,17-17 15,-18 52-15,-17 36-16,-1 0 16,1 17-1,-18 36 16,17 17-15,-17 0-16,18 1 16,17 52-1,18-18 1,0-34 0,-18-19-1,36-52 1,-36-53-1,-17-18 1,-36 18 15,-35-18-15,0 71 0,1 70-1,34-17-15</inkml:trace>
  <inkml:trace contextRef="#ctx0" brushRef="#br0" timeOffset="66056.25">11148 8608 0,'0'0'0,"0"-18"0,-36-35 31,1 36-15,18 34-1,-1-17-15,-17 53 16,17 18-1,0 35 1,36-36 0,0 1-1,17-18 1,0-53 0,0-18-1,-17-35 1,-18 18-16,18-18 15,-1-35 1,-17 70 15,18 36-15,-18 35 0,18 35-1,17-18 1,36-34-1,-36-36 1,0 0-16,18-18 16,18-70-1,-54-36 1,-34 1 0,-1 70-1,0 53 1,18 88-1,0 36 17,18-19-17,0-52 1,17 0 0</inkml:trace>
  <inkml:trace contextRef="#ctx0" brushRef="#br0" timeOffset="66257.25">11324 8431 0,'0'-35'31,"0"17"-31,18 18 32</inkml:trace>
  <inkml:trace contextRef="#ctx0" brushRef="#br0" timeOffset="66656.5">11959 8308 0,'-17'0'0,"34"0"0,-34-18 16,17 36 15,17 17-15,1 71-1,-1 106 1,-17-89 0,18-52-16,-18 35 15,35-1 1</inkml:trace>
  <inkml:trace contextRef="#ctx0" brushRef="#br0" timeOffset="66890.12">11589 8819 0,'0'0'0,"0"-17"0,35-18 31,18-1-15,70 1 0,19 17-1</inkml:trace>
  <inkml:trace contextRef="#ctx0" brushRef="#br0" timeOffset="67624.27">12365 8643 0,'0'0'15,"0"-18"-15,17 1 16,-17 34 0,18 1-1,-18 35 1,0 35-1,18-17 1,-18-54-16,0 1 16</inkml:trace>
  <inkml:trace contextRef="#ctx0" brushRef="#br0" timeOffset="67791.23">12188 8396 0,'0'0'16,"0"-18"-16,0 1 15,18-1 1,17 18 0</inkml:trace>
  <inkml:trace contextRef="#ctx0" brushRef="#br0" timeOffset="68291.92">12647 8696 0,'0'0'0,"0"-18"0,0-52 31,0 34-15,0 1 0,0 18-1,18-1 1,35 53 0,35 53-1,-53-17 1,18 17-1,-35-17 1,-18-36 0,-18-35-1,-17-18 1,-1-52 0,54-36-1,35 18 16,-18 70-15,54 36 0,16 35-1,-34 0 1,-36-53-16</inkml:trace>
  <inkml:trace contextRef="#ctx0" brushRef="#br0" timeOffset="68659.35">13635 8467 0,'0'0'0,"17"-18"16,-17 0-16,36 1 15,-19 52 1,-17 18 0,-17 17 15,-19-34-16,-69 34 1,-36-52 0,35-36-1,70-17 1,36-36 0,89 1-1,52 52 1,17 71-1,-69 53 1,-1 70 0,-70 18-1,-18-141 1</inkml:trace>
  <inkml:trace contextRef="#ctx0" brushRef="#br0" timeOffset="69726.88">23389 9878 0,'-17'-18'15,"34"36"-15,-105-71 0,17 18 32,36-1-17,18 1 1,34 0-1,71-1 1,71 19 0,17 52-1,-70 18 1,-70-18-16,16 71 16,-16 53-1,-54 0 1,-17-106-1,-18-1 1,0-69 0,0-54-1,53-52 17,35 17-17,54-35 1,34 70-1,-35 54-15</inkml:trace>
  <inkml:trace contextRef="#ctx0" brushRef="#br0" timeOffset="71629.25">24430 9878 0,'0'0'0,"-18"-18"0,-17-35 16,0 0 0,-1 36-1,19-1 1,17 53 15,17 18-15,54 18-1,0-36 1,-36-17-16,71-18 16,17-53-1,-35-53 1,-105 0 0,-54 53-1,-88 18 1,-17 88-1,17 88 1,89-53 0,52-35-1,0 35-15,89 18 16,88-53 15,35-53-15,-53-35-1,-71 17-15,54-35 16,17-53 0,-53-17-1,-70 52 1,-18 54-16,0-36 16,-18 17-1,0 36 1,1-17-1,17 34 17,0 1-17,17 0 17,-17-1-17,0 1 1,-17-18 15,-1 0 0,1 0-15,-1 35 0,-35 53-1,18-17 1,17-36-16,-17 36 15,35 17 1,35-53 0,18-17 15,18-18-15,-19-35-1,37-53 1,-19-36-1,-17 1 1,-35 70 0,-18 35-1,0 71 1,-18 53 0,18-53-1,35 17 1,54-70-1,34-35 1,36-71 0,-71 0-1,-17-88 17,-71 53-17,-36 71 1,19 87-1,-36 71 1,18 54 0,52-1-1,18 0 1,-17-88 0,17 17-1,-17-34 1,0-54-1,-18-35 1,-18-71 0,-17 36-1,-53 53 17,17 106-17,18-1 1,35 18-1,54 1 1,70-54 0,35-18-1,-53-52 1,-35 18-16,17-54 16,18-53-1,-35-17 1,-35 36-1,-18 87 1,-35 71 0,17 35 15,36-17-15,17-36-1,36-18 1,17-52-1,-35-53 1,-18 17 0,-17 36-16,-1-18 15,-52 159 17,17 0-17,1-36-15,-19 54 16,1 35-1,-35-36 1,34-105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2-19T10:04:53.1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7020 10760 0,'0'0'16,"-17"0"-16,-1 0 15,-17 0 1,35 53 0,0 0-1,0-18-15,0 71 16,35 88 15,-35 0-15,0-18-1,18-105 1,-18-18 0</inkml:trace>
  <inkml:trace contextRef="#ctx0" brushRef="#br0" timeOffset="334.09">6562 11007 0,'0'0'16,"-18"0"-16,18-18 15,18 18 17,17-18-32,36-17 31,-19 0-31,54-18 15,106-35 1,-36 52 0,-70 36-1,-106 36 1,0-19-16,0 36 16,-35 0-1,17-35-15</inkml:trace>
  <inkml:trace contextRef="#ctx0" brushRef="#br0" timeOffset="734.12">7849 10724 0,'0'0'0,"36"-52"16,-19 52 15,-17 35-15,0 71 15,0-1-31,0 107 16,36-18-1,-19-106 17,-17-52-32,35 34 15,1-17 1,-19-53-1</inkml:trace>
  <inkml:trace contextRef="#ctx0" brushRef="#br0" timeOffset="1501.21">9719 10795 0,'-18'0'0,"36"0"0,-53 0 16,-1 18-1,19-1 1,-1-17 0,89-17 15,17-19-16,141-34 1,71-1 0,0 18-1,-159 36 17,-70 17-32,17-18 15,-35 18 1,-71 18-1,-35-18 1,0 17 0</inkml:trace>
  <inkml:trace contextRef="#ctx0" brushRef="#br0" timeOffset="1985.35">10636 10301 0,'0'0'0,"-17"-18"15,17 1 1,-18-1-1,18 36 1,-18-18 0,18 17-1,53 1 1,0 0 0,-18-1-16,36 1 15,70 17 1,-35 1-1,-18-1 1,-70 0 15,-18 0-15,-36 36 0,-34 35-1,-1-18 1,36-17-1,17-36-15</inkml:trace>
  <inkml:trace contextRef="#ctx0" brushRef="#br0" timeOffset="2452.66">12330 9948 0,'0'0'0,"0"-17"16,0-1-16,0 36 31,0 17-15,0 0-16,17 36 15,18 88 1,1-1 15,-1-52-15,0-53 0,1-18-1</inkml:trace>
  <inkml:trace contextRef="#ctx0" brushRef="#br0" timeOffset="2702.46">11994 10001 0,'0'0'0,"-35"-17"15,-18-19 1,36 1-1,87 17 1,1-17 0,105 0 15,18 0-15,-35 17-1,-124 0-15</inkml:trace>
  <inkml:trace contextRef="#ctx0" brushRef="#br0" timeOffset="3287.45">13476 9825 0,'0'-18'0,"0"36"0,18-36 0,-18-17 32,0 17-32,17 1 15,19 17 1,-36 35 0,-18 18-1,-35 0 1,18-36-16,-53 36 15,-71 0 1,18-53 0,53-35-1,70-36 1,36 18 0,52 1-1,54 16 1,-36 72 15,-35-19-31,35 54 16,-35 88-1,-88-1 1,-54-34 0,1-54-1,53-34 1,35-1-1,35-17 1,53-18 0,1 0-1,34-36 1</inkml:trace>
  <inkml:trace contextRef="#ctx0" brushRef="#br0" timeOffset="9243.67">10777 13035 0,'0'0'16,"0"-35"-16,-35 0 31,17 17-15,18 36 15,18-1-16,-18 54 1,0-36-16,-18 141 16,1-34-1,17 69 1,17-52 0,1-71-1,0-53 1,-18-17-1</inkml:trace>
  <inkml:trace contextRef="#ctx0" brushRef="#br0" timeOffset="9660.03">10336 13141 0,'0'0'16,"0"-35"-16,-35-1 15,17 19 1,1 17 0,34 0-1,54-18 1,88-17-1,-18 17 1,-53-17 0,71 0-1,35-18 1,-71 35 0,-105 18-1,-36 18 1,-35-1-1,18 19 1,17-36 0,1 0-1</inkml:trace>
  <inkml:trace contextRef="#ctx0" brushRef="#br0" timeOffset="11194.93">11712 12912 0,'0'0'15,"18"-18"-15,0 0 0,17 1 32,-35 52-1,0 0-15,-18-17-16,-17 17 15,-53 18 1,-1-18-1,1-17 1,35-36 0,18-34-1,17-19 1,54 18 0,34 53-1,36 0 1,0 71-1,-71 52 17,-88 53-17,-17-70 1,-36 35 0,71-52-1,35-54 1,35-18-1,-17-17-15,52-17 16,54-1 0,17-35-1,-53 36 1,-70-1 0</inkml:trace>
  <inkml:trace contextRef="#ctx0" brushRef="#br0" timeOffset="110580.45">6756 12365 0,'-18'0'0,"0"0"31,18-18-31,-17 18 16,17-17-1,0-1 1,0 0 31,17 36-16,-17 0-31,18-1 16,0 36-1,17 53 1,0 53 15,-17-53-15,17 70-1,0 0 1,-17-70 0,0-53-1,-1-53-15,1 0 16</inkml:trace>
  <inkml:trace contextRef="#ctx0" brushRef="#br0" timeOffset="111533.15">6562 12241 0,'-18'0'0,"36"0"0,-54 18 15,19-18 1,-19 18-1,54-18 1,17 0 0,71-36-1,88-34 1,53-1 0,-35 18 15,-106 18-31,141-35 15,141-36 1,-18 18 0,-35 35-1,-176 17 1,17 19 0,-87-1-1,-54 0 1,-53 18 31,18 18-47,-17 0 15,17 17 1,-18 36 0,18 52-1,35 36 1,36 52 15,-36-70-15,0-52-16,18 52 15,18 18 1,-18-54 0,-36-52-1,-70-35 16,-17-18-15,-89 0 0,-70 35-1,0 1 1,105-1-16,-141 18 16,-140 53 15,34 17-16,160-70 1,140-35-16,-52 17 16,52-18-1</inkml:trace>
  <inkml:trace contextRef="#ctx0" brushRef="#br0" timeOffset="112882.13">7285 12524 0,'0'-18'16,"0"0"15,0 1-15,0 34 31,17 1-32,-17 0 1,36 70 0,-1 0-1,18 0 1,-18-35-1,-17-18-15,0 1 16,-1-19 0</inkml:trace>
  <inkml:trace contextRef="#ctx0" brushRef="#br0" timeOffset="113349.74">7708 12435 0,'0'-17'0,"0"34"0,0-52 16,-17 17-1,-1 18 1,-17 36 0,35 17-1,-18 53 1,36-18 0,17 0 15,35-53-16,-34-35 1,-1 0-16,0-17 16,1-36-1,-19-36 1,-52 19 0,17 52-16,-35-35 15,-35 36 1,71 17-16</inkml:trace>
  <inkml:trace contextRef="#ctx0" brushRef="#br0" timeOffset="115285.59">8167 12382 0,'0'-17'16,"0"34"31,0 1-31,17 17-1,1 18 1,-18-17-16,35 69 15,-17-34 1,0-18 0,-1-53-1,1 0 1,-18-53 0,-18-35-1,-17-36 1,35 36-1,0 70 17,35 36-17,1 35 1,16 18 0,-34-36-1,0-17 1,-18-36 15,17-17-15,-17-18-1,18 17-15,-18-17 16,0-17 0,0 52-1,18 54 1,-18-1-16,17 0 15,54 53 17,-36-52-17,36-36 1,-36-18 0,36-70-1,-54-18 1,-17-18-1,-70 36 1,34 71 0,-34 70-1,34 35 1,19 0 0,52-35-1,18-36 16,18 1-31,34 0 16,-34-1 0,17 1 15,-35 0-15,-71-1-1,-17 1 1,18 0-16,-54-1 15,-17-17 1,17 0 0,1-17-1,70-1-15</inkml:trace>
  <inkml:trace contextRef="#ctx0" brushRef="#br0" timeOffset="118455.13">5627 10830 0,'0'0'0,"0"-17"0,-18-1 15,18 0 1,-17 1 0,17-1-1,0 36 1,17 17 0,54 53-1,-1-17 1,54 35 15,-1-1-15,1-16-1,-71-54 1,-36-35-16,1 18 16,0-18-1,-18-18-15</inkml:trace>
  <inkml:trace contextRef="#ctx0" brushRef="#br0" timeOffset="118822.65">6244 10918 0,'0'0'0,"-17"0"0,-19-17 31,1 17-15,35 17-1,0 1 1,53 35 0,17 18-1,1 17 1,-36-35-1,-17 35 1,-89 0 0,-70 18-1,18-53 1,-36 17 0,88-52-1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1-02-19T10:09:14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10089 10178 0,'-17'-18'16,"-18"18"15,17 0-16,0 18-15,18-1 32,36 1-17,16-18 1,1 0 0,-35-18-16,53 18 15,34-17 1,54-1-1,0 18 1,-53-18 0,-36 18-1,54 0-15,70 0 32,53 18-17,17-18 1,-87 18-1,87-1 1,1-17 0,17 0-1,-106 0 1,71 0 0,-53-17-1,-70-1 1,-18 18-1,-36-18 1,71 1 0,71 17-1,53 0 17,-71 0-17,70 17 1,-70 1-1,-70-18 1,-54 0 0,-34 0-1,-1-18 1,35 18 0,19-17-1,34 17 1,-52 0-16,123 0 15,88 0 1,-53 17 0,-141 1 15,-158-18 0,35 0-31</inkml:trace>
  <inkml:trace contextRef="#ctx0" brushRef="#br0" timeOffset="29393.6">8061 14182 0,'-18'0'0,"36"0"16,-71 0-16,35 0 0,-34 0 16,16 0-1,1 0 17,53 0 30,-1 0-46,1 0-16,0 0 15,70 0 1,0 0 0,18-18-1,-53 18 1,-18 0-16,35 0 15,19 0 1,34 0 0,18 0 15,-35 0-15,53 0-1,0 0 1,35 0-1,-71 0 1,71 0 0,0 0-1,0 0 1,-35 0 0,-53 0-1,53 0 1,-18 0-1,-18 0 1,-17 0 0,70 0 15,-88 0-15,18 0-1,35 0 1,-52 0-1,87 0 1,18 0 0,35-18-1,-88 18 1,-70 0-16,70 0 16,36 0-1,17 0 1,0 0-1,-71 0 1,-70 0 0,70 0-16,19 0 31,-19-17-15,-70 17-1,-18 0-15,0 0 16,18 0-1,-17-18 1,-19 18 15,-34 0 1,-1 18-17,0-18-15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7EA9E-D675-4708-ADC8-3F6A671829A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BC1F8-B591-43DC-9BA9-3FFB1191E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BC1F8-B591-43DC-9BA9-3FFB1191E7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9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B227C-73B6-4E41-BA22-45A5C5035F0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51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B227C-73B6-4E41-BA22-45A5C5035F0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06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B227C-73B6-4E41-BA22-45A5C5035F0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92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AB4E-4940-4C20-886A-3829791F2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D027B-CACB-4549-9144-9167107DB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7590F-9388-4212-A878-5A296A12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973EE-B00B-49BD-8D69-E3C4B23E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2BF65-B1B0-4717-A1F5-B76194C2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2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6C58-44C6-494C-B50C-B69FBA8D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0284F-9E82-4317-A0A3-A00DD0363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80E59-FD7F-4C6A-A809-AE3A9046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3D4DD-5671-4D3F-9902-07FA665C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4840C-9400-4A46-A451-C297D092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2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8907-DE48-4944-948B-605B1D91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88FF4-8C9C-4E31-85EB-75A74D805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8BF5D-A843-46C2-A6B5-5A842EEBA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97780-FE4A-4619-8716-A3D8F761D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796D0-113F-4A89-BFF8-C173E23C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FF23-7374-4339-A7E3-B049A85CA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B1518-A334-4572-A969-6710C8B7B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CE09B-31F9-4274-9E2E-4F21B0E22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80068-83DE-419D-9776-A6B19E194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E3541-F5A3-4845-9EF0-B62BD27F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A19A0-9D2A-4860-8B7C-CBF4B003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87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24BE-9CE7-4154-B415-E2367B1A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7896F-4CC6-467C-99AF-05EB7A9F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143C0-32E8-4B12-A261-591C3022D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33E0C4-72FB-4AA7-A36F-DE8C6D408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BEC96D-BEC5-46EB-8694-932F0DB17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2768A-7852-4300-9DB6-51A2A931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C0C67-035D-488C-A6E5-8AFD8307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4AF92-846C-45F7-8133-97C3CC3D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55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7B9C-0AF8-4C28-AE8E-1D066398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8DEBA-7A42-4F23-885B-6407CA44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95B3E-86A6-40E7-8DE1-1C98787D2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08BD6-7FF6-4F9B-9624-EBD83329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26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F79C1-B5CA-4327-9AD8-E7B1DF6C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EF1424-91B4-458F-B153-449691AE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448FF-C655-47EC-929D-7ED50980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9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211E-791C-49A4-B285-2D5F3FFA2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6273A-3595-48FC-8101-E2FA0B98B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6C16B-1335-4F5D-8814-FD254F074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99F33-B588-47AC-9ABA-C69E4E799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72659-BBC5-400E-AAEA-49118F60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93BA3-21C8-4D91-B568-1D31A6DB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59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4E77-36AD-4762-B1BA-692AEEB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B14FA7-1441-4219-9B13-143BBFAB4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2DF36-1F12-432E-8ECC-E45E2F0BC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57B40-BCA3-449A-82EE-0B82B7EB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D86B2-4853-4713-AE1E-2EE6F0875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BA53A-C4A7-4A99-ABC9-D9E421E0A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2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1E70E-6651-454F-8AB5-F28BAEAC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31B0D-8CA9-477C-A7CD-E8080C1EC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DCE74-D1BD-46D5-ACA2-6A753EF9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A670F-3DBF-4608-BB7A-CA9D8D5EF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6960B-DDB0-4260-AD8A-FAE4E6AC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78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B4910-7CFC-488A-B53F-3BAB5D95C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1C9B3-65A2-4D0B-9933-F07546EF9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F440A-AB44-48D9-9A8A-E4E9B7735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FC724-D5F2-4ADA-8CE1-690B8F64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BC829-BB48-4327-B0DC-F553321C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7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B245D2-C2CF-485B-A55A-8E7A06B3F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47D0E-B043-435A-830D-80C6AB169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551AC-5652-49DC-ADE3-CB61D199D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BFF52-3707-4B05-ABFF-AA66FBE57B0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947F6-CE4F-473B-98B1-31486F66A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94CD7-311F-4AEB-BEA3-A469034EE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8B2EE-FC70-4041-B114-715C94EAD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374D-75F6-4499-B31E-45D767BBC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5B633-65DE-4C0D-99F2-307FED5EE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85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149B-764E-42D0-9799-2C8F0775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81B98-F258-4D8A-9242-04C4D81FD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Microkernel</a:t>
            </a:r>
          </a:p>
          <a:p>
            <a:endParaRPr lang="en-US" dirty="0"/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03C86F-A54A-499C-A751-AA973DF6E4F3}"/>
                  </a:ext>
                </a:extLst>
              </p14:cNvPr>
              <p14:cNvContentPartPr/>
              <p14:nvPr/>
            </p14:nvContentPartPr>
            <p14:xfrm>
              <a:off x="2882880" y="396252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03C86F-A54A-499C-A751-AA973DF6E4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73520" y="39531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454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EA82-4753-6F02-AE17-A2AD39CC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Microkernel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0A47C-EBA9-11E2-ABCA-1F8B07639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96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5B59-EE0D-4CC9-ADB0-1EA82D3CC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Microkernel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8E61F-9FB0-4D24-A9BC-F9CD355C1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Minimality</a:t>
            </a:r>
          </a:p>
          <a:p>
            <a:pPr lvl="1"/>
            <a:r>
              <a:rPr lang="en-US" dirty="0"/>
              <a:t>Only minimal operations in kernel</a:t>
            </a:r>
          </a:p>
          <a:p>
            <a:pPr lvl="1"/>
            <a:r>
              <a:rPr lang="en-US" dirty="0"/>
              <a:t>No policy in the kernel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24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11CE-22B4-4901-9563-ED360054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4730A-499C-409C-9A2F-8EE3BF02A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413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5C9D-40BC-40AC-AC25-495041CF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Microkernel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7B861-E725-48A5-AD13-42A82DEE0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207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67CB-FD92-4EEE-84AE-528EA01CE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Microkernel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110B7-E3A2-41E1-9686-431C5B764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efficiently implement send and receive?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306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BDDC-803C-4555-8D81-824C66FF1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system call in Linux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B7627-39AF-4138-AF2E-C0A7BC9AD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160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7983-9CD2-4C22-B479-6C3E56C6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system call in microkernel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363A7-D9CC-496C-95B6-19708ABED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98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3E9F-383B-4666-91FA-DCB552AF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IPC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3AF8D-A2A2-4A1A-9F42-A2E6230FF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sender waits for the receiver to complete the request</a:t>
            </a:r>
          </a:p>
          <a:p>
            <a:r>
              <a:rPr lang="en-US" dirty="0"/>
              <a:t>Can wait for at most one service</a:t>
            </a:r>
          </a:p>
          <a:p>
            <a:endParaRPr lang="en-US" dirty="0"/>
          </a:p>
          <a:p>
            <a:r>
              <a:rPr lang="en-US" dirty="0"/>
              <a:t>Avoids buffering in the kernel</a:t>
            </a:r>
          </a:p>
        </p:txBody>
      </p:sp>
    </p:spTree>
    <p:extLst>
      <p:ext uri="{BB962C8B-B14F-4D97-AF65-F5344CB8AC3E}">
        <p14:creationId xmlns:p14="http://schemas.microsoft.com/office/powerpoint/2010/main" val="4071745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2645-1381-41C0-A7FD-CEB352E9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in Linux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481BC-D6AB-429C-A0FF-8DA355FC6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int select(int </a:t>
            </a:r>
            <a:r>
              <a:rPr lang="en-US" sz="2200" dirty="0" err="1"/>
              <a:t>nfds</a:t>
            </a:r>
            <a:r>
              <a:rPr lang="en-US" sz="2200" dirty="0"/>
              <a:t>, </a:t>
            </a:r>
            <a:r>
              <a:rPr lang="en-US" sz="2200" dirty="0" err="1"/>
              <a:t>fd_set</a:t>
            </a:r>
            <a:r>
              <a:rPr lang="en-US" sz="2200" dirty="0"/>
              <a:t> *</a:t>
            </a:r>
            <a:r>
              <a:rPr lang="en-US" sz="2200" dirty="0" err="1"/>
              <a:t>readfds</a:t>
            </a:r>
            <a:r>
              <a:rPr lang="en-US" sz="2200" dirty="0"/>
              <a:t>, </a:t>
            </a:r>
            <a:r>
              <a:rPr lang="en-US" sz="2200" dirty="0" err="1"/>
              <a:t>fd_set</a:t>
            </a:r>
            <a:r>
              <a:rPr lang="en-US" sz="2200" dirty="0"/>
              <a:t> *</a:t>
            </a:r>
            <a:r>
              <a:rPr lang="en-US" sz="2200" dirty="0" err="1"/>
              <a:t>writefds</a:t>
            </a:r>
            <a:r>
              <a:rPr lang="en-US" sz="2200" dirty="0"/>
              <a:t>, </a:t>
            </a:r>
            <a:r>
              <a:rPr lang="en-US" sz="2200" dirty="0" err="1"/>
              <a:t>fd_set</a:t>
            </a:r>
            <a:r>
              <a:rPr lang="en-US" sz="2200" dirty="0"/>
              <a:t> *</a:t>
            </a:r>
            <a:r>
              <a:rPr lang="en-US" sz="2200" dirty="0" err="1"/>
              <a:t>exceptfds</a:t>
            </a:r>
            <a:r>
              <a:rPr lang="en-US" sz="2200" dirty="0"/>
              <a:t>, struct </a:t>
            </a:r>
            <a:r>
              <a:rPr lang="en-US" sz="2200" dirty="0" err="1"/>
              <a:t>timeval</a:t>
            </a:r>
            <a:r>
              <a:rPr lang="en-US" sz="2200" dirty="0"/>
              <a:t> *t)</a:t>
            </a:r>
          </a:p>
          <a:p>
            <a:pPr lvl="1"/>
            <a:r>
              <a:rPr lang="en-US" sz="2800" dirty="0"/>
              <a:t>monitor multiple descriptors</a:t>
            </a:r>
          </a:p>
          <a:p>
            <a:pPr lvl="2"/>
            <a:r>
              <a:rPr lang="en-US" sz="2400" dirty="0"/>
              <a:t>waiting for read, write, or exceptional conditions</a:t>
            </a:r>
          </a:p>
          <a:p>
            <a:pPr lvl="2"/>
            <a:r>
              <a:rPr lang="en-US" sz="2400" dirty="0"/>
              <a:t>wait until one or more file descriptors become ready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r>
              <a:rPr lang="en-US" sz="3200" dirty="0"/>
              <a:t>How to implement them in microkernel with synchronous IPC</a:t>
            </a:r>
          </a:p>
          <a:p>
            <a:pPr lvl="1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79788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7C8B8-8B4B-8B4C-78DE-B6557F097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Asynchronous send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AD035-18E8-68A2-B1D3-7D3D566C9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sender waits for the receiver to be ready to receive data</a:t>
            </a:r>
          </a:p>
          <a:p>
            <a:pPr lvl="1"/>
            <a:r>
              <a:rPr lang="en-IN" dirty="0"/>
              <a:t>The goal is to avoid the buffering in the kernel</a:t>
            </a:r>
          </a:p>
          <a:p>
            <a:r>
              <a:rPr lang="en-IN" dirty="0"/>
              <a:t>L4 copies data from sender to receiver</a:t>
            </a:r>
          </a:p>
          <a:p>
            <a:r>
              <a:rPr lang="en-IN" dirty="0"/>
              <a:t>Sender doesn’t wait for the receiver to process the message</a:t>
            </a:r>
          </a:p>
          <a:p>
            <a:r>
              <a:rPr lang="en-IN" dirty="0"/>
              <a:t>The receiver notifies the sender using asynchronous notification </a:t>
            </a:r>
          </a:p>
          <a:p>
            <a:r>
              <a:rPr lang="en-US" dirty="0"/>
              <a:t>The sender doesn’t wait for the receiver to process the message</a:t>
            </a:r>
          </a:p>
          <a:p>
            <a:r>
              <a:rPr lang="en-US" dirty="0"/>
              <a:t>The receiver notifies the user once it is done</a:t>
            </a:r>
          </a:p>
          <a:p>
            <a:pPr lvl="1"/>
            <a:r>
              <a:rPr lang="en-US" dirty="0"/>
              <a:t>The sender polls for the notification to arrive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0246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B298-DA23-458D-B615-03E5CC98C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notification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5F246-2BAB-43D7-AC0D-73235836F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thread can wait for multiple events, e.g., interrupts, receive complete, etc.</a:t>
            </a:r>
          </a:p>
          <a:p>
            <a:r>
              <a:rPr lang="en-IN" dirty="0"/>
              <a:t>The events are tracked using a single word in which bits represent different events</a:t>
            </a:r>
          </a:p>
          <a:p>
            <a:r>
              <a:rPr lang="en-IN" dirty="0"/>
              <a:t>Asynchronous notification is similar to a mini select</a:t>
            </a:r>
          </a:p>
        </p:txBody>
      </p:sp>
    </p:spTree>
    <p:extLst>
      <p:ext uri="{BB962C8B-B14F-4D97-AF65-F5344CB8AC3E}">
        <p14:creationId xmlns:p14="http://schemas.microsoft.com/office/powerpoint/2010/main" val="1704502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95E3-64ED-42A2-8A12-0379C0869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copy IPC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1C00E-0EAA-4716-ACAE-52E3BA83E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Message passing via registers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37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09E6-1EEB-49F8-ACD2-096B1CD5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copy IPC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D4345-736D-44F5-AA48-1F2D0EA38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Message passing via registers is not-portable</a:t>
            </a:r>
          </a:p>
          <a:p>
            <a:pPr lvl="1"/>
            <a:r>
              <a:rPr lang="en-US" dirty="0"/>
              <a:t>Depends on the host architecture</a:t>
            </a:r>
          </a:p>
          <a:p>
            <a:pPr lvl="1"/>
            <a:r>
              <a:rPr lang="en-US" dirty="0"/>
              <a:t>L4 uses a fixed number of virtual registers</a:t>
            </a:r>
          </a:p>
          <a:p>
            <a:pPr lvl="2"/>
            <a:r>
              <a:rPr lang="en-US" dirty="0"/>
              <a:t>some of them are mapped to the actual physical registers</a:t>
            </a:r>
          </a:p>
          <a:p>
            <a:pPr lvl="2"/>
            <a:r>
              <a:rPr lang="en-US" dirty="0"/>
              <a:t>rest of them are contained in a per-thread pinned part of the address space</a:t>
            </a:r>
          </a:p>
          <a:p>
            <a:pPr lvl="1"/>
            <a:r>
              <a:rPr lang="en-US" dirty="0"/>
              <a:t>During context switch for IPC, the sender’s virtual registers are copied to the receiver’s virtual registers</a:t>
            </a:r>
          </a:p>
        </p:txBody>
      </p:sp>
    </p:spTree>
    <p:extLst>
      <p:ext uri="{BB962C8B-B14F-4D97-AF65-F5344CB8AC3E}">
        <p14:creationId xmlns:p14="http://schemas.microsoft.com/office/powerpoint/2010/main" val="660488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01B2-1202-4291-9D95-DC0122B2E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IPC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5B3B4-8CC7-40AD-89C2-C137CFE93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007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E9D62-4B96-42C1-B71A-287430F0D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IPC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DECA7-0E14-4F60-92E3-8300B1B97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During direct copy, the OS reserves the space in the target process address space to copy the message</a:t>
            </a:r>
          </a:p>
          <a:p>
            <a:pPr lvl="1"/>
            <a:r>
              <a:rPr lang="en-US" dirty="0"/>
              <a:t>However, this may cause page faults</a:t>
            </a:r>
          </a:p>
          <a:p>
            <a:pPr lvl="1"/>
            <a:r>
              <a:rPr lang="en-US" dirty="0"/>
              <a:t>The kernel needs to call the page fault handler in the user-mode</a:t>
            </a:r>
            <a:endParaRPr lang="en-IN" dirty="0"/>
          </a:p>
          <a:p>
            <a:pPr lvl="2"/>
            <a:r>
              <a:rPr lang="en-IN" dirty="0"/>
              <a:t>while pretending that the page fault happened in user-mode</a:t>
            </a:r>
            <a:endParaRPr lang="en-US" dirty="0"/>
          </a:p>
          <a:p>
            <a:pPr lvl="1"/>
            <a:r>
              <a:rPr lang="en-US" dirty="0"/>
              <a:t>After returning from page fault, the kernel needs to resume the IPC</a:t>
            </a:r>
          </a:p>
          <a:p>
            <a:pPr lvl="1"/>
            <a:r>
              <a:rPr lang="en-US" dirty="0"/>
              <a:t>The resulting implementation is very complex, prone to bugs, and hard to verify</a:t>
            </a:r>
          </a:p>
          <a:p>
            <a:pPr lvl="1"/>
            <a:r>
              <a:rPr lang="en-US" dirty="0"/>
              <a:t>In practice, long IPC is not a frequent operation, and shared buffers are preferred for bulk data transfer</a:t>
            </a:r>
          </a:p>
          <a:p>
            <a:pPr lvl="1"/>
            <a:endParaRPr lang="en-US" dirty="0"/>
          </a:p>
          <a:p>
            <a:r>
              <a:rPr lang="en-US" dirty="0"/>
              <a:t>Long IPC has been abandoned in L4</a:t>
            </a:r>
          </a:p>
        </p:txBody>
      </p:sp>
    </p:spTree>
    <p:extLst>
      <p:ext uri="{BB962C8B-B14F-4D97-AF65-F5344CB8AC3E}">
        <p14:creationId xmlns:p14="http://schemas.microsoft.com/office/powerpoint/2010/main" val="567866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75F87-70CE-408A-8B0C-C5E313D0E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 destinations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6F8E8-C332-41E6-95E5-BACDA06A5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175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D6669-6F0D-42A2-B2B0-9ABC9C34A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 destinations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6D40E-E143-4872-945C-C9A76564C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Original L4 used thread-id as the target of IPC operations</a:t>
            </a:r>
          </a:p>
          <a:p>
            <a:pPr lvl="1"/>
            <a:r>
              <a:rPr lang="en-US" dirty="0"/>
              <a:t>To avoid cache and TLB pollution due to another level of indirection</a:t>
            </a:r>
          </a:p>
          <a:p>
            <a:r>
              <a:rPr lang="en-US" dirty="0"/>
              <a:t>Drawbacks</a:t>
            </a:r>
          </a:p>
          <a:p>
            <a:pPr lvl="1"/>
            <a:r>
              <a:rPr lang="en-US" dirty="0"/>
              <a:t>Poor information hiding</a:t>
            </a:r>
          </a:p>
          <a:p>
            <a:pPr lvl="2"/>
            <a:r>
              <a:rPr lang="en-US" dirty="0"/>
              <a:t>A multi-threaded server needs to expose its internal structure to the clients</a:t>
            </a:r>
          </a:p>
          <a:p>
            <a:pPr lvl="2"/>
            <a:endParaRPr lang="en-US" dirty="0"/>
          </a:p>
          <a:p>
            <a:r>
              <a:rPr lang="en-US" dirty="0"/>
              <a:t>Large-page support has reduced TLB pollution</a:t>
            </a:r>
          </a:p>
          <a:p>
            <a:r>
              <a:rPr lang="en-US" dirty="0"/>
              <a:t>Cache size has also increased significantly since the original L4 implementations </a:t>
            </a:r>
          </a:p>
          <a:p>
            <a:endParaRPr lang="en-IN" dirty="0"/>
          </a:p>
          <a:p>
            <a:r>
              <a:rPr lang="en-IN" dirty="0"/>
              <a:t>Thread-ids are replaced with a port like IPC endpoints</a:t>
            </a:r>
          </a:p>
        </p:txBody>
      </p:sp>
    </p:spTree>
    <p:extLst>
      <p:ext uri="{BB962C8B-B14F-4D97-AF65-F5344CB8AC3E}">
        <p14:creationId xmlns:p14="http://schemas.microsoft.com/office/powerpoint/2010/main" val="223537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5AE6-F1B0-42E4-876E-689B49E5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 timeouts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A67F-73C1-4F8B-8588-0E7A579A7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889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7F6C-F3E3-4C22-B799-BBEE2A857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 timeouts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20ACB-A10B-4F34-9B37-145D6B97B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Blocking IPC create opportunities for denial-of-service (DOS) attack</a:t>
            </a:r>
          </a:p>
          <a:p>
            <a:pPr lvl="1"/>
            <a:r>
              <a:rPr lang="en-US" dirty="0"/>
              <a:t>A sender may block indefinitely if a malicious receiver doesn’t respond</a:t>
            </a:r>
          </a:p>
          <a:p>
            <a:r>
              <a:rPr lang="en-US" dirty="0"/>
              <a:t>This problem is solved using timeouts</a:t>
            </a:r>
          </a:p>
          <a:p>
            <a:pPr lvl="1"/>
            <a:r>
              <a:rPr lang="en-US" dirty="0"/>
              <a:t>e.g., if a receiver doesn’t respond within a certain period, the sender is unblocked</a:t>
            </a:r>
          </a:p>
          <a:p>
            <a:r>
              <a:rPr lang="en-US" dirty="0"/>
              <a:t>However, in practice, only zero and infinity is used as for timeout</a:t>
            </a:r>
          </a:p>
          <a:p>
            <a:pPr lvl="1"/>
            <a:r>
              <a:rPr lang="en-US" dirty="0"/>
              <a:t>No good heuristics for timeouts</a:t>
            </a:r>
          </a:p>
          <a:p>
            <a:pPr lvl="1"/>
            <a:r>
              <a:rPr lang="en-US" dirty="0"/>
              <a:t>A client sends and receive with infinite timeouts</a:t>
            </a:r>
          </a:p>
          <a:p>
            <a:pPr lvl="1"/>
            <a:r>
              <a:rPr lang="en-US" dirty="0"/>
              <a:t>A server waits for request with and infinite timeouts but replies with zero timeout</a:t>
            </a:r>
          </a:p>
          <a:p>
            <a:r>
              <a:rPr lang="en-US" dirty="0"/>
              <a:t>IPC timeouts are abandoned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475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BD2A-CB1B-2877-17A4-F5513371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Communication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A4974-B6AB-6328-B270-3545BAE96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123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140-B6E0-0CEA-9961-D1BDC059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Communication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CF47B-4736-F0F7-3E3B-74C6853C2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 malicious client can send a large amount of spurious messages to a server</a:t>
            </a:r>
          </a:p>
          <a:p>
            <a:r>
              <a:rPr lang="en-IN" dirty="0"/>
              <a:t>Even checking and discarding messages consumes CPU cycles, and a malicious client can block the server from doing any useful work (a kind of denial-of-service (DOS) attack)</a:t>
            </a:r>
          </a:p>
          <a:p>
            <a:endParaRPr lang="en-IN" dirty="0"/>
          </a:p>
          <a:p>
            <a:r>
              <a:rPr lang="en-IN" dirty="0"/>
              <a:t>L4 solves this problem using clans and chiefs</a:t>
            </a:r>
          </a:p>
          <a:p>
            <a:pPr lvl="1"/>
            <a:r>
              <a:rPr lang="en-IN" dirty="0"/>
              <a:t>A clan consists of several processes, one of which is a chief</a:t>
            </a:r>
          </a:p>
          <a:p>
            <a:pPr lvl="1"/>
            <a:r>
              <a:rPr lang="en-IN" dirty="0"/>
              <a:t>A chief can be a member of another clan</a:t>
            </a:r>
          </a:p>
          <a:p>
            <a:pPr lvl="1"/>
            <a:r>
              <a:rPr lang="en-IN" dirty="0"/>
              <a:t>The processes in a clan can directly send messages to each other</a:t>
            </a:r>
          </a:p>
          <a:p>
            <a:pPr lvl="1"/>
            <a:r>
              <a:rPr lang="en-IN" dirty="0"/>
              <a:t>However, inter-clan messages are always directed to the chief, who decides whether to forward the message to the destination or not</a:t>
            </a:r>
          </a:p>
        </p:txBody>
      </p:sp>
    </p:spTree>
    <p:extLst>
      <p:ext uri="{BB962C8B-B14F-4D97-AF65-F5344CB8AC3E}">
        <p14:creationId xmlns:p14="http://schemas.microsoft.com/office/powerpoint/2010/main" val="2342681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74DF5-60DD-259A-4986-8521FA26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Communication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21AFB-084B-840D-6428-95C9E5F8E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Clan and chief model add redundancy because of the additional message transfer between chief and destination</a:t>
            </a:r>
          </a:p>
          <a:p>
            <a:endParaRPr lang="en-IN" dirty="0"/>
          </a:p>
          <a:p>
            <a:r>
              <a:rPr lang="en-IN" dirty="0"/>
              <a:t>For efficiency, the clans consist of only one process which is the chief</a:t>
            </a:r>
          </a:p>
          <a:p>
            <a:endParaRPr lang="en-IN" dirty="0"/>
          </a:p>
          <a:p>
            <a:r>
              <a:rPr lang="en-IN" dirty="0"/>
              <a:t>The problem of DoS attack can be mitigated through capabilities</a:t>
            </a:r>
          </a:p>
        </p:txBody>
      </p:sp>
    </p:spTree>
    <p:extLst>
      <p:ext uri="{BB962C8B-B14F-4D97-AF65-F5344CB8AC3E}">
        <p14:creationId xmlns:p14="http://schemas.microsoft.com/office/powerpoint/2010/main" val="55641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D8B51-5254-7236-D855-600D83AAF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Capability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1C21B-E780-B718-14B6-AE86E6A6F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capability is an unforgeable piece of identifier attached to a resource</a:t>
            </a:r>
          </a:p>
          <a:p>
            <a:pPr lvl="1"/>
            <a:r>
              <a:rPr lang="en-IN" dirty="0"/>
              <a:t>It can be an index into kernel data structures, e.g., a file descriptor</a:t>
            </a:r>
          </a:p>
          <a:p>
            <a:r>
              <a:rPr lang="en-IN" dirty="0"/>
              <a:t>An application can access the resource if it has the capability</a:t>
            </a:r>
          </a:p>
          <a:p>
            <a:r>
              <a:rPr lang="en-IN" dirty="0"/>
              <a:t>The microkernel just checks if the application has the capability before allowing it to access a given resource</a:t>
            </a:r>
          </a:p>
          <a:p>
            <a:r>
              <a:rPr lang="en-IN" dirty="0"/>
              <a:t>The capability is assigned by a trusted process in the user space</a:t>
            </a:r>
          </a:p>
          <a:p>
            <a:pPr lvl="1"/>
            <a:r>
              <a:rPr lang="en-IN" dirty="0"/>
              <a:t>Thus, the seL4 microkernel just provides the isolation</a:t>
            </a:r>
          </a:p>
          <a:p>
            <a:pPr lvl="1"/>
            <a:r>
              <a:rPr lang="en-IN" dirty="0"/>
              <a:t>The policy is delegated to userland</a:t>
            </a:r>
          </a:p>
        </p:txBody>
      </p:sp>
    </p:spTree>
    <p:extLst>
      <p:ext uri="{BB962C8B-B14F-4D97-AF65-F5344CB8AC3E}">
        <p14:creationId xmlns:p14="http://schemas.microsoft.com/office/powerpoint/2010/main" val="1191624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2FAE-87E5-D691-0D8F-699903CEA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User-mode device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5466B-EC33-F127-683F-5030DC160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L4 most device-drivers except timer device and interrupt controller is the part of the microkernel</a:t>
            </a:r>
          </a:p>
          <a:p>
            <a:r>
              <a:rPr lang="en-IN" dirty="0"/>
              <a:t>This is one of the major advantage over Linux, because most significant part of Linux kernel is device drivers (there are thousands of different devices)</a:t>
            </a:r>
          </a:p>
          <a:p>
            <a:r>
              <a:rPr lang="en-IN" dirty="0"/>
              <a:t>Another fact is that most device drivers are not performance critical and thus it makes sense to have them in the </a:t>
            </a:r>
            <a:r>
              <a:rPr lang="en-IN" dirty="0" err="1"/>
              <a:t>usermode</a:t>
            </a:r>
            <a:r>
              <a:rPr lang="en-IN" dirty="0"/>
              <a:t> for better isolation</a:t>
            </a:r>
          </a:p>
        </p:txBody>
      </p:sp>
    </p:spTree>
    <p:extLst>
      <p:ext uri="{BB962C8B-B14F-4D97-AF65-F5344CB8AC3E}">
        <p14:creationId xmlns:p14="http://schemas.microsoft.com/office/powerpoint/2010/main" val="15227358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9AEA-9FE6-7AEA-37C2-2467863A7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User-mode device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3EC1E-9D7D-F3CF-4DAC-AD02C93E8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interrupts are passed as IPC message</a:t>
            </a:r>
          </a:p>
        </p:txBody>
      </p:sp>
    </p:spTree>
    <p:extLst>
      <p:ext uri="{BB962C8B-B14F-4D97-AF65-F5344CB8AC3E}">
        <p14:creationId xmlns:p14="http://schemas.microsoft.com/office/powerpoint/2010/main" val="884304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54212-F323-49DF-EFE4-8085AD44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B42C-AD5B-134D-C1D9-CF4E28A9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User-mode device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201D8-DBB0-7A70-FA8E-46C6B21A7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interrupts are passed as IPC message</a:t>
            </a:r>
          </a:p>
          <a:p>
            <a:pPr lvl="1"/>
            <a:r>
              <a:rPr lang="en-IN" dirty="0"/>
              <a:t>One driver thread wait for interrupts</a:t>
            </a:r>
          </a:p>
          <a:p>
            <a:pPr lvl="1"/>
            <a:r>
              <a:rPr lang="en-IN" dirty="0"/>
              <a:t>A kernel thread pass the interrupt as a message to waiting thread</a:t>
            </a:r>
          </a:p>
          <a:p>
            <a:pPr lvl="1"/>
            <a:endParaRPr lang="en-IN" dirty="0"/>
          </a:p>
          <a:p>
            <a:r>
              <a:rPr lang="en-IN" dirty="0"/>
              <a:t>Later the interrupts delivery is replaced by asynchronous IPC</a:t>
            </a:r>
          </a:p>
          <a:p>
            <a:r>
              <a:rPr lang="en-IN" dirty="0"/>
              <a:t>The driver thread can wait for several events using asynchronous notification API</a:t>
            </a:r>
          </a:p>
          <a:p>
            <a:r>
              <a:rPr lang="en-IN" dirty="0"/>
              <a:t>The microkernel just set the bits in the notification before waking up the driver thread</a:t>
            </a:r>
          </a:p>
        </p:txBody>
      </p:sp>
    </p:spTree>
    <p:extLst>
      <p:ext uri="{BB962C8B-B14F-4D97-AF65-F5344CB8AC3E}">
        <p14:creationId xmlns:p14="http://schemas.microsoft.com/office/powerpoint/2010/main" val="3666228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656A-2E27-5250-9F07-B148E8B7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User-mode device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72989-4571-CC2C-671A-64A212786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IOMMUs have enabled safe and isolated direct device access for devices</a:t>
            </a:r>
          </a:p>
          <a:p>
            <a:r>
              <a:rPr lang="en-IN" dirty="0"/>
              <a:t>The device takes I/O virtual address (IOVA) for DMA</a:t>
            </a:r>
          </a:p>
          <a:p>
            <a:r>
              <a:rPr lang="en-IN" dirty="0"/>
              <a:t>The IOVA gets converted into physical address by the IOMMU hardware during DMA</a:t>
            </a:r>
          </a:p>
        </p:txBody>
      </p:sp>
    </p:spTree>
    <p:extLst>
      <p:ext uri="{BB962C8B-B14F-4D97-AF65-F5344CB8AC3E}">
        <p14:creationId xmlns:p14="http://schemas.microsoft.com/office/powerpoint/2010/main" val="3614420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AE4A3-FF2E-3337-FDEE-FCEBB880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04355-F6C6-19E7-7D23-C0F7C7F11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Original L4 has process hierarchy</a:t>
            </a:r>
          </a:p>
          <a:p>
            <a:pPr lvl="1"/>
            <a:r>
              <a:rPr lang="en-IN" dirty="0"/>
              <a:t>Similar to parent, child relationship in Linux</a:t>
            </a:r>
          </a:p>
          <a:p>
            <a:pPr lvl="1"/>
            <a:r>
              <a:rPr lang="en-IN" dirty="0"/>
              <a:t>A parent can do IPC with child</a:t>
            </a:r>
          </a:p>
          <a:p>
            <a:pPr lvl="1"/>
            <a:endParaRPr lang="en-IN" dirty="0"/>
          </a:p>
          <a:p>
            <a:r>
              <a:rPr lang="en-IN" dirty="0"/>
              <a:t>The capability based implementation replaced the process hierarchy</a:t>
            </a:r>
          </a:p>
          <a:p>
            <a:pPr lvl="1"/>
            <a:r>
              <a:rPr lang="en-IN" dirty="0"/>
              <a:t>There is no default parent process</a:t>
            </a:r>
          </a:p>
          <a:p>
            <a:pPr lvl="1"/>
            <a:r>
              <a:rPr lang="en-IN" dirty="0"/>
              <a:t>A process can send message to another process if it has the corresponding IPC endpoint capability</a:t>
            </a:r>
          </a:p>
          <a:p>
            <a:pPr lvl="1"/>
            <a:r>
              <a:rPr lang="en-IN" dirty="0"/>
              <a:t>A process can use STDIN or STDOUT only if it has the required capability</a:t>
            </a:r>
          </a:p>
        </p:txBody>
      </p:sp>
    </p:spTree>
    <p:extLst>
      <p:ext uri="{BB962C8B-B14F-4D97-AF65-F5344CB8AC3E}">
        <p14:creationId xmlns:p14="http://schemas.microsoft.com/office/powerpoint/2010/main" val="2622278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1928-FFBC-4258-8547-28F1250D2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page mappings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5DBC1-F58F-4939-BAC5-B1BEE60E9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process can share the pages that are mapped in its virtual address space with other processes</a:t>
            </a:r>
          </a:p>
          <a:p>
            <a:pPr lvl="1"/>
            <a:r>
              <a:rPr lang="en-US" dirty="0"/>
              <a:t>L4 supports three operations</a:t>
            </a:r>
          </a:p>
          <a:p>
            <a:pPr lvl="2"/>
            <a:r>
              <a:rPr lang="en-US" dirty="0"/>
              <a:t>Map: map a page into a different process address space. Both processes share the page.</a:t>
            </a:r>
          </a:p>
          <a:p>
            <a:pPr lvl="2"/>
            <a:r>
              <a:rPr lang="en-US" dirty="0"/>
              <a:t>Grant: grant one of its pages to another process. The page is removed from the granter address space.</a:t>
            </a:r>
          </a:p>
          <a:p>
            <a:pPr lvl="2"/>
            <a:r>
              <a:rPr lang="en-US" dirty="0" err="1"/>
              <a:t>Unmap</a:t>
            </a:r>
            <a:r>
              <a:rPr lang="en-US" dirty="0"/>
              <a:t>: revoke all the shared mappings in other processes.</a:t>
            </a:r>
          </a:p>
          <a:p>
            <a:pPr lvl="1"/>
            <a:r>
              <a:rPr lang="en-US" dirty="0"/>
              <a:t>These operations are the part of the kernel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524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395E9-8B04-46E8-A27F-0ABBC8A54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B1E70-F500-4158-B456-395F9F19D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pager owns all pages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837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5066-102F-45DD-9928-B333C73C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D1B98-9CE9-426E-B165-712C89C06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8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5F4BF-6491-4258-9584-47AEE227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336C4-C0BB-4CCE-A631-1CB530F50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245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9AA2-3663-4984-964A-13993DF3F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5C42D-376A-4C68-A15D-E0EE658EA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Substantial bookkeeping in the form of mapping database</a:t>
            </a:r>
          </a:p>
          <a:p>
            <a:r>
              <a:rPr lang="en-US" dirty="0"/>
              <a:t>Two processes can collude to force the kernel to consume a large amount of memory</a:t>
            </a:r>
          </a:p>
          <a:p>
            <a:pPr lvl="1"/>
            <a:r>
              <a:rPr lang="en-US" dirty="0"/>
              <a:t>By mapping the same frame to different pages in each other’s address space</a:t>
            </a:r>
          </a:p>
          <a:p>
            <a:r>
              <a:rPr lang="en-US" dirty="0"/>
              <a:t>Even without malicious processes, 25-50% of kernel memory is consumed by the mapping database</a:t>
            </a:r>
          </a:p>
          <a:p>
            <a:endParaRPr lang="en-US" dirty="0"/>
          </a:p>
          <a:p>
            <a:r>
              <a:rPr lang="en-US" dirty="0"/>
              <a:t>Some microkernel retains recursive page table mappings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0882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3879-618D-9A45-538B-CF6E30A9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79B4B-75E9-C3E0-9258-8874D9FDB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Mapping control is achieved via capability on a physical frame, rather than having access to a virtual page backed by a physical frame</a:t>
            </a:r>
          </a:p>
          <a:p>
            <a:endParaRPr lang="en-IN" dirty="0"/>
          </a:p>
          <a:p>
            <a:r>
              <a:rPr lang="en-IN" dirty="0"/>
              <a:t>In this model, can application force L4 to allocate a lot of kernel memory?</a:t>
            </a:r>
          </a:p>
          <a:p>
            <a:pPr lvl="1"/>
            <a:r>
              <a:rPr lang="en-IN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0686089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36C4-220C-5FBB-5D8B-09D32146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Kernel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E17A7-5ACB-C789-D4C8-0714E16E7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 to prevent application from causing memory pressure inside kernel</a:t>
            </a:r>
          </a:p>
          <a:p>
            <a:pPr lvl="1"/>
            <a:r>
              <a:rPr lang="en-IN" dirty="0"/>
              <a:t>Kernel objects are cached and can reclaimed by the OS</a:t>
            </a:r>
          </a:p>
          <a:p>
            <a:pPr lvl="2"/>
            <a:r>
              <a:rPr lang="en-IN" dirty="0"/>
              <a:t>No isolation of kernel-objects. One process may slow down other. No guaranteed </a:t>
            </a:r>
            <a:r>
              <a:rPr lang="en-IN"/>
              <a:t>real-time behaviour</a:t>
            </a:r>
            <a:endParaRPr lang="en-IN" dirty="0"/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034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3C9F-940A-48B7-B5D9-44D7B29C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TCB addressing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9FBD1-D29C-4B2B-8C34-3F9AD5465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8774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21FF8-1648-44CB-8267-E96E3E32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TCB addressing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990BC-9233-4176-9242-9E1CCDC75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thread has a corresponding kernel stack</a:t>
            </a:r>
          </a:p>
          <a:p>
            <a:r>
              <a:rPr lang="en-US" dirty="0"/>
              <a:t>The TCB is stored at a fixed offset from the stack base</a:t>
            </a:r>
          </a:p>
          <a:p>
            <a:r>
              <a:rPr lang="en-US" dirty="0"/>
              <a:t>All kernel stacks are allocated in contiguous virtual address space</a:t>
            </a:r>
          </a:p>
          <a:p>
            <a:pPr lvl="1"/>
            <a:r>
              <a:rPr lang="en-US" dirty="0"/>
              <a:t>the address of the kernel stack can be computed directly from the thread-id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2419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2FAB-7048-4403-A2C7-0BEE21AC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TCB addressing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D1D74-D75E-455F-B181-444F639BA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Drawbacks</a:t>
            </a:r>
          </a:p>
          <a:p>
            <a:pPr lvl="1"/>
            <a:r>
              <a:rPr lang="en-US" dirty="0"/>
              <a:t>The virtual TCB array increases the TLB footprint</a:t>
            </a:r>
          </a:p>
          <a:p>
            <a:pPr lvl="1"/>
            <a:r>
              <a:rPr lang="en-US" dirty="0"/>
              <a:t>avoids cache footprint for additional lookup</a:t>
            </a:r>
          </a:p>
          <a:p>
            <a:pPr lvl="1"/>
            <a:r>
              <a:rPr lang="en-US" dirty="0"/>
              <a:t>Significant kernel memory use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353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13EF6-7084-489C-82FB-2B4F83BC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handler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8DF72-2C80-4244-8682-A84895895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interrupt_handler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push %</a:t>
            </a:r>
            <a:r>
              <a:rPr lang="en-US" dirty="0" err="1"/>
              <a:t>eax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push %</a:t>
            </a:r>
            <a:r>
              <a:rPr lang="en-US" dirty="0" err="1"/>
              <a:t>edx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push %</a:t>
            </a:r>
            <a:r>
              <a:rPr lang="en-US" dirty="0" err="1"/>
              <a:t>ecx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call </a:t>
            </a:r>
            <a:r>
              <a:rPr lang="en-US" dirty="0">
                <a:solidFill>
                  <a:srgbClr val="FF0000"/>
                </a:solidFill>
              </a:rPr>
              <a:t>schedule</a:t>
            </a:r>
          </a:p>
          <a:p>
            <a:pPr marL="0" indent="0">
              <a:buNone/>
            </a:pPr>
            <a:r>
              <a:rPr lang="en-US" dirty="0"/>
              <a:t>pop %</a:t>
            </a:r>
            <a:r>
              <a:rPr lang="en-US" dirty="0" err="1"/>
              <a:t>ecx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pop %</a:t>
            </a:r>
            <a:r>
              <a:rPr lang="en-US" dirty="0" err="1"/>
              <a:t>edx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pop %</a:t>
            </a:r>
            <a:r>
              <a:rPr lang="en-US" dirty="0" err="1"/>
              <a:t>eax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iret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9547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E15C-F428-4B01-8820-51796716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B8494-A639-4E67-84C5-F238325CC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struct </a:t>
            </a:r>
            <a:r>
              <a:rPr lang="en-US" dirty="0" err="1"/>
              <a:t>list_node</a:t>
            </a:r>
            <a:r>
              <a:rPr lang="en-US" dirty="0"/>
              <a:t> *</a:t>
            </a:r>
            <a:r>
              <a:rPr lang="en-US" dirty="0" err="1"/>
              <a:t>ready_list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struct thread *</a:t>
            </a:r>
            <a:r>
              <a:rPr lang="en-US" dirty="0" err="1"/>
              <a:t>cur_thread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void schedule() {</a:t>
            </a:r>
          </a:p>
          <a:p>
            <a:pPr marL="0" indent="0">
              <a:buNone/>
            </a:pPr>
            <a:r>
              <a:rPr lang="en-US" dirty="0"/>
              <a:t>   if (empty(</a:t>
            </a:r>
            <a:r>
              <a:rPr lang="en-US" dirty="0" err="1"/>
              <a:t>ready_list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    return;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list_insert</a:t>
            </a:r>
            <a:r>
              <a:rPr lang="en-US" dirty="0"/>
              <a:t>(</a:t>
            </a:r>
            <a:r>
              <a:rPr lang="en-US" dirty="0" err="1"/>
              <a:t>ready_list</a:t>
            </a:r>
            <a:r>
              <a:rPr lang="en-US" dirty="0"/>
              <a:t>, </a:t>
            </a:r>
            <a:r>
              <a:rPr lang="en-US" dirty="0" err="1"/>
              <a:t>cur_thread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struct thread *</a:t>
            </a:r>
            <a:r>
              <a:rPr lang="en-US" dirty="0" err="1"/>
              <a:t>prev</a:t>
            </a:r>
            <a:r>
              <a:rPr lang="en-US" dirty="0"/>
              <a:t> = </a:t>
            </a:r>
            <a:r>
              <a:rPr lang="en-US" dirty="0" err="1"/>
              <a:t>cur_thread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struct thread *next =  </a:t>
            </a:r>
            <a:r>
              <a:rPr lang="en-US" dirty="0" err="1"/>
              <a:t>get_next_thread</a:t>
            </a:r>
            <a:r>
              <a:rPr lang="en-US" dirty="0"/>
              <a:t>(</a:t>
            </a:r>
            <a:r>
              <a:rPr lang="en-US" dirty="0" err="1"/>
              <a:t>ready_list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cur_thread</a:t>
            </a:r>
            <a:r>
              <a:rPr lang="en-US" dirty="0"/>
              <a:t> = next;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context_switch</a:t>
            </a:r>
            <a:r>
              <a:rPr lang="en-US" dirty="0"/>
              <a:t>(</a:t>
            </a:r>
            <a:r>
              <a:rPr lang="en-US" dirty="0" err="1"/>
              <a:t>prev</a:t>
            </a:r>
            <a:r>
              <a:rPr lang="en-US" dirty="0"/>
              <a:t>, next);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B6D96-0AC8-4011-8DB6-E684C9D653A4}"/>
              </a:ext>
            </a:extLst>
          </p:cNvPr>
          <p:cNvSpPr txBox="1"/>
          <p:nvPr/>
        </p:nvSpPr>
        <p:spPr>
          <a:xfrm>
            <a:off x="7815943" y="1937657"/>
            <a:ext cx="29500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ready queue node corresponding to a thread is of type “struct thread”</a:t>
            </a:r>
          </a:p>
        </p:txBody>
      </p:sp>
    </p:spTree>
    <p:extLst>
      <p:ext uri="{BB962C8B-B14F-4D97-AF65-F5344CB8AC3E}">
        <p14:creationId xmlns:p14="http://schemas.microsoft.com/office/powerpoint/2010/main" val="41044382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2DB7-2C63-4EF7-895F-38C6B011F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D6187-3A8B-4C83-8C3C-3FE60DD7C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351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context_switch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push %</a:t>
            </a:r>
            <a:r>
              <a:rPr lang="en-US" dirty="0" err="1"/>
              <a:t>ebp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push %</a:t>
            </a:r>
            <a:r>
              <a:rPr lang="en-US" dirty="0" err="1"/>
              <a:t>esi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push %</a:t>
            </a:r>
            <a:r>
              <a:rPr lang="en-US" dirty="0" err="1"/>
              <a:t>edi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push %</a:t>
            </a:r>
            <a:r>
              <a:rPr lang="en-US" dirty="0" err="1"/>
              <a:t>ebx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20(%</a:t>
            </a:r>
            <a:r>
              <a:rPr lang="en-US" dirty="0" err="1"/>
              <a:t>esp</a:t>
            </a:r>
            <a:r>
              <a:rPr lang="en-US" dirty="0"/>
              <a:t>), %</a:t>
            </a:r>
            <a:r>
              <a:rPr lang="en-US" dirty="0" err="1"/>
              <a:t>eax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%</a:t>
            </a:r>
            <a:r>
              <a:rPr lang="en-US" dirty="0" err="1"/>
              <a:t>esp</a:t>
            </a:r>
            <a:r>
              <a:rPr lang="en-US" dirty="0"/>
              <a:t>, (%</a:t>
            </a:r>
            <a:r>
              <a:rPr lang="en-US" dirty="0" err="1"/>
              <a:t>eax</a:t>
            </a:r>
            <a:r>
              <a:rPr lang="en-US" dirty="0"/>
              <a:t>)                   </a:t>
            </a:r>
            <a:r>
              <a:rPr lang="en-US" dirty="0">
                <a:solidFill>
                  <a:srgbClr val="FF0000"/>
                </a:solidFill>
              </a:rPr>
              <a:t>// </a:t>
            </a:r>
            <a:r>
              <a:rPr lang="en-US" dirty="0" err="1">
                <a:solidFill>
                  <a:srgbClr val="FF0000"/>
                </a:solidFill>
              </a:rPr>
              <a:t>prev</a:t>
            </a:r>
            <a:r>
              <a:rPr lang="en-US" dirty="0">
                <a:solidFill>
                  <a:srgbClr val="FF0000"/>
                </a:solidFill>
              </a:rPr>
              <a:t>-&gt;</a:t>
            </a:r>
            <a:r>
              <a:rPr lang="en-US" dirty="0" err="1">
                <a:solidFill>
                  <a:srgbClr val="FF0000"/>
                </a:solidFill>
              </a:rPr>
              <a:t>esp</a:t>
            </a:r>
            <a:r>
              <a:rPr lang="en-US" dirty="0">
                <a:solidFill>
                  <a:srgbClr val="FF0000"/>
                </a:solidFill>
              </a:rPr>
              <a:t> = %</a:t>
            </a:r>
            <a:r>
              <a:rPr lang="en-US" dirty="0" err="1">
                <a:solidFill>
                  <a:srgbClr val="FF0000"/>
                </a:solidFill>
              </a:rPr>
              <a:t>esp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mov 24(%</a:t>
            </a:r>
            <a:r>
              <a:rPr lang="en-US" dirty="0" err="1"/>
              <a:t>esp</a:t>
            </a:r>
            <a:r>
              <a:rPr lang="en-US" dirty="0"/>
              <a:t>), %</a:t>
            </a:r>
            <a:r>
              <a:rPr lang="en-US" dirty="0" err="1"/>
              <a:t>eax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mov (%</a:t>
            </a:r>
            <a:r>
              <a:rPr lang="en-US" dirty="0" err="1"/>
              <a:t>eax</a:t>
            </a:r>
            <a:r>
              <a:rPr lang="en-US" dirty="0"/>
              <a:t>), %</a:t>
            </a:r>
            <a:r>
              <a:rPr lang="en-US" dirty="0" err="1"/>
              <a:t>esp</a:t>
            </a:r>
            <a:r>
              <a:rPr lang="en-US" dirty="0"/>
              <a:t>                  </a:t>
            </a:r>
            <a:r>
              <a:rPr lang="en-US" dirty="0">
                <a:solidFill>
                  <a:srgbClr val="FF0000"/>
                </a:solidFill>
              </a:rPr>
              <a:t>// %</a:t>
            </a:r>
            <a:r>
              <a:rPr lang="en-US" dirty="0" err="1">
                <a:solidFill>
                  <a:srgbClr val="FF0000"/>
                </a:solidFill>
              </a:rPr>
              <a:t>esp</a:t>
            </a:r>
            <a:r>
              <a:rPr lang="en-US" dirty="0">
                <a:solidFill>
                  <a:srgbClr val="FF0000"/>
                </a:solidFill>
              </a:rPr>
              <a:t> = next-&gt;</a:t>
            </a:r>
            <a:r>
              <a:rPr lang="en-US" dirty="0" err="1">
                <a:solidFill>
                  <a:srgbClr val="FF0000"/>
                </a:solidFill>
              </a:rPr>
              <a:t>esp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pop %</a:t>
            </a:r>
            <a:r>
              <a:rPr lang="en-US" dirty="0" err="1"/>
              <a:t>ebx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pop %</a:t>
            </a:r>
            <a:r>
              <a:rPr lang="en-US" dirty="0" err="1"/>
              <a:t>edi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pop %</a:t>
            </a:r>
            <a:r>
              <a:rPr lang="en-US" dirty="0" err="1"/>
              <a:t>esi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pop %</a:t>
            </a:r>
            <a:r>
              <a:rPr lang="en-US" dirty="0" err="1"/>
              <a:t>ebp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ret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025DE61C-288D-4228-BF1D-DA6A262A4C18}"/>
              </a:ext>
            </a:extLst>
          </p:cNvPr>
          <p:cNvSpPr/>
          <p:nvPr/>
        </p:nvSpPr>
        <p:spPr>
          <a:xfrm>
            <a:off x="2481943" y="2329543"/>
            <a:ext cx="468086" cy="102325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287DE4DB-C9E3-4A8E-9837-C58E8B02BE6D}"/>
              </a:ext>
            </a:extLst>
          </p:cNvPr>
          <p:cNvSpPr/>
          <p:nvPr/>
        </p:nvSpPr>
        <p:spPr>
          <a:xfrm>
            <a:off x="2122714" y="5018314"/>
            <a:ext cx="370115" cy="112122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2FBF8-6039-4409-AFE6-0170A5952CB0}"/>
              </a:ext>
            </a:extLst>
          </p:cNvPr>
          <p:cNvSpPr txBox="1"/>
          <p:nvPr/>
        </p:nvSpPr>
        <p:spPr>
          <a:xfrm>
            <a:off x="3222174" y="2471057"/>
            <a:ext cx="1502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previous thread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1B3C5-62BD-40E5-A711-EA3CAF23131F}"/>
              </a:ext>
            </a:extLst>
          </p:cNvPr>
          <p:cNvSpPr txBox="1"/>
          <p:nvPr/>
        </p:nvSpPr>
        <p:spPr>
          <a:xfrm>
            <a:off x="2721430" y="5279569"/>
            <a:ext cx="1502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next</a:t>
            </a:r>
          </a:p>
          <a:p>
            <a:r>
              <a:rPr lang="en-US" dirty="0">
                <a:solidFill>
                  <a:srgbClr val="FF0000"/>
                </a:solidFill>
              </a:rPr>
              <a:t>thread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5DDF4E-AC81-4AE8-8E8B-2D5F631A36A3}"/>
              </a:ext>
            </a:extLst>
          </p:cNvPr>
          <p:cNvSpPr txBox="1"/>
          <p:nvPr/>
        </p:nvSpPr>
        <p:spPr>
          <a:xfrm>
            <a:off x="7772400" y="2329543"/>
            <a:ext cx="318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problem with only one kernel stack?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481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F211-35E2-4EE5-9953-D19A3428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kernel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3C9E9-B326-46AA-AA11-5DF6852F7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design a kernel with only one kernel stack per-core?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90510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F211-35E2-4EE5-9953-D19A3428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kernel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3C9E9-B326-46AA-AA11-5DF6852F7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design a kernel with only one kernel stack per-core?</a:t>
            </a:r>
          </a:p>
          <a:p>
            <a:pPr lvl="1"/>
            <a:r>
              <a:rPr lang="en-US" dirty="0"/>
              <a:t>Yes, we need to save the contents of the kernel stack corresponding to the previous thread in a heap during the context switch</a:t>
            </a:r>
          </a:p>
          <a:p>
            <a:pPr lvl="1"/>
            <a:r>
              <a:rPr lang="en-US" dirty="0"/>
              <a:t>We need to restore the contents of the kernel stack corresponding to the next thread from the heap in the context switch routine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8211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2F00-7192-4CB4-8AE6-38E403795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DA1AF-8F27-4F8B-A9A8-F7C4FF8DE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Per-thread kernel stack model is also called the process kernel</a:t>
            </a:r>
          </a:p>
          <a:p>
            <a:r>
              <a:rPr lang="en-US" dirty="0"/>
              <a:t>Per-core kernel stack model is called the event kernel</a:t>
            </a:r>
          </a:p>
          <a:p>
            <a:endParaRPr lang="en-US" dirty="0"/>
          </a:p>
          <a:p>
            <a:r>
              <a:rPr lang="en-US" dirty="0"/>
              <a:t>In L4, the event kernel has replaced the process kernel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2501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D337-153C-4014-AEA0-9BD1ED951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22B48-48A5-4846-9BF8-B60950E25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7566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C5D1-F307-4154-A7BC-01C40A20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4569F-1100-4CC8-B067-D0E5EC60E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Deleting the sending thread from the ready queue</a:t>
            </a:r>
          </a:p>
          <a:p>
            <a:r>
              <a:rPr lang="en-US" dirty="0"/>
              <a:t>Inserting into a waiting queue</a:t>
            </a:r>
          </a:p>
          <a:p>
            <a:r>
              <a:rPr lang="en-US" dirty="0"/>
              <a:t>Deleting the receiving thread from the waiting queue</a:t>
            </a:r>
          </a:p>
          <a:p>
            <a:r>
              <a:rPr lang="en-US" dirty="0"/>
              <a:t>Inserting into the ready queue</a:t>
            </a:r>
          </a:p>
          <a:p>
            <a:endParaRPr lang="en-US" dirty="0"/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Frequent queue manipulation because IPC operations are frequent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98BCA7E-7A63-4330-BDF7-A466AB5A9D4F}"/>
                  </a:ext>
                </a:extLst>
              </p14:cNvPr>
              <p14:cNvContentPartPr/>
              <p14:nvPr/>
            </p14:nvContentPartPr>
            <p14:xfrm>
              <a:off x="1066680" y="743040"/>
              <a:ext cx="7220520" cy="2584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98BCA7E-7A63-4330-BDF7-A466AB5A9D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7320" y="733680"/>
                <a:ext cx="7239240" cy="260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77262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C2BA-FC74-44CA-BECB-D958E0784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scheduling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EA102-AC7E-4DF9-A925-CA9CFF765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294A81-4253-42B5-891B-05B39BCB3EB5}"/>
                  </a:ext>
                </a:extLst>
              </p14:cNvPr>
              <p14:cNvContentPartPr/>
              <p14:nvPr/>
            </p14:nvContentPartPr>
            <p14:xfrm>
              <a:off x="2432160" y="1447920"/>
              <a:ext cx="7791840" cy="3727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294A81-4253-42B5-891B-05B39BCB3E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2800" y="1438560"/>
                <a:ext cx="7810560" cy="374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19899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4AEA-C4AB-40FD-AF00-EECA78E4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scheduling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6E272-C4DE-4C15-9975-AA1E1818D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Leaves the sending thread in the ready queue during IPC</a:t>
            </a:r>
          </a:p>
          <a:p>
            <a:pPr lvl="1"/>
            <a:r>
              <a:rPr lang="en-US" dirty="0"/>
              <a:t>Marks the state of the thread as BLOCKED</a:t>
            </a:r>
          </a:p>
          <a:p>
            <a:r>
              <a:rPr lang="en-US" dirty="0"/>
              <a:t>Leaves the receiving thread in the waiting queue during IPC</a:t>
            </a:r>
          </a:p>
          <a:p>
            <a:pPr lvl="1"/>
            <a:r>
              <a:rPr lang="en-US" dirty="0"/>
              <a:t>Marks the state of the thread as READY</a:t>
            </a:r>
          </a:p>
          <a:p>
            <a:r>
              <a:rPr lang="en-US" dirty="0"/>
              <a:t>Scheduler:</a:t>
            </a:r>
          </a:p>
          <a:p>
            <a:pPr lvl="1"/>
            <a:r>
              <a:rPr lang="en-US" dirty="0"/>
              <a:t>traverses the ready queue until it finds a thread that is not marked as BLOCKED</a:t>
            </a:r>
          </a:p>
          <a:p>
            <a:pPr lvl="1"/>
            <a:r>
              <a:rPr lang="en-US" dirty="0"/>
              <a:t>moves BLOCKED thread to the waiting queue during traversing</a:t>
            </a:r>
          </a:p>
          <a:p>
            <a:pPr lvl="1"/>
            <a:r>
              <a:rPr lang="en-US" dirty="0"/>
              <a:t>If the current thread is in a waiting queue, move it to the ready queue</a:t>
            </a:r>
          </a:p>
          <a:p>
            <a:pPr lvl="1"/>
            <a:endParaRPr lang="en-US" dirty="0"/>
          </a:p>
          <a:p>
            <a:r>
              <a:rPr lang="en-US" dirty="0"/>
              <a:t>Pros:</a:t>
            </a:r>
          </a:p>
          <a:p>
            <a:pPr lvl="1"/>
            <a:r>
              <a:rPr lang="en-US" dirty="0"/>
              <a:t>Now queue manipulations happen during scheduling that is relatively less frequent 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In the worst, case the scheduler needs to walk all the threads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4233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17072-B29B-433E-90B3-7D13C381F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Benno scheduling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313EE-62A2-4E96-A6C9-1F9B2EA98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376460-858D-4E6B-9DD1-D303C4B92408}"/>
                  </a:ext>
                </a:extLst>
              </p14:cNvPr>
              <p14:cNvContentPartPr/>
              <p14:nvPr/>
            </p14:nvContentPartPr>
            <p14:xfrm>
              <a:off x="2146320" y="2247840"/>
              <a:ext cx="8515800" cy="1987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376460-858D-4E6B-9DD1-D303C4B924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6960" y="2238480"/>
                <a:ext cx="8534520" cy="200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860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F6A01-F9EE-4D37-9EB7-E3483A8A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Benno scheduling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C0433-C1D5-4A9D-9B9F-D0309BB61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ready queue doesn’t contain the current thread</a:t>
            </a:r>
          </a:p>
          <a:p>
            <a:r>
              <a:rPr lang="en-US" dirty="0"/>
              <a:t>ready queue is not modified when a thread gets blocked or unblocked during IPC</a:t>
            </a:r>
          </a:p>
          <a:p>
            <a:pPr lvl="1"/>
            <a:r>
              <a:rPr lang="en-US" dirty="0"/>
              <a:t>The sending thread is added to the waiting queue</a:t>
            </a:r>
          </a:p>
          <a:p>
            <a:pPr lvl="1"/>
            <a:r>
              <a:rPr lang="en-US" dirty="0"/>
              <a:t>The receiving thread is removed from the waiting queue</a:t>
            </a:r>
          </a:p>
          <a:p>
            <a:pPr lvl="1"/>
            <a:r>
              <a:rPr lang="en-US" dirty="0"/>
              <a:t>During preemption, the preempted thread is inserted into the ready queue</a:t>
            </a:r>
          </a:p>
          <a:p>
            <a:pPr lvl="1"/>
            <a:endParaRPr lang="en-US" dirty="0"/>
          </a:p>
          <a:p>
            <a:r>
              <a:rPr lang="en-US" dirty="0"/>
              <a:t>waiting queue manipulations during IPC</a:t>
            </a:r>
          </a:p>
          <a:p>
            <a:pPr lvl="1"/>
            <a:r>
              <a:rPr lang="en-US" dirty="0"/>
              <a:t>not severe because they are hot in cache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41780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1FC87-CEDF-41B9-86BA-0AA1D198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process switch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7528F-96BE-45D9-900A-CB7BED5E2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IPC, scheduler is not invoked</a:t>
            </a:r>
          </a:p>
          <a:p>
            <a:pPr lvl="1"/>
            <a:r>
              <a:rPr lang="en-US" dirty="0"/>
              <a:t>The target thread runs on the original thread’s time slice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6E467E-4CD9-4239-B0E6-4184F98682DD}"/>
                  </a:ext>
                </a:extLst>
              </p14:cNvPr>
              <p14:cNvContentPartPr/>
              <p14:nvPr/>
            </p14:nvContentPartPr>
            <p14:xfrm>
              <a:off x="2013120" y="3505320"/>
              <a:ext cx="2864160" cy="1505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6E467E-4CD9-4239-B0E6-4184F98682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3760" y="3495960"/>
                <a:ext cx="2882880" cy="152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30157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E8D5-4792-4D36-8962-4E42141FB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Preemption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617BF-DA1C-4B5B-877B-CB2EAB2B3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Linux, some system calls may take a lot of time</a:t>
            </a:r>
            <a:endParaRPr lang="en-IN" dirty="0"/>
          </a:p>
          <a:p>
            <a:r>
              <a:rPr lang="en-IN" dirty="0"/>
              <a:t>If the kernel threads are not preemptible, then interactive applications may suffer</a:t>
            </a:r>
          </a:p>
          <a:p>
            <a:r>
              <a:rPr lang="en-IN" dirty="0"/>
              <a:t>Due to this, the Linux kernel is preemptable</a:t>
            </a:r>
          </a:p>
          <a:p>
            <a:r>
              <a:rPr lang="en-US" dirty="0"/>
              <a:t>On the other hand, the L4 kernel is very small</a:t>
            </a:r>
          </a:p>
          <a:p>
            <a:pPr lvl="1"/>
            <a:r>
              <a:rPr lang="en-US" dirty="0"/>
              <a:t>They are only a few kernel points where preemption is needed</a:t>
            </a:r>
          </a:p>
          <a:p>
            <a:r>
              <a:rPr lang="en-US" dirty="0"/>
              <a:t>L4 is mostly non-preemptible with selective preemption points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69FA7B-11B0-42D0-BEF1-C5134F45CF88}"/>
                  </a:ext>
                </a:extLst>
              </p14:cNvPr>
              <p14:cNvContentPartPr/>
              <p14:nvPr/>
            </p14:nvContentPartPr>
            <p14:xfrm>
              <a:off x="2832120" y="3645000"/>
              <a:ext cx="3016440" cy="1460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69FA7B-11B0-42D0-BEF1-C5134F45CF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22760" y="3635640"/>
                <a:ext cx="3035160" cy="147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09333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A0A3-7355-4998-BDF6-225878AC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83094-831E-4F4B-A0CB-9E57134AC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23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4338</TotalTime>
  <Words>2010</Words>
  <Application>Microsoft Office PowerPoint</Application>
  <PresentationFormat>Widescreen</PresentationFormat>
  <Paragraphs>273</Paragraphs>
  <Slides>55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Arial</vt:lpstr>
      <vt:lpstr>Calibri</vt:lpstr>
      <vt:lpstr>Calibri Light</vt:lpstr>
      <vt:lpstr>Office Theme</vt:lpstr>
      <vt:lpstr>PowerPoint Presentation</vt:lpstr>
      <vt:lpstr>Today’s topics</vt:lpstr>
      <vt:lpstr>Microkernel design</vt:lpstr>
      <vt:lpstr>Microkernel Design</vt:lpstr>
      <vt:lpstr>Unix design</vt:lpstr>
      <vt:lpstr>Microkernel design</vt:lpstr>
      <vt:lpstr>Microkernel design</vt:lpstr>
      <vt:lpstr>Read system call in Linux</vt:lpstr>
      <vt:lpstr>Read system call in microkernel</vt:lpstr>
      <vt:lpstr>Synchronous IPC</vt:lpstr>
      <vt:lpstr>Select in Linux</vt:lpstr>
      <vt:lpstr>Asynchronous send</vt:lpstr>
      <vt:lpstr>Asynchronous notification</vt:lpstr>
      <vt:lpstr>Zero copy IPC</vt:lpstr>
      <vt:lpstr>Zero copy IPC</vt:lpstr>
      <vt:lpstr>Long IPC</vt:lpstr>
      <vt:lpstr>Long IPC</vt:lpstr>
      <vt:lpstr>IPC destinations</vt:lpstr>
      <vt:lpstr>IPC destinations</vt:lpstr>
      <vt:lpstr>IPC timeouts</vt:lpstr>
      <vt:lpstr>IPC timeouts</vt:lpstr>
      <vt:lpstr>Communication control</vt:lpstr>
      <vt:lpstr>Communication control</vt:lpstr>
      <vt:lpstr>Communication control</vt:lpstr>
      <vt:lpstr>Capability</vt:lpstr>
      <vt:lpstr>User-mode device drivers</vt:lpstr>
      <vt:lpstr>User-mode device drivers</vt:lpstr>
      <vt:lpstr>User-mode device drivers</vt:lpstr>
      <vt:lpstr>User-mode device drivers</vt:lpstr>
      <vt:lpstr>Process hierarchy</vt:lpstr>
      <vt:lpstr>Recursive page mappings</vt:lpstr>
      <vt:lpstr>Map</vt:lpstr>
      <vt:lpstr>Grant</vt:lpstr>
      <vt:lpstr>Unmap</vt:lpstr>
      <vt:lpstr>Drawbacks</vt:lpstr>
      <vt:lpstr>Improvement</vt:lpstr>
      <vt:lpstr>Kernel memory</vt:lpstr>
      <vt:lpstr>Virtual TCB addressing</vt:lpstr>
      <vt:lpstr>Virtual TCB addressing</vt:lpstr>
      <vt:lpstr>Virtual TCB addressing</vt:lpstr>
      <vt:lpstr>Interrupt handler</vt:lpstr>
      <vt:lpstr>scheduler</vt:lpstr>
      <vt:lpstr>scheduler</vt:lpstr>
      <vt:lpstr>Event kernel</vt:lpstr>
      <vt:lpstr>Event kernel</vt:lpstr>
      <vt:lpstr>Kernel stack</vt:lpstr>
      <vt:lpstr>Scheduling</vt:lpstr>
      <vt:lpstr>Scheduling</vt:lpstr>
      <vt:lpstr>Lazy scheduling</vt:lpstr>
      <vt:lpstr>Lazy scheduling</vt:lpstr>
      <vt:lpstr>Benno scheduling</vt:lpstr>
      <vt:lpstr>Benno scheduling</vt:lpstr>
      <vt:lpstr>Direct process switch</vt:lpstr>
      <vt:lpstr>Preemption</vt:lpstr>
      <vt:lpstr>Discussions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Piyus Kedia</dc:creator>
  <cp:lastModifiedBy>Piyus Kedia</cp:lastModifiedBy>
  <cp:revision>762</cp:revision>
  <cp:lastPrinted>2020-01-06T12:49:31Z</cp:lastPrinted>
  <dcterms:created xsi:type="dcterms:W3CDTF">2020-01-04T14:42:09Z</dcterms:created>
  <dcterms:modified xsi:type="dcterms:W3CDTF">2026-02-04T05:26:57Z</dcterms:modified>
</cp:coreProperties>
</file>