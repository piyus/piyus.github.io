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336" r:id="rId4"/>
    <p:sldId id="337" r:id="rId5"/>
    <p:sldId id="315" r:id="rId6"/>
    <p:sldId id="329" r:id="rId7"/>
    <p:sldId id="334" r:id="rId8"/>
    <p:sldId id="338" r:id="rId9"/>
    <p:sldId id="258" r:id="rId10"/>
    <p:sldId id="259" r:id="rId11"/>
    <p:sldId id="260" r:id="rId12"/>
    <p:sldId id="274" r:id="rId13"/>
    <p:sldId id="261" r:id="rId14"/>
    <p:sldId id="273" r:id="rId15"/>
    <p:sldId id="262" r:id="rId16"/>
    <p:sldId id="263" r:id="rId17"/>
    <p:sldId id="275" r:id="rId18"/>
    <p:sldId id="264" r:id="rId19"/>
    <p:sldId id="265" r:id="rId20"/>
    <p:sldId id="266" r:id="rId21"/>
    <p:sldId id="267" r:id="rId22"/>
    <p:sldId id="276" r:id="rId23"/>
    <p:sldId id="268" r:id="rId24"/>
    <p:sldId id="277" r:id="rId25"/>
    <p:sldId id="278" r:id="rId26"/>
    <p:sldId id="347" r:id="rId27"/>
    <p:sldId id="311" r:id="rId28"/>
    <p:sldId id="269" r:id="rId29"/>
    <p:sldId id="279" r:id="rId30"/>
    <p:sldId id="280" r:id="rId31"/>
    <p:sldId id="281" r:id="rId32"/>
    <p:sldId id="283" r:id="rId33"/>
    <p:sldId id="284" r:id="rId34"/>
    <p:sldId id="282" r:id="rId35"/>
    <p:sldId id="285" r:id="rId36"/>
    <p:sldId id="286" r:id="rId37"/>
    <p:sldId id="288" r:id="rId38"/>
    <p:sldId id="289" r:id="rId39"/>
    <p:sldId id="291" r:id="rId40"/>
    <p:sldId id="292" r:id="rId41"/>
    <p:sldId id="293" r:id="rId42"/>
    <p:sldId id="295" r:id="rId43"/>
    <p:sldId id="294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7" r:id="rId54"/>
    <p:sldId id="305" r:id="rId55"/>
    <p:sldId id="306" r:id="rId56"/>
    <p:sldId id="1196" r:id="rId57"/>
    <p:sldId id="308" r:id="rId58"/>
    <p:sldId id="1195" r:id="rId59"/>
    <p:sldId id="309" r:id="rId60"/>
    <p:sldId id="310" r:id="rId61"/>
    <p:sldId id="339" r:id="rId62"/>
    <p:sldId id="342" r:id="rId63"/>
    <p:sldId id="340" r:id="rId64"/>
    <p:sldId id="343" r:id="rId65"/>
    <p:sldId id="344" r:id="rId66"/>
    <p:sldId id="341" r:id="rId67"/>
    <p:sldId id="345" r:id="rId68"/>
    <p:sldId id="346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4:01:26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26318 13269 0 0,'0'7'198'0,"0"-3"-88"16,0-4-166-16,0 0-24 0,0 3 15 0,0-3 19 0,-7 0 16 0,7-3 10 16,-6-5 10-16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4:14:53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17669 9569 0 0,'0'0'1'0,"0"0"104"0,0 0 61 0,0 0 37 0,0 0 25 0,0 0 19 0,-6-4 16 0,6 0 13 0,0 1 13 0,-8-1 11 15,8 0 8-15,0 1 10 0,0 3 8 0,-6-4-85 0,6 0-135 0,0 4-64 16,0 0-32-16,-6-3-13 0,6 3-2 0,-6-4-2 0,6 4 2 0,-8-4 1 0,8 4 5 16,-6-3 3-16,0 3 7 0,6-4 3 0,-13 4 5 0,6-4 2 15,0 4 4-15,1 0 1 0,0-3 3 0,0 3 2 0,-8 0 2 0,8 0 0 0,-1 0 2 0,-6 0-2 16,6 3-5-16,1-3-4 0,-7 4-6 0,6 0-4 0,1-1-4 15,0 1-5-15,-1 0-4 0,0 3-4 0,1-3-3 0,-1 3-2 0,1 4-2 16,0-4-2-16,-1 4-2 0,7-4 0 0,-7 4-1 0,1 0 0 0,0 4 1 0,6-4-1 16,-8 4 3-16,8-4 0 0,-6 4 3 0,6-1 1 0,0 1 4 0,0-1-2 15,0 5 2-15,0-4 0 0,0-1 1 0,0 5-1 0,0-5 1 0,6 1 1 16,-6 3 2-16,8-3 0 0,-8-1 1 0,6 1 1 0,0-1-1 0,1 2 0 0,0-5 2 16,-1 3-1-16,0 1 0 0,1-1 1 0,-1 1-1 0,1 0 1 0,0-1 1 15,-1-3-1-15,0 4 0 0,1 0 0 0,0-1 2 0,-1 1 1 16,0 0 3-16,1-4 5 0,-7 3 9 0,6-3 5 0,1 4 9 0,0-4 6 0,-7 3 6 0,6-2 5 15,0 2 5-15,-6-3 2 0,8 0 2 0,-2 0 2 0,0 4 0 0,0-4 1 16,1 0-2-16,6 0-6 0,-6 0-7 0,5 3-7 0,-4-3-8 0,4 1-8 16,2-6-3-16,-2 6-6 0,1-1-3 0,1-4-4 0,-2 4 0 0,2-4-2 0,-2 4-1 15,8-3-1-15,-7-1-1 0,7 0 1 0,-8-3-1 0,8 0 0 0,-7-1 2 16,7 1-1-16,-1-1 0 0,1-3 0 0,0 0-1 16,-2 0 1-16,2 0 2 0,0 0-1 0,-1-3-2 0,1-1 1 0,0 4 0 0,-1-7-2 0,1 3 0 0,-1 1-3 15,1-5 1-15,-1 5 0 0,-6-5 2 0,7 1 0 0,-7 0 1 0,0-1 2 16,0 1 1-16,-1-4 6 0,2 0 4 0,-8 0 4 0,8 0 3 0,-8 0 4 15,0 0 4-15,1-4 6 0,-1 1 3 0,1-1 5 0,-7-3 7 0,7 0 2 0,-7-1 0 16,0 1 1-16,6-4-2 0,-6 3 0 0,-6-2-5 0,6-1 2 0,0-4-2 16,-7 4-1-16,7-4-1 0,-7 4-2 0,1-3-3 0,-1-1-2 0,1 1-7 15,-7-2-1-15,6 2 0 0,-5-4 0 0,-2 3-1 0,1 1-1 0,-6-1-3 0,0 4-3 16,-1-4-4-16,0 4-3 0,-6 4-6 0,7 0-6 0,-7-1-4 0,-1 5-6 16,1 2-5-16,-6 1-9 0,5 0-13 0,-5 8-16 0,-1-1-16 0,1 1-20 15,-7 6-21-15,7 1-18 0,-7 3-22 0,-7 5-15 0,7 2-15 0,0 4-13 0,-7 1-17 16,7 3-26-16,0 3-30 0,0 1-54 0,0 0-64 0,6 3-33 0,7-3-16 15,0 3 11-15,0-4 21 0,7 1 27 0,5 0 33 0,1-1 27 0,1-3 31 0,5 0 28 16,0-4 35-16,7 1 39 0,-6-1 47 0</inkml:trace>
  <inkml:trace contextRef="#ctx0" brushRef="#br0" timeOffset="1223.63">22123 10749 19 0,'-6'-5'108'0,"-7"5"47"0,7 0 32 0,-1 0 23 0,-6 0 18 0,-1 0 15 16,2 5 13-16,-8-5 12 0,7 3 11 0,-7-3 9 0,8 3 10 0,-8 2-42 0,1-2-73 15,5 1-66-15,-4-1-60 0,4 5-29 0,1-5-11 16,-7 1-2-16,8 3 1 0,-2 1 2 0,8-1 5 0,-7-3 1 0,0 3 2 0,0 0 1 0,7 1-1 0,-1-1 0 0,-6 0 1 16,7 0 1-16,-1 1-2 0,0-5 1 0,1 5 0 0,-1-1-2 0,1 0 0 15,6 1-4-15,-7-1-4 0,0 4-2 0,7-3-3 0,-6 3-1 0,0 0-1 0,6 0 0 16,-6-1 0-16,6 1-2 0,-8 4 0 0,8 0-1 0,-6-1-5 0,6 1-1 15,0 0-3-15,0 0-1 0,-6-1-1 0,6 4 1 0,0-3-1 0,0 0 0 16,0-1 1-16,-7 1 0 0,7-1 1 0,0 5-1 0,0-4 2 16,0 3 5-16,0 0 10 0,0-3 5 0,0 3 7 0,0 0 5 0,0 4 3 0,0-3 5 0,0-1 1 15,0 4 4-15,7-4 0 0,-7 1 3 0,6 3 2 0,-6-4 6 0,6 1 8 16,2-1-3-16,-2 0-5 0,0 0-6 0,0 1-6 0,8-5-5 0,-8 4-4 0,7-3-3 16,1 0-4-16,-2 0-3 0,2-1-2 0,-2 1-4 0,1 0 0 0,7-1-9 15,-7-3-7-15,6 4-4 0,1-4-1 0,-1 0 2 0,1 0-1 0,0 0 0 16,5-4 1-16,-5 1 2 0,6 3 1 0,-6-8 0 0,5 5 2 0,-5-1 0 15,7-3 0-15,-1 3 0 0,-7-4 3 0,7 1 1 0,0-4-2 0,-6 4 1 0,6-4-1 16,-1 0 1-16,2 0 0 0,-7 0-1 16,6-4-3-16,-7 4 3 0,7-4 0 0,-6 1 1 0,6-4 1 0,-7 3 0 15,1-3 2-15,0-1 3 0,-1 1-1 0,0 0 4 0,1-5 1 0,-1 1 2 0,-5 0 3 0,5-3 2 0,1 3 2 0,-8-4 1 16,8-3 2-16,-7 3 2 0,0-3 0 0,0 3 3 0,7-3 0 0,-14-1 2 16,14 1 4-16,-14 0 3 0,7 0 2 0,1-4 2 0,-2 4 0 0,2-1-2 0,-8-3 0 15,7 0 0-15,-7 4 0 16,8-1 1-16,-8-2 1 0,0-1 0 0,1 3 1 0,0-3-1 0,-1 4-2 0</inkml:trace>
  <inkml:trace contextRef="#ctx0" brushRef="#br0" timeOffset="14564.4">23459 16196 26 0,'0'7'109'0,"0"-3"44"16,-6 0 30-16,6-4 20 0,0 0 12 0,0 0-1 0,0 0-12 0,0 0-16 0,0 0-19 0,0 0-17 0,0 0-16 0,0 0-62 0,0 0-89 0,0 0-62 15,0 0-51-15,0 0-23 0,0 0-5 0,0 0 1 0,6 0 5 0,-6 0 19 16,0-4 26-16,6 4 25 0,-6-4 25 0,0 4 21 0,0-3 19 0,7-1 18 0,-7 0 14 16,0 0 15-16,0 1 9 0,0-1 7 0,6 4 5 0,-6-4 5 0,0 1 7 0,0 3 3 15,0-4 3-15,0 4 3 0,0 0 0 0,0 0 3 0,0-4 2 0,0 4 1 16,0 0 3-16,0-3 2 0,0 3 1 0,0-4 1 0,0 4 0 0,0-4 2 0,0 4 3 15,-6 0 7-15,6 0 6 0,0 0 3 0,0 0 2 0,0 0 0 0,-7-3-1 16,1 3-5-16,6 0-7 0,-6-4-5 0,6 4-8 0,0-3-4 0,-8 3-5 0,2 0-7 16,0-4-10-16,-1 0-12 0,7 4-12 0,-7-3-6 0,1 3-6 0,0-4-4 15,-1 4-4-15,-6 0-4 0,6-4-6 0,1 4-3 0,0 0-3 16,-1 0 0-16,-6 0-2 0,7 0 2 0,-1 0 4 0,0 0-1 0,1 0 2 0,-1 0-1 0,1 0 2 16,-8 4-1-16,14-4 1 0,-12 0 2 0,6 0-1 0,-1 0 2 15,0 4 3-15,1-4 0 0,-7 0 4 0,7 3 1 0,-2-3 1 0,2 4 1 0,-7-4-1 0,6 4 1 16,1-4 0-16,0 3-3 0,-1 1 0 0,-6-1-2 0,6 5-2 15,1-5-1-15,0 5-2 0,-1-5-3 0,-6 5-3 0,7-1-2 0,-1 1 0 0,1-1 0 16,-1 4 0-16,-6-4-1 0,7 4 1 0,-2-3 2 0,-4 3 0 0,6-1 1 0,-1-2-1 16,-6 3 2-16,6 0 0 0,-5 0 0 0,4-4 0 0,-4 4 1 0,-2 0 1 15,8 0-1-15,-7 0-1 0,7 0 1 0,-8 0-1 0,2 0 1 0,6 0 0 0,-8 0 0 16,8 0 0-16,-7 0-1 0,6 0-1 0,0 0 1 0,1 0-1 0,-7-4 1 16,6 5 1-16,7-2 1 0,-6 1 3 0,0 0 0 0,6 0 4 0,-7 4-2 15,7-4-2-15,0 0-1 0,0 3 0 0,0 1-1 0,0-4 0 0,7 4 0 0,-7 0-1 16,6-1 1-16,-6 1-2 0,6 0-2 0,1-1-1 0,0 1-4 0,-1-1 1 0,0 1 0 15,1 0 0-15,0-5 1 0,-1 6 1 0,7-5 1 0,-7-1-1 0,2 1 1 16,4 4 1-16,-6-8 0 0,8 4 1 0,-8 0-1 0,7 0 0 0,-7 0 1 0,8-4 0 16,-2 1 0-16,-4 3 0 0,4-3 1 0,-5-1 1 0,6 0 2 0,0 0-2 15,-7 1 0-15,8-1-1 0,-8-3 1 0,7 3 0 0,0-3-1 0,-6-1-1 0,5 1 0 16,2 0 4-16,-8-1 1 0,7-3 1 16,0 4 0-16,0-4 1 0,0 0-1 0,0 4 0 0,1-4 2 0,-2-4 3 0,8 4-2 15,-7 0 1-15,-1-4 2 0,8 4 1 0,-7-3 3 0,1-1-2 0,5 0 4 0,-6 1 1 0,0-5 2 0,7 5 5 16,-8-1 4-16,-5-3 4 0,6-1 2 0,1 1 4 15,-2 0 3-15,-5 0 6 0,6-1 2 0,-7-3 3 0,1 3 0 0,-1-2 0 0,0 2-1 0,2-3-3 0,-2 0-2 16,0 0-4-16,1 0-5 0,-7 0-5 0,6-3-6 0,1 3-3 16,-1-1-7-16,1-2-5 0,-1 3-2 0,1-4-7 0,0 4 0 0,-1-3-3 0,0 3 1 15,1-4-2-15,0 4 3 0,5-3 2 0,-5 3 5 0,-1 0 6 0,8-4 7 0,-8 4 5 0,7 0 8 16,-6 0 6-16,5 0 4 0,-5 0 7 0,0 0 3 0,6 0 6 16,-7 0 2-16,0 0 4 0,2 0-1 0,-2 0 2 0,0-3-2 0,-6 2-4 0,7-3-6 15,-7 5-3-15,6-1-7 0,-6-4-7 0,0 0-6 0,0 4-4 0,0-3-7 0,-6 3-7 16,6-4-4-16,0 4-2 0,-7-4-4 0,1 4-3 0,6 0-2 0,-6 0-2 0,-2 0 0 15,2 0 0-15,0 0 1 0,-1 4 1 0,1-4 0 0,-1 4 1 0,0-4 0 16,-5 4 2-16,5-1 0 0,-6 1-4 0,7 0-2 0,-8-1-2 0,1 4-3 16,7-3-5-16,-7 0-7 0,0 3-10 0,0-3-13 0,-7 3-13 0,7 0-25 0,0-3-33 15,1 4-38-15,-8 3-42 0,0-4-65 0,7 0-78 0,-7 1-69 0,1 3-59 0,6-4-20 16,-6 4 4-16,-1 0 15 0,7-4 22 0,-6 4 27 0,-1 0 31 0,1 0 44 0,-1-3 46 16,7 3 50-1,-7-4 53-15,0 4 64 0,8-4 78 0</inkml:trace>
  <inkml:trace contextRef="#ctx0" brushRef="#br0" timeOffset="20226.36">23713 10869 90 0,'0'4'159'0,"-7"-4"43"0,1 3 29 0,-1-3 24 0,0 0 19 0,-5 0 16 0,5 0 14 0,0 0 11 0,1 0 12 0,0 4 7 0,-1-4 9 0,0 0-78 0,1 4-126 16,-1-1-69-16,1-3-41 0,0 4-19 0,-1 0-10 0,0 0-5 0,1-4-3 0,0 3 1 15,-1 1-1-15,0 0 3 0,1-1 1 0,-1-3 4 0,-6 4 4 0,7 0 0 16,-1-4 1-16,1 3 2 0,0-3-3 0,-2 0 0 0,-4 4 2 0,5-4-1 16,-6 4-1-16,7-4 0 0,-7 3-2 0,7-3-2 0,-8 4-2 0,1-4-3 0,6 4-1 15,-5-1 1-15,-1 1-2 0,6 0 3 0,-6-1-1 0,0 1 2 0,0 3 0 16,7-3 2-16,-8 3 1 0,1-3 3 0,1 3 1 0,4 0 2 0,-4 1 4 16,-1-1 0-16,6 0 1 15,-6 1 0-15,7-1 2 0,0 1-1 0,-8 3 2 0,8-4 0 0,-1 4 0 0,0-4 1 0,1 4-3 0,0-4-1 0,-1 4-2 0,1 0-2 16,-1-3-1-16,0 3-1 15,1-1 1-15,0 1-3 0,6 0 0 0,-7 0-2 0,0 1-2 0,1-5-1 0,6 4-1 0,-6 0-3 0,-1 0-1 0,7 0 1 16,-6 0 0-16,-1 0-2 0,0 0 0 16,7 0 2-16,-6 0 0 0,6 0 2 0,0 3 2 0,-6-2 4 0,6 2 4 15,0-3 1-15,-8 4 6 0,8-1 4 0,0 1 3 0,0 0 2 0,0-1 3 0,8 5 0 0,-8-4 4 16,0 3-1-16,6-4 0 0,-6 5-2 0,6-1-1 0,-6 0-4 0,7 4 0 0,0-4-4 0,-1 5-1 0,1-5-5 16,-1 4-4-16,7-4 0 0,-6 0-3 0,-1 1-1 0,7-1-2 0,-6-3-1 15,6 0-1-15,-7-1 1 0,7-3-3 0,0 4 1 0,1-4-1 0,-8 0-2 16,7-4-2-16,0 4 0 0,0-4 3 0,-1 1-2 0,2-1-2 0,-1 0 2 15,0 0-2-15,6-3 1 0,-5 0 0 0,5-1-2 0,-6 1 1 16,6 0 0-16,1-4 2 0,0 3-2 0,-1-3 0 0,7-3-1 0,-6 3 1 0,6-4-2 0,0 4 1 16,-7-7-1-16,7 3 1 0,1 0-2 0,-1-3 0 0,6 0 3 0,-5 0-2 15,-2-1 0-15,1 1 1 0,7 0 2 0,-7-4 2 0,0 0 2 0,0 3 1 0,0-2 0 16,1-1 4-16,-2 0 1 0,1 0 3 0,-6-4 4 0,0 4 3 0,-1-4 6 16,1 0 2-16,-2 4 5 0,-4-3 5 0,-1-1 5 0,0 1 5 0,0-1 7 15,-7 0 4 1,8 0 10-16,-14 4 6 0,6-3 8 0,0-1 5 0,-6 1 7 0,0-1 4 15,0 0 0-15,0 1 1 0,-6-1 1 0,6 1-2 0,-6-2 0 0,-1-2-3 16,-6 4-3-16,7-5-7 0,-8 5-9 0,1-5-7 0,1 5-8 0,-2-4-9 16,2-1-8-16,-2 4-7 0,1 1-6 0,1-1-8 0,-2 0-4 0,2 1-7 0,-8 3-2 15,13 0-5-15,-6 0-3 0,0 0-2 0,1 0-1 0,-2 4-3 0,8-5-2 16,-7 5-6-16,6 0-4 0,-6-1-6 0,7 1-7 0,-8 0-9 0,8 3-11 16,-7-3-6-16,0 0-10 0,6-1-10 0,-5 5-14 0,-2-5-16 0,2 1-16 15,-2 3-15-15,1-3-17 0,0 3-20 0,0-3-32 0,1 3-41 0,-2-3-57 0,1 4-66 16,0-1-21-16,0 0 2 0,-7 1 11 0,8-1 21 0,-8 4 24 0,7-4 30 0,-7 1 28 15,-6-2 31-15,7 2 34 0,-7-1 37 0,-7 1 46 0,1-5 54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4:21:07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21244 9305 30 0,'-6'3'97'0,"-1"2"31"0,7-5 20 0,-6 3 18 0,-7 0 15 0,7-3 14 0,-2 0 11 0,-4 0 11 0,5 0 11 0,0 0 13 0,1 0 15 0,0 4-45 16,-1-4-78-16,-6 0-42 0,13 0-28 0,-7 0-10 0,1 0-7 0,0 0-3 15,6 0-5-15,-7 0-2 16,0 0-1-16,7 0 0 0,-6-4 2 0,6 4-5 0,-6 0-2 0,6 0-3 0,0-3 1 0,-7 3-1 0,7 0 3 0,0-3 4 0,-6 3 5 31,6 0 3-31,0 0 5 0,0 0 1 0,0-5 1 0,0 5-3 0,-7 0-1 16,7 0-5-16,0 0-3 0,-7 5-5 0,7-5-4 0,-6 0-4 0,6 3-2 15,-6 0-3-15,-2 1-5 0,2 0 0 0,0 3-2 0,0-3-2 0,-1 3 1 0,0 1 0 16,1-1-1-16,-7 4 4 0,7-4 2 0,-8 1 0 0,8 2 4 0,0 1 0 16,-8-3 2-16,8 3 0 0,-1 0 0 0,-6 0-3 0,6 0 0 0,1-4-3 15,0 8 0-15,0-4-3 0,-2 0-2 0,2 0 0 0,0 0-2 0,-1 3-1 0,1-3-2 16,-1 4 1-16,7-4-1 0,-7 3 2 0,1-3-1 0,0 5 2 0,0-2 3 15,-2 1 1-15,2 3 4 0,0-3-1 0,6 3 5 0,-14-4 0 0,8 5 2 0,6 3-2 16,-7-4 0-16,1 4 0 0,-8 0-1 0,8-4-1 0,0 4-2 0,0 0-1 16,-1 1-4-16,0-1-1 0,1-1-2 0,6 1-3 0,-7 0-4 0,1-4 0 15,-1 4-1-15,7 1-2 0,-7-1 0 0,7-4-1 0,0 4 1 0,0 0-3 16,0-4 0-16,0 0-1 0,0 5 1 0,0-5-1 0,7 0 2 0,-7 0 1 16,7-3 1-16,-7 3 2 0,6 1 1 0,1-5 1 0,-7 4 3 0,6-2 2 15,1 2 2-15,0 0 3 0,-1 0 3 0,0 1 1 0,-6-5 3 0,6 4 2 0,2 1-1 16,-2-1 4-16,0 1 1 0,1-1 0 0,-7 0 0 0,6 0-1 0,1 1-1 15,0-1-2-15,-7 1-3 0,6-1-2 0,0 0-1 0,2 0-3 0,-8 4-4 0,6-3 0 16,0-1-3-16,0 1-1 0,1 2-1 0,-7-2-2 0,7-1 0 0,-1 0-2 16,1 0 2-16,-1 1-1 0,0-1 1 0,2-3 0 0,-2 3 3 15,6 1-1-15,-5-1 3 0,0-4 0 0,-1 5 0 0,7-1 1 0,-6 0 0 0,6 0 1 16,-7 1 1-16,8-4-1 0,-8 3 1 0,7 0 0 0,-7 1 0 0,8-5-1 0,-8 4-1 16,6 1-1-16,2-1 0 0,-8 1-3 0,8-1 2 0,-8-3 0 0,7 6-1 15,-7-2-1-15,1-1 0 0,0 4-1 0,5-3-1 0,-5 3 1 0,-7-1-3 16,13 1 0-16,-13 0 1 0,7 0-1 0,-1 1 0 0,0 2-1 0,-6-3 0 0,7 4-3 15,0-1-2-15,-7 1 1 0,0 0-1 0,6-1-2 0,-6-3 1 0,0 4-2 16,6-1 0-16,-6-3 1 0,0 4 1 0,8-4 2 0,-8 0-1 0,0 0 0 16,0-4 2-16,6 4 0 0,-6 1 3 0,0-5 0 0,0 4 1 0,0-4 1 15,6 0 1-15,-6 4 2 0,0-4 0 0,0 4 0 0,7-3 0 0,-7 3 1 0,0-4-2 16,0 4 1-16,6-4-2 0,-6 4 1 0,0-4-2 0,0 5 0 0,7-1 0 16,-7 0-1-16,6-4 0 0,-6 4-2 0,7 0-2 0,-7-3 1 0,6 2-2 15,0-2-1-15,2-1 1 0,-2 0-1 0,0-3 0 0,1 3 2 16,6-3-1-16,-6-1 0 0,5 1 0 0,-5-4-1 0,6 4-1 0,0-4 0 0,-6 0 0 0,6 0 2 15,-1 0-1-15,2 0-1 0,-2-4 0 0,2 4 0 0,-1-4 1 0,0 1 1 16,0-1-2-16,-1 0-1 0,2 0 1 0,-1 1 1 0,0-4 3 0,0 3-1 16,0 0 1-16,0-3 0 0,-7 3-2 0,8 1 2 0,5-5 0 0,-6 5 2 0,0-1-2 15,1-3-1-15,-2 3-1 0,1 0 1 0,0-3 1 0,6 3-2 0,-5 0-1 0,-2-3 1 16,8 3-1-16,-7-3 2 0,1 3 1 0,5-3 1 0,-6 3-1 0,6-3-1 16,-5 0 1-16,5-1 2 0,-6 1 2 0,7-4 0 0,-1 4-1 0,-5 0 1 15,4-4 2-15,2 0 1 0,-7 0-1 0,7 0 0 0,0 0 1 0,-8 0 1 16,8 0 0-16,-1-4 2 0,1 0 1 0,-7 4 0 0,7-4 1 0,-1-3 0 0,0 3 1 15,-5 1-2-15,11-5-2 0,-11 1 0 0,6 0 0 0,-1-1-2 0,7 1-2 16,-6 0-4-16,-1-4 1 0,1 4-2 0,-1-1-1 0,0-3 0 0,1 4-1 16,-1 0 0-16,1-1-1 0,-6 1 0 0,5-4 0 0,0 3 2 0,0 1 2 0,1 0 0 15,0 3 4-15,-1-3-2 0,7 0-2 0,-6-1 1 16,-1 5 1-16,1-5 3 0,0 1-1 0,-1 3 2 0,1-3 1 0,0 0 0 0,5-1 0 0,-5 1 1 16,0 0 0-16,6 0-2 0,-7-1 2 0,7-3 2 0,0 4 0 0,-6-4 0 15,5 0-2-15,1 0-2 0,-6 0 0 0,7 0-2 0,-1-4 0 0,-7 4 0 0,7-3-1 16,0-1-1-16,0 0 0 0,-7 1-1 15,7 3 1-15,-6-4-3 0,6 0 2 0,-7 1 0 0,1 3 1 0,0 0 1 0,-1 0-2 16,1 0 0-16,-1 0-1 0,-5 3-1 0,5 1 1 0,-6 0-2 0,0 0 1 0,0-1 0 0,0 5-1 16,0-2 1-16,0 2 0 0,1 0 0 0,-2-2 0 0,-5 2-1 15,6-1 1-15,0 1 0 0,-1 3 2 0,2-4 2 0,-1 0 2 0,-7 1 0 0,7-1 2 0,7 0-1 16,-7 1 0-16,0-1-1 0,0 0 2 0,6 1-2 0,-5-5-1 0,5 5 2 16,-6-5-2-16,7 1 2 0,-1 0-3 0,1 0 0 0,-1-1-2 0,1 1-1 0,0 0-1 15,-8-4 0-15,8 3-1 0,-1 5 1 0,1-5-3 0,0 1 0 0,-8-1 2 16,8 5-4-16,-7-1-1 0,7 0 0 0,-14 1-1 0,7 3-1 0,0 0-3 15,-6 0 1-15,5 0-1 16,-4 0 0-16,-2 0 1 0,6 0 0 0,-4 3 4 0,-2 1-1 0,-6 0 2 0,6-4 1 0,1 3 2 0,-1 5 1 0,1-5 1 0,-7 1-1 16,7 0 3-16,-1 3 1 0,0-3-1 0,-6 0 1 0,6 3-1 0,2-3 1 15,-2-1-1-15,0 5-2 0,1-5 1 0,-1 5-1 0,1-5-1 0,0 1 1 16,-1 3-1-16,0-3 1 0,1 3 0 0,0-3 1 0,-1-1 0 0,7 5 1 16,-6-5 0-16,-1 1 0 0,1 3 2 0,-1-3-1 0,0 3 1 0,2 1 0 0,-2-5 0 15,6 4 2-15,-4-2-2 0,-8 1 1 0,6 2 1 16,0 0 1-16,1-1 0 0,-1 0 1 0,1 0-2 0,0 1 2 0,-7 3-2 0,6-4 0 0,0 4-1 0,-6-4-1 15,6 4 1-15,-6-3 0 0,8-1 1 0,-8 4-2 0,6-4-2 0,-6 0-2 16,6 5-1-16,-6-5-2 0,7 0-3 0,-1 1-1 16,-6-5-1-16,7 5 0 0,-7-5 0 0,7 5-1 0,-1-5 1 0,-6 1-1 0,6 0 1 0,1-1 1 15,0-3 1-15,-1 4 1 0,0 0 2 0,1-4 3 16,-7 0 2-16,7 3 2 0,-1-3 0 0,1 0 2 0,-1 0 1 0,-6 0 1 0,6 0 3 0,1 0 1 0,-7 0 0 16,7 0 4-16,-7 0 1 0,0 0 2 0,0 0 6 0,0 0 1 15,0 0 8-15,6-3 4 0,-6 3 5 0,0 0 0 0,0 0-2 0,0-4-4 0,0 4-3 0,0-4-2 16,0 1-4-16,0-1-2 0,0 0-3 0,0-3-4 0,-6 0-6 0,6-1-4 15,0 5-7-15,0-8-6 0,0 3-4 0,6 1-3 0,-6-1 1 0,0-3 4 16,0 4 0-16,0-4 1 0,6 0-1 0,-6 4 3 0,8-4-2 0,-8 0-2 0,6 0 0 16,-6 0 2-16,6 0-2 0,1 0 0 0,-1 0 1 0,-6 0 1 0,7 0-2 15,-1 0 1 1,1 0 1-16,-1 0 0 0,0 0-1 0,2 0-3 0,-2 0 1 0,0 0-2 0,1 0-2 0,-1 0 3 0,1-3-3 0,-1 3 1 0,1-4 1 0,-1 4-1 31,1-4 3-31,0 4-2 0,-1 0 3 0,-6 0 1 0,6-3 3 0,-6 3 3 16,7 0 4-16,-7 0 2 0,0 0 2 0,0 0 3 0,0 4 2 0,0-5 1 15,0 1 1-15,0 4 4 0,-7-4 1 0,7 4 1 0,0-1-2 0,0-3 0 0,-6 4-4 16,6 0-1-16,0-1-3 0,0-3-3 0,0 4-1 0,0-4-4 0,-6 4-2 16,6-4-4-16,6 4-3 0,-6-5-4 0,0 1-4 0,0 0-1 0,6 0-2 0,-6 0 2 15,7 0 1-15,-7-3 1 0,7 3 1 0,-1-4 3 0,-6 4 3 0,6-3 0 16,1-1 2-16,-1 4 4 0,1-4 3 0,0 4 3 0,-7 0 4 0,6-3 1 16,-6 3 1-16,6 0 2 0,-6 0 2 0,7 0-1 0,-7 3 2 0,0-2 1 15,0-1 2-15,0 3 0 0,0-3-4 0,0 0-1 0,0 4-3 0,0-4-2 0,0 0-5 16,0 3 0-16,0-3 0 0,0 0-5 0,0 0-1 0,0 1-4 0,0-1-1 15,0 0-5-15,7 0-1 0,-7-4-2 0,0 4 2 0,0 0 0 16,6-4 3-16,-6 4-2 0,0 0-1 0,7-3 3 0,-7 3-2 0,0 0 2 0,6 0 4 16,-6-4 0-16,0 4 5 0,0 0 0 0,7 0 3 0,-7 0 0 0,0 0 2 0,0 0 0 15,-7-4 0-15,7 4 0 0,0 0 3 0,0 0-1 0,0 0 1 0,-6 1-1 16,6-5 1-16,-7 3-2 0,7 2 0 0,-6-5-2 0,6 4-1 0,0 0 0 16,-7 0 1-16,7 0-1 0,-7 0 0 0,7 0 1 0,-6 0-1 15,6 0 0-15,-6 4 1 0,6-4 1 0,-7 0 3 0,7 0 1 0,-7 0-4 0,7 0 2 16,-6 0 1-16,6 0 0 0,-7 0 0 0,1-4 4 0,6 4 2 0,-6 0 3 0,-1 0 2 15,7-3 2-15,-7 2 2 0,1-2-1 0,0 3 1 0,6 0 0 0,-7-4 1 16,0 4 3-16,1-3 1 0,-1 3-1 0,1 0-2 0,-1-4-7 0,1 1-4 0,-1-2-9 16,7 6-7-16,-6-5-7 0,0 0-7 0,-2-3-14 0,2 3-18 0,0-3-10 15,6 0-12-15,-7 0-9 0,1-5-6 0,-1 5-5 0,1-4 1 0,-1 0 2 16,1 4 0-16,0-4 7 0,-2 0 2 0,2 0 10 0,0 4 10 0,-1-4 16 16,0 3 21-16,1 1 16 0,0 0 18 0,-1 3 11 0,1-3 9 0,-1 3 11 0,0-3 9 15,1 3 6-15,0-3 2 0,6 3 5 0,-7 1-1 0,0-5-2 0,7 5-2 16,-6-5-5-16,6 4-8 0,-6-3-7 0,6 4-6 0,-7-5-6 0,7 5-8 0,0-5-6 15,0 1-6-15,-7 4-5 0,7-5-3 0,0 1-3 0,0-1-1 0,0 1 0 16,0 0 0-16,0 0 2 0,0-1-1 0,0 1 1 0,0-1-2 0,0 1 3 16,0 3-1-16,0-3 3 0,0 4 0 0,-6-1 1 0,6-3 1 0,0 3 2 15,0 1 3-15,0 3 1 0,0-5-3 0,0 2 0 0,0 3 0 0,-7 0 1 16,7-4 0-16,0 4 3 0,0 0 2 0,0 0 1 0,0 1 1 0,7-1 2 0,-7-5-3 16,0 6 0-16,0-1-1 0,6 0-3 0,-6 0 0 0,0 0 1 0,7-4-1 0,0 4 0 15,-7 0-4-15,6 0-1 0,0 0-1 0,1-3-2 16,0 3-2-16,-1-1-2 0,0 1-5 0,1 0 0 0,0 4 0 0,-1-4 3 0,1 0-2 0,-1 4 1 15,7-4 0-15,-6 4 1 0,-1-1-1 0,8 1 0 0,-8-4-1 0,7 4 1 16,-7-1 0-16,7-2 4 0,0 2 3 0,1 0 0 0,-8 1 0 0,7-4-3 16,0 4 1-16,0 0-1 0,0-4 2 0,0 3 1 0,0 1 0 0,0-4 1 0,6 4 0 15,-5-1-1-15,-2 1 1 0,2-4-2 0,5 4 0 0,-6 0-2 16,0 3-2-16,7-3 1 0,-7-1 0 0,0 1 0 0,6 3-1 0,-5-3-1 0,5-1-1 16,-6 5-1-16,6-1 1 0,-5-3 1 0,5 3-1 0,-6 0 0 0,7 1-1 0,-7-1 2 15,7 0 2-15,-8 1-2 0,8 3 0 0,-7-4 2 0,7 0-1 0,-8 4 1 16,8-3 2-16,-7-1 0 0,7 4-2 0,-8 0 2 0,8-3-2 0,-7 3 3 15,7 0 0-15,-8 0 1 0,8-4 1 0,-7 4-5 16,7 0-1-16,-8 0-2 0,2 0 3 0,6 0 2 0,-8 0 1 0,1 0 1 0,7 0 1 0,-8 0 1 0,2 0 0 16,5 0-1-16,-5 0 0 0,-2 0 0 0,2 0 1 0,-2-4 4 0,8 4 4 0,-7 0 1 15,0-3 0-15,6 3-1 16,1-4-2-16,-7 0-1 0,7 1 0 0,-8-1-1 0,8 0 1 0,0 1-1 16,-1-5 1-16,1 5-3 0,0-1 0 0,-1-3-2 0,1 3-4 0,-1-4 0 0,1 2-1 0,-1-2-1 0,8 4 1 0,-8-3 1 15,0 3 2-15,0-3 0 0,1 0-1 0,0-1 2 0,-1 5 1 16,1-5 0-16,0 5 0 0,-1-5 0 0,1 5 4 0,-8-5-2 15,8 5-2-15,0-5 0 0,-7 5-2 0,7-5 0 0,-2 5-1 0,-4-1-1 0,5-3-2 0,-5 3 1 0,5 1-1 16,-6-1 2-16,0 0 1 0,7 1-1 0,-8-2 2 16,8 2 0-16,-7 0 3 0,7 3 3 0,-8-4-1 0,8 0 1 0,-6 0-1 0,5 1 1 0,-6-5 0 0,6 5 0 15,-5-1-3-15,5-3 0 0,1 3-1 0,-2-3 2 16,-4 3-1-16,6-3 0 0,-1-1-1 0,1 1-2 0,-1 0-1 0,1 0 0 0,-1-4-1 16,0 3 3-16,-5-3 3 0,5 4 0 0,1-4 2 0,0 0 0 0,-1-4 1 0,1 4-1 0,6 0 0 15,-7-3 0-15,1 3 0 0,-1-4 1 0,0 4-1 0,1-4 1 16,0 4-2-16,-1 1 0 0,1-6-2 0,0 5-1 0,-1 1-2 0,1-1 1 0,-8 0-2 15,8 0 2-15,-1 3 0 0,-5-3 0 0,6 0 1 0,-8 4 2 0,8-4 2 0,-7 4 0 16,7 0 2-16,-8-4 0 0,2 0 0 0,5 3-2 0,-6-3 4 0,6 0 0 0,-5 0 3 16,5 0-2-16,-6 4 0 0,0-8 0 0,7 4-2 0,-8 0 0 0,8 0 0 15,-7 0-3-15,1 0 1 16,4 0-3-16,-4 1 1 0,-1-2-1 0,0 1 0 0,0 0-1 0,7 0 0 0,-8 0 0 0,1 0 1 0,1 0-2 0,-2 0-1 0,2 0-1 31,5 0-1-31</inkml:trace>
  <inkml:trace contextRef="#ctx0" brushRef="#br0" timeOffset="3774.96">20677 9448 85 0,'8'3'154'0,"-8"1"39"0,6-4 26 0,-6 0 10 0,0 0 1 0,0 0 1 0,6-4 2 0,0 1 6 15,1 3 4-15,-7-4 5 0,7 4 4 0,-1 0-75 0,1 0-123 0,6 0-63 16,-6 0-35-16,5 4-15 0,2-4-3 0,-8 0 9 0,7 0 20 0,0 0 9 0,0-4 9 0,1 4 1 16,-2 0-2-16,1-4 4 15,0 1 6-15,0-1 3 0,1 0 3 0,-2 1 3 0,1-5 3 0,7 1 0 0,-7 3 1 0,0-7 1 16,-1 4 2-16,8 0 4 0,-7-4 1 0,1 0 3 0,4 0 1 0,-4 0 1 0,-1 0 0 0,7 0 0 0,-8 0 5 15,8-4 3-15,-7 4 4 16,7-3 4-16,-1 3 7 0,0-4 2 0,-5 0 4 0,5 1 6 0,1 3 5 0,0-4 5 16,-1-4 4-16,-6 5 1 0,6-1 1 0,1 1-3 0,0-1-2 0,-1 0-6 0,1 1-8 0,0-1-6 0,-8 1-6 0,8-1-6 15,-1 0-6-15,1 0-9 0,-7 1-6 0,6 3-4 0,1-4-4 0,-7 1-2 0,7-1-4 16,-1 0 0-16,-6 1-1 0,6-1 0 0,-5 4 0 0,5-4-1 0,-6 1 2 16,0-1 0-16,7 0 0 0,-8 1-3 15,2-1-5-15,-1 4-1 0,0-3 0 0,0 3 0 0,-7-4 0 16,8 4 3-16,-2-4-2 0,1 4 2 0,-6-4-1 0,6 4 2 15,-7 0 1-15,1 1 0 0,6-5 1 0,-7 4 2 0,8-4 5 0,-8 4 2 16,1-4-1-16,-1 4 2 0,8-3-1 0,-8 3-1 0,0-4 2 0,7 1-1 16,-6-1 0-16,6 0-2 0,-7 1 1 0,0 3-1 0,8-4 1 0,-8 0-1 15,8 1 0-15,-8-1 2 0,0 0 3 0,1 1 1 0,-1 3 1 0,1-4 7 0,0 1 2 16,-1-2 8-16,0 6 8 0,-6-5 5 0,6 0 4 0,-6 1 2 0,8 3 3 16,-2-4 2-16,-6 4 3 0,0-3-1 0,6 3 0 0,-6-4-2 0,0 4 0 15,7 0-8-15,-7-4-5 0,7 4-7 0,-7-4-8 0,6 5-7 0,-6-5-5 0,7 4-4 16,-7-4-2-16,6 1-5 0,-6-4-4 0,6 2-4 0,1-2-1 0,-7 0-1 15,7 0-3-15,-1-1-3 0,0-2-2 0,1 2-3 0,0-3-3 0,-7 0-2 16,6 4-1-16,1-4 0 0,-1 0-2 0,0 4 0 0,1-1-1 0,0 1 1 16,-1-4-1-16,-6 3 1 0,6 1 1 0,2 0 4 0,-8 0 4 0,6-1 4 0,-6 5 4 15,6-4 3-15,-6-1 7 0,0 4 3 0,0-3 4 0,0 3 5 0,0 1 7 16,0-4 5-16,0 3 5 0,-6 0 5 0,6 1 5 0,0-1 4 0,-6-4 3 16,6 5 2-16,-8-1 1 0,8 1-1 0,-6-5-1 0,6 1-4 0,0 0-4 15,-6 0-5-15,6-1-8 0,0 1-6 0,-7-4-5 0,7 0-7 0,0 3-4 0,0-2-4 16,0-1-2-16,7-1-1 0,-7 1 1 0,0 0 0 0,6 1 0 0,-6-1 2 15,6-4 2-15,-6 4 1 0,8-4 4 0,-2 1 3 0,0 3 3 0,1-4-1 16,-1 1 1-16,1-5-1 0,0 4 1 0,-1-3-5 0,0 4-1 0,0-5-1 16,2 1 1-16,-2-1 0 0,0 1-2 0,7 0-2 0,-6 0 0 0,0 3-1 0,-1-3 0 15,0-1 0-15,1 5 0 0,0-1-1 0,-1-3-3 0,0 3-1 0,1 0 2 16,0 1-2-16,-1-1 1 0,1 1-2 0,-1-5-2 0,0 5 0 0,1-1 0 0,0 0-1 16,5 1 1-16,-4-5-1 0,4 5 0 0,-5-5 0 0,6 1 3 0,-7 4 0 15,7-5 1-15,1 1 0 0,-2-1 1 0,1 1 1 0,0 0 2 16,7 3 0-16,-7-3 1 0,0 0 0 0,6-1 0 0,-6 5 2 0,7-5 2 0,0 1 0 15,-8 3 0-15,8-3-1 0,-1 0 1 0,1 3 0 0,-7-3-1 0,7 0-1 0,0-1-1 16,-8 1 0-16,8 4 0 0,-1-5 0 0,-5 1-1 0,5 3-1 0,-6 1-1 16,7-5-1-16,-1 4-1 0,-5 1-1 0,4-1-1 0,2 4-1 0,-7-3-2 15,7 2 0-15,0-2-1 0,-1-1-1 0,1 4 2 0,6-3 1 0,-7-1 3 0,7 0-1 16,0 1 2-16,0-1-1 0,0 0 1 0,1 1 0 0,-2-1 1 0,1-3 1 16,0-1 3-16,1 5 0 0,-1-4 1 0,0 3 0 0,-1 0 0 0,1 1-1 15,1-1-1-15,-1 0 2 0,0 4 0 0,-7 1 3 0,7-2 1 0,0 1 2 0,0 0 0 16,1 0-1-16,-8 4 1 0,7-4 0 0,0 4 0 0,0-1-1 0,7 1-1 15,-7 0 1-15,6 0-1 0,-5-1-3 0,5 5-3 0,1-5-4 0,-1 4-5 16,1 1 0-16,-1-5 4 0,1 5-1 0,-1-1 0 0,7-3-1 0,-6 0 0 0,0 3 1 16,6-3 0-16,0-4 0 0,-1 3 0 0,-5 1 1 0,7 0 2 0,5-4 2 15,-5 4 5-15,-2-1-1 0,1-3-3 0,0 4 0 16,1-1-1-16,-1 1 1 0,0 0 2 0,-1 3-1 0,2-3 0 0,-7 0-1 16,5 3 0-16,-5 0 3 0,6-3 2 0,-7 3 2 0,8 1-1 0,-7 3 1 0,5-4-2 0,-5 0 2 0,6 5 2 15,-7-1-1-15,1 0 1 0,7 0 0 16,-8-1 1-16,1 5-3 0,-7 0 0 0,6-1-4 0,1 5-4 0,-7-1 0 0,-1 0 0 0,1 1 2 15,1 3-2-15,-8 0 1 0,8 0 0 0,-2 3-1 0,1 1 0 0,-6 0-2 16,6-1 3-16,0 1 3 0,0 3 1 0,0-3 3 0,0 3 0 0,0-3 1 16,7 4-3-16,-1-2 2 0,-6-1 0 0,7 2 1 0,-1-3-1 0,1 3 0 0,-1-3 0 0,1-1 1 15,-1 4 0-15,1-3-1 0,0 0 1 0,-1-1 0 0,8 1 0 0,-8 0 1 16,1-4-1-16,6 3 1 0,-7-3-1 0,7 4 2 0,1-4-4 0,-8 0 1 16,7 0-1-16,0 0 1 0,1 0 0 0,-2 0-2 0,-5 0 0 15,6 0 0-15,-7 0-4 0,1-4 0 0,7 4-2 0,-8 0-2 0,1 0 1 0,5 0-1 0,-5 0 0 0,-1 0-1 16,1 0-1-16,-1 0 1 0,1 0-3 0,7 0 1 0,-8 0 0 0,1 0 2 15,-1 4 0-15,-5-4 2 16,5 4 1-16,1-4 1 0,-8 3 0 0,1 1 2 0,6 0 2 0,-5-4-2 0,-1 3 4 0,0 1-1 0,0 3 1 0,0-3 1 0,0 0 1 16,0-1 0-16,0 1 2 0,0 3 1 0,1-3-3 0,-1-1-1 0,0 5-2 0,-7-5 0 15,7 5 1-15,0-4-2 0,-7 3 0 0,7-3-2 0,-6 3 0 16,0 0 1-16,-1 1-2 0,1-1 1 0,0 0 1 0,-1 4 1 0,-6-3 0 0,6 3 2 16,-5-1 2-1,5 1-1-15,-6 0-2 0,0 4 1 0,1 0 0 0,-2 0 1 0,-6-1-1 0,8 1-1 16,-1 3-2-16,-7 0 0 0,8 1-1 0,-8-1-2 0,0 4 0 0,1-3-1 0,6 2-2 15,-13-2 1-15,6 3 1 0,1-4-3 0,-1 4 1 0,-6 0-2 0,0-4 2 16,7 4-2-16,-7 0 2 0,0-3-1 0,0 2 1 0,0 1 1 0,0 1-2 0,0-1 2 16,-7-4-2-16,7 4 0 0,0 0 0 0,0-4 1 15,0 4 2-15,0-3 0 0,0-1-1 0,0 0 1 0,0 0-1 0,0 1 0 0,7-1-1 0,-7 0 2 0,7 0 0 16,-7 1 1-16,6-1 1 0,0 1 0 0,-6-1 1 0,7 0 0 0,0 0-1 0,-7 1 1 16,6-1-1-16,-6 1 2 0,6-1-2 0,-6 0 1 0,0 0 1 0,7 1-1 15,-7 3 0-15,0-1 2 0,-7-2-2 0,7 3-1 0,0 0 0 0,-6 4-4 0,6-5-4 16,-6 1-4-16,-1 0-2 0,0 1-2 0,1 2-1 0,0-3 0 0,-1 0-2 0,0 0 1 0,1-4-2 0,-1 5 1 15,1-1-2-15,-7-4 3 16,6 4-1-16,1-4 4 0,6 0 4 0,-6-3 2 0,-2 4 6 0,2-5 1 0,6-3 3 0,0 4 1 0,0-4 2 16,-6 0 0-16,6 0 5 0,0 0 0 0,0-1 3 0,0-2 5 0,6 3-1 0,-6-4 1 15,0 0 4-15,0 4-1 0,0-3 5 0,6-1-1 0,-6 1 1 0,0 3 1 16,8-4 0-16,-8 0-1 0,0 1-2 0,6 2-1 0,-6-2-4 0,6 3-2 0,-6-4-3 16,0 4 0-16,7 0-4 0,-7 0 1 0,0 0-3 0,7 0-2 0,-7 0-4 31,0 0-1-31,6 4-1 0,-6-4-1 0,0 3-1 0,0 1-2 0,6-4 1 0,-6 4-1 15,0-1 0-15,0-3 0 0,7 4-1 0,-7 0 3 0,0-1-2 0,0 1-1 16,6 0 0-16,-6 3 1 0,0-4-1 0,0 1 1 0,0 0 2 0,7-1 1 16,-7 1 1-16,0 0 1 0,0 0 3 0,0-4-1 0,7 3 2 0,-7-3 1 15,0 0 1-15,0 0 1 0,0 0 3 0,0-4 3 0,6 4 2 0,-6-4 7 0,0 1 2 16,0 0 6-16,0-2 5 0,0 2 5 0,0-1 4 0,0-3 5 0,0 3 4 16,-6 1 3-16,6-1 3 0,0 0-1 0,-7 1-1 0,7-1-2 0,-7 4-4 0,7 0-6 15,-6 0-5-15,-7 0-5 0,7 0-7 0,-1 3-7 0,0-2-7 0,-5 2-7 16,4 1-7-16,-4 0-6 0,-1-1-5 0,6 1-5 0,-6-1-5 0,7 1-5 15,-8 0-6-15,8-1-7 0,-7 1-9 0,6 0-8 0,1-1-9 0,-7-3-9 0,7 4-7 16,-1-4-7-16,0 4-3 0,1-4-4 0,0 3-1 0,-1 1-1 0,0-1 3 16,7 1 5-16,-6 0 5 0,-1 0 6 0,1-1 9 0,-7 5 8 0,6-5 8 15,1 1 8-15,-8 3 9 0,8 0 7 0,-7-3 6 0,7 4 6 0,-7-5 5 0,0 4 3 16,-1-3 2-16,2 3 1 0,-2-3 3 0,2 3 3 16,-8-3 3-16,7 4 5 0,0-5 5 0,0 1 9 0,0 3 5 0,0-3 8 0,0-1 8 0,-1 1 5 15,2-4 6-15,6 3 4 0,-8-2 3 0,8-1 6 0,-1 0 3 0,1 0 2 16,0-4-2-16,-2 4-4 0,2-4-3 0,0 1-8 0,6-1-7 0,-7 0-7 0,7 0-8 15,0 1-7-15,-6-1-5 0,6 0-4 0,-7 4-5 0,7 0-6 0,0 1-3 16,0-1-3-16,-6 0-2 0,6 3-1 0,-7-3-2 0,7 4-1 0,-6-1-4 16,6 5-6-16,-7-5-8 0,7 1-7 0,-7 4-9 0,7-5-9 15,-6 4-9-15,0-3-7 0,-1 3-5 0,7-3-1 0,-7-1-3 0,1 1 0 0,0 3 0 0,6-3 4 16,-7 0 3-16,1 0 7 0,-1-1 8 0,7-3 9 0,-7 4 9 0,1-1 9 0,0-3 13 16,6 4 12-16,-8 0 10 0,2-5 12 0,0 6 8 0,0-2 9 0,-1-3 5 15,0 4 6-15,1-1 2 0,-1 1 6 0,1-4 2 0,0 4 2 0,-2-1 2 16,2 1 2-16,0 0 0 0,0 3 0 0,-1-3-8 0,0 3-5 0,7-3-7 15,-6 3-4-15,-1 0-7 0,1 4-4 0,-1-3-3 0,0-1-3 0,1 4-5 0,0-4-1 16,6 0-4-16,-6 1-3 0,-2-1-4 0,2 0-3 0,6 1 0 0,-6-5-2 16,6 5-3-16,-7-5 0 0,7 1-2 0,-6-4 0 0,6 3-3 0,-7-3 1 15,7 0-1-15,0 0-1 0,0 0 1 0,0 1-1 16,0-1-1-16,0-4-1 0,0 4-3 0,0-4 0 0,0 1-7 0,0 3-4 16,0-4-9-16,0 0-8 0,0 0-16 0,0 1-18 0,-7-1-20 0,7 0-40 0,0-3-46 0,0 3-92 0,0 1-111 15,0-5-48-15,7 5-14 0,-7-4 4 0,0-1 10 16,0-3 20-16,0 0 25 0,0 0 26 0,0-3 33 0,7-5 37 0,-7 1 39 0,0-4 55 0,0 0 59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4:40:10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23295 7993 4 0,'0'-7'60'0,"-6"3"26"0,6-3 17 0,-6 0 15 0,0-1 12 0,6 5 13 0,-7-5 11 0,0 5 13 0,1-1 8 0,-1 1 16 0,1-1 14 15,0 4-29-15,-2 0-50 0,2 0-26 0,-7 0-8 0,6 0-3 0,1 0 0 16,-7 0 0-16,7 4-1 0,-1-1-1 0,-6 1 1 0,0-1 2 0,6 5-1 0,-5-5-3 16,5 5-7-16,-6-1-4 0,6 4-6 0,-5-4-4 0,-2 4-5 0,8 0-1 15,-7 0-1-15,0 1-4 0,6-1-1 0,-5 3-3 0,4-3-5 0,-4 4-4 16,6-1-6-16,-2 1-4 0,-4-1-4 0,5 1-2 0,1 3-4 0,-1 1-5 15,0-1-1-15,1 1-4 0,-6 3-5 0,4-1-3 0,8-2 0 0,-6 3-1 16,-7 4-1-16,13-4 1 0,-6 3 1 0,-1 1-1 0,0 3 3 16,1 1-2-16,6-5 1 0,-6 8 0 0,-1-4-1 0,7 4 2 0,-7-3 2 0,7 3-1 0,0-1 3 15,0 1-1-15,0 1 0 0,0-1 2 0,0-1 2 0,0 1-1 0,0 0 1 0,7 4 1 16,-7-4 4-16,7 3 0 0,-1 1 1 0,0 0-1 0,1-1 2 0,0 1-4 16,-1-4 3-16,7 4-3 0,-7-1 3 0,8 1-2 0,-2-1 3 0,2-2 1 15,-1 2 4-15,7-3 3 0,-2 0 1 0,-4-3 3 0,5 2 3 0,7-2 3 0,-6-1 2 16,6 0 1-16,0-3 0 0,0 3 1 0,0-3-2 0,6-1 1 0,1-3-3 15,-1 0-3-15,1 1-3 0,0-1-3 0,6-4-5 0,0 0-3 0,-6-3 0 16,5-1-5-16,2-3 0 0,5 0-3 0,-6-3-3 0,1-1 2 0,5-4 0 0,-6 2-2 16,7-5 2-16,-1 0-1 0,-5-5 0 0,5 2-1 0,1-1 2 0,-7-3-1 15,6-4 0-15,-5 0 5 0,-1 0 3 0,-1-4 4 0,1 1 5 0,1-4 5 16,-7-1 3-16,-1 1 6 0,7-4 4 0,-7 0 6 0,1 0 5 0,-7-4 7 16,7 1 7-16,-7-1 6 0,0-4 3 0,0 1 1 0,0 0 3 0,-7 0-1 15,1-5 1-15,-1 2-2 0,-5-1 0 16,-2 0-2-16,-5-4-5 0,0 0-5 0,-1-3-6 0,1 0-5 0,-7-1-10 0,0-2-7 0,0 2-4 0,0-2-5 0,-7-2-8 15,1 2-7-15,-1-1-4 0,-6 3-4 0,7-3-4 0,-8 0-3 0,1 1-2 16,1-2 0-16,-2 5-1 0,2-4 1 0,-8 0 0 0,0 4 3 0,7 0-1 0,-7-1 1 16,-5 5-1-16,5-1 2 0,0 1-1 0,-6 2 2 0,7 5 0 0,-7-4 0 15,0 4 0-15,-7 3-2 0,7-3-5 0,-6 3 4 0,-1 1 1 0,1 3-1 16,-1 0-9-16,-6 0-1 0,-1 3-2 0,-5 5 0 0,-1-5 1 16,1 5-2-16,0 3-1 0,-7 0 1 15,-1 3-1-15,1 5-1 0,0-1 2 0,-6 1-5 0,5 6-4 0,-5 1 0 0,-1-1 0 0,0 8 0 0,1-3 1 0,-8 3-2 0,9 3 1 16,-2 1 0-16,0-1-4 0,1 5-1 0,-1-1-2 0,6 1-1 0,2 3-1 15,-1 0-7-15,-1-1-5 0,8 1-6 0,5 4-6 0,-5 0-11 0,13-4-12 16,-1 3-18-16,1 1-19 0,5 0-24 0,8 3-19 0,0-3-42 0,5 3-48 0,1 0-78 16,0 0-90-16,7 1-40 0,6-1-12 0,-7 4 8 0,7-4 18 0,0 1 25 31,7-1 30-31,-7-3 32 0,6-1 37 0,1 1 39 0,6-4 41 0,-7-3 54 0,8 3 57 16</inkml:trace>
  <inkml:trace contextRef="#ctx0" brushRef="#br0" timeOffset="619.53">23602 8693 0 0,'0'-11'2'0,"0"4"106"0,7-4 62 0,-7 4 36 0,0-4 29 0,0 0 20 0,6 3 17 0,-6-3 17 0,0 0 15 0,6 0 20 0,-6 4 20 0,0-4 22 16,0 0 26-16,0 3-67 0,0 1-122 0,0-4-51 0,0 4-17 0,0 3-4 15,0-3 6-15,0 0 9 0,0 3 8 0,0 0 4 0,0 1 5 0,0-1-3 0,0 4-8 16,0 0-13-16,0 0-16 0,0 0-21 0,0 0-22 0,0 0-17 0,0 0-18 16,0 0-12-16,0 4-13 0,-6-1-8 0,6 5-8 0,0-1-9 0,0 4-4 15,-6 0-3-15,6 3-5 0,0 1 2 0,-7 3 2 0,7 1 3 0,-7 3 7 0,7 0 4 16,-6 0 1-16,0 0 2 0,6 3 1 0,-7-2 0 0,7 2 1 0,-7 1-2 15,1-4 0-15,6 3 0 0,-7 1-1 0,7-4 0 0,-6 4-1 0,6-4-1 16,0-4-3-16,-7 4-4 0,7-4-3 0,0 0-6 0,-6-3-6 0,6 4-6 16,0-5-4-16,0-3-4 0,0 4-3 0,0-4-5 0,0-4-4 0,0 4-4 0,0-4-3 15,0-3-1-15,0 3-2 0,0-7 4 0,0 0 4 0,0 0 7 0,0 0 8 16,0 0 7-16,0 0 6 0,0 0 5 0,0 0 5 0,0-7 6 0,6 0 5 0,-6-4 5 16,7 0 6-16,-7-4 3 0,6 1 1 0,-6-5 3 0,7-3 0 0,-1-4 0 15,1 4-6-15,-7-7 2 0,7 4 1 0,-1-5-3 0,0 1 6 0,1 0 0 16,0-1 4-16,-1 1 4 0,-6-1 2 0,6 1 5 0,1 4 4 0,-1-1 3 0,1 1 4 15,0 3 4-15,-7-1 2 0,6 1 5 0,0 8-2 0,-6-1 4 0,7 1-4 16,-7 3-4-16,7 0-4 0,-7 7-5 0,6-3-7 0,-6 3-4 0,0 0-2 16,6 1-4-16,-6 3-3 0,7 0-2 0,0 0-5 0,-1 0-2 0,1 3-2 15,-1-3-2-15,0 4 0 0,2 3 1 0,4 1 0 16,-5-1 2-16,6 4 1 0,-7 0-1 0,7 0-1 0,1 3 1 0,-8 5-2 0,7-1-1 0,0 1-1 0,-7-1 0 16,7 4 1-16,-6 0 0 0,6 0-1 0,-7 0 0 0,1-1-1 0,0 6 1 15,5-6 0-15,-5 1 0 0,-7 0-1 0,7 0 1 0,-1 1 0 0,1-2-5 0,-1-2-1 16,-6 3-14-16,6-4-16 0,2 4-21 0,-8-4-20 0,6 0-26 0,-6 1-23 15,6-1-34-15,-6-3-35 0,0 3-40 16,0 0-39-16,6-3-65 0,-6 3-74 0,-6-3-47 0,6-4-34 0,0 4 1 0,0-4 20 0,-6 0 30 0,6-8 32 0,-6 5 37 16,-2-5 39-16,2 1 46 0,-7-4 45 0,7 0 48 0,-8 0 47 0,8-4 62 0,-7 1 74 15</inkml:trace>
  <inkml:trace contextRef="#ctx0" brushRef="#br0" timeOffset="763.12">23700 9133 0 0,'-7'0'23'0,"0"0"135"0,-5-4 72 0,5 0 47 0,0 1 37 16,-5-5 34-16,5 5 33 0,0-5 26 0,1-3 28 0,-1 1 19 0,7-1 15 0,-6 3 16 0,6 1 14 0,0 3-109 0,0-3-182 0,6 0-87 15,1-5-36-15,-1 5-19 0,8-4-10 0,-8-4-13 0,7 1-11 0,6-1-10 16,1 1-7-16,-1-5-3 0,8 1-1 0,-1-4 0 0,0 3-3 0,0-2 0 16,7-1-2-16,-1 0-15 0,7 0-17 0,0 0-44 0,1 0-57 0,-2 0-116 0,1-4-140 15,0 4-66-15,7 0-21 0,-1-3-3 0,-5 2 8 0,5-2 12 0,-6 3 19 0,7-4 20 16,-7-3 24-16,7 4 35 0,-7-2 41 0,-7 2 63 0,7-1 72 0</inkml:trace>
  <inkml:trace contextRef="#ctx0" brushRef="#br0" timeOffset="1669.98">29776 6184 63 0,'7'-7'133'0,"-1"-1"37"0,0-3 28 0,-6 3 20 0,7 1 14 0,-7 0 16 0,0-4 11 0,0 4 14 15,0-4 13-15,0 3 15 0,0-3 15 0,0 0-58 0,0 4-102 0,0 0-55 16,0-4-29-16,0 4-14 0,0-4-5 0,0 3 3 0,0-3 1 0,0 4 7 15,0-1 7-15,0-3 7 0,0 4 10 0,-7 3 3 16,7-3 2-16,0 3 5 0,0-3-2 0,-6 3-2 0,6 1-3 0,0 3-6 0,-6 0-4 0,6-4-8 16,-7 4-10-16,1 4-8 0,6-4-9 0,-7 3-11 0,0 1-14 0,-5 3-8 0,5 1-9 15,0-1-9-15,-5 4-5 0,5 4-1 0,-6-1-1 0,0 1 2 0,-1 4 5 16,2-1 2-16,-1 4 5 0,0 0 0 0,0 0 4 0,7 4-1 0,-8-1 1 0,2 1 0 16,4 3 0-16,2-4-2 0,0 5-2 0,-1-1 0 0,1 1-2 0,-1 2-2 15,7-2 0-15,-7 2 1 0,7 2-2 0,0-1-2 0,0 0 2 0,0-1-2 16,7 2 1-16,0-1 1 0,-1-1 0 0,1 1 4 0,-1 1 3 0,0-5 10 15,8 4 9-15,-2 0 8 0,8-1 7 0,-7-2 6 0,7 3 2 0,0 0 0 16,-1-4 2-16,1 4 1 0,6 0 0 0,0-3 2 0,-7 2 2 0,13 1-1 0,-5 1-4 16,5-5-6-16,-6 4-10 0,7-4-9 0,-1 1-7 0,1-1-6 0,7 0 1 15,-2-3-1-15,-5-1 0 0,6 1-3 0,0-4 2 0,0-4-3 0,6 4 0 0,-6-7 0 16,1 3-2-16,-1-7 1 0,6 4 3 0,-5-8 3 0,-1 0 4 0,-1 0 2 16,1-2 4-16,1-2 4 0,-7-3 3 0,5-3 4 0,1-5 4 0,-6 1 1 15,6-1 1-15,-6-3 2 0,6-3 1 0,-7-5 1 0,1 1 2 0,6-4 0 0,-7 0-2 16,-6-4 2-16,7-3-1 0,-7 0-4 0,0-4-2 0,0 0 0 0,-6-4-1 15,-1 1-3-15,-5-1 1 0,5 1 1 0,-13-5-1 0,8 5-3 0,-8-5-3 0,0 1-3 16,1 0-4-16,-7-1-4 0,0-2-2 0,0 2-2 0,-7 1-2 0,1-4 0 16,0 3 0-16,-1 1 0 0,-6 0-1 0,0 3-1 0,7 0-4 0,-8 1-2 15,-5 3 1-15,6 4-1 0,-7-1-1 0,7 5-1 16,-13-1-1-16,7 4-2 0,-1 0-3 0,0 0-4 0,-6 4-4 0,7-1-1 0,-7 5-3 0,6-1 0 0,-6 1 1 16,1 3 2-16,5-4 0 0,-6 4 0 0,-1 0 3 0,1 0 3 0,7 0-1 15,-7 0 3-15,0 0 0 0,0 0 2 0,-1 0 0 0,9 0 0 0,-9 0 2 0,1 0-4 16,0-4 0-16,-7 4-1 0,7 1-1 0,-6-1-1 0,5-4 2 0,-5 4-4 15,-1 0 1-15,1 0-2 0,-1 3 1 0,-5 1-1 0,5-4 1 0,1 7 4 16,-1-3 0-16,1 3-1 0,5 1 1 0,-5-1 1 0,12 4-2 0,-6-4 1 16,7 4-4-16,-1 0-2 0,7 0-3 0,0 4-13 0,7-4-15 0,-7 4-18 0,6 3-21 15,0-3-18-15,1 3-23 0,6 0-19 0,-6 4-20 0,6-3-28 0,0 6-26 16,-7-2-49-16,7 2-58 0,0-3-59 0,7 4-62 0,-7-1-16 0,0 1 3 0,6-4 18 16,-6 4 28-16,6-4 32 0,-6-1 31 0,7 1 36 0,-7-3 36 0,7 3 40 15,-7-7 42-15,0 3 54 0,0-3 58 0</inkml:trace>
  <inkml:trace contextRef="#ctx0" brushRef="#br0" timeOffset="3435.98">24690 12532 0 0,'0'-7'1'0,"-7"0"106"0,7 0 70 0,-7-1 43 0,7 1 33 0,-6 0 22 0,0 3 15 0,6-3 15 0,0 3 12 0,0 0 8 0,0 0 7 0,-7-3 6 0,0 7 7 16,1-4-88-16,-1 1-138 0,-5 3-76 0,5 0-45 15,0 0-22-15,-5 3-9 0,-2-3-2 0,1 4 3 0,0 0 3 0,0 3 3 0,1-3 7 0,-8 3 5 16,7 1 9-16,0 3 7 0,-6-4 4 0,5 4 7 0,-6 3 5 0,8 1 6 0,-8 0 2 15,7-1 1-15,0 5 5 0,0-1-1 0,0 4 0 0,0 4 1 0,0-4-2 16,-1 3 1-16,8 4-4 0,-6 1-4 0,5-1-3 0,0 4-1 0,-6 4-4 16,7 0 2-16,0-1-3 0,6 4 0 0,-8 0 4 0,2 1 1 0,0 3 1 0,6 0 7 15,0 0 2-15,-6-4 4 0,6 8 4 0,0-5 7 0,0 5 6 0,0-4 3 16,6 4 6-16,-6 0-1 0,6-5 1 0,0 1 2 0,2 1-3 0,4-2-4 0,-5 1 0 16,6-3-5-16,0-1-5 0,7 0-5 0,-1-3-5 0,1 0-4 0,-1-1-3 15,7-3-7-15,0 4 0 0,6-4-6 0,1 0 0 0,-1 0-3 0,1 0 1 16,7-4 1-16,-8 0-2 0,7 1 1 0,7-1 1 0,-7 0-1 0,0-3 1 15,7-4-2-15,-1 0-1 0,1 0-3 0,-1-8 3 16,0 5 0-16,1-5 1 0,7-3 1 0,-8-3 5 0,7-5 4 0,-7 1 7 0,2-8 6 0,4 1 7 0,-11-8 5 16,5 0 7-16,-6-8 3 0,0 1 8 0,0-7 6 0,0-5 5 0,-6-3 4 0,-1-4 4 15,1-3 2-15,0-3 0 0,0-5 1 0,-8-4-6 0,1-2-6 0,0-5-4 16,-6 0-6-16,-1-3-2 0,1-4-7 0,0-4-4 0,-8 1-6 0,1-1-6 16,-6-3-7-16,0-4-8 0,-1 4-1 0,-6-4-8 0,0 0-5 0,-6 3-3 15,-1 1 2-15,-6 4-1 0,6 3-1 0,-12 0 0 0,0 7 2 0,-1 0 1 16,-6 5 2-16,-1 6 6 0,-5 4 1 0,-1 0 5 0,1 8-1 0,-7 3 0 0,0 3 0 15,-1 4-3-15,2 4-5 0,-8 4 0 0,0 0-4 0,1 7-1 0,-7 0-2 0,-1 4-5 16,2-1-5-16,-1 5-4 0,-7 3-2 0,6 3-2 0,2 1-6 0,-8 3-2 16,7 1 1-16,-7 3-3 0,8 3-3 0,-8-3-3 0,7 7-5 0,-1-3-8 15,2 3-3-15,-2 1-10 0,1 3-7 0,7 0-9 0,-7 3-12 0,6 1-11 16,7 0-13-16,0 3-10 0,0 0-12 0,-1 1-11 0,8 3-8 0,6-1-14 0,0 5-14 16,0 0-17-1,6-1-23-15,1 1-38 0,6 0-55 0,0-1-61 0,7 1-64 0,-8-4-14 0,14 0 6 0,0 0 17 0,0 0 24 0,0-4 26 0,6-3 29 0,2 0 31 16,-2-4 36-16,7-1 40 0,-7-2 42 0,8-1 54 0,-8-3 65 0</inkml:trace>
  <inkml:trace contextRef="#ctx0" brushRef="#br0" timeOffset="4183.56">24787 13328 0 0,'0'-5'21'0,"0"2"136"0,0-1 69 0,0 1 46 0,0 3 33 0,0-4 23 0,0 0 19 16,-6-3 16-16,6 0 14 0,0-1 11 0,0 1 14 0,0 3 9 0,0-3 14 0,0 7-110 15,6-4-176-15,-6 1-83 0,0-1-39 0,7 4-13 0,-7-4-7 0,6 4 3 16,-6-3 5-16,6 3 5 0,-6 0 6 0,8 0 6 0,-2 3 2 0,-6-3 3 16,6 4 4-16,1 0 0 0,0-1 0 0,-7 5-1 0,6 3 3 0,0-4-2 15,1 8-2-15,-7-1-1 0,6 1-2 0,1 4-4 0,-7-1-4 0,7 0-3 0,-7 4-2 16,6 0-4-16,-6 3-3 0,0-3-5 0,0 1-6 0,6-1-5 0,-6 0-1 15,0-1-1-15,7-2-1 0,-7 3-3 0,7-7-1 0,-7 3-6 0,6-3-3 0,-6-1-3 16,6-3-5-16,-6 4-5 0,7-4-6 0,-7 0 1 0,7-4-3 0,-7 4 0 16,0-4 3-16,0-3 4 0,6-1 8 0,-6 1 9 0,0-4 7 0,0 0 6 15,0 4 5-15,0-4 6 0,-6 0 8 0,-1 0 7 0,7-4 10 0,-7 0 8 16,1 1 10-16,0-4 11 0,-8-1 10 0,8 1 0 0,-7-8-4 0,0 4 1 16,0-7 0-16,0 4 1 0,0-8-2 0,-1 0-1 0,-5-1-3 0,6-6-2 0,0 4-7 15,1-5-5-15,-8-3-5 0,7 0-7 0,0-3-9 0,0 3-5 0,6-4-3 16,-6 4-5-16,7-4-5 0,-1 5-1 0,0-1 3 0,7-1 4 0,0 5 2 0,0 4 2 15,0-5 2-15,7 5 2 0,-7 2 1 0,7-2-2 0,-1 3 1 0,7-4-2 16,-6 8 2-16,6-4 1 0,0 0-1 0,0 4 0 0,-1-1-1 0,2 1-2 16,5 0-1-16,-6 3-3 0,0 1 1 0,7-1-3 0,-7 4 0 0,0 4-1 0,0-5-5 15,0 9 0-15,0-5-2 0,0 8-1 0,0 0 0 0,-7 0 0 0,8 4-3 16,-8 3 1-16,7 5 0 0,-7-1-2 0,2 3 0 0,-2 5 2 0,0 2-2 0,-6 1 3 16,6 0 0-16,-6 4 1 0,0 4-2 0,7-5 0 15,-7 4-2-15,0-3-2 0,-7-1-2 0,7 5 1 0,0-4-1 0,0-1 0 0,-6 1-2 0,6-4-3 16,0 0 0-16,0 0-5 0,0 0-5 0,-6-4-5 0,6 4-3 0,0-4-5 15,0-3-4-15,0-1-3 0,0 2-5 0,0-2-4 0,0-3-4 0,0 0-2 0,6 0-2 16,-6-4-1-16,0 1 2 0,6-5 3 0,-6 5 5 0,7-5 7 0,-7 1 7 16,7-4 6-16,-7 0 8 0,6 0 8 15,1 0 7-15,-7-4 7 0,6 4 8 0,0-3 5 0,2-5 8 0,4 1 6 0,-6 0 2 0,2-1 4 0,4-3 1 16,1 1 2-16,1-1-2 0,-2 0 2 0,8 0-2 0,-7-1 1 0,7 1-2 0,0 0 2 16,-2 0 0-16,2 4 0 0,-1-4 0 0,1 4 0 0,0-1 0 0,-1 1 1 0,1 4 0 15,-8-5 1-15,8 5 0 0,-7 3 2 0,1 0 0 0,-2 0 1 0,-5 3 0 16,6 1-1-16,-7 3 0 0,1 0-2 0,-7 1-1 0,0 6-2 0,0-3-1 15,0 4-1-15,-7 3-2 0,1 0-1 0,0 1-3 0,-1 3-1 0,-6 0-4 0,0 0-2 16,0 3-4-16,-6 2-2 0,-1-2-2 0,7 1-1 0,-13-1-3 0,6 1 0 16,0 3 0-16,-5-3 0 0,-1 0 0 0,0-1 0 0,-1 1-1 0,1-1 0 15,0 1-2-15,1 0 0 0,-9-4-1 0,9 0-2 0,5 0-2 0,-6-1-8 16,7-2-7-16,-1-1-17 0,0-3-20 0,1-4-29 0,6 4-30 0,6-8-40 0,-5 0-49 16,5 1-86-16,0-5-102 0,1-3-62 0,0 0-37 0,6-7-10 0,-8 0 6 15,8-4 19-15,0-4 25 0,0-3 33 0,8-8 38 0,-8 0 43 0,6-7 48 0,-6-3 55 16,6-9 58-16,8 2 78 0,-8-8 87 0</inkml:trace>
  <inkml:trace contextRef="#ctx0" brushRef="#br0" timeOffset="4912.52">26872 9451 18 0,'6'-14'68'0,"-6"-1"45"0,6 4 46 0,-6 0 39 0,0 0 38 0,7 0 31 0,-7 0 29 0,0 0 27 0,0 0 26 0,0 4 4 0,0 0-9 32,-7-5-1-32,7 6 2 0,0-2-26 0,-6-3-40 0,6 3-38 0,-6 1-36 15,-1 0-25-15,7 3-21 0,-7-3-12 0,1 3-7 0,6 1-10 0,-6-1-10 16,-2 0-9-16,8 1-10 0,-6 3-10 0,0-4-7 0,-1 4-10 0,1 0-11 0,-1 0-11 16,1 0-14-16,-1 4-10 0,1-4-11 0,0 3-10 0,6 1-10 0,-8 3-8 15,2 1-5-15,0-1-1 0,6 4-3 0,-7 0 0 0,7 0-3 0,-6 7 3 16,6-3-1-16,-7 7 2 0,1 0 4 0,6 0 1 0,0 3 4 0,-7 5 1 0,7-1 6 15,-6 0 0-15,6 1 3 0,-7 3-1 0,7-1 0 0,0 5 0 16,0 0-1-16,0-4 1 0,0 4-1 0,0-1-2 0,0 1-1 0,7-1 2 0,-1 5-1 16,1-5 3-16,-7 1 0 0,13-1 1 0,-7 1 1 0,7 0 1 0,1-1 1 15,-2-3 0-15,8 4 1 0,-7 0 2 0,7-1 1 0,-1-3 2 0,7 4 3 0,0 0 0 16,0-4-2-16,0-1 4 0,7 2-2 0,-1-1-2 0,1-4 4 0,-1 0 0 16,7 0-1-16,-6-3 4 0,7 0-1 0,-2-4 2 0,1 0 0 0,0 0 2 15,1-4-2-15,-1 1-1 0,-1-8 1 0,-5 3 0 0,13-3 3 0,-14-4 0 16,7-3 6-16,0 0 2 0,1-4 7 0,-1 0 0 0,0-4 5 0,-1-3 1 0,-5-1 5 15,7-6 1-15,-2 2 3 0,-5-6 1 0,6 0 1 0,1-4-2 0,-8-4-2 16,7 1-2-16,-7-9-3 0,7 2-4 0,0-5-4 0,-5-3-5 0,4-4-6 0,1 0-2 16,-6 0-6-16,5-3-2 0,-5-5-5 0,-7 1-1 0,7-1-2 0,-7 1 1 15,0 0 1-15,-6-4-2 0,-1 0 1 0,-5-3-1 0,-2 2 2 0,-6-2-2 16,2-1 1-16,-8 1-2 0,0 2-1 0,-8-2 4 0,8 3 2 0,-12 0 2 16,-1 0-3-16,-7 0-1 0,0 4-4 0,-6-4-1 0,1 8-2 0,-9-5-1 15,2 5-3-15,-7-1-2 0,-6 4-1 0,-1 4-4 0,1 3-1 0,-8 0-5 0,1 8-5 16,-7 0-1-16,2 7 1 0,-9 4-2 0,8-1 4 0,-8 8-2 0,1 4 2 15,0 3 1-15,0 4-3 0,0 4 2 0,-7 0-1 0,14 2 4 0,-7 6 3 0,-1-1 1 16,8 3 2-16,-1 5-1 0,7-5 0 0,-7 8-2 0,7-4-3 0,7 9-10 16,-8-6-14-16,8 9-8 0,5-1-11 0,2 4-10 0,-1-4-13 0,0 8-12 15,6-1-17-15,1 1-15 0,6 4-16 0,-7-5-19 0,13 4-20 0,-6-3-18 0,7 0-17 16,6-1-21-16,0 1-17 0,-1-1-37 0,8-2-39 0,6 2-45 0,-6-3-49 16,12 0-8-16,-6-3 9 0,13 2 22 0,-6-2 28 0,6-1 31 15,0-4 33-15,6 1 33 0,1 0 35 0,-1-4 40 0,7 3 41 0,-6-6 50 0,6 3 63 0</inkml:trace>
  <inkml:trace contextRef="#ctx0" brushRef="#br0" timeOffset="5500.15">27888 9572 0 0,'-7'-7'3'0,"0"3"108"0,1-3 60 0,6-4 39 0,-6 4 28 0,-8-1 24 0,8 1 21 0,-1-4 22 16,1 0 22-16,6 0 20 0,-13 4 23 0,6-5 20 0,-5 2 20 0,4 2-79 0,-4 1-132 16,-2-4-60-16,2 4-21 0,-1-1-11 0,-1 1-4 0,2 3-4 0,-2-3-2 15,2 3-5-15,-1 1-6 0,-7-1-4 0,6 1-7 0,2 3-5 0,-1 0-9 0,6 0-6 16,-6 0-8-16,1 0-12 0,4 3-13 0,-4 1-8 0,5-1-7 0,1 1-3 16,-1 3-5-16,1 1-5 0,-1 3-2 0,1 0-5 0,6 3-4 0,-7 1-4 15,7 0-2-15,0 3-2 0,-7 0 3 0,7 4 2 0,0 0 3 0,7 0 2 16,-7 1 4-16,0 2 2 0,7 1 3 0,-7-1 0 0,6 1 1 0,1-1 3 15,-7 5-2-15,6-4 0 0,1-1 2 0,-1 1-2 16,1-1 1-16,-1-3-1 0,0 1 1 0,2-2-1 0,-2-2 1 0,7-1-1 0,-7 0 0 0,8-3-1 0,-8-1-2 16,6 2 0-16,2-2 1 15,-8-3 1-15,8 0 1 0,-1-4 1 0,-1 1 0 0,2-1 3 0,-2-3 3 0,2 3 0 0,5-7 4 0,-6 4 3 0,0-4 3 0,1 0 3 16,-2-4 8-16,1 0 1 0,-6 1 4 0,6-1 4 0,-1-3 2 0,2-4 4 16,-8 3 2-16,8-3 2 0,-2-4 3 0,-5 1-1 0,6-5 2 0,-6 1 0 15,5 0-2-15,-5-4-2 0,0 0-2 0,-1-3-5 0,0-1-3 0,1 0-3 16,-1 0-3-16,1-3-4 0,0 4-4 0,-1-1-3 0,0 0-4 0,2 1-3 0,-2 3-2 15,0 3 1-15,0 1 0 0,1 4 2 0,0 3 3 0,-1-1 0 0,-6 1 5 0,7 4 0 16,-1 3 0-16,-6 1 0 0,0-1 2 0,6 4 0 0,-6 0 2 0,0 0 0 16,8 0 1-1,-8 0-3-15,6 4-3 0,-6-1-2 0,6 1-7 0,1 3 0 0,0 0-5 0,-1 4 1 0,-6 0 1 0,6 1-1 0,1 2-1 0,-1 5 1 0,-6 3-3 16,7-1 0-16,-7 1-1 0,7 4 0 0,-7 4 0 0,0-1 2 0,0 0 1 16,0 4 1-1,0-3-2-15,0-1-1 0,0 0 2 0,-7 0-2 0,7-3 0 16,0-1 2-16,-7 1-1 0,7 0 1 0,0-4-1 0,-6-4 1 0,6 4 0 0,0-7 1 0,-7 3 1 0,7 1 0 0,-6-5 1 0,6 1-5 0,-6-4-5 0,6 3-13 15,-7-3-17-15,0 0-17 0,7 0-16 0,-6 0-22 0,0-4-22 0,-2 1-27 16,2 0-28-16,0 3-56 0,-1-8-68 0,1 5-85 0,-8-1-87 0,8-4-32 0,-6 1-1 31,4 0 16-31,-4-1 28 0,-2-3 30 0,1 0 32 0,1 0 38 0,-2 0 38 16,-5-7 42-16,6 3 45 0,0-3 61 0,-7 0 67 0</inkml:trace>
  <inkml:trace contextRef="#ctx0" brushRef="#br0" timeOffset="6246.02">24683 9261 0 0,'0'0'1'0,"0"-4"103"0,0 1 61 0,-7 3 41 0,7-4 25 0,-6 0 26 0,6 1 19 0,0-1 22 0,-6 0 20 16,6 1 20-16,0-1 16 0,0 0 19 0,0-3 16 0,0 3-78 0,0 1-128 15,0-1-64-15,0 0-28 0,0 1-11 0,0-1-6 0,6-3 1 0,-6 3-1 0,6-4-2 16,1 1-5-16,0 0-1 0,-7 3-4 0,6-3-1 0,7 0-5 0,-6-1-1 16,-1 1-4-16,7 0 3 0,-7-1 2 0,8 1 2 0,-8 3 2 0,7-3 1 15,0 3-3-15,0 1 0 0,1-4-3 0,-2 7 0 0,2-4-5 0,5 0 2 16,-6 4-1-16,6 0-5 0,1 0-1 16,0 0-4-16,5 4-8 0,-5 0-5 0,6-1-6 0,1 1-5 0,5 3-4 0,-6 0-1 0,7 1-3 0,-1-1-2 0,1 4-2 15,-1-4-2-15,7 8 0 0,-6-4-2 0,5 0 1 0,-5 4-1 0,7-4 1 16,-1 3-1-16,-1 1 0 0,2 0 3 0,-1-4-1 0,0 3 3 0,0 1 4 15,7-4 3-15,-7 3 3 0,7-3 4 0,-1 4 4 0,1-4 3 0,-7 4 3 0,6-4 2 16,1 0 5-16,-7 0 1 0,-1 0 1 0,2-4-1 0,-1 4 1 0,0-4-3 16,-7 1-2-16,7 3-3 0,-13-4-4 15,7-3-3-15,-1 3-6 0,-5-4 0 0,-1 5-6 0,0-4-2 0,-6 3-4 0,5-3-1 0,-11 0-2 0,5-1 0 0,-12 1-2 16,6-4 2-16,-7 3-1 0,1 1 3 0,-1-4 5 0,-6 4 2 0,7-4 1 16,-7 0 3-16,0 0 2 0,0 0-1 0,0 0 1 0,0 0 2 0,0 0 1 0,0 0 1 15,0 0 0-15,0 0 3 0,0 0-1 0,0 0-2 0,0 0-6 0,0 0-2 16,0 0-3-16,0 0-6 0,0 0-1 0,-7 0-12 0,7 0-13 0,-6 0-20 15,6 0-22-15,-7-4-27 0,7 4-28 0,-6 0-26 0,6 0-27 16,-7 0-24-16,1 0-18 0,6 0-19 0,-7 0-18 0,7 0-24 0,0 4-24 0,0-4-19 16,0 0-14-16,-7 0-4 0,7 0-1 0,0 3-10 0,0-3-8 0,0 4 3 0,0 3 12 15,7-3 20-15,-7 0 24 0,0-1 29 0,7-3 28 0,-7 4 32 0,0 3 34 0,6-3 33 16,-6-4 30-16,0 0 31 0,0 4 36 0</inkml:trace>
  <inkml:trace contextRef="#ctx0" brushRef="#br0" timeOffset="7166.24">25712 12968 0 0,'0'11'5'0,"0"-3"113"0,0-1 71 0,0 0 44 0,0-3 30 0,0 0 19 0,0-4 15 0,0 0 13 0,7-8 12 0,-7 5 14 0,6-5 14 0,1 1 18 16,-7 0 18-16,6-4-84 0,1-4-139 0,5 4-73 0,-4-7-40 0,4 0-15 16,1-1-2-16,0-3 3 0,6 0 9 0,-5 0 6 0,6-3 6 0,-8-1 4 0,8 0 1 15,-1 0 0-15,1 1-4 0,6-4 0 0,-7 0 1 0,1-1 0 16,0 1-1-16,5-1 4 0,-5 1 3 0,0-4 1 0,6 4 4 0,-7-4 1 0,1 4-1 16,-1-4 1-16,7 4 0 0,-6-5 0 0,0 1 0 0,-1 4-1 0,7-4 2 15,-6 0-4-15,-1 0-1 0,7 0-2 0,-6 0-3 0,6 0-1 0,-7 0-2 0,1 0 0 16,6 0-5-16,-7-4 1 0,1 5-5 0,6-5-2 0,-6 1-6 0,-1-1-1 15,1 4-3-15,-1-4-3 0,1 1 2 0,0 3-1 0,-1-1-1 0,1 2-3 16,-1-1 0-16,-6 4-5 0,7-1-2 0,-1 1-3 0,-6-1-3 0,6 1-2 0,-5 4-2 16,-1-1-1-16,6 0-3 0,-6 0-4 0,1 5 0 0,-2-5-5 15,2 0-1-15,5 0-1 0,-6 4-1 0,0-3 0 0,7-1-2 0,-8 1 1 0,8-1-1 16,-1 4 3-16,-5-4-1 0,5 4 2 0,1 1-1 0,-8-1 3 0,8 0-1 0,-6 3 2 16,5-3 0-16,-6 4 1 0,0 0 0 0,0-1 1 0,0 5 1 0,-7-5 3 15,7 5 5-15,-6-1 7 0,0 4 8 0,-1 0 7 0,-6 0 7 0,0 0 3 16,6 4 6-16,-6-1 2 0,-6 1 1 0,6 0-1 0,-6 3 0 0,6 0-3 15,-7 1-3-15,0-1-6 0,1 0-7 0,-1 1-11 0,-5 3-8 0,-2 0-12 0,8 0-11 16,-7 0-8-16,0 3-9 0,0 1-10 0,-1 0-9 0,-4-1-10 0,4 5-13 16,1-1-7-16,-7 0-9 0,8 1-9 15,-2-1-10-15,2 4-11 0,-2-4-10 0,1 4-14 0,1-4-19 0,5 1-17 0,-6 3-20 0,7-4-16 0,-1 1-16 0,0-1-27 16,1 4-33-16,-1-4-49 0,1-3-58 0,6 3-44 0,-6-3-34 0,6 0-2 16,-7-1 14-16,7 1 26 0,0-4 31 0,0 4 35 0,0-4 37 0,0 0 38 15,-7-4 39-15,1 4 47 0,0-7 51 0,6 3 57 0,-8-3 75 0</inkml:trace>
  <inkml:trace contextRef="#ctx0" brushRef="#br0" timeOffset="7468.2">26826 10719 0 0,'0'11'22'0,"0"-8"137"0,-7 5 72 0,7-5 48 0,-6 5 36 0,-1-5 29 0,1 2 27 0,-1-5 25 0,7-8 25 0,-6 5 26 0,0-2 22 0,6 5 22 0,-8 0 18 16,8-3-107-16,0 3-180 0,-6 0-89 0,6 0-40 0,0 0-19 0,0 0-9 16,0 0-6-16,0 0-4 0,0 0-3 0,0 0-3 0,6-4-5 0,-6 4-1 15,0-4-1-15,0 4-3 0,8 0-1 0,-8-3 0 0,6-1-1 0,0 4 3 16,1-3 1-16,-1-1 3 0,1 0 1 0,6 1-2 0,-7-1-1 0,8 0-4 0,-2 1-5 15,2-5-5-15,5 5-4 0,-6-5-1 0,6 5-4 0,1-5-1 0,-1 1-2 16,1 0-2-16,0 0-3 0,6-1-3 0,-7 1 0 0,7 3-3 0,-6-3-3 16,6 0-2-16,-7 2-1 0,1 2-2 0,-1-1 1 0,1 1 1 0,0 3 1 15,-8-4 1-15,2 4 4 0,5 4 3 0,-5-1 2 0,-8-3 3 0,6 7 3 0,2 1 2 16,-8 0 4-16,1 3 2 0,-1 0 2 0,1 3 3 0,0 1 0 0,-7 3-3 0,6 0-1 16,-6 0-1-16,0 4-4 15,0 4-1-15,0-4-5 0,0 0-2 0,-6 4-3 0,6-1-7 0,-7-2-15 0,7 2-21 0,-7-3-21 0,7 0-24 0,-6 0-27 16,-1 0-26-16,1 0-29 0,6-3-31 0,-7-1-48 0,0 0-53 0,1 0-89 15,0-3-101-15,0 0-42 0,-2-5-14 0,-4 5 14 0,5-4 27 0,-6-4 33 0,0 5 40 16,1-9 39-16,-2 5 44 0,-6-8 44 0,7 3 49 0,-6-6 56 0,0-1 61 0</inkml:trace>
  <inkml:trace contextRef="#ctx0" brushRef="#br0" timeOffset="7978.28">26031 8843 0 0,'0'0'1'0,"0"-7"100"0,0 3 64 0,0 1 40 0,0-1 31 0,0 0 28 0,0 1 26 0,0 3 26 0,0-8 26 0,0 5 25 0,0 3 27 16,0 0 23-16,0-4 23 0,0 4-71 0,0 0-129 0,0 0-60 0,0-4-31 15,0 4-14-15,0 0-9 0,0 0-7 0,0 0-12 0,0 0-12 0,0 0-14 0,0 0-17 16,0 0-16-16,0 0-13 0,0 0-11 0,0 0-9 0,0 0-6 0,0 4-4 15,6 0 0-15,-6-1 0 0,8 5-1 0,-8-5 0 0,6 5 1 0,0-1 2 16,-6 4 1-16,6-4 5 0,2 4 5 0,4 0 2 0,-5 1 5 0,-1-2 1 16,8 1-2-16,-2 0-1 0,2 0-4 0,-2 0-4 0,8 0 0 0,-7 0-3 0,7 4-2 15,-1-4 2-15,1 3-2 0,0-3-1 0,-2 0-3 0,2 4 0 0,0 0-1 16,5-4-1-16,-5 4-2 0,0-1 2 0,-1 1 0 0,1 3 1 0,-7-3 0 0,7 3 3 16,-8 1 3-16,-5-5 2 0,6 4 4 0,-7 1 4 0,1-1 2 0,-7 4 2 15,0-4 3-15,-7 5 1 0,7-2 0 0,-12 5 1 0,5 0 0 0,-6-1 0 16,-6 4-2-16,5 0-3 0,-6 1-2 0,2-1-3 0,-9 4-4 0,7-4-8 0,-5 5-4 15,5-1-12-15,-6-4-12 0,6 4-24 0,1-4-25 0,-1 1-32 0,2-5-33 16,-2 4-43-16,6-7-46 0,1 0-92 0,7 1-114 0,-7-5-49 0,6-4-21 0,1 1 3 16,6-4 10-16,0 0 23 0,0-4 30 0,0-3 39 0,0 0 41 0,6-1 46 15,1-6 49-15,-7-1 53 0,7 0 60 0</inkml:trace>
  <inkml:trace contextRef="#ctx0" brushRef="#br0" timeOffset="8901.61">28148 9096 0 0,'0'-4'15'0,"0"1"66"0,0-1 31 0,6 1 24 0,-6-5 20 0,0 5 20 0,0-5 22 0,0 5 22 0,0-1 25 0,0-3 21 0,0-1 23 16,0 5-1-16,0-5-14 0,0 4-36 0,0-3-46 0,0 3-21 0,0 1-7 15,0-1 0-15,0 0 2 0,0 1-3 0,0-1-10 0,0 0-10 0,0 1-11 0,0-1-13 16,0-3-10-16,0 3-11 0,0 0-7 0,0-3-5 0,7 0-9 0,-7 0-4 16,7-1-8-16,-7-3-6 0,6 0-6 0,-6-3-2 0,6-1-4 0,1 0-3 15,6 0-1-15,-6-3 4 0,5-4 2 0,-4 0 1 0,4 1-1 0,8-6-2 0,-7-2-1 16,-1 0-1-16,8-4 2 0,0-3-2 0,-1 2 1 0,1-2 4 0,6-4 5 15,-7 0 2-15,7-1 4 0,0-3-2 0,1 0 0 0,-1 0 2 0,0 0-2 16,7-3 2-16,-1-5-3 0,-6 1-1 0,7 0-4 0,-1-1-2 0,7 1-5 0,-6-4-5 16,5 0-4-16,2 4-5 0,-7-4-6 0,5 0-4 0,1 4-1 0,0-1-4 15,1-3 2-15,-1 4-1 0,0 0 4 0,-7 3-1 0,8-3 5 0,-8 3-3 16,1 1 2-16,-1 3 0 0,-5 0-3 0,5 4 2 0,-6-1 0 0,-1 4-2 0,2 1 1 16,-7-1-3-16,-2 4-1 0,9 4-4 0,-7-4-2 0,-8 4-3 0,8 3-2 15,-7 1-2-15,0-1 0 0,-6 0 2 0,5 8 1 0,-4-4 2 0,-2 4-2 16,-6 3 1-16,6 0-3 0,-6 4 0 15,-6 0-5-15,6 1-3 0,-6 2-5 0,-2 0-6 0,-4 1-3 0,-1 3-7 0,6 1-6 0,-6 3-9 0,-7 0-8 0,8 0-10 16,-1 3-6-16,-7 1-12 0,6 3-8 0,-4 1-11 0,4 0-10 0,-5 2-15 16,5 5-16-16,2-4-17 0,-1 4-18 0,0-1-15 0,0 1-16 0,-1-1-17 0,8 5-17 15,0-5-37-15,0 1-44 0,-2 4-44 0,2-5-43 0,0 1-21 0,6-1-15 16,0-3 11-16,-7 4 26 0,7-4 29 16,0 0 32-16,0-4 34 0,0 4 35 0,0-4 34 0,0-2 38 0,0-2 48 0,0-3 51 0</inkml:trace>
  <inkml:trace contextRef="#ctx0" brushRef="#br0" timeOffset="9234.44">29255 6656 0 0,'-12'11'59'0,"4"4"166"15,2-4 82-15,-7 3 58 0,0-3 43 0,0-3 32 0,0 3 25 0,0-8 23 16,0 5 19-16,0-4 18 0,6-4 14 0,-6 3 8 0,7-3 9 0,-1 4-158 0,7-4-244 16,0 0-116-16,0 0-45 0,0 0-21 0,0 0-8 0,0 0-3 0,7 0 2 15,-1 0 1-15,-6 0 3 0,13 0 3 0,-6 0 5 0,-1 0 7 0,1-4 6 0,6 4 8 16,0-3 5-16,-6-1 2 0,5 4 3 0,1-4 0 0,1 0 0 0,-2 1-2 15,2-5 1-15,5 5-2 0,-6-5 2 0,6 5-1 0,-5-5-2 0,5 5-1 16,-6-5 0-16,7 5 1 0,-7-5-1 0,7 5-2 0,-1-1 1 0,-6 1-2 16,6-1 0-16,-5 4 0 0,-2 0-1 15,2 0 1-15,-1 0-1 0,-1 4 2 0,2-1 1 0,-2 1 4 0,-5 3 4 0,0 0 8 0,6 1 8 0,-7 3 7 0,0 0 6 16,2 0 7-16,-8 4 5 0,6 3 3 0,-6 0 4 0,0 4-1 0,0 0 2 16,0 4-1-16,-6 0 1 0,-2 3-4 0,2 4-4 0,0-4-8 0,-1 7-12 0,1 1-5 15,-8-4-10-15,8 7-3 0,-6-3-7 0,4 0-5 0,-4-4-7 0,5 3-11 16,1-3-16-16,-1-3-16 0,0-1-22 0,1-3-25 0,6-1-23 0,-6-3-28 15,6 0-31-15,0-3-41 0,0-1-50 0,0 0-71 0,0-3-84 16,0-4-46-16,0 3-31 16,6-3 2-16,0 0 20 0,-6-3 29 0,7-5 32 0,0 1 39 0,-1 0 40 0,1-4 44 15,-1-4 44-15,0-3 53 0,2-1 56 0,-8-3 66 0,6 0 75 0</inkml:trace>
  <inkml:trace contextRef="#ctx0" brushRef="#br0" timeOffset="9660.94">30480 6422 0 0,'0'-4'5'0,"6"0"112"0,-6-3 65 0,0 3 43 0,0 4 31 0,0-3 28 0,0-1 25 0,0 0 25 0,-6 1 26 0,6-1 23 0,0 0 25 15,-8 1 26-15,8-1 24 0,0 1-77 0,0 3-136 0,-6-4-63 0,6 0-28 16,-6 1-10-16,6-1 1 0,-6 0-1 0,6 1 2 0,-7-1-2 0,0 0-6 0,1 1-3 16,6-1-7-16,-7 0-6 0,1 1-9 0,0 3-11 0,-2-4-11 0,2 4-9 15,0-4-10-15,0 4-11 0,-1 0-10 0,0 4-8 0,-6-4-11 0,7 0-7 16,-1 4-13-16,0-1-7 0,1 1-7 0,0 0-5 0,0 3-5 0,-8 0-3 16,8 1 2-16,-1 3-3 0,1-1-1 0,-1 1 3 0,0 0-2 0,1 4 1 15,0 3-1-15,0-3 2 0,-2 7 2 0,8-4 1 0,-6 8 0 0,6-4 2 16,-6 4-2-16,6-1 1 0,-7-3-1 0,7 8 3 0,0-5-3 0,0 1-1 0,0-4 3 15,7 3-1-15,-7-2-2 0,6-1 2 0,0-1 4 0,2 1 1 0,-2-3 1 16,0-1 2-16,7 1 4 0,-6-5 3 0,12 1 1 0,-5-1 5 0,-2 1 5 0,8-4 2 16,-1-4 6-16,1 4-1 0,0-7 4 0,5 3 2 0,-5-3 0 0,6-4 2 15,0 0-1-15,1-4-2 0,-2-3-3 0,7 0-7 0,-6-1-6 0,7-3-20 16,-7 0-24-16,7-3-34 0,-1-1-38 0,-6 1-45 0,7-2-44 0,-7-2-83 0,0 4-95 16,0-5-82-16,1 5-70 0,-8-1-23 0,0 1-3 0,-6 3 15 0,-6-4 23 15,0 4 35-15,-1 3 39 0,-12 1 50 0,6-4 51 0,-14 7 57 0,1 1 57 0,-6-1 75 16,0 0 81-16</inkml:trace>
  <inkml:trace contextRef="#ctx0" brushRef="#br0" timeOffset="10456.04">28630 10151 13 0,'-7'-4'101'0,"-6"1"47"0,7-1 29 0,0 0 19 0,-2-3 12 0,2 3 16 0,0 1 20 0,0-1 20 0,-1 1 22 0,0-1 19 0,1 0 21 0,6 1-31 0,-7 3-56 0,7-4-59 0,-6 0-58 0,6 4-23 0,0 0-3 0,0 0 6 16,0 0 9-16,0 0 3 0,0 0-7 0,0 0-3 0,0 0-7 0,0 0-3 16,0 0-2-16,0-3 2 0,6 3 1 0,-6-4 0 0,0 4 1 0,7 0 0 15,-1-4 0-15,1 4 0 0,0 0 3 0,-1-3-2 0,6 3-1 0,2 0 2 0,-8 0-4 16,14 0-2-16,-7 0-5 0,-1 3-6 0,8-3-8 0,0 4-4 0,-7-4-4 15,13 4-8-15,-6-1-4 0,-1 1-5 0,7 3-6 0,0-3-4 16,0 3-4-16,1 0-3 0,5 1-2 0,1-1-6 0,-1 0-3 0,7 4-4 0,-6-3-1 0,5 3-3 16,2 0 0-16,-1-4-1 0,0 4 1 0,7 0-3 0,-7 0 0 0,6 0-3 15,1 0-1-15,-1 0-3 0,1 0-2 0,7-4 1 0,-2 8-2 0,1-4 0 32,-7 0 0-32,8 0 0 0,6 0-1 0,-7 0 1 0,-1 0 0 0,2 0-2 15,-1 0 1-15,1 0 1 0,-2 0 1 0,1-4 0 0,1 4-2 0,-8 0 1 0,7-4 2 16,0 1 1-16,-6 3 0 0,-1-4-2 0,1 1 0 0,-1-1 1 0,-5-3 2 15,5 3 1-15,-6-3 2 0,1 3 0 0,-1-3 1 0,-7-1 2 0,1 1 1 0,-1 0-2 16,1-1 0-16,-1 1-1 0,-6 0-1 0,7-1-1 0,-13-3 0 0,6 4 0 16,-7-4-1-16,1 3-2 0,-8 1-1 0,8-4-1 0,-13 0-1 0,6 4 2 15,-7-4 2-15,1 3 1 0,-7-3 3 0,6 0 3 0,-6 0 2 0,0 0-2 0,0 0-4 16,-6 4-13-16,6-4-14 0,-7 0-14 0,1 0-13 0,-1 4-11 0,1-4-12 16,-1 0-8-16,-5 0-12 0,-2 0-10 0,1 0-11 0,0 0-14 0,0 0-11 0,0 0-11 15,0 0-9-15,0 0-5 0,0 0-3 0,0-4-12 0,0 4-15 0,0-4-37 16,-1 4-49-16,2-3-58 0,-1-1-63 0,6 0-18 0,-6 1 2 0,1-1 15 15,4 1 20-15,-4-1 25 0,-2-3 28 0,8-1 31 0,-7 5 33 0,0-8 39 0,0 3 41 16,0 1 54-16,0-4 63 0</inkml:trace>
  <inkml:trace contextRef="#ctx0" brushRef="#br0" timeOffset="10869.06">30577 10184 0 0,'7'0'66'0,"-1"0"115"0,-6-3 62 0,6-1 43 0,-6 0 32 0,8-3 22 0,-8-1 21 0,6 1 18 0,-6 0 13 0,6-1 16 0,0 1 14 0,2 0-7 0,-8 0-21 16,6 3-104-16,0-3-154 0,1 3-75 0,-1 0-37 0,1 1-16 0,0-1-2 15,-1 0 1-15,-6 1 3 0,6 3 1 0,0 0 3 0,2 0 3 0,-2 0 0 0,0 0 3 16,1 0 0-16,0 3 4 0,-1-3 1 0,1 4 4 0,-1 0 5 0,7-1 4 16,-6 1 2-16,5 0 2 0,2-1 0 0,-8 5 1 0,13-5 0 0,-5 4 1 15,-2-3-2-15,2 3 3 0,5 1 3 0,-6-1 5 0,6 0 1 0,1 1 0 16,0-1-4-16,-1 1-1 0,1-1-4 0,0 0 2 0,-1 1 0 0,1-1 1 0,6 0 2 15,-7 1 0-15,7-1 2 0,-6 4-4 0,-1-4-4 0,7 4-8 16,-6-4-4-16,0 1-7 0,-1 3-3 0,1 0 0 0,-1-4-1 0,-6 4-1 0,7-3-6 16,-7 3 3-16,-7 0 0 0,0-4 4 0,2 4 6 0,-2 0 6 0,-6 3 10 0,0-3 8 15,0 4 5-15,-6-1 7 0,-2 1 6 0,-4 3 1 0,-1 1 2 0,-1-1 1 16,-5 4 2-16,0-4-3 0,-1 4-1 0,-6 0-6 0,0 0-3 0,0 1-9 16,0 2-8-16,0-3-9 0,-7 4-7 0,7-4-3 0,-6 4-10 0,-1-1-2 0,7-3-2 15,0 4-5-15,-7-5-4 0,7 5-4 0,7-4-3 0,-7 0-8 0,6 4-5 16,-6-4-9-16,7 0-9 0,5 3-12 0,-5-3-10 0,6 1-11 15,0-2-13-15,-1 1-13 0,8-3-15 0,-6 3-20 0,5-4-18 0,0 0-26 0,1 1-24 0,6-1-22 16,-7-3-21-16,7 3-24 0,0-3-26 0,7-1-41 0,-1 1-45 0,-6-1-48 16,14 1-53-16,-8-4-8 0,6-3 14 0,2-1 26 0,-1 0 30 0,0 1 38 0,0-8 38 0,0 3 41 15,0-6 38-15,0 3 44 0,0-4 45 0,0-3 53 0,0-1 65 0</inkml:trace>
  <inkml:trace contextRef="#ctx0" brushRef="#br0" timeOffset="11534.44">31678 9983 82 0,'7'-15'142'0,"-1"0"28"0,0-3 16 0,0 4 8 0,2-1 9 0,-2 0 8 0,0-3 8 0,1 3 13 0,0 0 10 0,-1 1 16 0,1-1 18 15,-1 1-64-15,0-1-105 0,1 0-50 0,0 4-14 0,-1-4 4 0,0 4 14 16,1 0 17-16,0 4 15 0,-1 0 12 0,-6-1 11 0,7 1 8 0,-7 0 7 15,6 3 3-15,-6 1 2 0,6-1 3 0,-6 0 0 0,0 1 3 0,7-1 3 0,-7 4 2 16,0 0-1-16,0 0 0 0,0 0-3 0,0 0-4 0,0 0-6 0,0 0-7 16,0 0-10-16,0 0-9 0,0 0-15 0,0 0-12 15,0 0-15-15,0 0-13 0,0 0-18 0,0 0-11 0,0 4-7 0,-7-1-9 0,7 1-5 0,0 3-3 16,-6 1-4-16,6-1-2 0,-6 7-2 0,-1-3 1 0,7 8 2 0,-6-1 2 0,-1 4 6 16,0 0 4-16,1 0 6 0,-7 4 1 0,6-1 0 0,1 1 1 0,-7 0-1 0,7 3-2 15,-1-3 0-15,-6 3-2 0,7 0 4 0,-2 1 0 0,-4-5 5 0,6 4 3 16,-1 4 3-16,-6-3 3 0,6-1 2 0,1 4 4 0,0 0 4 0,6 0 2 15,-8 0 1-15,2 0 6 0,6 0 5 0,0 3 2 0,0-2 3 0,0 2-3 16,6-3-2-16,-6 4-5 0,8-4-3 0,-2 0-5 0,0 0-6 0,1-4-5 0,-1 4-3 16,1 0-3-16,6-4-2 0,-1 0-3 0,2 1-6 0,-8-4-3 0,14 3-5 0,-7-3 1 15,0 3-2-15,6-4-1 0,1 1 0 0,-7 0 0 0,7-1 2 0,0-3 1 16,5 4 1-16,-5-4-2 0,0-4-1 0,-1 1-2 0,7-1-1 0,-6 0-1 0,6-3-1 31,-7 0 1-31,7-1-4 0,-6-3 0 0,6 0 2 0,-1 0 0 0,-5-4 0 16,6 1 1-16,-6-1 3 0,6-3 0 0,-7 0-1 0,8-1 5 0,-8-3 6 0,0 0 3 15,1-3 2-15,-1-1 2 0,-5-4-1 0,5 1-1 0,1-4 3 0,0 0-1 16,-8-4-1-16,8-3 1 0,-7 0 0 0,7-4 2 0,-1-4-3 0,0-3-1 0,1 0-2 16,7-1-2-16,-9-3 1 0,2-4-4 0,7 1-6 0,-9-1 1 0,9 1 0 15,-1-5-1-15,0 1-3 0,-7 0-8 0,7-4-9 0,7 4-4 0,-7-4-1 0,0-4-2 16,0 0-5-16,1 1-2 0,-1-1-5 0,-7 0 3 0,7 1 8 0,-6 0 3 0,-1-5 7 16,1 4-1-16,-8 1 1 0,2 3 4 0,-2-4 8 0,2 8 9 0,-8-4 10 0,1 4 9 15,-1-1 16-15,1 1 5 0,-7 3 3 0,-7 4-2 0,7-3-1 0,-6 3-5 16,-1 3-6-16,1-3 5 0,0 8 11 0,-8-4 3 0,1 3-6 0,-6 4-6 0,-1-4-3 15,-6 4-17-15,0 0-18 0,-6 4-6 0,-1 0 0 0,1 0 1 0,-14-1 3 0,7 4-5 16,-7 1-9-16,1-1-11 0,-2 4-18 0,-4 0-4 0,5 4-1 0,-6 0-1 16,0-1-8-16,0 5 2 0,-7-1 4 0,7 4-4 0,0 0-7 0,0 0-4 0,-1 4-7 15,2-1 4-15,-1 1 6 0,6 3-2 0,7 1 1 0,-7 2-9 0,14 1-12 16,-1 4-19-16,1 0-21 0,-1 3-27 0,7 4-33 0,6 0-47 0,0 4-58 16,8 3-74-16,-1 0-83 0,0 0-37 0,6 5-18 0,1-5 6 0,0 4 15 0,6-4 28 15,0 1 33-15,0-1 37 0,0-4 43 0,6 1 46 0,-6-4 49 0,6 0 60 0,1-3 62 16</inkml:trace>
  <inkml:trace contextRef="#ctx0" brushRef="#br0" timeOffset="12089.17">32238 10235 0 0,'0'-7'1'0,"0"4"107"0,0-5 67 0,0 1 42 0,0 0 32 0,-6-1 30 0,6 5 26 0,0-5 27 0,0 1 26 0,-7-1 25 0,7 5 27 16,0-5 24-16,0 5 25 0,0 3-73 0,0 0-127 0,0 0-66 0,0-4-31 15,0 4-15-15,0 0-4 0,0 0-4 0,0-4-6 0,0 4-6 0,0 0-8 0,0 0-11 16,0 0-10-16,0 0-11 0,0 0-11 0,0 0-11 0,0 0-9 0,0 0-9 15,0 0-8-15,0 0-1 0,7 0 3 0,-7 4 2 0,6 0 2 0,-6-1 0 16,6 5 2-16,-6-5 1 0,7 5 1 0,-1 3 0 0,1 0 2 0,0 0 0 0,-7 4 3 16,6-1 3-16,0 1 0 0,1-1-4 0,0 5-8 0,-7-1-7 0,6 1-8 15,0 3-5-15,1-1-3 0,0-2-4 0,-1 3-6 0,1-1 0 0,-1 1-2 0,0 1 0 16,2-5-5-16,-8 0-1 0,6 1-1 16,0-5-1-16,0 4-1 0,1-3-5 0,0 0-2 0,-1-4-10 0,1-1-12 0,-7 2-11 0,6-1-12 0,0-4-22 0,2 4-20 15,-8-4-27-15,6-3-26 0,-6 3-33 0,6-3-33 0,-6 0-40 0,0-1-39 0,0 1-55 16,0-4-59-16,0 0-54 0,0 0-50 0,0 0-5 0,0 0 12 0,0 0 28 15,-6-4 33-15,0-3 39 0,6 0 43 0,-8-1 43 0,-4-2 47 0,5-1 48 0,1-4 49 16,-8-4 57-16,8 5 70 0</inkml:trace>
  <inkml:trace contextRef="#ctx0" brushRef="#br0" timeOffset="12421.61">32251 10173 0 0,'0'8'25'0,"6"-5"141"0,-6-3 74 0,0 0 49 0,0 0 34 0,0 0 25 0,0-3 20 16,-6-5 15-16,6-7 18 0,-7 1 19 0,7 3 18 0,0 3 18 0,0 5 22 0,0-4-110 15,0 3-176-15,0 0-86 0,0 1-36 0,0-1-10 0,0 0 0 0,0 1 9 16,7 3 9-16,-7-4 9 0,0 0 7 0,6 1 5 0,1-1-1 0,-7 0-3 16,7 1-2-16,-1 3-1 0,0-4-5 0,1 0-3 0,6 1-5 0,-7-1-5 0,8 4-9 15,-1-4-3-15,-7 1-3 0,8-1-2 0,-2 4-7 0,1-4-6 0,7 4-4 0,-8-4-3 16,2 4-1-16,-1 0-4 0,6 0-4 0,-6 4-7 0,1-4-2 0,5 4-4 16,-6 0-1-16,0-1-4 0,0 5-4 0,0-1-5 0,1 0 2 0,-8 4-2 0,6 0 3 15,-5 0-3-15,0 4-4 0,6-1 1 0,-7 1-1 0,0 0 5 0,2 3 6 0,-8 1 4 16,6-1 1-16,0 0 0 0,-6 0-2 15,0 4 2-15,6 0-2 0,-6 1 1 0,0-1 1 0,-6-1-2 0,6 1 3 0,0 0 0 0,-6 0-5 0,0-4 1 0,-2 1-1 16,2 3 3-16,0-7 3 0,-7 3 4 0,-1 0-1 0,2-3-2 0,-2 3-5 0,2-3-4 16,-1-1-2-16,-1 1-6 0,-5 4-7 0,0-5-13 0,5 1-15 0,-5-1-23 15,6 1-31-15,-6 0-33 0,5-4-32 0,1 3-41 0,-7-2-39 0,14 2-84 0,-6-3-102 16,-2 0-76-16,8 0-60 0,-1-4-15 0,1 1 7 0,6-1 25 0,-7-3 33 0,0-1 40 16,7-3 42-16,0 0 44 0,0-3 50 0,0-5 53 0,-6 1 57 0,6 0 80 15,0-4 92-15</inkml:trace>
  <inkml:trace contextRef="#ctx0" brushRef="#br0" timeOffset="16950.55">26761 12342 0 0,'0'-4'52'0,"6"1"88"0,-6-4 48 0,0 2 34 0,0-2 26 0,0 0 21 0,0 3 19 16,-6-3 19-16,6 3 18 0,0-3 18 0,-7 3 20 0,7-3-7 0,-6 3-18 0,6-3-71 15,0 3-96-15,-7 1-45 0,7-1-16 0,-6 0-4 0,6 1 4 0,0-1 5 16,-7 0 7-16,7 1 4 0,-6-1 5 0,6 0 0 0,-7 1 0 0,7-1 0 16,-7 4-3-16,7-4-3 0,0 1-3 0,-6 3-6 0,6-4-6 0,-6 4-2 15,6 0-11-15,0-3-6 0,0 3-7 0,-7 0-8 0,7 0-9 0,0 0-8 0,0 0-7 16,0 0-9-16,0 0-6 0,0 0-6 0,0 0-9 0,0 0-6 0,0 0-8 16,0 0-7-16,0 0-4 0,0 0-3 0,-7 0-2 15,7 3-2-15,0 1 0 0,0-1 1 0,0 5-1 0,7-1 2 0,-7 0-1 0,0 4 4 0,0 0 0 16,7 0 3-16,-7 4 2 0,0-1 2 0,6 1 2 0,0 0 2 0,-6 3 3 0,7-3-1 15,0 3 2-15,-1 1-1 0,1 2 1 0,-1-2 0 0,1-1 1 0,-1 4-3 16,1 0 1-16,-1-3 1 0,8 2-1 0,-8 1-3 0,0-3-3 0,1-1 1 16,-1 1-4-16,7-1-1 0,-6 0-2 0,-1-3 1 0,0 3-1 0,2-7 0 0,-2 3-1 15,7-3 0-15,-13 0-1 0,7-3-1 0,-1 3 1 0,0-4-2 0,1 1-2 16,-1-1-7-16,-6-3-6 0,7 3-10 0,-7-3-11 0,7-1-13 0,-7 1-13 16,0 0-15-16,0-4-19 0,0 0-23 0,0 0-27 0,6 3-33 0,-6-3-37 0,-6 4-77 15,6-4-99-15,0 0-59 0,0 0-39 0,0 0-3 0,0 0 12 0,-7-4 23 0,7 1 27 16,-7-1 34-16,7-3 33 0,-6-4 41 0,6 0 44 0,-7-1 49 0,7-2 53 0,-6-1 74 15,6 0 90-15</inkml:trace>
  <inkml:trace contextRef="#ctx0" brushRef="#br0" timeOffset="17822.64">27145 12203 0 0,'0'-7'7'0,"0"-1"117"0,0 0 67 0,0 1 44 0,0 0 35 0,0 0 28 0,0-1 28 0,-7 1 23 16,7 3 21-16,-6-3 19 0,6 3 17 0,0-3 14 0,-6 3 13 0,6 1-89 15,0-1-151-15,0 0-72 0,0 1-36 0,0 3-16 0,0-4-5 0,0 1-2 0,0 3-6 16,0-4-2-16,0 4-1 0,0 0 0 0,0 0 1 0,0 0 0 0,0 0-1 15,0 0-2-15,0 0-4 0,0 0-3 0,0 0-6 0,0 0-4 0,0 0-4 16,0 4-5-16,0-1-6 0,6 1-4 0,-6-1-6 0,0 5 0 0,0-1-3 16,6-3-2-16,1 7-1 0,-7-4 0 0,7 4 1 0,-7 0 1 0,6 3-2 0,0 2 2 15,1-2-2-15,-1 1 1 0,1 3-3 0,0 0-1 0,-1 1-1 0,0-1 0 16,2 0 0-16,-2 1-2 0,0-1 1 0,0 0 0 0,1-3-1 0,0 0 2 16,-1-5-1-16,1 1-2 0,-1 0 2 0,-6 0-1 0,6-3 2 0,2-1-1 0,-8 0 2 15,6 1-1-15,-6-4 1 0,6-1 1 0,-6 1 1 0,6 0 4 0,-6-4 4 16,0 0 11-16,0 0 11 0,0 0 15 0,0 0 17 0,0 0 13 0,0 0 14 0,0 0 12 15,0 0 4-15,0 0 5 0,0 0-1 0,0-4-1 0,0 0-1 0,-6-3-4 16,6 3-3-16,-6-3-14 0,6-1-11 0,-6 1-14 0,-2-4-18 0,2 4-18 16,6-4-13-16,-6-4-12 0,-1 1-8 0,1-1-3 0,-1-3-2 0,0 3 0 0,1-4 0 15,0 1-3-15,0-4 0 0,-2 4-1 0,8-4 0 0,-6 4 0 0,0-4-1 16,6-1 0-16,-7 5-1 0,7 0 0 0,0 0 0 0,0-1-1 0,0 1 1 0,0 4-1 16,0-1 1-16,0 4-2 0,0 0 2 0,0 0-4 0,0 3 1 0,0 1-2 15,7 3-1-15,-7 1 0 0,0-1 2 0,6 4 0 16,-6 0 4-16,0 0-1 0,6 0 5 0,-6 4 1 0,8-1 2 0,-2 1 2 0,0 3 2 0,0 1 3 15,1-1 1-15,0 0 4 0,-1 5 1 0,1-1 1 0,5 0 0 0,-4 3-1 16,-2-3 1-16,0 0-2 0,7 4 0 0,-6-4-1 0,-1 3-2 0,1-3 1 0,-1 4 0 16,1-4-2-16,0 0 1 0,-1 0 0 0,0 0-1 0,0 4 0 15,2-4 0-15,-2 0 1 0,0-4-2 0,1 4 2 0,-1 0 0 0,1-4-1 0,-7 0 1 16,7 1 0-16,-1-1 1 0,-6 0 0 0,6 1 0 0,0-4 2 0,-6-1 3 0,0-3 2 16,8 4 5-16,-8-4 5 0,0 0 3 0,0 0 8 0,0 0 10 0,0 0 7 15,0 0 6-15,0-4 1 0,0 1 0 0,0-1 2 0,0-4-2 0,0 5 2 16,0-8-3-16,-8 3-3 0,8-6-2 0,0 3-3 0,-6-4-5 0,6 1-8 0,0-1-10 15,-6-3-7-15,6 0-8 0,-6-1-1 0,6-3 0 0,-7 4-3 0,7-4-2 16,-7 0-1-16,7 0-2 0,0 0-1 0,-6 0-5 0,6 0-1 0,0-4 0 16,-7 8-2-16,7-4-1 0,0 0-1 0,0 3 0 0,0 1-2 0,0 0 2 0,0 3-2 15,7 4 0-15,-7-3 2 0,0 6 0 0,0-3 3 0,0 4-2 0,0 4 1 16,6-5 2-16,-6 5-3 0,0 3-1 0,0 0 2 0,0 0-5 0,0 0 1 16,0 0-2-16,0 0 4 0,0 0 4 0,0 0 3 0,0 0 3 0,7 3 1 0,-7 1 3 15,7 0 2-15,-1 3 2 0,-6-4 2 0,6 5 2 0,0-1 3 0,2 4 7 16,-2-4 0-16,0 4 1 0,1 0-1 0,0 4-3 0,-1-4 0 0,1 3-2 15,-1 1-3-15,0 0 1 0,1 0 0 0,0 3-1 0,-1 0 0 0,0-3-4 0,-6 3 1 16,7 0-1-16,0-3 0 0,-7 4 0 0,6-1-1 0,-6-3-2 0,0-1-1 16,7 4-1-16,-7-3 0 0,6 0-2 0,-6-1 1 0,0-2-2 0,0 2-2 15,0-3-2-15,7 4-8 0,-7-4-8 0,0-4-11 0,0 4-12 0,0-4-13 16,0 1-12-16,6-1-15 0,-6 0-15 0,0-3-17 0,0 0-16 16,0-1-21-16,0-3-24 0,0 4-19 0,0-4-16 0,0 0-13 0,0 0-9 15,0 0-12-15,7-4-8 0,-7 4-21 0,0-3-27 0,6-5-35 0,-6 5-40 0,0-5-21 0,6 1-4 16,-6-4 17-16,8 4 23 0,-8-8 31 0,6 4 31 0,-6-3 30 0,6-2 29 0,-6 2 33 15,7-4 34-15,-7-1 40 0,6 5 44 0</inkml:trace>
  <inkml:trace contextRef="#ctx0" brushRef="#br0" timeOffset="18391.77">27731 11807 0 0,'0'-4'14'0,"7"1"126"0,-7-1 70 0,0-3 49 0,0 3 37 0,0 1 34 0,0-1 32 0,0-3 28 16,6 3 29-16,-6-3 23 0,0-1 22 0,0 1 24 0,-6 3 19 0,6-3-94 15,-7 3-160-15,0-3-80 0,7 3-36 0,-6-3-20 0,6 3-9 0,-6-3-5 16,6 3-10-16,-7 0-3 0,7-3-6 0,-7 3 0 0,7 1 2 0,0-1-1 15,0 1-4-15,0-1-5 0,-6 4-4 0,6 0-7 0,0 0-5 0,0 0-4 0,0 0-7 16,0 0-5-16,0 0-6 0,0 0-4 0,0 4-8 0,0-1-8 0,0 1-4 16,0-1-5-16,0 5-4 0,0-1-2 15,6 0 0-15,-6 1-2 0,0 3 3 0,7-4 1 0,-7 4 1 0,0 0-1 0,7 4 0 0,-7-4-2 0,0 4-1 0,6-5-2 16,-6 5-1-16,0 0 0 0,6-4-1 0,-6 3 1 0,0 1 0 0,7-1 0 16,-7 2-2-16,7-2 1 0,-7 1 0 0,0-1 0 0,6 1 1 0,-6 0 1 15,7-1-2-15,-7-3 1 0,6 4 0 0,-6-4 0 0,6 0-2 0,-6 4 2 16,7-8-2-16,0 4 1 0,-7 0 1 0,6-4-2 0,-6 1 1 0,0-1-2 15,6 0 0-15,-6 0 1 0,8 1-1 0,-8-5 0 0,6 1 2 0,-6 3-2 16,6-3 1-16,-6 0 0 0,7-1 1 0,-7 1-1 0,6 0-1 0,-6-1-1 0,7-3 0 16,-1 4 0-16,-6 0-1 0,7-4-2 0,-1 3 1 0,-6-3-1 0,6 0 0 0,2 0 0 15,-8 0 2-15,6 0 1 0,-6 0-1 0,6 0 1 0,-6 0 4 0,7 0 1 16,-7-3 2-16,7 3 3 0,-7 0 1 0,6-4 2 0,-6 4 2 0,0-4 2 16,6 1-1-16,-6-1 3 0,7 0 0 0,-7 1-2 0,0-1 2 0,6 0-2 15,-6 1-1-15,0-5 1 16,7 5-2-16,-7-5-2 0,7 5-1 0,-7-5 0 0,0 1-1 15,6 4 1-15,-6-5-1 0,0 1 0 0,0 0 0 0,6 3 1 0,-6-3 1 0,0-1 4 0,0 5 0 0,0-1 3 0,0 0 4 0,0 4-2 0,0-4 3 16,0 1 0-16,0 3 2 16,0-4-1-16,0 0 0 0,0 4 1 0,0-3-3 0,0 3 0 0,-6-4-2 0,6 4-2 0,0-4-2 0,-6 1-2 0,6 3-2 0,-7-4 0 15,7 0-3-15,-7 1 1 0,7 3-4 0,-6-4 0 0,6 0-1 0,-7 1 1 16,1-1 1-16,0 1-2 0,-1-1 1 0,7 0-2 0,-7 1 0 0,1-5-1 0,0 5 2 31,-2-1-2-31,2 0 0 0,6 1 0 0,-6 3-2 0,-1-4 0 0,1 4-3 16,6-4 0-16,-7 4-4 0,1 0 0 0,-1 0-2 0,7 0-1 0,-6 0-2 0,0 0-3 15,-2 4-1-15,2-4-6 0,0 4-2 0,-1-4-7 0,7 3-5 0,-7 1-7 16,1 0-7-16,0-1-9 0,-1 5-10 0,1-5-13 0,-1 5-11 0,0-1-13 16,1 0-13-16,0 0-20 0,-1 1-21 0,0-1-18 0,1 0-17 0,6 1-16 15,-6-1-14-15,-1 1-26 0,7-1-33 0,0 0-33 0,0 1-32 0,0-5-40 0,0 5-39 16,0-1-6-16,7-3 12 0,-7 3 25 0,6-4 33 0,0 1 32 0,1-4 34 16,0 4 33-16,-1-1 35 0,7-3 42 0,-6 0 46 0,-1-3 46 0,7 3 58 0</inkml:trace>
  <inkml:trace contextRef="#ctx0" brushRef="#br0" timeOffset="19272.95">28154 11840 97 0,'0'4'163'0,"0"-4"42"0,0 0 33 0,0 0 28 0,0-4 29 0,7 0 23 0,-7 1 22 0,0-1 22 0,0 0 20 0,0 1 22 16,0 3 21-16,0-4-70 0,0 0-123 0,0 4-62 0,0-3-30 0,0 3-15 15,0-4-5-15,0 4-7 0,0-4-7 0,0 4-7 0,0 0-4 0,0 0-5 16,0 0-9-16,0 0-10 0,0 0-10 0,0 0-9 0,0 0-13 0,0 0-8 15,0 0-12-15,0 0-7 0,0 0-5 0,0 0-5 0,0 4-2 0,0-4-2 0,0 4-3 16,0 3-1-16,7-3 0 0,-7 3 2 0,6-3 0 0,-6 7 2 0,6-4 4 16,1 4 3-16,-1 0 2 0,-6 0 2 0,7 3 0 0,0-2-5 0,-1 2 1 0,0 1-2 15,2 0-1-15,-2 3-1 0,0-3-1 0,0-1 0 0,1 4 0 0,0-3 0 16,-1 0-1-16,1-4-1 0,-1 4-1 0,0-4 1 0,-6 0-1 0,8-1 0 16,-8-2 2-16,6-1-2 0,-6 0 0 0,6-3 0 0,-6 3 2 0,0-3 0 15,0 0 2-15,0-4 3 0,0 0 2 0,0 0 4 0,0 0 8 0,0 0 11 0,0 0 12 16,0 0 13-16,0 0 15 0,0 0 13 0,0 0 13 0,0 0 10 0,0 0 9 15,0 0 3-15,0 0 0 0,0 0-2 0,0-4-3 0,0 0-4 0,-6 1-7 16,6-1-10-16,-6 0-13 0,-2-3-14 0,8 0-15 0,-6 3-13 0,0-3-11 0,-1-4-12 16,1 4-9-16,-1-4-3 0,-6 0-2 0,7 0 1 15,0-1-2-15,-2 1 0 0,2 0-1 0,0-3-1 0,-1 3-1 0,0-4-1 0,-6 4-1 0,7-3-3 16,0-1-1-16,-1 0 1 0,0 4-1 0,1-4 0 0,6 1 1 0,-6 3 0 0,-1-4 1 16,0 4-1-16,1-3 1 0,6 3 1 0,-7-4 1 0,1 4 1 0,6-3-1 15,-6 3 1-15,-1-4 0 0,7 4 2 0,-7 0-2 0,7-4 0 0,0 4-1 16,-6 0 0-16,6 0-1 0,0 0 0 0,0 0-2 0,0 0 0 0,0 4-2 15,0-4 1-15,0 0-3 0,0 0-1 0,6 0-1 0,-6 3-1 0,7-3-1 0,-7 0-2 16,7 1 2-16,-1-1-2 0,0 3 3 0,1 1 0 0,-1 0 2 0,8-1 0 16,-2 1 3-16,-5 3 2 0,6 1 0 0,-7-1 4 0,7 0 2 0,1 4 3 15,-2 0 2-15,2 0 3 0,-2 0 3 0,2 4 2 0,-8 0 3 0,7-1 3 16,1 5 0-16,-8-5 3 0,0 5-1 0,7 3 2 0,-6-4 0 0,-1 4 1 0,-6 0 2 16,7 0-1-16,-7 3 0 0,6-3 0 0,-6 4-1 0,0 0 0 0,-6-4-3 15,6 4-1-15,-7-1-1 0,7 1-1 0,-6-4-2 0,-1 3 1 0,0 1-4 0,1-4-1 16,0 0-1-1,0 4-5-15,-2-4-3 0,2 0-10 0,0 0-10 0,-7-4-11 0,6 4-13 0,0 0-15 16,1-4-13-16,-6 1-12 0,4-1-15 0,2 0-13 0,-7 1-15 0,6-1-14 0,1-4-15 0,-1 1-15 0,1 3-17 0,6-3-15 0,-6-4-14 16,6 4-37-16,-7-4-43 0,7 0-59 15,0 0-59-15,0 0-28 0,0 0-9 0,0-4 8 0,7 0 21 0,-7-3 27 0,0 0 29 0,6 0 32 0,-6-1 33 0,6-3 40 16,-6 0 40-16,7-3 53 0,-7-1 57 0</inkml:trace>
  <inkml:trace contextRef="#ctx0" brushRef="#br0" timeOffset="19673.18">28630 11364 103 0,'0'0'192'0,"7"0"58"0,-7 0 40 0,0 0 31 0,0-4 25 0,0 4 21 0,0-3 19 0,0-1 16 0,0 0 18 0,0 1 20 0,0-1 15 15,0 4-72-15,-7-4-125 0,7 1-87 0,0-1-65 0,-7 0-29 0,1 0-10 16,6 1 0-16,-7 3 5 0,1-4 1 0,0 4 4 0,-2-4-1 0,8 4-1 0,-12 0-4 31,6-3-4-31,-1 3-7 0,7 3-6 0,-7-3-7 0,-6 0-9 0,13 4-6 16,-6-4-8-16,-1 4-9 0,0-1-7 0,1 1-6 0,0 0-4 0,-1 3-2 15,0-3-3-15,1 3 0 0,0 1-3 0,-1-1 0 0,7 4 2 0,-6-4-3 0,-1 4 1 16,0-4 1-16,1 4 0 0,6-3 1 0,-6 3 1 0,-2 0 0 0,8-4 1 16,-6 4 0-16,6-3 0 0,-6 3-2 0,6-4 2 0,0 4-1 0,-6-4 1 15,6 0 0-15,0 1-1 0,0-1 0 0,0 0 0 0,0 1-2 0,0-1 3 0,6-3-1 16,-6 3 0-16,6 0 1 0,-6-3-1 0,6 3 2 0,-6-3 0 0,8 3 3 16,-2-3 0-16,7 3 3 0,-6-3 1 0,-1-1 4 0,1 1 5 0,5 0 4 15,2 0 5-15,-8-1 3 0,7 1 3 0,0-4 5 0,-6 4 5 0,6-4 6 0,0 3 6 16,-7 1 4-16,8-4 6 0,-8 0 4 0,7 4 5 0,-7-4 2 0,1 3 3 15,0-3-1-15,5 0 2 0,-12 4-2 0,6-4 0 0,2 4-5 0,-8-4-2 0,6 3-8 16,-6-3-4-16,0 0-5 0,0 4-3 0,0-4-6 0,0 0-3 0,0 4-4 16,0-1-3-16,0 1-1 0,-6 0-3 0,6-1-1 0,-8 1-1 0,8 3-1 15,-6 0-1-15,-6 1-3 0,5-1 1 0,-6 4-7 0,0-4-9 0,-1 4-14 16,2 0-15-16,-8 1-26 0,7-1-29 0,-7 0-38 0,1 0-45 0,0-1-72 16,-8 1-79-16,7 0-108 0,2 0-112 0,-9 0-48 0,7-3-12 0,8-1 10 0,-8 4 23 0,1-8 29 15,5 5 36-15,2-5 42 0,-2 1 48 0,2 0 57 0,5-1 59 0,1-3 76 16,-1-3 78-16</inkml:trace>
  <inkml:trace contextRef="#ctx0" brushRef="#br0" timeOffset="34972.61">22840 7078 65 0,'0'-8'133'0,"0"5"42"0,0-5 33 0,7 1 31 0,-7 3 30 0,-7-3 34 0,7 0 35 16,0-1 31-16,-7 4 30 0,7-3 30 0,0 0 28 0,-6 3-52 0,6-3-97 15,-7 3-49-15,7 0-28 0,-6 1-14 0,6-1-8 0,-6 4-8 0,6-3-12 16,-7 3-16-16,7-4-18 0,0 4-17 0,0 0-14 0,0 0-16 0,0-4-13 16,0 4-14-16,0 0-15 0,0 0-10 0,0 0-10 0,0 0-11 0,0 0-10 0,0 0-9 15,0 0-11-15,0 0-10 0,0 0-7 0,0 0-4 0,0 0-6 0,0 0 1 16,0 0-3-16,0 8 5 0,0-5 0 0,0 1 5 0,0 3 0 0,0 0 4 15,7 1 3-15,-7 3 4 0,6 0 3 0,-6 0 5 0,6 0 5 0,-6 4 5 0,0-1 3 16,7 5 3-16,-7-5-2 0,6 4 0 0,-6 1-2 0,7-1 1 0,-7 4-4 16,0 0 2-16,7 0-1 0,-7 0-2 0,6 4 0 0,-6-5 0 0,6 2-6 0,-6-1 0 15,7-4-3-15,0 0 0 0,-7 1-2 0,6-1 1 0,-6-4-1 0,6 1 1 16,-6 0-2-16,7-4-1 0,-7 0 1 0,7 0-1 0,-7 0 1 0,0-4-1 16,6 0 0-16,-6 1 0 0,0-1 2 0,7 0-1 0,-7-3-1 0,0 0-1 0,0-1-1 15,6 1-5-15,-6 0-9 0,0-1-14 0,0-3-14 0,6 4-24 0,-6-4-25 16,0 0-36-16,0 0-38 0,0 0-57 0,0 0-60 0,0 0-94 0,8-4-105 15,-2 1-45-15,-6-5-9 0,6 5 11 0,-6-5 20 0,6-3 30 0,-6 4 33 0,7-4 41 16,0-3 44-16,-1-1 50 0,1 0 56 0,-1 0 60 0,0 1 69 0</inkml:trace>
  <inkml:trace contextRef="#ctx0" brushRef="#br0" timeOffset="35692.03">23510 6847 28 0,'0'0'67'0,"0"-4"30"0,0 0 34 0,0 1 33 0,-6-1 35 0,6 0 27 0,0 1 20 0,0 3 21 0,-6-4 21 0,6 0 4 0,0 4-11 0,-7-3-12 0,7-1-16 0,-6 0-10 0,6 1-13 16,-7-1-22-16,7 0-22 0,-6 4-24 0,6-3-22 0,-7-1-11 0,7 1-3 16,-6-1-6-16,6 4-11 0,-6-4-8 0,6 1-8 15,-8 3-7-15,8 0-10 0,-6-4-12 0,6 4-9 0,0 0-9 0,-6 0-10 0,6 0-9 0,-7 4-6 0,0-4-7 16,7 3-4-16,-6 1-6 0,0 0-1 0,-1-1-4 0,1 4-3 0,-1 1-1 16,0 3 1-16,1-4-1 0,0 4 0 0,-1 4 1 15,0-1-1-15,1-3 0 0,-7 7 1 0,6-2 0 0,1 2 1 0,-1 0 0 0,1 0 1 0,0 4-1 0,-2-4-2 16,2 4 2-16,0-3-1 0,0 3-1 0,6 0 2 0,-7-4-2 0,7 4 1 15,0 0 1-15,0-4 1 0,0 5-1 0,0-5 0 0,7 0 1 0,-7 0 0 0,6 1 2 16,0-5 0-16,0 1 1 0,2-1 1 0,4 2 2 0,-5-6 0 0,-1 5 2 16,8-8 2-16,-8 4 1 0,7-3 1 0,0-1-1 0,0 0 1 0,0 1 3 15,0-5 0-15,0 5 2 0,0-5 2 0,1 1-1 0,-2-4 1 0,1 3 2 32,0-3 2-32,0 4 1 0,1-4-3 0,-8-4 3 0,7 4 7 0,-7 0 1 0,7-3 5 15,-6 3 3-15,-1-4 2 0,1 1 5 0,0-1 3 0,-7 0 2 0,6 1 6 16,-6-5-2-16,6 5 4 0,-6-1-1 0,7-3 3 0,-7-1 1 0,0 1-6 0,0 0-2 15,7-1-2-15,-7 1-6 0,0-4-2 0,-7 3-7 0,7-3-4 0,0 0-6 16,0 1-8-16,-7-1-4 0,7 0-5 0,0 0-3 0,-6 0-2 0,6 3-4 16,-6-3-2-16,6 4-1 0,0 0 0 0,0 0-1 0,-7-1 0 0,7 5 2 0,0-1 1 15,0 0 2-15,0 4 1 0,0 0-1 0,0-3 2 0,0 3-3 0,0 0-3 16,0-4 0-16,0 4-5 0,0 0-1 0,0 0-2 0,7-4-3 0,-7 0 0 16,0 4-2-16,0-3-5 0,6-1-1 0,0 0-1 0,-6 1-1 0,7 3 0 0,0-8 1 15,-1 5 3-15,7-1-1 0,-7 0 4 0,8 1 2 0,-8-1 0 0,7 4 2 16,-6-4 1-16,5 1 6 0,-5 3 4 0,6 0 7 0,0 0 4 0,-7 0 3 15,8 0 5-15,-8 0 2 0,7 3 3 0,-6 1 3 0,6 0 2 0,-7-1 0 0,0 1 2 16,2 3 0-16,-2 1 2 0,0-5-1 0,1 8-3 0,0-3-1 0,-1-1-4 16,-6 4-2-16,6 0-2 0,-6-3-2 0,0 2-2 0,7 1 1 0,-7 4-1 15,0-4-2-15,0 0 0 0,0 0-1 0,0-4-3 0,-7 4-3 0,7 0 1 0,0-4-3 16,0 1-1-16,0-1-2 0,0 1-4 0,0-5-8 0,0 5-13 0,7-5-17 16,-7 1-14-16,0 0-22 0,0-4-25 0,0 3-26 0,6-3-29 0,-6 4-26 15,7-4-29-15,-7 0-45 0,0 0-50 0,7-4-55 0,-1 1-53 0,0 3-36 16,1-8-22-16,0 5 8 0,-1-5 19 0,0 5 30 0,1-8 36 0,0 4 40 15,-1-5 40-15,1 5 39 0,-7-8 42 0,6 4 47 0,0 0 54 0,2-3 52 0,-2-1 65 0</inkml:trace>
  <inkml:trace contextRef="#ctx0" brushRef="#br0" timeOffset="35994.11">24090 6770 0 0,'0'-4'64'0,"6"-3"51"0,-6 0 38 0,0 3 36 0,0-4 33 0,0 5 33 0,0-1 35 0,0-3 32 0,0 3 31 0,0 0 30 0,0-3 27 0,0 3-15 0,-6 1-38 16,6-1-37-16,0 0-36 0,-6 1-23 0,6-1-10 0,0 0-15 0,-6 1-17 16,6 3-16-16,0-4-15 0,-7 4-13 0,7-3-10 0,0 3-12 0,-7 0-6 15,7 0-14-15,0 0-12 0,0 0-16 0,0 0-15 0,0 0-17 0,0 0-19 16,0 0-11-16,0 0-11 0,0 0-5 0,-6 3-10 0,6 1-6 0,0-1-7 0,0 5-4 16,0-1-4-16,0 4-1 0,6-4 1 0,-6 4 2 0,0 4 1 0,0 0 3 15,0 0 2-15,7-1 3 0,-7 1 5 0,0-1-2 0,7 5 0 0,-7-5-2 16,6 5-1-16,-6-4-2 0,6-1-2 0,0 1-1 0,-6-1 0 0,8-3-4 0,-2 4-6 15,-6-4-11-15,6 0-14 0,1 0-20 0,-1 0-16 16,1-4-24-16,-7 4-26 0,7-4-33 0,-1 1-37 0,0 3-65 0,-6-4-78 0,7-3-89 0,0 3-92 16,-7-3-33-16,0 3-2 0,6-3 18 0,-6 0 25 0,0-1 34 15,0-3 35-15,0 0 43 0,0 0 43 0,0 0 51 0,0 4 52 0,0-4 70 0,0 0 73 0</inkml:trace>
  <inkml:trace contextRef="#ctx0" brushRef="#br0" timeOffset="36309.94">24143 7100 95 0,'-7'0'160'0,"7"-4"44"0,0 0 35 0,0 4 29 16,0-3 28-16,0-1 29 0,0 0 29 0,0 1 30 0,7-1 30 0,-7-3 26 16,0 3 29-16,0 0-67 0,0-3-121 0,0 3-62 0,0-3-28 0,0 0-16 0,0-1-9 15,0 1-5-15,0-1-6 0,6 1-7 0,-6 0-11 0,0 3-11 0,6-3-12 16,-6 0-10-16,7-1-13 16,0 1-7-16,-7 3-9 0,6-3-9 0,0 0-5 0,1 3-7 0,0 0-6 0,-1-3-6 0,1 3-3 0,-1 1-5 0,8 3-4 0,-8-4-3 15,0 4-3-15,8 0-3 0,-8 0-1 0,7 4-2 0,-7-4 0 0,1 3-1 16,6 1-1-16,-7 0 1 0,8-1-4 15,-8 5 0-15,7-5-3 0,-7 5-1 0,1-1-3 0,6 0-1 0,-7 1-3 0,1-1-2 0,6 0-1 0,-7 0 0 0,1 1 1 16,0-1 0-16,-1 0 0 0,1 1 1 0,-1-1 2 0,-6 1 3 0,6-1 3 16,-6 0 3-16,0 1 4 0,0-5 6 0,0 5 3 15,0-1 1-15,-6-3 4 0,0 3 1 0,-1 0 1 0,1 0-1 0,-1 1 1 0,0-1-2 0,-5 0-1 0,-2 4-2 16,2-3-6-16,-2 3-11 0,-5-4-15 0,5 4-20 0,-4 0-23 0,-2 0-28 16,1 0-31-16,-1 0-43 0,6 0-50 0,-5 0-89 15,-1 0-109-15,1 0-89 0,0-4-76 0,5 1-31 0,-5-1 1 0,5-4 16 0,2 5 27 0,-1-5 35 0,0 1 40 16,6-4 47-16,1 0 52 0,0 0 59 0,-2 0 65 0,8 0 83 0,0 0 86 0</inkml:trace>
  <inkml:trace contextRef="#ctx0" brushRef="#br0" timeOffset="42371.97">25244 15020 0 0,'0'-4'14'0,"0"0"37"0,0 1 19 0,0-1 16 16,0 1 17-16,-8-1 20 0,8 0 26 0,0 4 28 0,0-3 30 0,0-1 25 0,-6 0 23 0,6 1-9 0,0 3-28 15,-6-4-13-15,6 4-4 0,-7-4 0 0,7 1 2 0,-6-1-3 0,6 0 0 16,-7 1-11-16,7-1-14 0,-7 4-16 0,7-4-17 0,-6 1-10 0,6-1-7 0,-6 0-4 16,0 1-4-16,6-1-3 0,-8 0-1 0,8 1-4 0,-6-1-2 0,6 1-1 15,-6-2-2-15,-1 5-3 0,7-3-1 0,0 0-2 0,-7 3-5 0,7-5-3 16,0 5-4-16,0 0-1 0,0 0 0 0,0-3-2 0,0 3-1 0,0 0 0 0,0 0-2 15,0 0-1-15,0 0-3 0,0 0-1 0,0 0-3 16,0 0-4-16,0 0-2 0,0 0-4 0,0 0-4 0,0 0-3 0,0 0-7 0,0 0-6 0,0 0-8 16,0 0-7-16,0 0-6 0,0 0-7 0,0 0-8 0,0 0-7 0,0 0-8 15,0 0-6-15,0 0-8 0,0 0-1 0,0 3-1 0,0 2 3 0,0-5 2 0,7 3 2 16,-7 5 1-16,7-5 6 0,-1 4 1 0,-6-3 4 0,6 3 2 0,2 1 4 16,-2 3 5-16,0-4 4 0,0 4 6 0,1 0 0 0,-7 0 1 0,7 0-1 15,-1 0 0-15,1 3 1 0,-1-3-2 0,0 4 2 0,2 0-1 0,-2 0 1 0,0 3 0 16,0-4-2-16,2 1 1 0,-2 3-4 0,0-3 1 0,1 3 0 0,-1-3-2 15,1 0-2-15,0-1 0 0,-1 1-3 0,0 0-1 0,0-1-2 0,8 1-1 16,-8 0 1-16,1-5-2 0,-1 1 0 0,1 0 1 0,-7 1-1 0,7-1 1 0,-1-4-2 16,0 4 1-16,1-4-1 0,-7 4 1 0,7-3-2 15,-1-1 1-15,-6 0 0 0,6 0 1 0,-6 1-1 0,7-5 1 0,0 5-2 0,-7-1 2 0,6-3-1 16,-6-1 2-16,0 5-1 0,0-5 2 0,7 1-1 0,-7 0 3 0,0 0-1 16,0-4 1-16,6 3 1 15,-6-3-1-15,0 0 1 0,0 0 1 0,0 0 0 0,0 4 2 0,0-4 1 0,0 0-2 0,0 0 4 0,0 0 1 0,0 0-1 0,0 0 1 16,0 0 1-16,0 0 0 15,0 0-2-15,0 0-1 0,0 0-3 0,0 0-7 0,0 0-10 0,0 0-10 0,0 0-17 0,0 0-18 0,0 0-25 0,0-4-26 0,0 4-34 16,0-3-36-16,0-1-37 0,0 4-38 0,-6-4-64 0,6 0-76 0,0 1-70 16,0-1-67-16,-7-3-18 0,7 3 9 0,0 0 23 0,0 1 31 0,0-5 37 0,0 1 42 15,-6 0 46-15,6 0 50 0,0-1 50 0,0-3 50 16,0 0 65-16,0 4 70 0</inkml:trace>
  <inkml:trace contextRef="#ctx0" brushRef="#br0" timeOffset="43421.74">25881 14705 86 0,'0'-4'158'0,"-6"-3"42"0,6 3 36 0,0 1 29 0,-7-5 31 0,7 1 28 0,-6 3 34 0,6-3 28 15,-6 3 30-15,-1-3 31 0,7 3 30 0,-7-3-64 0,7 3-113 0,-6-3-64 0,6 3-36 16,-6 0-16-16,6 1-12 0,-8 0-7 0,8-2-8 0,0 5-13 0,0-3-15 16,0 3-15-16,0 0-17 0,0 0-19 0,0 0-17 0,0 0-14 0,0 0-13 15,-6 3-12-15,6-3-8 0,0 0-9 0,0 0-7 0,0 5-5 0,0 1-4 0,6-2-2 16,-6 4-3-16,0-1 0 0,8 0 3 0,-2 4-1 0,0 0 5 0,-6 4 2 16,7 0 5-16,0-1 3 0,-1 4 3 0,0 1 3 0,1-1 0 15,-1 1 0-15,1 3-1 0,0-4-3 0,-1 0-2 0,0 0 1 0,1 1-4 0,0-1 1 0,5-4 0 16,-12 5-1-16,7-4 0 0,6 3 1 0,-13-3 0 0,7-4 0 0,-1 3-2 15,0-3 2-15,2 0 0 0,-2 0 0 0,0 0-1 16,0-3 1-16,-6-1 0 0,7 0 0 0,-7 1 0 0,7-5-2 0,-7 5 2 0,6-8 0 0,-6 3 0 0,0 1 1 16,0-4 2-16,0 4 4 0,0-4 4 0,0 0 3 0,0 0 4 0,0 0 6 15,0 0 10-15,0 0 9 0,0 0 12 0,0 0 7 0,0-4 9 0,0 4 0 16,0-4-1-16,0 1-1 0,0-5-3 0,0 5-5 0,-6-5-4 0,6 1-5 0,-7 0-5 16,0-5-6-16,7 1-7 0,-6 0-11 0,-6-3-12 0,4 3-7 0,2-4-8 15,0 1-1-15,-1-1 0 0,-6-3 1 0,6 0 2 0,-5 2-1 0,5-2 1 0,-6 0 2 16,7 0 0-16,-1 3 0 0,-6-3-1 0,6 3 0 0,1 1-2 0,0-1 0 15,-8 4 1-15,14 0 1 0,-6 0 0 0,0 0 1 0,-2 7 1 0,8-3 1 16,-6-1-1-16,6 5 0 0,0-1-3 0,-6 1-2 0,6 3-5 16,0 0-5-16,0 0-5 0,0 0-5 0,0 0-8 0,0 0 0 0,0 0 3 0,6 3 2 0,-6 1 1 15,6-4 3-15,-6 3 1 0,8 5 2 0,4-5 2 0,-5 5 5 0,0-1 2 16,5 0 9-16,1 4 4 0,-6 1 6 0,6 2 8 0,0-3 0 0,0 4-5 16,0-1-2-16,0 1-2 0,-6 0-3 0,5-1-1 0,2-3-1 0,-2 4-1 0,-5-1 0 15,6-3 1-15,-6 1-1 0,5-5 0 0,-4 4 0 0,-2 0 0 0,6-4 0 16,-4 1 0-16,-2-1 0 0,0-3 1 0,1 3-1 0,-1-3 0 0,1-1 0 15,0 1 0-15,-7 0-1 0,6-4 1 0,0 3-2 16,-6-3-1-16,7 0-1 0,-7 0 0 0,0 0 1 0,0 0 2 0,0 0 5 0,7-3 4 0,-7 3 6 0,0-4 9 16,0 0 5-16,0 1 3 0,0-5 3 0,6 1 3 0,-6 0 2 0,0-1 1 15,0-3 4-15,-6 0 1 0,6-3 1 0,0 2-2 0,0-2-5 0,-7-4-5 0,7 3-6 16,-7-3-8-16,1-1-4 16,6 1-6-16,-6 0-1 0,-1 0-3 0,0-1-2 0,7 1-2 0,-6-1 0 0,-1 1-1 0,1 0-1 0,0 3-1 0,-2-3 1 15,8 3 0-15,-6 4 0 0,6-4 0 0,-6 4 0 0,0 0 0 0,6 1 1 16,0 2 0-16,-8-3 2 0,8 4 2 0,0 0 0 0,-6 3 2 0,6-3 1 0,0 3 1 15,0 0-2-15,-6 1 2 0,6-1-1 16,0 4 0-16,0-4-3 0,0 4 0 0,0 0-5 0,0 0-2 0,0 0-4 0,0 0-3 0,0 0-5 0,0 0-1 0,0 0-8 16,0 0-1-16,0 0-4 0,0 0-3 0,0 0-1 0,0 0 2 0,0 0 5 15,0 0 3-15,6 0 11 0,0 0 8 0,-6 0 7 0,8 4 6 0,-2-4 5 16,-6 4 3-16,6-1 5 0,0 5 3 0,2-1 6 16,-2 0 3-16,0 1 2 0,7 3 2 0,-6 0-2 15,0-1-4-15,-1 5-6 0,0 0-6 0,1 0-3 0,0-1-4 0,5 5-4 0,-12-1-1 0,7 0-1 0,6 0-2 0,-6 1-2 0,-7-1-1 16,12 1-2-16,-4-1-2 0,-2 0-2 0,0 0 2 0,0-3-3 0,1 0 0 0,0-1-1 15,-1 1 0-15,1-1 1 0,-1-3-1 0,0 1 1 0,2-1 2 0,-2-4-2 16,0 4-1-16,0-4 1 0,2 1 1 0,-2-1 0 0,0-3-1 0,1 3-1 16,-7-3-3-16,6-1-5 0,1 5-7 0,0-8-8 0,-7 3-11 0,6 1-15 15,-6-1-15-15,6 1-21 0,-6-4-17 0,0 4-19 16,6-1-19-16,-6-3-24 0,0 0-25 16,0 0-33-16,0 4-32 0,0 0-64 0,0-4-71 0,-6 0-70 0,6 3-59 0,-6-3-13 0,0 0 12 0,6 0 25 0,-7 0 32 0,0-3 34 0,1-1 36 0,6 4 41 31,-7-7 43-31,1 3 48 0,-8-3 51 0,8 0 69 0,0 3 72 0</inkml:trace>
  <inkml:trace contextRef="#ctx0" brushRef="#br0" timeOffset="43882.99">26370 14412 27 0,'0'-4'98'0,"-7"0"43"0,1 4 38 0,6-3 37 0,-6-1 32 0,6 0 32 0,0 1 28 0,-8-1 30 0,8 1 28 0,0-1 28 0,0 0 26 0,-6 1-34 16,6-1-70-16,0 0-42 0,-6 1-23 0,6-1-21 0,0 0-23 0,0 1-14 15,0 3-7-15,0-4-8 0,0 4-8 0,0 0-11 0,0-4-11 0,0 4-11 0,0 0-14 16,0 0-13-16,0 0-10 0,0 0-15 0,0 0-10 0,0 0-10 0,0 0-13 16,0 0-8-16,0 0-11 0,0 0-6 0,0 4-7 0,0 0-3 0,0-1-3 15,6 1 0-15,0 3 0 0,-6-3 1 0,8 0 4 0,-2 3 5 0,0 0 4 0,1 0 7 16,-1 4 3-16,1-3 2 0,0 3-2 0,-1 3-2 0,6 1-2 0,-4 0-3 16,-2 0-2-16,7-1-3 0,-6 4 1 0,6 1-6 0,-7-5 0 15,0 5-6-15,1-1-3 0,6-4-5 0,-7 5-2 0,1-4-3 0,0-1-2 0,-1 1-2 0,1 0 0 16,-1-4-1-16,1 3 1 0,-1-3-1 0,1 0 1 0,-1 0-1 0,0 0 0 15,2 0 0-15,-2 0-1 0,0 0-2 0,1-3-5 0,-1-1-13 0,1 0-10 0,-1 1-16 16,-6-1-20-16,7 0-18 0,-1-3-24 0,-6-1-25 0,6 1-30 0,-6 3-37 16,8-3-44-16,-8 0-69 0,6-4-83 0,-6 3-69 0,0-3-62 0,0 0-14 15,6 4 11-15,-6-4 25 0,0 0 31 0,0 0 36 0,0 0 40 0,0-4 42 0,0 4 46 0,0-3 53 16,0-5 54-16,0 5 69 0,-6-5 77 0</inkml:trace>
  <inkml:trace contextRef="#ctx0" brushRef="#br0" timeOffset="44295.32">26650 14698 9 0,'0'0'76'0,"-7"0"39"0,7 0 34 15,0 0 32-15,-6-4 34 0,6 4 29 0,-6-4 28 0,6 1 26 0,0-1 25 0,0 4 23 0,0-4 20 0,0 1-28 16,-8-1-58-16,8 0-36 0,0 4-23 0,0-3-19 0,0-1-15 0,0 0-16 0,-6 1-15 0,6-1-11 16,0 0-6-16,0-3-6 0,0 3-4 0,0 1 2 0,0-5 1 0,0 4 0 15,0 1 2-15,0 0-3 0,6-2-1 0,-6-2-7 0,0 3-2 0,0 1-7 16,8-5-7-16,-8 5-7 0,0-1-9 0,0 1-9 16,6-1-8-16,-6 0-10 0,0 1-11 0,6-1-7 0,1 0-8 0,-7 1-5 0,7-1-4 0,-1 0-1 0,1 1-1 15,-1 3-2-15,0-4 0 0,8 0 0 0,-8 1 1 0,7 3 3 0,0-4-1 16,0 4 3-16,0-4 1 0,-6 4 2 0,5 0 1 0,2 0-2 0,-1 0 0 0,0 0 0 15,-7 4-2-15,7 0 0 0,-7-4 2 0,2 3-4 0,-2 5 0 0,0-5-1 16,1 1 1-16,-7 3-2 0,7 1-1 0,-1-5 0 0,-6 5-1 0,0-1-1 16,0 4 1-16,0-4-2 0,0 5-1 0,0-6-1 15,0 6-1-15,-6-1-2 0,6 0 0 0,-7 0-4 0,7 0-2 0,-7 0-11 0,1 0-15 0,6 3-17 0,-6-3-19 16,-2 0-25-16,2 0-34 0,0 0-44 0,-1 0-53 16,1 0-95-16,-1 4-116 0,1-4-97 0,6 0-86 0,-7 0-30 15,-5-4-1-15,12 4 19 0,-8-4 27 0,2 1 37 0,0-1 38 0,-1-3 51 0,1-1 51 0,-1-3 65 0,7 0 67 0,0-3 90 0,-6-1 90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4:51:20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2318 17775 0 0,'-7'18'41'0,"-5"4"5"0,-2-7-19 0,8 3-14 0,-7-3-7 0,6-1-2 0,1-3-3 0,-1 0 0 0,1-4 0 0,6 1-1 16,-6-5 0-16,6-3-22 0,6 5-28 0,-6-5-1 0,0 0 34 0</inkml:trace>
  <inkml:trace contextRef="#ctx0" brushRef="#br0" timeOffset="6057.44">17740 15009 5 0,'0'-4'64'0,"0"1"27"0,0 3 15 0,7-4 2 0,-7-3-8 0,0 3-10 0,0 0-12 0,6 1-8 0,-6-1-6 0,0 0-1 0,0-3-1 16,0 3-31-16,0-3-47 0,0 3-16 0,7 1-2 0,-7-5 8 0,0 5 13 0,0-5 29 15,0 5 34-15,0-1 33 0,0 1 32 0,0-2 27 0,0 2 23 0,0 0 20 16,0-2 16-16,0 2 7 0,-7-1 1 0,7 0-7 0,-6 1-13 0,6-4-14 15,0 3-12-15,-7 0-18 0,7-3-19 0,-6 3-16 0,6-3-11 0,-6 3-10 0,6 1-15 16,-8-5-8-16,2 5-8 0,6-1-6 0,-6-3-3 0,0 3-2 0,6 0 0 16,-7 1-1-1,0-1 0-15,7 1 1 0,-6-1-2 0,-1 0 0 0,1 1-2 0,6 3-1 0,-6 0 0 0,-2-4-1 0,2 4-1 0,6-4-3 0,-6 4-4 0,0 0-1 16,-2 0-4-16,2 0 1 0,0 4-2 0,-1-4 0 0,-6 4 2 0,6-1 0 16,1 1 3-16,-6 0 0 0,4-1 1 0,-4 4 0 0,-2 1 1 0,8-1-1 15,-7 0-1-15,0 1-2 16,0-1 0-16,0 4-2 0,0 0-3 0,0-4-2 0,0 4-3 0,0 1-5 0,-1-1-2 0,2 3-4 0,-1-3-3 0,-1 4-2 0,2-4 2 15,-2 3-1-15,2 1 1 16,-1-1-2-16,-1 1 2 0,8 3 0 0,-7-3 0 0,6 4 0 0,-5-1-1 0,5-3-1 0,-6 3-1 0,6 4 1 0,1-4-2 16,-7 0-1-16,6 1-1 0,1 3 2 15,0 0-4-15,-2-4 2 0,2 4-2 0,6 0-1 0,-6 0-1 0,-1 0-1 0,7 0 1 16,-6 4 0-16,6-5 1 0,-7 5 0 0,7-4 2 0,0 0 1 0,0 4-1 0,0-4 2 0,0 3 2 0,0-3 0 16,0 0 1-16,0 1 0 0,0-2 2 0,0 1 2 0,7 0-1 0,-7 0 3 0,6-4-1 15,1 1 0-15,-1 3-3 0,0-7 2 0,2 3 0 0,-2 0 1 16,0-3 0-16,8-1 3 0,-8 1 2 0,7 0 2 0,0-4 3 0,0 4-1 0,7-8 5 15,-8 4 0-15,8 0 2 0,-1-4 2 0,7 0 0 0,-6-3 0 0,7 3 2 0,-1-7-1 16,-1 4-2-16,8 0 0 0,-7-4-1 0,6 0-1 0,-6 0-4 0,7 0-1 16,-1-4-2-16,1 0-2 0,-7 1-1 0,7-1 1 0,-1 0 0 0,1-3-1 15,-7 0 2-15,6 3 1 0,1-7 2 0,-1 0 1 0,-5 4 5 0,5-8 2 0,1 4 2 32,-1-4 2-32,1 1 1 0,0-4 2 0,0-1 0 0,-1 5 1 0,1-8 0 15,-7 3 1-15,6-3 0 0,-6 4 0 0,0-4 1 0,0 0-1 0,0 0 0 0,0 0 0 16,-7 0 3-16,1-4 3 0,0 4 2 0,-7-3 4 0,7-1 0 0,-8 1 3 15,2-1 1-15,-8 0-3 0,7-3 2 0,-7 3-3 0,1-3-2 0,-7-1-2 16,7 1-1-16,-7 0-5 0,-7 0-5 0,7 0-6 0,-7 3-5 0,1-4-5 0,-1 1-5 16,-5 4-4-16,-2-5-1 0,2 4-1 0,-8 1-2 0,1 3-1 0,-1-4-1 15,-6 4-1-15,6 4-1 0,-5-4 0 0,-9 3-1 0,9 5-1 0,-8-1 1 16,1 1 0-16,-8 3 2 0,8 0-1 0,-7 0 1 0,6 4 1 0,-6 3-1 0,7-3-2 16,-8 7-1-16,8-4-1 0,-7 4-2 0,0 4-3 0,6-4-2 0,-6 3-1 15,6 1-2-15,1 0 1 0,-7 3 0 0,6-4-1 0,-5 5-5 0,5-1-1 16,1 0-2-16,-2-3-8 0,2 3-4 0,6 1-10 0,-6-1-9 0,6 0-14 15,6 1-10-15,0-1-15 0,1 0-19 0,-1 5-16 0,7-6-21 0,-7 6-21 0,8-5-20 16,-2 4-21-16,2 4-22 0,5-4-30 0,0 3-34 0,-6 1-53 0,7 3-59 16,0-3-32-16,-1 7-19 0,7-4 8 0,0 1 21 0,-7 3 30 0,7-4 29 15,0 4 35-15,0 0 36 0,0-4 37 0,0 4 40 0,0-4 45 0,0 4 49 0,0 0 61 16,0 0 66-16</inkml:trace>
  <inkml:trace contextRef="#ctx0" brushRef="#br0" timeOffset="6709.18">17265 16320 0 0,'0'0'78'0,"7"-3"110"0,-7 3 61 0,6-4 44 0,-6 4 29 0,0-4 25 0,0 1 21 0,0 3 17 0,0-8 16 0,0 5 21 0,0-1 18 0,0 0 2 0,0 1-11 0,0 3-95 15,0-4-138-15,0 4-68 0,0 0-27 0,0 0-11 0,-6 0 2 0,6 0-2 16,0 0 4-16,0 0-3 0,0 0 1 0,0 0-9 0,-7 4-9 0,7-1-12 16,0 1-16-16,-7 3-12 0,7-3-10 0,-6 7-13 0,-1-4-8 15,7 8-7-15,-6 0-5 0,0 0-1 0,-8-1-4 0,8 8 1 0,0-4 0 0,-2 1 1 0,2 2 3 0,0-2 0 16,-7 3 1-16,6 0 0 0,1-4-2 0,-1 4 1 0,1-4 0 0,0 4 1 15,-2-3 0-15,2 3 2 16,0-4 1-16,6 1-1 0,-7 2 0 0,1-2 2 0,-1-1-2 0,1 0 1 0,6 0-2 16,-7 1 0-16,1-4 1 0,6-1-3 0,-7 1 0 0,0-4-3 0,7 0-1 0,0 0-1 0,-6 0-1 0,6-4-2 0,0 0-5 15,0-3 0-15,0 0-4 0,0-4-1 0,0 3-1 0,0-3-1 0,0 0 2 16,0 0 9-16,0 0 11 0,0 0 10 0,6-3 11 0,-6-5 8 0,0 1 7 0,7-4 4 16,0 0 3-16,-1-3 3 0,-6-1 3 0,7-3 3 0,6-8 1 0,-7 4-3 15,1-7-1-15,-1-1-8 0,8-2-9 0,-2 2-13 0,-5-7-8 0,6 4-8 0,0 1-4 16,-1-1-1-16,2-1-4 0,-1 2 0 0,0 2 0 0,0 5 2 0,0-1-1 0,0 1 0 15,-7 2 2-15,8 1 5 0,-2 8 9 0,2-5 6 0,-8 5 7 0,7 3 2 16,-7 0 6-16,2 4 4 0,4-1 4 0,-6 5 0 0,-6-5 4 0,7 8 2 16,0-3 5-16,-1 3 5 0,-6 0 3 15,7 3-5-15,-1 1-2 0,0 0-5 0,-6-1-6 0,8 5-4 16,-2 3-6-16,0-4-1 0,-6 8-3 0,7-1 0 0,0 1 1 0,-1-1-3 0,0 5-3 0,1-1-1 0,-1 1-2 0,1 3-1 0,0-4-1 0,-1 0-2 16,0 0 1-16,1 4 1 0,0-4-1 0,-1 1-1 0,0-1 1 0,1 1-1 15,6-1-1-15,-6 0-3 0,-1 0 0 0,8 1-1 0,-8-5-2 0,0 5-1 0,0-1-3 16,8-3 0-16,-8 3 0 0,1-3-2 0,-1-1-1 0,8 1 1 0,-8-4-2 15,0 0 0-15,0 0-4 0,2 0-5 0,-2 0-6 0,-6-3-11 16,6 2-12-16,1-2-16 0,-7-1-15 0,6-3-17 0,-6 3-18 16,7-3-17-16,-7-1-16 0,0 1-17 0,0-4-15 0,0 4-22 0,0-4-18 0,0 0-50 0,0 0-59 0,0 0-71 0,-7 0-74 15,7-4-21-15,-6 0 9 0,-1 1 20 0,1-5 26 0,0-3 31 0,-8 4 30 0,2-4 34 16,4 0 34-16,-4 0 39 0,-1-4 41 0,-1 4 61 0,-4-3 67 0</inkml:trace>
  <inkml:trace contextRef="#ctx0" brushRef="#br0" timeOffset="6899.12">17265 16632 0 0,'-7'7'32'0,"-6"1"149"0,7-1 87 0,0-3 60 0,-8 3 46 0,8-3 40 0,0-4 38 16,-8 3 31-16,8-3 30 0,-1 0 24 0,1 0 19 0,6-3 17 0,-7 3 14 16,7 0-128-16,0 0-202 0,0 0-105 0,0-4-55 0,0-3-27 0,7 3-15 0,-7 0-11 15,6-3-12-15,1 3-8 0,5-3-8 0,2-4-4 0,-8 3-2 0,14-3-1 16,-7 0 1-16,7 0-2 0,-1 0-2 0,0 1-3 0,1 2-7 0,7-3-7 0,-2 0-6 31,1 4-12-31,7-4-11 0,-7 4-19 0,6-1-23 0,-6-2-38 0,7 2-42 0,-1 0-73 16,1 1-82-16,-1 0-87 0,1 0-86 0,-1 3-33 0,-5-3-4 0,-1-1 9 0,6 1 16 15,-12 0 26-15,6-1 32 0,-7 1 39 0,1 0 43 0,0-1 54 0,-7-2 61 0,-1-1 72 16,-4-4 78-16</inkml:trace>
  <inkml:trace contextRef="#ctx0" brushRef="#br0" timeOffset="7993.94">23198 14577 0 0,'6'-4'8'0,"1"0"118"0,-7-3 67 0,0 3 46 0,0 1 30 0,0-5 26 0,0 5 23 0,-7-1 23 0,7-3 26 0,-6-1 22 16,0 5 26-16,6-5 21 0,-7 5 25 0,1-4-84 0,-8 3-143 0,8 0-74 16,0 1-35-16,-1-1-15 0,0 0-8 0,-5 4-1 0,5-3-3 0,-6-2-4 15,6 5-12-15,-5 0-10 0,4-3-8 0,-4 3-13 0,6 0-8 0,-8 0-10 16,8 0-9-16,-7 3-7 0,7-3-6 0,-8 5-5 0,8-2-3 0,-8 1-4 0,2 0-3 15,5-1-2-15,-6 5-1 0,0-1-2 0,1 0-1 0,4 4-3 16,-4-4 0-16,-1 8 0 0,-1-4-1 0,2 4 0 0,-2-1 3 0,2 4-1 0,-2-3 2 16,-5 7 1-16,6-3 2 0,0 3-2 0,-1-1 2 15,2 5 1-15,-8 0 0 0,7 0 3 0,1-1-2 0,-2 1 1 0,1 3 2 0,0 0 1 0,0 1 0 0,1-1 1 16,-2-3 0-16,8 6 0 0,-8-2 1 0,1-1-1 0,7 4-1 0,-7-4 2 16,6 4 0-16,1-4 0 0,6 1-1 0,-6 3 3 0,6-7-1 0,0 3 2 0,6 1-1 15,-6-1 3-15,6-4 1 0,1 1 1 0,6-1 4 0,0 1 3 0,0-4 2 16,6 0 5-1,-5 0 2-15,5 0 3 0,7-4 3 0,-6 1 2 0,6-5 3 0,-1 1-1 0,2 0 2 0,5-1 2 0,1-3-2 0,-7 4-1 0,6-8-2 16,8 1 0-16,-7-1-5 0,5 0-3 0,1-3-2 0,7-4-2 0,-7 0-4 0,6 0-1 16,1-4-1-16,-1 1 0 0,2-5 1 0,-2 1-2 0,1-4 3 0,-1 0 0 15,1-4 1-15,-1-3 2 0,1 4 3 0,-7-9 3 0,7 5 3 0,-1-4 6 16,-6-3 5-16,1-1 3 0,-1 0 5 0,-1-3 3 0,-5 3-1 0,6-3 5 0,-7-4 4 16,-6 3 2-16,1-2 1 0,-1-1 2 15,-6 0-4-15,-1 0 0 0,1 0-5 0,-8-4-2 16,2 1-4-16,-8-1-6 0,7 0-3 0,-13 1-3 0,0-1-2 0,0 1-6 0,0-1-3 0,-13 0-3 0,7 1-4 0,-8-1 0 0,-5 4-3 0,-1 0 1 31,0 0-3-31,-5 7 0 0,-7 0-4 0,-2 4-1 0,2 1-5 0,-7 2-3 16,0 1-1-16,0 3-1 0,0 4-4 0,-7 1-3 0,0 2-2 0,1 1-3 15,6 3 2-15,-7 4-5 0,-6-3 1 0,7 6-4 0,0 1-1 0,-8 0-4 0,7 3-4 16,-5 0-9-16,5 0-11 0,0 4-13 0,-6 0-13 0,7 4-15 0,-1 0-19 16,7-1-19-16,-1 4-22 0,1 1-25 0,7-1-25 0,-7 4-26 0,13 4-26 15,-7-4-46-15,7 3-50 0,0 1-74 0,7 4-77 0,-1-5-23 0,8 1 7 0,-8 3 22 16,13-4 29-16,-6 2 36 0,6-6 36 0,1 5 40 0,0-4 43 0,0-4 42 0,6 4 46 15,-8-4 57-15,8 5 63 0</inkml:trace>
  <inkml:trace contextRef="#ctx0" brushRef="#br0" timeOffset="8692.52">23602 16119 0 0,'-7'0'36'0,"-5"-4"149"0,-2 4 81 0,1-3 48 16,-6-5 29-16,0 5 21 0,-1-5 13 0,0 1 11 0,1-4 11 0,-1 0 12 0,0 0 12 0,-5 0 20 15,5 0 24-15,7 0-110 0,-6 4-185 0,-1-1-89 0,1 1-39 0,5 3-8 0,-5-3 9 0,6 3 10 16,0 1 12-16,-7 3 8 0,7 0 10 0,6 0 0 0,-5 0 2 0,-1 3-11 16,6 1-15-16,-6 3-16 0,7-3-19 0,-1 7-12 0,0 0-9 0,1 0-7 0,-7 0-4 15,13 3-3-15,-6 2-1 0,-1 2-5 0,0-4 1 0,1 5-1 0,6-1 0 16,-6 4 2-16,6-4 1 0,0 1 0 0,-8-1 2 0,8 4-1 0,0-4 1 0,0 0-1 16,8 1-1-16,-8-1-2 0,6 0-2 0,-6 1-2 0,6-1 0 0,1-3 1 15,0 3-2-15,-1-3-2 0,1 3 0 0,-1-3-4 0,7-1 0 0,-6 1-1 16,5-4-1-16,2 4 1 0,-1-4 0 0,6 0 2 0,-6 0 2 0,7-4 3 0,-1 4-1 15,1-4 5-15,0-3 0 0,5 3 4 0,-5-3 4 0,6-1 3 0,0 1 4 0,-7-4 2 16,7 0 4-16,1-4 3 0,-8 1 3 0,8-1 2 0,-2 0 4 16,-5-3-1-16,6 0 2 0,-6-4 0 0,5 0 1 0,-5 0-1 0,0 0 2 0,-1-4 0 15,1 0 3-15,-8 1 1 0,8-4 1 0,-7 3 0 16,0-3 1-16,0 3 1 0,1-3 0 0,-2 0 4 0,-5-1 4 0,6 4 6 16,-7 1 8-16,1-1 9 0,-1 4 8 0,1 0 11 0,-7 0 5 0,7 7 8 0,-7-3 3 0,0 4 5 0,0-1 0 0,0 4 0 15,0 0-3-15,0 0-5 0,0 0-9 0,0 0-12 0,0 0-14 0,0 0-13 16,0 0-18-16,0 0-18 0,0 0-14 0,0 0-15 0,0 0-8 0,6 4-6 0,-6-1-3 15,0 1-1-15,0-1-1 0,6 1 4 0,1 0 2 0,-7 3 5 0,7 0 2 16,-1 1 7-16,0-1 2 0,1 0 9 0,0 4 4 0,-1-3 5 0,1 3 2 0,5 0 0 16,-4 0 2-16,-2-4-1 0,0 4 1 0,0 0 2 15,1 0 1-15,0-4 4 0,-1 4 1 0,-6 0 1 0,7 4 2 0,-7-4 2 16,0 0 0-16,6 0 2 0,-6 4-3 0,0-4 2 0,0 3-1 0,0 1 2 0,0 0-1 0,0-1-2 0,-6 1 0 16,6-1-3-16,-7 5 2 0,7-5-1 0,-6 5-2 0,-1-4 0 0,0 3-1 0,1 0 0 15,0-3-2-15,-8-1 0 0,8 5 1 0,-7-5-3 0,7 1 1 0,-8-4-2 16,8 4-4-16,-7-4-1 0,6 3-1 0,-5-3-8 0,5 0-6 0,0 0-5 15,1 0-10-15,-1 0-9 0,1-4-9 0,0 1-15 16,-1-1-11-16,7 0-15 0,0 1-20 0,-7-4-17 0,7-1-23 0,0 1-26 0,0-4-25 0,0 4-29 0,0-4-25 0,0 0-46 16,0 0-54-16,0 0-60 0,0 0-57 0,7 0-14 0,-7-4 9 0,7-3 21 0,-1 3 29 0,-6-4 34 15,6-3 36-15,1 0 41 0,-7 1 42 0,6-1 43 0,1-4 45 0,0-3 55 0,-1-1 67 16</inkml:trace>
  <inkml:trace contextRef="#ctx0" brushRef="#br0" timeOffset="9581.67">29008 14251 89 0,'0'-8'177'0,"0"1"53"0,0 0 41 0,0-1 26 0,0 1 20 0,0 0 17 0,0 0 14 0,0-4 17 0,0 3 15 0,0-3 21 0,0 4 21 0,0-4-65 16,0 3-112-16,0 1-75 0,6 0-59 0,-6-1-24 0,0 1-9 0,0 3 0 15,0 1 8-15,0-1 9 0,0 4 10 0,0-4 6 0,0 4 6 0,0-3 1 16,0 3-1-16,0 0-4 0,0 0-5 0,0 0-2 0,0-4-4 0,0 4-4 0,-6 0-9 16,6 0-7-16,-7 0-12 0,7-4-9 0,-7 4-13 0,1 0-10 0,-1 0-9 15,1 0-15-15,0 0-9 0,-8 0-10 0,8 0-7 0,-7 0-11 0,0 4-8 16,6 0-3-16,-5-1-3 0,-2 1 4 0,2 3 2 0,-2 1 2 0,1 3 3 16,0 0 3-16,0 3 0 0,1-3 2 0,-2 7 3 0,1-2 2 0,-6 2 2 0,6 0 0 15,-1 0 6-15,2 1 1 0,-2 2-1 0,2-2 4 0,-1 3-1 0,-1-4 0 16,-6 4 1-16,14 0 3 0,-6-4-1 0,-2 8-1 15,8-4 0-15,-1 0-1 0,-5 0-1 0,4 0 1 0,2 4 1 0,6-1 0 0,-6 1 2 0,6 0 0 0,-6-1 3 16,6 1 1-16,0 3 3 0,0 0 0 0,0 1 2 0,6-4 2 0,0 3 3 16,0 0 4-16,2 0 2 0,-2 0 2 0,0-3 4 0,7 4 0 0,1-5 1 0,4-3 2 15,-4 4 0-15,6-4 0 0,-1 4 1 0,7-8 3 0,0 4 0 0,0 0-1 16,1-8 0-16,5 5-1 0,1-1 1 0,-1-7-1 0,7 4-3 0,0-4 2 16,1 0 4-16,-2 0 0 0,8-8 3 0,-7 5-3 0,6-5-1 0,2-3-5 15,-2 0 0-15,0-3-2 0,1-1-2 0,-1-3-2 0,1 3-1 0,-1-7 0 0,1 0-1 16,-1 0-1-16,2-3-1 0,-2-2-1 0,1 2-1 0,-1-4 1 0,1 3 4 15,-7-3 2-15,7-4 1 0,-7 4 5 0,-7-4 2 0,7 3 3 0,-6-3 4 16,-7-3 2-16,6 3 2 0,-6-4 1 0,1 0 0 0,-1 0 0 16,-7 1 1-16,1-4 3 0,0-1 1 0,-8 5-1 0,-6-4 3 0,8-1-1 0,-14-3-2 0,0 4-2 15,0 0-4-15,-7 0-4 0,0-5-3 0,-5 5 0 0,-8-4-5 0,0 4-2 16,1-1-7-16,-7-3-4 0,-7 4-6 0,1 0-6 0,-1-4-4 0,1 3-3 16,-8 5-2-16,-5-1-2 0,0 1 0 0,-1 3-1 0,1-1-1 0,-8 2-3 15,1 6-1-15,-1-3 1 0,2 7-3 0,-1 0 2 0,7 0-1 0,-8 0 2 16,7 7 1-16,-5-3-1 0,4 3-2 0,9 1 0 0,-7-1-2 0,5 0-2 0,1 4-1 15,6 0-7-15,-5 4-10 0,5-4-9 0,1 4-10 0,5 3-13 0,1-3-15 16,0 3-20-16,0 0-20 0,7 4-22 0,5 0-23 0,-6 0-27 0,8 4-30 0,5-1-41 16,-6 1-44-16,7 4-89 0,-1-1-110 15,1 4-43-15,6 0-11 0,0-4 12 0,0 4 25 0,0 3 34 0,0-6 37 0,0 3 40 0,6 0 42 0,-6 0 45 0,7-4 51 16,-1 4 56-16,1-4 62 0</inkml:trace>
  <inkml:trace contextRef="#ctx0" brushRef="#br0" timeOffset="10883.59">29418 15709 63 0,'0'0'138'0,"0"0"41"0,0 0 31 0,0 0 26 0,0 0 23 0,0 0 21 0,0 0 20 0,0 0 19 0,0 0 17 0,0 0 21 0,-7-4 17 0,7 4-55 0,0-4-100 0,0 4-54 15,-6 0-33-15,6-3-16 0,0 3-4 0,0-4-4 0,0 4-3 0,0 0-3 16,0-4 0-16,0 4-3 0,0 0-2 0,0 0-3 0,0 0-5 0,0 0-5 16,0 0-2-16,0 0-6 0,0 0-6 0,0 0-6 0,0 0-5 0,0 0-2 0,0 0-8 15,0 0-1-15,0 0-8 0,0 0-3 0,0 0-5 0,0 0-3 0,0 0-1 16,0 0-4-16,0 0-3 0,0 4-1 0,0 0-3 0,6-1 2 0,-6 1 1 16,0 0 8-16,0-1 7 0,7 5 6 0,-7 2 9 0,0-2 6 0,0 3 0 0,0 3 3 15,0 1-1-15,0 0 1 0,0 3 3 0,0-3-2 16,0 3 2-16,0 4-5 0,-7-4-2 0,7 4-7 15,-6-3-6-15,6 3-9 0,-6 3-7 0,6-3-5 16,-8 0-2-16,8 4-3 0,-6-4-1 0,6 0-3 0,0 0-3 0,-6-4-4 16,6 1-4-16,0-1-2 0,-6 0-1 0,6-3-3 0,0-4 0 0,0 0-4 0,0 0 0 15,6 0-1-15,-6-4-1 0,0 1-1 0,0-1-3 0,0 0-4 0,6-3-4 16,-6 3-7-16,0-3-8 0,0-1-11 0,0 1-10 0,0 0-10 0,0-4-7 0,0 0-9 16,0 0-10-16,0 0-16 0,0 0-13 0,0 0-28 0,0 0-29 0,0 0-47 15,0 0-48-15,0-4-81 0,0 0-93 0,0-3-30 0,-6 0-3 0,6-1 13 0,0-2 18 16,0-1 24-16,-6 0 27 0,6 0 32 0,0-4 36 0,-7 0 45 0,7-3 47 0,-7 3 59 15,1-3 63-15</inkml:trace>
  <inkml:trace contextRef="#ctx0" brushRef="#br0" timeOffset="13334.16">29326 15720 0 0,'0'0'57'0,"0"0"44"0,0 0 31 0,0 0 29 0,0 0 24 0,0 0 22 0,0 0 22 0,0 0 17 0,0 0 20 0,0 0 16 16,0 0 17-16,0 0-26 0,0 0-48 0,0 0-38 0,0 0-33 0,0 0-23 16,0-4-21-16,0 4-15 0,0-4-12 0,0 4-9 0,0 0-8 0,0-3-9 0,0 3-8 15,0-4-4-15,0 4-8 0,0-4-5 0,0 4-4 0,0-3-2 0,0 3-4 16,0-4-1-16,0 4-4 0,0-4 0 0,7 4-1 0,-7-3-1 0,0 3-1 16,0-4 2-16,0 4-1 0,7-4-2 0,-7 4 3 0,0-3-3 0,0 3 1 15,0 0 0-15,6-4-2 0,-6 4 0 0,0 0-2 0,7-4 2 0,-7 4 0 0,6-3 0 16,-6 3 5-16,7-4 2 0,-7 4 3 0,7-4 3 0,-1 1 2 0,0 3 0 15,0-4 3-15,2 1-1 0,-2-1-1 0,0 4 1 0,1-4 3 0,6 1-2 16,-6 3 2-16,5-4-2 0,-6 0-3 0,8 4-4 0,-1-3-4 0,0-2-5 16,-6 5-1-16,5 0-3 0,2-3-2 0,-2 3 2 0,-5 0 0 0,6 0-1 0,0 0-2 15,-7 0-1-15,8 0-3 0,-2 0-3 0,-4 0-3 0,4 3-2 0,-5-3 1 0,-1 0 0 16,8 5-1-16,-8-2 0 0,0-3 1 0,0 4-1 0,-6 0 1 0,8-1-1 16,-2 1 0-16,0 0 2 0,-6-1 0 0,7 1-1 0,-7-1 3 0,7 1 0 15,-7 0 2-15,6-1 1 0,-6 5 2 0,0-5-1 0,7 1 1 0,-7 3 0 0,0-3 2 16,0 3-2-16,0 1 2 0,0-5 1 0,0 5-1 0,0-1 3 0,0 0 0 15,0 0 0-15,0 1 0 0,-7-1 1 0,7 0-2 0,-6 1 0 0,6 3 0 16,-7-4-2-16,0 4 2 0,1-3-1 0,0 3 1 0,-2-4-1 0,2 4-1 0,0-4 1 16,-7 4-1-16,6-4 0 0,-6 4 1 0,1-3-1 0,4 3 2 0,-4-4-1 15,-2 0 0-15,2 1-2 0,-1-4 0 0,6 3-2 0,-6 0 1 0,1-3-2 16,-2 3 2-16,8-3-1 0,-7 0-1 0,6-1 2 0,-6 1-2 0,7-1 2 0,-2 1 0 16,2-4 1-16,-6 4 0 0,12-4 1 0,-7 3 4 0,0-3 0 0,1 0 2 15,6 0 4-15,-7 0 2 0,7 0 5 0,0 0 4 0,-6 0 4 0,6 0 3 0,0 0 3 16,0 0 1-16,-6-3 0 0,6 3 1 0,0 0-2 0,0 0-1 0,0 0-4 15,0-4-1-15,0 4-5 0,0-4-5 0,0 1-7 0,0-1-5 0,0 4-6 16,6-3-5-16,-6-1-4 0,0 4-2 0,6-4-3 0,1 1-1 0,-7-1 2 0,6 4-1 16,1-4-1-16,0 1 2 0,-7-1 3 0,12 4 0 0,-6-4 1 0,2 1 2 15,-2 3 3-15,0-4 1 0,1 0 2 0,0 4 1 0,-1-4-1 0,1 4 0 0,5-3 0 16,-4 3-2-16,-2-4 1 0,0 4-1 0,0 0 0 0,1-4 0 16,0 4-1-16,-1 0-2 0,-6 0 2 0,7 0 0 0,-1 0 0 0,0 0 2 0,2 0-1 0,-2 4 2 15,6-4 1-15,-4 0 0 0,-2 4 2 0,0-4-1 0,1 3 4 0,6-3-1 16,-6 0 0-16,5 4 1 0,-6-4-1 0,2 4 1 0,4 0 2 0,-5-4-1 0,0 3 1 15,-1 1 3-15,7-4 1 0,-7 4 0 0,1-1 1 0,0 1 1 0,-1-4-1 16,0 4 1-16,1-1-1 0,0 1 0 0,-1 0 1 0,1-1-1 0,-1 1 1 16,0-1-4-16,-6 1-2 0,7 0 0 0,0-1-2 0,-7 1-3 0,6 0 1 0,-6-1-2 15,6 1 0-15,-6 3 0 0,0-3 0 0,8 0-1 0,-8-1 0 0,0 5-1 0,0-5 0 16,0 1 1-16,0 3 0 0,0-3 1 0,6 3-1 0,-6 0 2 0,0-2-1 16,-6 1 2-16,6-1-1 0,0 2-1 0,0 0 1 0,0-3 2 0,0 3-1 15,-8 0 1-15,8-3-1 0,-6 3 0 0,6-3 0 0,-6 0 2 0,6 3-2 0,0-3-2 16,-7-1 2-16,0 5-1 0,7-5 0 15,-6 1-1-15,0 0-1 0,-1 3 1 0,7-4-2 0,-6 1 1 0,-1 0-1 0,0-1 0 0,7 1 1 16,-6 0-2-16,0-1 1 0,-1 1 2 0,0 0 1 16,7-1 0-16,-6 1 2 0,0 0 4 0,-1 0 1 0,1-1 0 0,-1 1 5 0,0-4-2 0,-5 4 6 0,4-1-2 0,2-3 5 15,0 4 2-15,0-4 3 0,-8 4 1 0,8-4 3 0,-1 0-3 0,-5 3 0 0,4-3-2 16,2 0 0-16,-6 4 0 0,4-4-3 0,2 0-3 0,0 0 0 0,-7 0-4 16,6 0-2-16,0 0-3 0,1 0-5 0,0 0-2 0,0-4-4 0,-2 4-2 15,-4 0-1-15,12 0-1 0,-7 0-1 0,1 0-2 0,-1-3 0 0,0 3-1 0,1 0-1 16,0 0-3-16,-2 0-1 0,8 0-1 0,-6 0-4 0,6 0-1 15,0 0-6-15,-6 0-5 0,6 0-8 0,0-4-7 0,0 4-11 0,0 0-12 0,0 0-13 0,0 0-14 16,0 0-16-16,-6 0-20 0,6 0-18 0,0 0-19 0,0 0-31 0,0 0-31 16,0 0-49-16,0 0-51 0,0 0-55 0,0-4-49 0,6 1-11 0,-6-1 7 0,0 0 22 15,0 1 26-15,6-1 30 0,-6 0 33 0,0-3 35 0,6 3 36 0,-6-3 43 0,0-1 46 16,0-3 55 0,0 1 66-16</inkml:trace>
  <inkml:trace contextRef="#ctx0" brushRef="#br0" timeOffset="14669.14">18718 15448 56 0,'-7'0'137'0,"7"4"43"0,0-4 30 0,0 0 21 0,-7 4 18 0,7-4 11 0,0 0 13 0,0 0 5 0,0 0-1 16,0 0 2-16,0 0 1 0,0 0-67 0,0 0-106 0,7-4-70 0,-7 4-46 0,0 0-18 0,0-4-3 0,0 4 5 0,7 0 5 15,-7 0 6-15,0-3 9 0,0 3 13 16,0 0 16-16,0 0 12 0,6 0 13 0,-6-4 9 0,0 4 9 0,6 0 7 0,0 0 2 0,-6-4 2 0,8 4 0 16,-2 0-1-16,0 0 1 0,1-3 2 0,-1 3-1 15,8 0 1-15,-2 0-2 0,-6-4-4 0,8 4-1 0,6 0-1 0,-7-4 2 0,-1 4-2 0,8-3 1 0,0 3-2 16,-1-4-4-16,1 1-3 0,6-1-5 0,-7 0-2 0,7 4-4 15,0-7-1-15,7 3-4 0,-7 1-1 0,7-1-3 0,-1-3-2 0,1 3-2 0,-1 0-3 16,8-3-3-16,-1 3-4 0,-1-3-1 0,1 3-3 0,7 1 1 0,-7-4-4 31,7 2-2-31,-1 2 3 0,2-5 0 0,4 5 1 0,-5-5 1 0,-1 5-1 16,8-1 0-16,-8-3 2 0,7 3-1 0,1 1 4 0,-2-5 0 0,1 5 5 0,1-1 3 16,-2-3 1-16,2 3 1 0,-1 0-1 0,0-3-2 0,0 3 0 0,0-3 4 0,1 3 1 15,-2-3 1-15,1 3-1 0,7-3-1 0,-6 4-1 0,-2-5 0 0,1 1-2 16,1 0 0-16,6 2-1 0,-14-2-4 0,7 0 0 0,-1 0-4 0,2-1-3 15,-1 1-2-15,1 0-3 0,4-4-1 0,-4 3 0 0,-1 1-5 0,-7 0 0 16,8 0-2-16,-1-1-5 0,-7 1-5 0,1 0-1 0,-1 3-1 0,-6-3 1 0,7 3-1 16,-13 0 0-16,6 1 0 0,0-1-2 0,-6 0 0 0,-8 4-2 0,8-3 1 15,-7 3-2-15,0 0-1 0,-6 0-1 0,6 0 1 0,-13 0 0 0,7 0 0 0,-8 0-1 16,-5 3 2-16,6-3 0 0,-6 0 0 0,-1 4 0 0,-6-4 2 0,6 0 1 16,-6 0 1-16,0 4 1 0,0-4 2 0,0 0 2 0,0 0 0 0,0 0 1 15,0 0 2-15,7 0 0 0,-7 0 1 0,0 0 0 0,0 0 0 0,0 0 3 16,0 0-1-16,0 0-2 0,0 0 5 0,0 0 0 0,0 0-1 0,0 0 3 15,0 0 1-15,0 0 3 0,0 0 1 0,0 0 2 0,0 0 1 0,0 0 2 0,0 0 3 16,0 0 1-16,0 0 0 0,0 0 1 0,0 0 2 0,0 0 1 16,0 0-1-16,0 0-1 0,0 0-1 0,0 0-2 0,0 0 0 0,0 0-4 0,0 0-4 0,0 0-2 15,0 0-4-15,0 0-3 0,0 0-3 0,0 0-6 0,0 0-3 0,0 0-5 16,0 0-4-16,0 0-3 0,0 0-6 0,0 0-4 0,0 0-8 0,0 0-7 16,0 0-9-16,0 0-12 0,0 0-8 0,0 0-12 0,0 0-12 0,0 0-10 0,0 0-10 15,0 0-11-15,0 0-13 0,0 0-11 0,0 0-11 0,0 0-10 0,0 0-9 16,0 0-6-16,0 0-5 0,0 0-4 0,0 0-4 0,0 3-17 0,0 1-21 15,0-4-29-15,0 0-27 0,0 0-44 0,7 0-51 0,-7 4-11 0,0-4 11 0,6 0 17 16,0 0 23-16,-6-4 26 0,7 4 26 0,-7-4 29 0,7 1 30 0,-7-5 38 0,6 1 42 16,-6-1 44-16,0 1 57 0</inkml:trace>
  <inkml:trace contextRef="#ctx0" brushRef="#br0" timeOffset="15034">22117 14723 0 0,'-13'7'36'0,"0"1"150"0,0-1 81 0,-1-3 56 0,2-1 38 0,-1 1 27 0,0-4 19 0,0 0 18 0,13 0 11 0,0-4 11 0,0 1 7 0,-6-1 10 16,-2 4 7-16,2-4-127 0,6 4-200 0,0 0-106 0,0 0-45 0,0 0-24 16,0 0-9-16,0 0-1 0,0-3 3 0,0 3 4 0,0 0 5 0,0 0 6 15,0 0 9-15,0 0 4 0,0 0 3 0,0 0 2 0,6 0 1 0,-6 3 0 0,8 1 2 16,-8-4 4-16,0 4 6 0,6 3 6 0,-6-3 5 0,0 0 7 0,6-1 3 16,-6 5 5-16,7-5 2 0,-1 5 1 0,-6-1 3 0,7-3 1 0,0 3 0 15,-1 0 1-15,0 0-1 0,0 1-1 16,2 3-2-16,-2-4-3 0,0 0-2 0,8 1-3 0,-8 3-3 0,7-4-3 0,0 0-1 0,0 4-2 0,-7-4-1 0,8 4 2 15,-1-3-4-15,-1-1 1 0,2 1-3 0,-2 3 2 0,2-4-2 0,-1 0 1 16,0 1-2-16,-6-1 2 0,5 0 1 0,-6 1 0 0,8-1 1 0,-8 0 2 16,1 0 1-16,-1 1 6 0,-6-1 4 0,7 0 5 0,-7 4 4 0,0-3 4 0,0-1 5 15,-7 4 2-15,7 0 0 0,-6 0 1 0,-7 0-1 0,7 0-3 0,-8 4 0 16,2-1-2-16,-2 1-6 0,1 0-7 0,-7-4-5 0,8 4-10 0,-8-1-8 16,1 1-7-16,-1-1-10 0,0 1-9 0,-5-4-12 0,5 4-13 0,0-1-14 15,-6-3-18-15,7 0-22 0,-1 4-26 0,0-4-27 0,1 0-28 0,6 4-28 0,-6-4-48 16,-1 0-53-16,7 0-74 0,0 0-75 0,0-1-34 0,0 1-11 0,6-3 14 15,-5 3 22-15,5-8 30 0,0 5 35 0,1-5 42 0,-1 1 40 0,1-4 45 0,0 0 43 0,6-4 55 16,-7 1 59-16</inkml:trace>
  <inkml:trace contextRef="#ctx0" brushRef="#br0" timeOffset="16146.47">24534 15060 0 0,'-8'8'2'0,"8"-1"108"0,-6-3 67 0,6-1 45 0,-6 1 34 0,6 0 25 0,0-4 20 0,0 0 15 0,0 0 11 0,-7 0 8 15,7 0 5-15,0 0 6 0,0 0 4 0,0 0-87 0,0 0-141 0,0 0-76 0,0 0-42 16,0 0-20-16,0 0-14 0,7 0-2 0,-7 0 2 0,0 0 12 0,0 0 12 16,6 0 18-16,-6 0 16 0,6 0 17 0,2 0 15 0,-2 0 18 0,0 0 18 0,1 0 11 15,-1 0 12-15,1 0 9 0,6-4 10 0,0 4 6 0,0 0 4 0,0-4 0 16,0 4-3-16,6-3-4 0,-5 3-6 0,5-4-6 0,1 0-7 0,6 4-11 16,-6-3-10-16,5-1-9 0,1 0-6 15,0 1-10-15,0-1-9 0,7 0-6 0,-7 0-6 0,7 1-5 0,-1-1-5 0,7 0-1 16,-7 4-3-16,8-3-2 0,-1-1-1 0,0 4-2 0,7-4 1 0,-7 1-2 15,6-1-1-15,1 4 3 0,-1-4 3 0,8 1 1 0,-8-1-1 0,7 1-1 0,0-1-1 0,1 0-3 0,5-3-3 16,0 3-2-16,1 1-4 0,0-5 0 0,-1 1-2 0,7 0-3 0,0 3-3 0,-6-3-3 16,6-1-2-16,0 1-1 0,1 0 1 0,-1 0-2 0,0 2-1 0,0-1 0 15,0-2 0-15,0 0-2 0,0 1-2 0,-6 4 1 0,6-5-2 0,0 5 0 16,-6-5-1-16,6 5 1 0,-7-5 0 0,8 5 0 0,-8-1-3 0,1-3 1 16,0 3-5-16,-1 0 1 0,-5 1 0 0,5-1 0 0,-6 0-2 0,0 4 1 15,1-3 0-15,-2-1 1 0,-5 4-1 0,7 0 0 0,-8 0 0 0,-6-3-1 0,7 3 1 0,-14 0-2 16,7 3 0-16,-7-3-1 0,1 0 1 0,-7 0 2 0,0 4-1 0,-6-4-1 15,-1 0 1-15,1 0-1 0,-1 3 0 0,-5-3 0 0,-8 0 3 0,8 0 1 16,-8 0 4-16,0 0 6 0,-6 0 6 0,0 0 8 0,0 0 5 0,0 0 4 16,0 0 4-16,0 0-3 0,0 0-2 0,0 0-5 0,0-3-11 0,-6-1-6 0,0 1-8 15,-2 3-11 1,8-8-10-16,-6 5-13 0,-7-1-15 0,6 0-16 0,1-3-17 0,-1 3-16 16,1 1-17-16,-7-1-14 0,6 0-15 0,1-3-14 0,0 3-14 0,-1 0-13 0,0 1-14 15,1-1-18-15,-1-3-18 0,1 3-30 0,0 0-40 0,-1-3-52 0,0 3-61 0,1-3-37 16,6 0-20-16,-6 0 6 0,6-1 20 0,0 1 29 0,0-4 34 0,-8 0 34 0,8 0 36 15,0 0 37-15,0 0 41 0,0-3 49 0,0 2 51 0,0-3 60 0,0 5 72 0</inkml:trace>
  <inkml:trace contextRef="#ctx0" brushRef="#br0" timeOffset="16495.53">28077 14412 0 0,'-8'3'16'0,"2"1"140"0,0 3 92 0,-1-3 65 0,1 0 48 0,6-4 35 0,-7 3 31 0,0-3 24 0,1 0 21 0,6-3 18 0,-6 3 17 0,6-4 14 0,-6 0 15 0,6 4-108 0,0 0-175 15,0 0-111-15,0 0-79 0,0 0-39 0,0 0-23 16,0 0-11-16,0-3-6 15,0 3-1-15,0 0-3 0,0 0 2 0,0 0 0 0,0 0 4 0,0 0 0 0,0 0 4 16,6 3 3-16,-6-3 3 0,6 0 10 0,-6 4 6 0,0 0 9 0,6-1 7 16,-6-3 8-16,7 4 5 0,0 0 4 0,-7-1 5 0,6 1 3 0,1 0 0 15,-1-1 3-15,0 5-2 0,2-5 1 0,-2 1-1 0,0 4-2 0,1-5-3 0,6 1-4 16,-7 3-3-16,7-3-5 0,1 3-4 0,-2-3-3 0,2 3-3 0,-2 0-2 16,1-3-4-16,7 3-2 0,-6 1-3 0,-2-1-2 0,8-3-4 0,-7 3-5 15,-1 0-1-15,2-3-2 0,-2 3-1 0,2 0 1 0,-1 1-2 0,-7-5 0 16,8 5 0-16,-8 0 2 0,0-2 2 0,0 2 2 0,-6-1 4 0,8 1 5 0,-8-5 7 15,0 5 8-15,0-1 6 0,0 4 9 0,-8-4 7 0,8 1 7 0,-6 3 5 16,0-4 5-16,-7 4 0 0,6 0 0 0,-6 0 1 0,0 0-2 0,0 4-3 16,-7-4-6-16,1 0-6 0,-1 3-7 0,2-3-9 0,-2 4-9 0,0-4-9 0,-6 3-10 15,0-3-11-15,6 0-12 0,-6 4-11 0,0-4-13 0,0 0-12 0,1 4-16 16,-2-4-15-16,1 0-22 0,6 0-26 0,-6 0-25 0,7 0-39 0,-7-4-40 0,6 4-64 16,1-4-75-16,6 4-88 0,0-4-91 0,-1 4-31 0,2-3 2 0,5-1 19 15,0-3 27-15,1 0 35 0,0-1 38 0,6-3 45 0,0 0 48 0,0-7 52 0,6-1 59 16,-6-3 70-16,6-7 73 0</inkml:trace>
  <inkml:trace contextRef="#ctx0" brushRef="#br0" timeOffset="17083.66">19701 15716 14 0,'0'4'67'0,"-7"3"20"0,7-4 11 0,-7 1 8 0,7 0 5 0,0-4-25 0,0 3-42 0,0 1-22 0,0-4-11 0,0 4-5 0,0-1-3 0,0 5-41 0,0-1-55 0,0-3-18 0,0 3 2 0,0 4 7 0,0-3 11 0,0-1 16 0,7 0 39 0</inkml:trace>
  <inkml:trace contextRef="#ctx0" brushRef="#br0" timeOffset="17480.74">19720 15833 0 0,'0'0'21'0,"0"0"20"0,0 0 17 15,0-3 21-15,0 3 24 0,0 0 29 0,0-4 34 0,0 4 27 0,0 0 23 0,0 0 17 0,0 0 13 0,0 0 14 0,0 0 13 0,0 0 14 16,0 0 9-16,0 0 5 0,0 0 3 0,0 0-7 16,0 0-10-16,0 0-19 0,0 0-23 0,0 0-21 0,0 0-17 0,0-4-11 0,0 4-10 0,0 0-8 0,0 0-12 31,0 0-10-31,0 0-16 0,0 0-12 0,0 0-14 0,0 0-9 0,0 0-10 0,0 0-8 16,0 0-8-16,0 0-5 0,0 0-6 0,0 0-5 0,0 0-3 0,0 0-5 15,0 0-4-15,0 0-1 0,0 0-4 0,0 0-3 0,0 0-3 0,0 0-2 16,0 0-3-16,0 0-4 0,0 0-4 0,0 0-4 0,0 0-4 0,0 0-2 0,0 0-6 15,0 0-1-15,0 0-2 0,0 0-3 0,0 0-3 0,0 4 1 0,0-4 0 16,0 4 6-16,0-4 5 0,0 3 5 0,0 1 5 0,0 3 1 0,0 0 3 0,0 1 1 16,0-1 2-16,0 0 0 0,0 4 1 0,0 0 1 0,0 0 0 0,0 1-1 15,7-1-3-15,-7 3-2 0,0-3 0 0,0 4-4 0,0 3 0 0,0-3-3 16,0 3 2-16,7 0-2 0,-7 0 1 0,0 1 1 0,0-1-2 0,0 4 5 16,0-3-2-16,0-1 1 0,6-4 1 0,-6 5-2 0,0-1-3 0,0-3-3 15,0 3-3-15,0-3-1 0,0-1-1 0,6-3-4 0,-6 4-2 0,0-4-1 0,0 0-2 16,0 0-3-16,0-4-4 0,6 1-1 0,-6-1-3 0,0-3 0 0,0 3 1 15,0-3-1-15,8 0 0 0,-8-4 2 0,0 3 1 0,0-3 1 0,0 0-2 0,0 4 3 16,0-4 1-16,0 0 2 0,0 4 2 0,0-4-1 0,0 0-2 0,0 0-3 16,0 0-4-16,0 0-4 0,0 0 0 0,0 0-9 0,0 0-6 0,0 0-13 15,0-4-19-15,0 0-24 0,-8 1-28 0,8-1-33 0,0 0-34 0,-6-3-37 0,6 3-42 16,0-3-56-16,-6-1-62 0,0 1-91 0,-1 0-99 0,7-1-35 0,-7-3-4 0,7 4 22 16,-6 0 29-16,-1-1 43 0,7-3 44 0,-6 4 50 0,-1 0 49 0,0 0 56 0,1 3 56 15,0-3 65-15,0-1 69 0</inkml:trace>
  <inkml:trace contextRef="#ctx0" brushRef="#br0" timeOffset="19639.66">20228 15877 3 0,'0'0'66'0,"7"0"37"0,-7 0 29 0,0 0 27 0,0 0 29 0,0 0 25 0,0 0 27 0,0-4 23 16,0 4 20-16,0-3 23 0,0-1 20 0,0 0-24 0,0 1-49 0,0 3-29 0,-7-4-23 16,7 0-8-16,0 1-6 0,-6-1-8 0,6 1-8 0,0-1-6 0,-7 0-9 15,7 1-3-15,-6 3-3 0,6-4-3 0,0 0-2 0,-7 1-4 16,7 3-3-16,0 0-8 0,0-4-6 0,0 4-9 0,0 0-7 0,0 0-10 15,0 0-9-15,0 0-12 0,0 0-7 0,0 0-12 0,0 0-9 0,0 0-11 0,0 0-14 0,0 0-9 16,0 0-12-16,0 0-11 0,0 0-11 0,0 0-4 0,0 0-3 0,0 0-4 16,0 4 1-16,0-1 1 0,0 5 1 0,0-1-1 0,0 4 5 0,0 0 2 0,0 0 6 15,0 0 3-15,0 3 7 16,0 1 5-16,0 0 6 0,0 3 1 0,0-3 0 16,0 3 1-16,0 0-4 0,0-3 1 0,0 3 0 0,0-3 1 0,0 4-1 0,0-5-2 0,0 1 1 0,0-1-1 0,0-3-3 0,0 0-2 0,0 0-1 0,0 0-2 31,0-4 0-31,0 4 0 0,0-7-2 0,7 3 2 0,-7-3-2 0,0 0 2 0,0-1 3 15,0-3 3-15,0 4 4 0,0-4 8 0,0 0 16 0,0 0 11 0,0 0 13 16,0 0 14-16,0 0 11 0,0 0 13 0,0 0 11 0,0 0 11 0,0 0 8 0,0 0 6 16,0 0 1-16,0 0-3 0,0-4-4 0,0-3-12 0,0 3-14 0,0-3-12 15,0 3-16-15,0-7-11 0,0 4-15 0,0-4-14 0,0 0-12 0,-7-3-11 16,7-1-10-16,0 0-7 0,7 1-5 0,-7-1-1 0,0 0-2 0,0-3 4 16,0 3-1-16,6-3 2 0,-6 3 1 0,7-3 2 0,-7 4 3 0,6-1 0 0,-6 0 0 15,7-3 1-15,-1 7 1 0,-6-4 1 0,6 0-1 0,-6 5 3 0,0-1 0 16,8 0 0-16,-8 3 2 0,6 1 0 0,-6 3-2 0,0-3-2 0,0 3-2 0,0 1-1 15,0 3-3-15,0 0-4 0,0 0-2 0,0 0-7 0,0 0-3 0,0 0 0 16,0 0 2-16,6 3 0 0,-6 1 2 0,7 0 0 0,-7-1 1 0,7 1 2 16,-1 3 1-16,0 1 3 0,-6 3 3 0,7-4 4 0,-1 4 5 0,1 3 5 15,-7-3 2-15,7 4 3 0,-1-4-2 0,0 4 1 0,-6 0-2 0,7-1-1 0,-7 4 1 16,7-3 0-16,-7 0 1 0,6-1-1 0,-6 1-2 0,7-1 1 16,-7 2 0-16,6-2-2 0,-6-3 1 0,6 0-1 0,-6 0-1 0,7 0-1 0,-7-4 1 0,7 1 0 15,-7-1-2-15,6 0 0 0,-6-3 1 0,0 0 1 0,6-1 0 0,-6-3 4 16,0 0 2-16,0 0 6 0,0 0 4 0,0 0 9 0,0 0 7 0,0 0 7 15,0 0 7-15,0-3 6 0,8-1 3 0,-8 0 1 0,0-3 0 0,6-4-1 0,-6 4 0 16,6-8-4-16,-6 0-3 0,7 1-5 0,-7-4-10 0,6-1-6 0,1-3-4 16,-1 4-10-16,-6-4-6 0,13 0-8 0,-7 0-3 0,2 0-3 0,-2-4-1 15,0 4-1-15,1 0-1 0,0 0-2 0,5 0 2 0,-5-4-2 0,6 8 1 0,-6-4 0 16,-1 4-3-16,7 3 1 0,-6-3-1 0,5 3 1 0,-5 5-1 0,-1-1 1 16,1 3 2-16,0 0 0 0,-7 1 0 0,6 4 4 0,-6 3-3 0,6-4-1 15,-6 4 0-15,0 0-1 0,0 0 0 0,0 0 3 0,0 4 2 0,0-1 2 0,8 1 2 16,-8 4 2-16,0-1 2 0,0 4 2 0,6 0 0 0,-6 3 1 0,0 1 3 15,0 0 3-15,0 3 2 0,0 0 3 0,0 4-2 0,0-3 1 0,0 3-2 0,0-4-1 16,0 4-2-16,0 0-2 0,0-4 0 0,0 4-1 0,0 0-1 0,-6-3-1 16,6-1-1-16,0 4-1 0,0-4 1 0,0 0-2 0,0-3 0 0,0 4-2 15,0-5 0-15,0 1 1 0,0-1-4 0,0 1-3 0,0-4-8 0,6 0-7 16,-6-4-12-16,0 1-11 0,0-1-13 0,0 0-15 0,0-3-14 0,6-1-11 0,-6 1-14 16,0-4-14-16,0 4-12 0,0-4-15 0,0 0-14 0,0 0-9 0,0 0-9 0,0 0-9 15,0 0-8-15,0 0-7 0,0 0-9 0,0-4-23 0,6 0-30 0,-6-3-37 16,0 0-37-16,7-4-34 0,0 0-28 0,-7 0 1 0,6-4 13 0,1 1 24 0,-1-4 25 15,0-1 31-15,2 4 30 0,-2-3 34 0,6-4 34 0,-5 4 44 16,0-1 47-16,6 1 49 0,-7-4 66 0</inkml:trace>
  <inkml:trace contextRef="#ctx0" brushRef="#br0" timeOffset="20132.08">20867 15657 16 0,'0'-7'117'0,"6"-4"69"0,1 8 59 0,-7-5 47 0,0 5 40 0,0-2 34 0,0 2 34 0,-7-1 30 0,7 1 29 0,0-1 29 0,-6 0 25 0,6 4-25 0,0-3-60 0,0 3-70 0,0 0-81 0,0 0-57 0,0-4-44 0,0 4-28 15,0 0-20-15,0 0-17 0,0 0-20 0,0 0-13 0,0 0-17 0,0 0-14 16,0 0-13-16,0 4-11 0,0-4-6 0,6 3-9 0,-6 1-3 0,7 3-1 15,-7-3 0-15,6 4 0 0,-6 3 4 0,6-4 0 16,2 7 7-16,-2-3 5 0,0 4 2 0,-6 0 3 0,6 3 5 0,1 0-4 0,-7 0-1 0,7 1-3 0,-1-1-4 16,-6 4-5-16,0-3-2 0,7-1-4 0,-7 4-1 0,0-4-2 0,0 0-3 0,0 1 0 15,0-1-2-15,0 0 1 0,6-3-3 0,-6 3 1 0,0-7-3 0,0 4 0 16,0-1-2-16,0-3-3 0,0 0 0 0,-6-3-2 0,6 0 0 0,0-1-3 16,0 0 1-16,0 0-3 15,0-3 0-15,0 0 2 0,0-4 1 0,0 3 4 0,0-3 8 0,0 0 3 0,0 0 4 16,0 0 6-16,0 0 8 0,0 0 3 0,0 0 8 0,0 0 2 0,0 0 3 0,0 0-1 15,0-3-2-15,0-1-2 0,0 0-4 0,-7 1-3 0,7-5-8 0,0 1-6 0,0 0-7 0,-6-5-7 0,6 6-6 0,0-6-4 16,0 1-9-16,-7 0-2 0,7 0-2 0,0 0 0 0,0 0-2 0,0 0-1 16,0 0 0-16,0 1 1 0,0 2 0 0,0-3 0 0,0 4 3 0,0 3 0 0,0-3-1 15,7 3 4-15,-7 0-2 0,0 1-1 0,0-1-2 0,6 0 1 0,-6 4 0 16,0 0-2-16,0-3 0 0,7 3 2 0,-7 0 1 0,6-4 1 0,-6 4 4 16,7-4 0-16,0 4 1 0,-1 0 3 0,0 0 1 0,0 0 2 0,2 0 6 0,-2 4 0 15,0-4 4-15,7 0 3 0,-6 4 3 0,6-4 3 0,-7 3-1 0,0-3 1 16,8 4 1-16,-8-4 0 0,8 4 0 0,-8-1 1 0,1 1 1 0,5 0 0 15,-5 0 2-15,0-1-2 0,-1 1 3 0,0 0 2 0,-6-1 3 16,7-3 4-16,-7 8 6 0,7-5 4 0,-7 1 5 16,0 0 3-16,0-1 5 0,-7 4 0 0,7-3 3 0,0 3 2 0,-7 1 1 0,1-1 0 0,0 0-2 0,-1 4-1 0,0 0-3 0,1-3-6 15,-7 2-6-15,7 1-6 0,-8-3-9 16,8 3-9-16,0-3-8 0,-8-1-13 0,8 0-14 0,0 0-13 0,-1 1-19 0,0-5-17 0,7 5-19 0,-6-5-24 0,6 1-23 16,-7 0-31-16,7-4-23 0,-6 3-38 0,6-3-37 0,0 0-57 0,0 0-59 15,0 0-55 1,0 0-49-16,0 0-5 0,6-3 13 0,-6-1 24 0,7-3 31 0,-7-1 36 0,6 1 41 0,-6-4 40 0,7 0 42 0,-7 0 48 0,7-3 49 0,-1-2 59 0,-6 2 72 31</inkml:trace>
  <inkml:trace contextRef="#ctx0" brushRef="#br0" timeOffset="20990.53">21263 15841 0 0,'0'10'73'0,"0"1"129"0,0 0 76 0,0 0 53 0,0-3 38 0,0-5 25 0,0 1 15 0,0-4 14 0,0 4 9 0,0-4 17 0,0 0 19 0,8 0 7 16,-8-4 3-16,6 4-109 0,0 0-169 0,1-4-83 0,0 4-39 0,-1 0-13 15,1 0-3-15,-1 0 9 0,0 0 13 0,1 0 12 0,0 0 10 0,-1 4 3 16,7 0-1-16,-6-1-10 0,-1 1-12 0,1 0-11 0,-1 0-11 0,0 3-9 0,1 0-9 16,0 1-9-16,-1 3-6 0,-6-1-6 0,6 1-4 0,2 0-3 0,-8 4-1 15,6 0-2-15,-6-1-7 0,6 1 0 0,-6-1-3 0,0 2-4 0,7 2 0 0,-7-4-2 16,0 1 0-16,6-4-2 0,-6 0 3 0,0 3-1 0,0-3 1 0,7-3 0 16,-7 3 1-16,0-4-2 0,0 1 1 0,0-1-1 0,0 0 2 0,0-3 0 15,0 3 1-15,0-3-1 0,0 0-1 0,0-1 0 0,0-3-3 0,0 0 2 0,0 4 1 16,0-4 1-16,0 0 3 0,0 0 4 0,0 0 3 0,0 0 5 0,0 0 9 15,0 0 8-15,0 0 8 0,0 0 5 0,0 0 5 0,0 0 1 0,0-4 0 0,0 1 1 16,0-5-1-16,-7 5-3 0,7-5-3 0,-6 1-3 0,6-4-3 0,-7 0-10 16,1 0-4-16,6-4-12 0,-6 1-9 0,-2-1-5 0,2-3-5 0,0-1 0 15,-8 1-3-15,8-1-2 0,0-3 0 0,-1 4-1 0,1 0-3 0,-1 0-1 0,0-1 2 16,1 1 1-16,0 0-2 0,-1 3 1 0,0-3-1 0,7 3-1 0,-6 0 2 0,6 1-2 16,0 3 1-16,0-4 2 0,-6 4-1 0,6 4 0 15,0-4 0-15,6 4-3 0,-6-1 1 0,0 5-4 0,0-5-2 0,0 4-1 0,6 1-4 0,-6-1 0 16,7 0-2-16,-7 1 2 0,7-1-2 0,-1 0-1 0,0 4 2 0,1-3 0 0,6-1 1 15,-6 4 2-15,5-4 1 0,2 4 1 0,-2-3 5 0,2 3 1 0,-1 0 4 16,0 0 4-16,0 0-1 0,-1 3 3 0,2-3 2 0,-1 4 0 0,0 0 3 16,0-1 0-16,-7 5 2 0,1-1 3 0,0 0 1 0,-1 1 1 0,0-1 1 0,-6 4 1 15,0 0-1-15,0 0 0 0,0 0-1 0,0 4-4 0,-6-4-4 16,0 3-4-16,-1 1-6 0,0 0-4 0,1-4-8 0,-1 4-5 16,-6-1-11-16,7 1-11 0,-1-1-7 0,-5-3-14 0,4 4-12 0,2-4-11 0,0 0-9 0,-7 0-13 0,6 0-10 15,7 0-15-15,-6-3-11 0,-1-2-13 16,7 2-12-16,-6-4-5 0,6 0-5 0,0-1-3 0,0 1-1 0,0-4-3 0,0 0 1 0,0 0 6 0,0 0 5 0,0 0 12 15,0-4 13-15,6 1 13 0,-6-1 15 0,7-3 8 16,-1-1 5-16,1-3 2 0,-1 0-4 0,7 0 1 0,-7-4 1 0,8 1 6 0,-1-5 7 0,0 5 9 0,0-4 6 16,0-1 6-16,0 1 3 0,7-1 14 0,-8 1 16 0,1 3 33 0,7-3 36 0,-6 4 37 15,-2-1 35-15,1 0 33 0,0 1 34 0,0 2 30 0,1 1 26 16,-8 0 27-16,0 4 22 0,7-4 25 0,-13 8 28 0,7-5 14 0,-1 5 7 16,-6-1-9-16,0 0-17 0,0 4-13 0,0-3-13 0,0 3-13 0,0 0-17 0,0 0-15 15,0 0-16-15,0-4-20 0,0 4-19 0,0 0-23 0,0 0-24 0,0 0-21 16,-6-4-18-16,6 4-19 0,0 0-16 0,0 0-11 0,-7 0-13 0,7 0-13 0,0 0-8 15,-7-3-12-15,7 3-8 0,0 0-6 16,0 0-7-16,-6 0-7 0,6 0-2 0,0 0-5 0,0 0-6 0,0 0-3 0,0 0-4 0,0 0-4 0,0 0-3 16,0 0-1-16,0 3 1 0,0-3 4 0,-6 4 4 0,6 0 2 0,0-1 2 15,0 5 6-15,0-5 3 0,0 5 3 0,0-1 5 0,0 0 3 0,0 0 7 0,0 1 3 16,0-1 4-16,0 0 4 0,0-3-4 0,0 4 1 0,0-1-1 0,0-3-2 16,0 3-1-16,6 0-2 15,-6-3-1-15,0 3 0 0,0-3 0 0,6 0 1 0,-6 3-1 0,0-3 2 0,7-1 1 0,-7 5 2 0,7-5 2 0,-7 1 4 16,6-1 2-16,1 1 4 0,-1 3 4 0,-6-3 4 15,7 0 4-15,0-1 1 0,-1 1 2 0,-6 0-2 0,6-1 4 0,-6 1 0 16,7 0 1-16,-7-4 1 0,0 3 5 0,0 1 0 0,0-4 3 0,0 4 2 0,0-1 3 0,0 1 3 0,0 0 2 0,0 0 2 16,-7 3 1-16,1-3-1 0,6 3 0 0,-6 0-2 0,-1-3-3 0,0 3-7 15,1 0-9-15,-1 1-14 0,-6-1-17 0,6-3-20 0,1 3-20 0,0-3-28 0,-8-1-31 16,8 5-40-16,0-5-39 0,-1 1-56 0,-6-4-60 0,6 4-125 0,1-1-152 0,0-3-61 31,6 0-15-31,-6-3 11 0,6-1 24 0,-8 0 30 0,8-7 38 0,0 4 47 0,8-8 46 0,-8-3 57 0,6 0 61 0,-6-4 68 0,6-4 76 0</inkml:trace>
  <inkml:trace contextRef="#ctx0" brushRef="#br0" timeOffset="22914.14">25822 15467 0 0,'0'0'39'0,"-6"-4"31"0,6 0 16 0,-6 1 13 0,6-1 16 0,0 0 21 0,-7 1 23 0,7-1 29 0,0 0 26 16,-6 1 26-16,6 3 26 0,0-4-16 0,0 4-36 0,0-4-20 0,0 4-7 0,0 0 3 16,0-3 9-16,0-1 6 0,0 4 2 0,0-3-6 0,0-1-9 0,0 4-14 15,0-4-13-15,0 1-6 0,0 3-9 0,0-4 0 0,0 0-2 16,0 1 0-16,0 3 0 16,0-4-1-16,0 4 0 0,0-4-2 0,0 4-4 0,0-3-3 0,0 3-3 0,0 0-5 0,0 0-8 0,0 0-7 0,0 0-7 0,0 0-9 0,0 0-7 15,0 0-9-15,0 0-7 0,0-4-5 0,0 4-10 0,0 0-7 0,0 0-5 16,0 0-8-16,0 0-5 0,0 0-6 0,0 0-2 0,6-4-6 0,-6 4-2 15,0 0-3-15,0 0-5 16,0 0-1-16,0 0-5 0,0 0-3 0,0 0-3 0,0 0-3 0,0 0-5 0,0 0-5 16,0 0-3-16,0 0 1 0,0 4 1 0,0 0 6 0,7-4 4 15,-7 7 5-15,0-3 5 0,6 3 4 0,-6 0 4 0,0 1 4 0,6 2 4 0,-6 1 6 0,8 0 3 0,-8 0 6 0,6 4 4 0,-6-4 2 16,6 4 0-16,-6 0-4 0,7-1-4 0,-7 1-5 0,0 3-2 0,7-3-3 16,-7-1-3-16,0 5-1 0,6-4-1 0,-6 3-4 0,0 0-1 0,6-3-2 0,-6 3 0 15,0 0-4-15,0-3-3 0,7 3-2 0,-7 0 1 0,6-3 0 0,-6 0-1 16,0 0 0-16,7-4 0 0,-7 3-2 0,0-3 1 0,0 0-1 0,7 0 2 0,-7 0-3 15,0-4 1-15,0 4-1 0,6-3 0 16,-6-1 1-16,0-3-4 0,0 3 1 0,0-3 1 0,6 0 0 0,-6-1 0 0,0 1 0 0,0-4 1 0,0 0 2 16,0 0-1-16,0 0 3 0,0 0 2 0,0 0 2 0,0 0 0 0,0 0 2 0,0 0 3 15,0 0 3-15,0 0 0 0,0 0 2 0,0 0 1 0,0 0 3 0,0 0-2 16,0 0 1-16,0 0 0 0,0 0-2 0,0 0 1 0,0 0-6 0,0 0-4 16,0 0-10-16,0 0-10 0,0-4-12 0,0 1-13 0,0 3-17 0,0-4-17 0,0 0-20 31,-6 1-22-31,6-1-27 0,0 0-28 0,0 0-37 0,-6 1-36 0,6-1-42 15,0 4-42-15,0-4-78 0,-7 4-89 0,7 0-55 0,0-3-30 0,0 3 3 0,0-8 20 16,0 5 31-16,0-1 36 0,0 0 43 0,0-3 46 0,0 3 49 0,0-3 52 0,-7 0 56 16,7 0 58-16,0-1 76 0,0 1 88 0</inkml:trace>
  <inkml:trace contextRef="#ctx0" brushRef="#br0" timeOffset="27211.23">26278 15496 0 0,'0'0'28'0,"0"0"38"0,0-3 18 0,0 3 13 0,0-4 11 0,0 4 13 0,0 0 10 0,0-4 19 0,0 4 21 0,0 0 26 0,0 0 27 0,0 0-4 0,0 0-24 0,0 0-16 15,0 0-10-15,0 0 2 0,0 0 1 0,0 0 5 0,0 0 3 0,0 0 3 16,0-3 1-16,0 3-7 0,0 0-8 0,0 0-16 0,0 0-17 0,0 0-12 15,0 0-13-15,0 0-9 0,0 0-9 0,0 0-8 0,0 0-6 0,0 0-9 16,0 0-7-16,0 0-8 0,0 0-9 0,0 0-11 0,0 0-9 0,0 0-17 0,0 0-13 16,0 0-12-16,0 0-13 0,0 0-5 0,0 0-2 0,0 3-1 0,0 1 1 15,0 0 3 1,8-1 6-16,-8 1 2 0,0 0 4 0,0 3 5 0,0 0 4 0,6 1 6 0,-6 3 8 0,0-4 5 16,0 4 5-16,0 0 1 0,0 3 0 0,0-3 0 0,0 4-2 0,0-1 0 15,-6 2-4-15,6 2-3 0,0-4 2 0,-8 5-2 0,8-1-2 0,0 0 1 0,0-3-3 0,-6 7-1 0,6-4 0 0,0 1 0 16,-6-1 0-16,6 0-1 0,0-3-2 0,-6 3 1 0,6-3 0 0,0-1-2 0,0-3-1 15,0 4-2-15,0-4 0 0,0 0-3 16,0-3-4-16,0-1-2 0,0 4-7 0,0-8-7 0,0 5-7 0,0-5-7 0,0 1-9 0,0 0-6 0,0-1-9 0,0-3-11 16,0 4-12-16,0-4-12 0,6 0-16 0,-6 0-14 15,0 0-17-15,0 0-18 0,0 0-20 0,0 0-22 0,6-4-21 0,-6 4-29 16,0-7-31-16,0 3-6 0,6-3 7 0,-6 3 16 0,0-3 21 0,0-4 22 0,0 4 25 0,0-4 26 0,0 0 27 0,0 0 30 16,-6 0 30-1,6-4 35-15,0 4 53 0</inkml:trace>
  <inkml:trace contextRef="#ctx0" brushRef="#br0" timeOffset="28017.92">26337 15515 28 0,'0'0'103'0,"0"0"38"0,0 0 27 0,-6 3 22 0,6-3 17 0,0 4 15 0,0-4 15 15,0 0 15-15,0 0 15 0,0 0 15 0,0 0 18 0,0 0-42 0,0 0-72 16,0 0-46-16,0 0-31 0,0 0-15 0,0 0-7 0,0 0-1 0,0 0 4 15,0-4 0-15,0 4 1 0,0 0 1 0,0 0 2 0,0 0-7 0,0 0-2 0,0 0-9 16,0 0-5-16,0 0-7 0,0 0-5 0,0 0-7 0,0 0-5 0,0 0-5 16,0 0-6-16,0 0-5 0,0 0-4 0,0 0-4 0,0 0-4 0,0 0-5 15,0 0-3-15,0 0-5 0,0 0-5 0,0 0-4 0,0 0-6 0,0 0-4 0,0 0-5 16,0 0 0-16,0 0-3 0,0 0 2 0,-6 4 0 0,6 0 2 0,0-1-1 16,0 1 3-16,0 0 1 0,0 3 3 0,0 0 2 0,6 0 2 0,-6 1 5 15,0-1 3-15,0 4 3 0,0-4 1 0,0 4-2 0,6 0-2 0,-6 1-2 0,6-5-1 16,-6 4-2-16,8-4 1 0,-8 4 1 0,6-4 0 0,0 1 2 0,-6 3 1 15,7-4 2-15,-1 0 2 0,-6 1 1 0,7-5 2 0,0 5 3 0,-7-5 1 16,6 4-1-16,0-3 1 0,-6 0-2 0,6-1 0 0,2 1-1 0,-8 0 0 16,6-1-3-16,-6 1 1 0,6 0-2 0,1-1-1 0,-7-3 0 0,7 4-2 0,-7-4 0 15,6 4 0-15,-6-4 1 0,0 4 0 0,0-4 2 0,7 0 0 16,-7 0 2-16,0 0 3 0,0 0 4 0,0 0-1 0,0 0 3 0,0 0 1 16,0 0 2-16,0 0-1 0,0 0 2 0,0 0 0 0,0 0 1 0,0 0 1 0,0 0 1 0,0 0 2 15,0 0-2-15,0 0-3 0,6-4-2 0,-6 4-3 0,0-4-3 0,0 0-2 16,6 1-2-16,-6-1-1 0,0-3 1 0,0 3-2 0,7-3-3 0,-7-1 0 0,7 1-6 15,-7-4-1-15,6 4-3 0,0 0 1 0,-6-1-1 0,7-3 1 0,0 0 2 16,-7 4-1-16,6-4 2 0,1 4-1 0,-1-4 1 0,-6 4 0 0,7-5 2 16,-1 5 1-16,-6-4 0 0,7 4 2 0,-7-4 2 0,0 3 1 0,6 1-1 0,-6 0 3 15,0-4 0-15,6 4 0 0,-6-1 1 0,0 1 2 0,0 0 1 0,0 3 0 16,0-3 3-16,0 3 2 0,0 0 2 0,0 1 0 0,0-1 1 0,0 4-1 16,0-4 0-16,0 4-1 0,0-3-3 0,0 3 0 0,0 0-2 0,0-4-1 15,0 4-1-15,0 0-4 0,0 0-2 0,0 0-3 0,0 0-5 0,0 0-6 16,0 0-2-16,0 0-4 0,0 0-2 0,0 0-4 0,0 0-4 0,0 0-4 0,0 0-2 15,0 0-4-15,0-4-3 0,0 4 0 0,0 0 2 0,0 0 3 0,8 0 6 16,-8 0 5-16,0 0 3 0,0-4 9 0,0 4 6 0,6 0 8 0,0 0 7 0,-6 0 5 16,7 0 6-16,-7 0 5 0,6 0 2 0,-6-3 0 0,0 3-1 0,7 0 0 15,-7 0-5-15,6 0-1 0,-6 0-5 0,0 0-2 0,0 3-5 0,0-3-3 16,0 0-3-16,0 0 1 0,0 0-2 0,7 4 1 0,-7-4 3 0,0 0 2 16,0 4-1-16,0-4 4 0,0 4-2 0,0-1 0 0,0 1 3 0,6 0 0 0,-6-1 0 15,0 1 0-15,0 0 2 0,0-1-4 0,0 5 2 0,6-5-1 0,-6 5-3 16,0-5-2-16,0 5-2 0,0-1 1 0,8 4-2 0,-8-4 1 15,0 0-3-15,0 1 0 0,0 3-2 0,0-4 0 0,6 4 0 0,-6-4-2 0,0 5 2 0,0-1 1 16,0 0 1-16,6-1 1 0,-6 1 1 0,0 0 1 0,0 0 0 0,0 0 2 16,0 4 0-16,7-4 0 0,-7 3 1 0,0 1-1 0,0 0-2 15,0-4 1-15,0 4-2 0,0-1 0 0,0 1-4 0,0-4-5 0,0 3-7 0,0-3-8 0,0 0-9 16,0 0-11-16,0 0-13 0,0 0-10 0,0-3-12 0,0-1-12 0,0 1-12 16,7-1-12-16,-7 0-13 0,0-3-24 0,0 3-29 0,6-3-34 0,-6-1-43 0,0 5-50 15,7-5-53-15,-7-3-13 0,0 4 5 0,0-4 16 0,6 4 19 0,-6-4 23 0,6-4 24 16,-6 0 26-16,7 1 29 0,-7-5 35 0,0 1 40 0,0-4 46 0,7 0 61 0</inkml:trace>
  <inkml:trace contextRef="#ctx0" brushRef="#br0" timeOffset="28828.02">26904 15394 0 0,'0'0'41'0,"0"0"54"0,0 0 35 0,0 0 24 0,0 0 19 0,0 0 16 0,0-4 10 0,0 4 6 16,0 0 4-16,0 0 1 0,0-4 0 0,0 4-27 0,0 0-43 0,0-3-42 16,0 3-44-16,0 0-26 0,0 0-23 0,7 0-10 0,-7 0-7 0,0 0-2 0,0 0 2 15,0 0 4-15,0 0 9 0,0 0 11 0,0 0 12 0,0 0 13 0,0 0 11 16,0 0 9-16,0 0 12 0,0 0 7 0,0-4 11 0,0 4 7 0,0 0 12 0,0 0 10 15,0 0 11-15,0 0 11 0,0 0 13 0,0 0 4 0,0 0 4 0,0 0-1 16,0 0-6-16,0 0-6 0,0 0-8 0,0 0-7 0,0 0-9 0,0 0-11 16,0 0-8-16,0 0-14 0,0 0-13 0,0 0-15 0,0 0-13 0,0 0-14 15,0 0-14-15,0 0-14 0,0 0-15 0,0 0-14 0,0 0-11 0,0 0-4 16,0 0 0-16,0 4 2 0,0-4 6 0,0 3 4 0,0 1 7 0,0 3 8 0,6 1 7 16,-6-5 6-16,0 8 8 0,0 0 9 0,6 0 9 0,-6 0 6 0,0 0 9 15,0 4 2-15,0 0-2 0,0-1-4 0,0 1-4 0,0 0-4 0,0-1-4 0,0 1-4 16,0-1-6-16,0-3-4 0,0 4-3 0,0-1-5 0,0 2-1 0,0-5-2 15,-6 3-2-15,6-3 0 0,0 0-1 0,0 0-1 16,0 0-1-16,0 0 0 0,0 0-3 0,0 0-3 0,0-4-8 0,6 0-7 0,-6 4-14 0,0-3-14 0,0-1-16 16,0 1-17-16,0-5-13 0,0 5-17 0,0-1-16 0,0-3-25 0,0 3-32 15,0-3-37-15,0-1-38 0,0 1-44 0,7 0-41 0,-7-4-22 0,0 7-6 0,0-7 11 16,0 0 21-16,-7 4 24 0,7-4 26 0,0 3 28 0,0-3 29 0,0 0 36 0,0 0 40 0,0 0 41 16,-6 0 42-16</inkml:trace>
  <inkml:trace contextRef="#ctx0" brushRef="#br0" timeOffset="29161.41">26865 15782 0 0,'0'-4'1'0,"0"1"101"0,0 3 64 0,0-4 39 0,0 0 27 0,0 4 23 16,0 0 15-16,0-4 15 0,0 1 10 0,0-1 12 0,0 0 11 0,7 1 13 16,-7-1 14-16,0-3-69 0,6 7-119 0,-6-8-61 0,0 5-30 0,6-1-10 0,-6 1 0 15,7-5 2-15,-7 8 4 0,6-7 7 0,-6 3 5 0,7 1 6 0,0-1 3 16,-7 0 0-16,6 4-5 0,-6-3-7 0,6-1-7 0,-6 0-5 0,7 4-5 16,0-3-3-16,-7-1-4 0,6 4-2 0,0-4-1 0,-6 4-3 0,7 0-2 15,-1-3-3-15,1 3-4 0,0 0-5 0,-7 0-2 0,6 0-5 0,0 0-2 0,2 0-4 16,-2 0-1-16,0 0-2 0,0 3-6 0,1-3-1 0,6 4-4 0,-6-4-1 15,-1 4-3-15,8-1 1 0,-8 1-1 0,0 0 0 0,0-1 0 0,8 5 3 16,-8-5 0-16,1 1 0 0,-1 3 1 0,8-3 0 0,-8 3 2 0,0 0 1 16,1 1 2-16,-7-5 0 0,7 5 1 0,-1-1-1 0,-6 0 0 0,6-3 0 0,-6 4-1 15,7-5 2-15,-7 5-1 0,0-5 2 0,0 1 0 0,0 3 1 0,0-3-2 16,-7 3-1-16,1-3-3 16,0 0-1-16,6 3 0 0,-14-3 0 0,8 3-1 0,-7-3 0 0,0-1-1 0,6 4-1 0,-5-3-2 0,-2 0-1 0,2 3-2 0,-8-3-5 15,7-1-1-15,-1 1-6 0,2-4-3 0,6 4-9 0,-8-4-10 0,1 3-12 0,6-3-11 16,-6 0-16-16,7 0-13 0,0 0-20 15,-1 0-21-15,0-3-41 0,7 3-48 0,-6-4-64 0,0 0-71 0,6 1-29 0,0-1-9 0,0-3 8 0,6-1 16 0,-6-2 23 16,6-1 25-16,-6 0 27 0,14-4 33 0,-8 0 32 0,0 1 38 0,7-1 48 0,-6-4 54 16</inkml:trace>
  <inkml:trace contextRef="#ctx0" brushRef="#br0" timeOffset="29747.21">27379 15504 0 0,'0'11'29'0,"-6"-4"146"0,6 0 80 0,-6 1 55 15,-2-5 38-15,8 4 32 0,-6-3 24 0,0-4 18 0,6 0 17 0,-6 0 9 16,6 0 6 0,0-4 10-16,0 4 11 0,0 0-117 0,0 0-190 0,0 0-92 0,0 0-44 0,0 0-23 0,0 0-9 0,0 0-6 0,0 0-3 0,-7 4 1 0,7-4 1 31,0 0 8-31,0 4 10 0,-7-1 7 0,7 1 5 0,0 3-3 0,0 1-7 16,0-1-4-16,0 0-6 0,0 4 0 0,-6 4-1 0,6-4 3 0,0 4 2 15,0-1 1-15,-7 1 5 0,7 3-2 0,0-3-3 0,0 0-2 0,0-5-4 0,0 5-2 16,0-4-2-16,0 0-2 0,0 0 0 0,0 0-5 0,0-3 0 0,0-1-3 15,0 0 0-15,0 1-2 0,7-5-1 0,-7 1 2 0,0 3-1 0,0-3 2 0,0-4 1 16,0 0 2-16,0 4 3 0,0-4 6 0,0 3 5 0,0-3 7 0,0 0 5 16,0 0 8-16,0 0 5 0,0 0 6 0,0 0 5 0,0 0 5 0,0 0 8 15,0 0 4-15,0 0 9 0,0 0 3 0,0 0 4 0,0 0-2 0,0 0-3 0,0-3-8 16,0-1-5-16,0 0-6 0,0 1-8 0,0-5-4 0,-7 5-5 0,7-5-5 16,0 1-5-16,-6 0-6 0,6-1-9 0,-7-3-7 0,7 4-7 0,0-4-5 15,-7 0-3-15,7 0 3 0,0 0-1 0,0 0-1 0,0-4 0 0,-6 4-1 0,6 0-1 16,0 0 2-16,6 0-3 0,-6 1 1 0,0-1 0 0,0 0 1 0,0 3 6 15,0-3 2-15,0 4 3 0,7-1 6 0,-7 1 3 0,0 0 7 0,0-1 4 16,0 1 3-16,0 3 1 0,0-3 1 0,7 3 2 0,-7-3 0 0,0 4-2 0,0-1-1 16,0 0-4-16,0 1-1 0,6-1-7 0,-6 0-4 0,0 1-7 0,0 3-5 15,7-4-9-15,-7 0-5 0,0 4-5 0,6-3-2 0,-6 3-2 0,0-4-2 16,7 0 0-16,0 4-2 0,-7-3 3 0,6 3-1 0,0-4 1 16,0 4 1-16,2 0 0 0,-2 0 2 0,0 0 6 0,1 0 2 0,-1 0 5 0,1 4 3 15,6-4 1-15,-7 3 4 0,0 1 0 0,2 0 1 0,4 3 2 0,-5-3 3 0,0-1 2 16,-1 5 3-16,7-1 2 0,-13 0 4 0,6-3-2 0,1 3 5 0,0 0 3 15,-7 1 2-15,6-1 2 0,-6 0 6 0,0 1 1 0,0 3 4 0,0-4 0 0,0 4 3 16,0-3-1-16,-6 3 1 0,-1-4 1 0,7 4-1 0,-7 0-1 0,1 0-3 16,-7 0 0-16,7-4-3 0,-1 4-5 0,-6 0-2 0,7-4-2 0,-8 4-4 15,8-4-3-15,-7 1-2 0,6-1-3 0,-6 0-2 0,7-3-4 0,0 4-6 16,-8-5-4-16,8 1-7 0,6-4-8 0,-6 4-13 0,-1-4-16 0,7 0-18 0,0 0-22 16,0 0-24-16,0 0-26 0,0 0-28 0,0 0-30 0,0-8-46 0,0 5-56 15,0-5-69-15,0 4-66 0,7-3-32 0,-7-4-11 0,6 0 12 0,0 0 23 0,0 0 31 16,-6-3 35-16,8-1 38 0,-2 0 40 0,0 1 43 0,1-4 44 0,-1 2 55 0,8 2 57 15</inkml:trace>
  <inkml:trace contextRef="#ctx0" brushRef="#br0" timeOffset="30208.26">27653 15452 0 0,'-6'7'1'0,"6"-3"113"0,0 0 85 0,0-1 57 0,0-3 41 0,0 4 27 0,0-4 17 0,6 0 15 0,7 0 16 0,-6-4 15 15,-1 1 9-15,1-1 18 0,-7-3 22 0,0 3-70 0,6 0-125 0,-6-3-78 16,0 0-55-16,0 3-22 0,6-3-7 0,-6 3 8 0,0-3 11 0,0 0 11 15,0 3 7-15,0-3 9 0,-6 3 11 0,6 0-1 0,0 1-4 0,0-1-9 0,0 0-13 16,0 4-11-16,0-3-10 0,0 3-9 0,0 0-8 0,0 0-5 0,0 0-4 16,-6-4-6-16,6 4-4 0,0 0-8 0,0 0-5 0,0 0-8 0,0 0-7 0,-7 0-7 15,7 0-7-15,0 0-6 0,-6 0-9 0,6 4-9 0,0-4-7 16,-7 0-8-16,7 3-7 0,-7 1-5 0,1-4-6 0,0 4-1 0,-2-1-3 0,2 5 1 16,0-1 2-16,-7 0 1 0,6-3 1 0,1 7 4 0,-7-4 4 0,7 0 3 15,-8 4 6-15,8-3 2 0,-1 3 5 16,1-4 2-16,-1 1 0 0,1-1 1 0,-1 0-3 0,1 1 0 0,6-1-2 0,0 0 0 0,-7 1-2 0,7-5 0 0,0 5 0 15,0-1 0-15,0-4-2 0,0 5-2 0,0-5 1 0,0 5 1 0,7-5 2 16,-7 5 1-16,6-5 3 0,-6 5 1 0,7-5 3 0,-1 5-1 0,-6-5 3 0,7 5-1 16,-1-5 3-16,1 4 1 0,-1-2 1 0,0-2 5 0,2 5 0 0,-2-5 2 15,0 1 2-15,1 0 0 0,-1 3 0 0,1-4 0 0,6 1 2 0,-7 0 1 16,-6-4 2-16,6 3 2 16,2 1 0-16,-2 0 0 0,0-1 1 0,1 1 0 0,0 0-2 0,-7-1 2 0,6 1 2 0,-6 0 2 0,7-1 1 0,-7-3 1 0,6 4 3 15,-6 0 1-15,0-1-1 0,0 1 4 0,0 0 0 0,0-1 3 0,0 1 2 0,0-1 4 16,0 1 1-16,0 0 1 0,-6-1-1 0,6 1 0 0,-7 0-3 0,7 3-3 15,-6-3-4-15,-1-1-4 0,0 1-3 16,1 4-4-16,6-5-5 0,-6 1-8 0,-2 0-5 0,2-1-7 0,0 1-10 0,-7 0-8 0,6-1-11 0,1 1-13 16,-1 0-15-16,1-4-18 0,0 3-26 0,-2 1-23 0,2-4-23 0,0 4-36 15,-1-4-40-15,1 0-51 0,-1 3-54 0,1-3-49 0,-1 0-39 0,1-3-9 0,-1 3 10 0,0-4 22 16,1 0 27-16,-7 1 34 0,6-1 38 0,1 0 37 0,-7-3 38 0,7 3 46 0,-8-3 49 16,8 0 53-16,-8 3 70 0</inkml:trace>
  <inkml:trace contextRef="#ctx0" brushRef="#br0" timeOffset="30619.24">27321 15643 64 0,'0'0'149'0,"0"0"52"0,0 0 43 0,0 0 32 0,0 0 27 0,0 0 24 0,6 0 23 0,-6 0 22 0,7-4 20 16,-7 4 24-16,0 0 26 0,0 0-50 0,7 0-88 0,-7 0-62 0,0 0-40 16,0 0-21-16,0-3-11 0,0 3-2 0,0 0 4 0,0 0 2 0,0 0 3 15,0 0-2-15,0 0-1 0,0 0-8 0,0 0-11 0,0 0-12 0,0 0-18 0,0 0-16 16,0 0-14-16,0 0-16 0,0 0-14 0,0 0-13 0,0 0-9 0,0-4-11 16,0 4-10-16,0 0-5 0,0 0-7 0,0 0-4 0,0 0-3 0,0 0-5 15,0 0-2-15,0 0-2 0,0 0 0 0,0 0-3 0,0 0-2 0,0 0-2 16,0 0-3-16,0 0-1 0,0 0 0 0,0 0 0 0,0 0-1 0,0 4 0 0,0-4 5 15,6 3 3-15,-6 1 8 0,0 0 7 0,0-1 5 0,0 1 6 0,6 3 7 16,-6-3 5-16,6 7 4 0,-6-4 4 0,8 4 0 0,-8 0 2 0,6 0 1 16,-6 3-1-16,6 1 0 0,-6 0-4 0,7 0-6 0,-7-1-7 0,0 5-5 0,6-5-7 15,-6 5-4-15,0-1-6 0,0-4-3 0,0 5-14 0,7-1-15 0,-7 1-28 16,0 3-32-16,0-4-54 0,0 4-62 0,0-4-115 0,0 4-136 16,0-3-83-16,0-1-54 0,0 0-14 0,0 0 3 0,0-7 15 0,0 4 23 0,0-8 35 0,7-3 41 0,-7-4 51 15,0-4 58-15,0-3 70 0,6-8 75 0,0-3 98 0,-6-7 106 0</inkml:trace>
  <inkml:trace contextRef="#ctx0" brushRef="#br0" timeOffset="36912.07">16900 13866 6 0,'0'-4'92'0,"7"0"56"0,-7 4 44 0,0-3 34 0,0 3 28 0,0-4 27 0,6 4 26 0,-6 0 24 0,6-3 22 16,-6 3 21-16,0 0 25 0,0 0-25 0,0 0-49 0,0-4-55 0,0 4-59 0,0 0-36 0,0 0-21 0,0 0-11 16,0 0-6-16,0 0-6 0,0 0-7 0,0-4-7 0,0 4-8 0,0 0-8 15,0 0-11-15,0 0-12 0,0-3-14 0,0 3-11 0,0 0-16 0,0 0-13 16,0 0-12-16,0 0-12 0,0 0-12 0,0 0-9 0,0 0-10 0,0 0-6 0,0 0-4 16,0 0 0-16,0 0 6 0,0 3 6 0,8-3 15 0,-8 4 10 0,0 0 11 15,6-1 7-15,-6 4 8 0,6 1 6 0,-6-1 6 0,7 0 6 0,-7 4 8 0,0 0 3 16,6 1 5-16,-6-1 0 0,7 3-2 0,-7 1-5 0,0 3-9 0,0-3-8 15,0 3-6-15,0 0-4 0,0 5-1 0,0-5 0 0,0 0 1 0,0 4 0 16,0-4-1-16,0 1 4 0,0 3-2 16,0-4 0-16,0 1-2 0,0-1-2 0,0 0-2 0,0-3-1 0,0-1-1 0,7 1-2 0,-7-1 1 0,0 1-4 0,6-4-3 15,-6 0-2-15,0-3-3 0,6 3-2 0,-6-4-2 0,6 0-1 0,-6-3 1 16,0 3-1 0,0-3 1-16,8 3 1 0,-8-3 3 0,0-4 2 0,0 0 4 0,0 3 6 0,0-3 3 0,0 0 5 0,0 0 5 0,0 0 3 0,0 0 3 0,0 0 3 15,0 0-2-15,0 0-7 0,0 0-14 0,0 0-24 0,0 0-29 0,0-3-34 16,-8 3-35-16,8-4-37 0,-6 1-38 0,6-1-60 0,-6-3-68 0,0 3-90 15,-1-3-99-15,7-1-38 0,-7 1-8 0,1 0 14 0,-1-5 27 0,7 1 38 0,-6 4 42 16,0-8 46-16,-2 4 46 0,2 1 49 16,0-1 50-16,6 0 60 0,-7-4 66 0</inkml:trace>
  <inkml:trace contextRef="#ctx0" brushRef="#br0" timeOffset="37678.15">17454 13833 36 0,'0'0'118'0,"0"0"44"0,0-4 27 0,0 1 23 0,0-1 22 0,0 0 22 0,0 1 19 0,0-1 17 16,-6 0 14-16,6 1 14 0,0-1 14 0,0 0-43 0,-7 1-78 0,7-1-53 0,0-3-40 16,0 3-13-16,0 1 4 0,0-5 5 0,-7 5 4 0,7-2 2 0,0-2-2 15,0 3 3-15,-6-3 6 0,6 4 3 0,-6-1 2 0,6-3-2 0,0 3-7 16,-8 0-6-16,8 1-8 0,-6-1-8 0,6 0-10 0,0 1-8 0,-6 3-9 0,6-4-8 16,-7 4-7-16,7 0-6 0,0 0-10 0,0 0-9 0,0 0-11 0,-6 0-11 15,6 0-8-15,-7 4-10 0,7-4-8 0,-7 3-6 0,7 5-3 0,-6-5-6 16,0 5-3-16,6 3-2 0,-6-4 0 0,-2 4-2 0,8 4 2 0,-6-4 2 0,0 3 6 15,-1 1 3-15,1 0 2 0,6-1 2 0,-7 4 4 0,0-3 4 0,7 0 1 16,0 3 4-16,-6-3-2 0,6 0 0 0,-6 3 0 0,6-3 0 0,0-1 0 16,-7 1-2-16,7-1-2 0,0 1 2 0,0 0-1 0,0 0 0 0,0-4 2 15,0 0-1-15,0-1-1 0,0 1-4 0,7-3-2 0,-7 3 1 0,6-4 0 0,0 0 1 16,-6 1-1-16,7-1 2 0,0 0 4 0,-1 1 1 16,1-5 2-16,-1 1 2 0,0 3 0 0,2-3 2 0,-2-1 2 0,6 2 2 0,-5-5 1 0,6 3 3 15,-6-3-1-15,5 0 4 0,-4 0 2 0,4 0 0 0,-5 0 1 0,6 0 0 0,0-3 0 16,0 3 3-16,-6-5-2 0,5 5 0 0,-5-3 3 0,6-1 0 15,-7 0 3-15,1 1 3 0,-1-1 3 0,1 1 5 0,0 3 3 0,-1-4 6 0,-6 0 5 16,6 4 8-16,-6-3 7 0,0 3 4 0,0 0 0 0,0-4-2 0,8 0-2 0,-8 1-4 16,-8-1-4-16,8 0-4 0,0 1-8 0,0-1-4 15,0-3-6-15,-6 3-9 0,6-3-8 0,0 3-8 0,-6-3-10 0,6 3-4 0,0-3-5 0,0 3 2 16,0 1-2-16,0-5 0 0,0 5 2 0,0-1-3 0,0 0 0 0,0 1-3 16,0-2 0-16,6 2-3 0,-6 3 0 0,6-3-2 0,-6-5 0 0,8 4-1 15,-8 4-2-15,6-3 1 0,0-1-2 0,-6 0-1 0,6 4 2 16,1-3 1-16,0-1-2 0,-1 4 2 0,-6 0 2 0,7 0 0 0,-1 0 3 0,0 0 2 0,-6 0 1 15,8 0 2-15,-2 0 3 0,0 4 3 0,-6-4 2 0,6 3 1 0,-6 1 3 16,8 0 3-16,-2-1 4 0,-6 1 3 0,6 0 5 0,1 0 0 0,-7 2 4 0,6-1 0 16,-6 2 4-16,0 0 0 0,7 1 5 0,-7-1 2 0,0 0 2 0,0 4 0 15,7-4 2-15,-7 4 0 0,0 0 0 0,-7-3-1 0,7 3-2 0,0 0-1 16,0-1-2-16,-7 1-1 0,7 0 0 0,-6 1-4 0,6-5-3 0,0 0-3 0,-7 4-3 16,7-3-3-16,-6-5-2 0,6 5-2 0,0-5-3 0,-6 5-3 0,6-5-2 15,0 1-1-15,0-4-1 0,0 0-2 0,0 0-1 0,0 4-2 0,0-4-5 16,0 0-4-16,0 0-11 0,0 0-8 0,0 0-9 0,0 0-10 0,0 0-9 0,0 0-10 15,0 0-12-15,0 0-17 0,0-4-16 0,0 4-24 0,6-4-23 0,-6 1-39 16,6-1-47-16,1-3-58 0,-7-1-62 0,6 1-39 0,1 0-27 0,0-4 1 16,-1 0 14-16,6-4 21 0,-4 4 25 0,-2-4 31 0,0 1 35 0,1-5 37 0,-1 5 40 15,1-5 49-15,0 1 55 0,-1 0 60 0,-6 0 71 0</inkml:trace>
  <inkml:trace contextRef="#ctx0" brushRef="#br0" timeOffset="38163.21">17943 13782 0 0,'0'-4'12'0,"0"4"52"0,0-3 28 0,-8-1 19 0,8 0 21 0,0 4 19 0,-6-3 19 0,0-2 21 0,6 2 19 0,0-1 15 0,-6 0 17 0,6 1-12 0,0-1-27 0,0 1-28 0,0-1-29 16,0 0-13-16,0 1-5 0,0-1-4 0,0 4-3 0,0-4-2 0,0 1-2 16,0 3 3-16,0 0 1 0,0-4 6 0,0 4 7 0,0-4 9 0,0 4 6 15,0-3 7-15,0 3 3 0,-7-4 3 0,7 4 0 0,0-4-1 0,0 4 4 16,0 0-7-16,0 0-3 16,0 0-9-16,0-3-9 0,0 3-11 0,0 0-11 0,0 0-15 0,0 0-11 0,0 0-14 0,0 0-15 0,0 0-12 0,0 0-17 0,0 0-14 15,0 0-14-15,0 0-9 16,0 0-10-16,0 0-2 0,0 0-2 0,0 0 3 0,0 3 5 0,0 1 5 0,7 3 4 0,-7-3 7 0,0 3 6 0,0 1 5 15,6-1 9-15,-6 4 5 0,0 0 8 0,6 0 3 0,-6 0 2 0,6 4-2 16,-6-1-2-16,0-3-6 0,8 4-8 0,-8 3-1 0,0-3-6 0,6-1-4 0,-6 2-2 16,0-2-6-16,6 1 0 0,-6-1-2 0,0 1-1 0,0 0-2 0,7-1 1 15,-7-3-3-15,0 0-2 0,0 0-2 0,6 0-1 0,-6 0-3 0,0-3-1 0,7-2 1 32,-7 2 1-32,0 0-1 0,0-1 1 0,0 0-2 0,7-3-3 0,-7 3-7 0,0-3-7 15,0-1-10-15,0 1-12 0,6 0-11 0,-6-4-14 0,0 0-17 0,0 0-16 0,0 3-16 0,0-3-16 0,0 0-16 0,0 0-16 0,0 0-16 0,0 0-20 16,0 0-34-16,0 0-44 0,0 0-62 0,0 0-67 0,0 0-21 0,0 0 6 15,0-3 20-15,-6-1 25 0,6 0 28 0,0-3 29 0,0 0 29 0,-7 3 32 0,7-7 35 16,-7 4 37-16,7 0 49 0,-6-4 60 0</inkml:trace>
  <inkml:trace contextRef="#ctx0" brushRef="#br0" timeOffset="38639.94">17955 14012 62 0,'0'0'135'0,"0"-3"42"0,0-1 32 0,0 4 28 0,0-4 26 0,0 4 26 0,0 0 24 0,0 0 21 0,0-3 19 0,0 3 17 16,0-4 15-16,0 4-58 0,-6-4-100 0,6 1-54 0,0 3-33 0,0-4-12 15,0 0-9-15,0 4-5 0,0-3-8 0,0 3-6 0,0-4-7 0,0 1-4 0,0 3-3 16,0 0-4-16,0-4-1 0,0 4-7 0,0 0-6 0,0-4-10 0,0 4-7 16,0 0-9-16,0-3-8 0,6-1-6 0,-6 0-4 0,0 1-3 0,7 3-5 0,-7-4 0 15,6 0 1-15,-6 1-2 0,7-1 3 0,0 4 1 0,-1-4 2 16,0 1 2-16,0-1 2 0,2 0 3 0,4 1 2 0,-5 3 1 0,6-4 1 0,-6 4 1 15,5-4-2-15,2 4-1 0,-2 0 0 0,2-4-5 0,-1 4-4 0,0 0-1 16,0 0-5-16,-1 0-3 0,2 4-3 0,-1-4-3 0,-7 4-4 0,7-4-2 16,-6 4 0-16,5-1 0 0,-4 1 4 0,-2 0 0 0,-6-1 0 0,6 5 6 0,-6-5 3 15,0 5 3-15,0-1 5 0,0 0 3 0,-6 1 2 0,6 2 5 0,-6-2-2 16,-8 3 0-16,8 0-2 0,-7 0-3 0,0 0-6 0,0 0-4 0,-1-1-11 0,2 2-10 16,-8 3-11-16,7-5-17 0,-7 1-17 0,8 0-25 0,-2 0-27 0,2-3-36 15,-8 3-32-15,7 0-54 0,7-4-64 0,-8 4-82 16,2-4-90-16,-2 0-33 0,8-2-4 0,-1 1 13 0,-5-1 23 0,4-5 26 0,2 0 33 0,0 0 39 0,6-5 41 0,-6 2 47 15,-1-8 50-15,7 0 60 0,-7 0 65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8-11T05:08:49.8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6793 5620 7 0,'6'-8'72'0,"-6"5"35"0,0-1 26 0,0 0 25 0,0 1 24 0,0-1 26 0,0-4 26 0,0 5 25 0,0-1 24 0,0-3 20 0,0 3 21 0,0-3-28 16,6 3-55-16,-6 0-34 15,0-3-23-15,0 3-10 0,0 1-8 0,0-1-7 0,0 1-5 0,0 3-14 0,0 0-15 16,0-4-13-16,0 4-12 0,0 0-11 0,0 0-12 0,0 0-10 0,0 0-11 0,0 0-3 0,0 0-5 0,0 0-6 0,0 4 0 16,0-1-6-16,0 1-3 0,-6 3-3 0,6-3-3 0,0 3-1 0,0 4 0 15,0-4 2-15,-6 4 3 0,6 1-1 0,0 2 1 0,0 1 0 0,0 0-5 0,-7-1-1 16,7 1-6-16,0-1-2 0,0 5-2 0,-7-1 1 0,7 4-1 0,0-3 3 16,0 2-1-16,-6 1 6 0,6 4 1 0,0-4 2 15,0 3 3-15,0 1-1 16,0 0 1-16,0-1 1 0,0 1 0 0,0 0-1 0,0 0-1 0,6-1-2 15,-6-3 0-15,7 0-2 0,-7 0-3 0,7-4-3 0,-1 0-3 0,-6 1-1 0,6-1 0 16,1-3 1-16,-7 3-1 0,6-3 1 0,1 0-3 0,0-5 0 0,-7 1-2 16,6 0-1-16,-6 0 0 0,6 1 0 0,-6-5-2 0,7 0 0 0,-7 1 3 15,0-1-2-15,0-3 1 0,0-1-1 0,7 1-2 0,-7 0 1 0,0-4 2 0,0 3-4 16,0-3-4-16,0 0-10 0,0 0-9 0,0 0-19 0,0 0-18 0,0 0-37 16,0 0-44-16,0 0-85 0,0-3-97 0,0-1-80 0,0-3-67 0,0-1-25 15,0-3-3-15,0 0 11 0,0 0 19 0,0-4 26 0,6 1 31 0,-6-4 35 0,6-4 41 16,-6 3 53-16,7-3 58 0,0 1 77 0,-7-6 86 0</inkml:trace>
  <inkml:trace contextRef="#ctx0" brushRef="#br0" timeOffset="1158.48">6864 5744 82 0,'-6'3'138'0,"-1"2"27"15,0-5 19-15,1 0 14 0,6 3 15 0,-6-6 10 0,-1 3 10 0,0 0 10 16,7-5 9-16,-6 5 7 0,6-3 6 0,-7 0-74 0,7 3-123 0,-6-5-50 0,6 2-15 15,-6-1-5-15,-1 1 1 0,0-1 2 0,7 0 1 0,-6-3 3 0,0 3 1 16,-2 1 7-16,2-5 5 0,0 5 9 0,-7-1 5 0,6-3 9 0,0 3 10 16,1 0 5-16,0-3 6 0,0 3 6 0,-2 1 5 0,2-5 4 0,0 5 6 15,6-1 2-15,-7 1 4 0,1-5-1 0,6 5-4 0,-7-1-3 0,7 0-2 0,0 4-9 16,0-3-4-16,0 3-12 0,0-4-8 0,0 0-8 0,0 1-7 0,7-1-9 16,-7 0-5-16,6 1-9 0,1-1-4 0,-1-4-6 0,0 5-3 0,8-1-3 15,-8 0-4-15,7 1 4 0,0-1 6 0,0 0 9 0,1 1 11 0,-2-5 8 16,2 5 2-16,5-1 2 0,1 0 2 0,-8 1 3 0,14-1 2 0,-6-3 3 0,-1 3 0 15,7 1 6-15,-6-1 2 0,7 0 4 0,-1-3-6 0,-1 3-5 0,7 1-10 0,1-1-2 16,0-3-1-16,0 3-2 0,6-3 2 0,0-1-3 0,7 1 1 0,-7-1-2 16,6 2-3-16,7-2 0 0,-6 0-6 0,6-3-3 0,0 4-3 0,0-4-2 15,7 0 1-15,-8 4-3 0,8-4 0 0,0 0-1 0,-7 0-1 0,7 4 0 0,6-4 1 16,-6 0 0-16,-1-1 1 0,0 2 2 0,1-1 4 0,0 0 8 0,6 0 3 16,-7 0 6-16,7 0 5 0,0-4 3 0,1 4 4 0,-7-3 2 0,12 3-1 0,-6-4 2 15,0 0-2-15,0 0-1 0,8 1-2 0,-8-1-1 0,6 1-3 0,-6-5-4 16,6 5-4-16,-6-1-7 0,1 0-3 0,6 0-7 0,-7 1-3 0,0-1-2 15,0 4-2-15,0-3-2 0,-6 3 2 0,6-4-1 0,-7 4-1 0,1 0-3 16,-7 4 1-16,7-4-4 0,-6 4-1 0,-8-1 0 0,7 0 1 0,-7 2 1 16,-6 2 0-16,7-4 0 0,-7 5 1 0,0-1-1 0,0 0 0 0,0 4 0 0,-6-3 1 15,6 3 0-15,-7-4 0 0,1 4 4 0,-7 0 0 0,6 0 2 0,-5 0-1 16,5 0 1-16,-6 4 1 0,0-4 0 16,1 0 1-16,-8 0 0 0,7 0 1 0,-6 3-1 0,0-3 1 0,-2 0-2 0,2 4-2 0,-7-4 1 15,1 0-4-15,-2 0 0 0,1 0-2 0,0 4 0 0,-6-4-2 0,-1 0 1 0,1 0 1 0,0 0 5 16,-7 3 7-16,6-3 4 0,-6 0 3 0,0 0 4 0,0 0 3 0,0 0 2 15,0 0 3-15,0 0 2 0,0 0 2 0,0 0 4 0,0 0 2 0,0 0 4 0,0 0 1 16,0 0-1-16,0 0-2 0,0 0 0 0,0 0-3 0,0 0 2 0,0 0-2 16,0 0 2-16,0 0 0 0,0 0 1 0,0 0 0 0,0 0 1 15,0 0 0-15,0 0-1 0,0 0 1 0,0 0-1 0,0 0 0 0,0 0-2 0,0 0-1 16,0 0-1-16,0 0-1 0,0 0 0 0,0 0-2 0,0 0-1 0,0 0-2 0,0 0-4 16,0 0-5-16,0 0-5 0,0 0-5 0,0 0-8 0,0 0-7 0,0 0-6 15,0 0-7-15,0 0-7 0,0 0-5 16,0 0-1-16,0 0 1 0,6 4 3 0,-6 0 3 0,0 0 3 0,0-1 3 0,0 0 0 0,0 5 5 0,0 0 0 0,0-1 5 15,0 0 4-15,7 4 4 0,-7-4 6 0,0 4 4 0,0 0 0 0,7 0-1 16,-7 0-6-16,0 0-1 0,0 0-1 0,6 0-1 0,-6 4 0 0,0-4 0 0,0 4 1 16,6-1-1-16,-6 1 1 0,0 0-1 0,0-1 2 0,7 4-2 0,-7-3 1 15,0 3-1-15,6 1 1 16,-6-1 0-16,7 1-1 0,-7-1 2 0,0 4-1 0,7 0 1 0,-7 0 2 0,6 0 1 0,-6 0-1 0,6 3 1 0,-6-3-2 0,8 0 1 16,-8 0 0-16,6 1 1 0,-6-5 0 0,6 4 0 0,-6-4 0 0,0 0 0 15,6 0 0-15,-6 1-3 0,7-1 3 0,-7 1-1 0,7-5 1 0,-7 5 0 0,6-1 0 16,-6 0 0-16,7-3 0 15,-7-1-2-15,6 5-1 0,-6-4 1 0,6-1 2 0,-6 1 2 0,0-1-2 0,8 1 1 0,-8 0 0 0,0-4 1 0,0 0 3 16,0 3 0-16,0-7 0 0,0 4 0 0,0 0 5 0,0-3 3 0,0-1 2 16,-8 1 2-16,8-1 3 0,-6 0 2 0,0 1-1 0,-1-5 3 0,-6 5-2 15,6-5 0-15,-5 5-1 0,-2-5 2 0,2 1-2 0,-2-1 2 0,-5 1-4 0,6 0-4 16,-6-1-1-16,-1-3-2 0,0 4-5 0,-5-4 0 0,5 4-2 0,-7-4-4 16,1 0 2-16,0 0-3 0,1 0-3 0,-1 3-2 0,-7-3-1 15,7 0 0-15,-7 0-1 0,-5 0 1 0,4 4 0 0,-5-4 0 0,1 0-1 16,-9 4 1-16,2-1 0 0,0-3 0 0,-7 4-1 0,-1 0 1 0,1-1 1 0,1 1 0 0,-8 0 0 15,0 3-2-15,0-3 0 0,-6-1 1 0,0 5 2 0,0-4 1 0,0 3-2 16,-7 0-3-16,7 1-1 0,-6-1-1 0,-2 0 0 0,-4 4 3 0,5-4 0 0,0 4 1 16,1-3 1-16,0 3 0 0,-8 0-3 0,8-4 1 0,-2 4-2 0,2 3-1 31,0-6 3-31,-2 3 2 0,2 0 1 0,0 4 1 0,6-4 1 0,-8 0-3 0,8 0 0 16,-6 0-3-16,6 0 3 0,0-1 2 0,0 1-1 0,6 0 3 0,-6 0-1 15,-1 1 0-15,9-1 0 0,-2 0-3 0,0 0-2 0,0 0 0 0,1 0 0 16,5-1 2-16,2 1 0 0,-2 0 2 0,1 0-1 0,0-3-2 0,0 3 1 15,6 0-2-15,1-4 1 0,-1 1 0 0,1-1 1 0,-1 4-1 0,7-4-1 0,0 0 0 16,7-3 1-16,-7 3-2 0,5 1 2 0,2-5-2 0,-1 5 1 0,8-5 1 16,-1 1-2-16,0 0 2 0,-1-1-2 0,1 1 1 0,6 0-1 0,1-1 3 15,6 1-1-15,-6-4 1 0,5 4 1 0,2-4-1 0,5 3 1 0,1-3 2 0,-1 0-4 16,0 4-2-16,7-4-2 0,0 0-5 0,-6 0-4 0,6 0-7 0,0 0-6 16,0 0-8-16,0 0-9 0,0 0-13 0,0 0-13 0,0 0-17 0,0 0-12 15,0 0-9-15,6 0-11 0,1 0-10 0,-7-4-13 0,7 4-19 0,-1 0-21 0,1 0-21 16,5 0-43-16,-4 0-46 0,4 0-81 0,1-3-95 0,0 3-28 0,0-4 1 15,7 0 14-15,-7 1 19 0,6-5 26 0,-6 1 29 0,1-4 35 0,-2 0 38 0,2 0 43 16,-2-3 46-16,-5-1 57 0,6-4 65 0</inkml:trace>
  <inkml:trace contextRef="#ctx0" brushRef="#br0" timeOffset="1808.98">7685 5601 79 0,'0'0'141'0,"0"0"33"0,0 0 24 0,0 0 21 0,6 0 17 0,-6-3 21 0,0-5 21 0,7 1 21 0,-7 3 21 0,0-3 21 0,0 7 25 0,0-8-55 15,0 5-101-15,0-1-41 0,0 0-9 0,0-3 3 0,0 3 10 0,0 1 8 0,0-1 12 16,0-3 0-16,0 3-1 0,0 1-1 0,0-5-4 0,0 5-3 0,0-1-6 16,-7 0-14-16,7 4-16 0,0-3-18 0,0 3-20 0,0 0-21 15,0 0-21-15,0 0-20 0,0 0-20 0,0 0-18 0,0 0-15 0,0 0-12 0,0 0-10 16,0 0-8-16,0 0-4 0,0 3-5 0,0 5 0 0,0-5 2 0,0 5 7 0,0-1 5 16,0 4 4-16,7-4 9 0,-7 8 6 0,0-4 9 0,0 3 8 0,0 1 3 15,0 0 1-15,0 0 3 0,6 3-3 0,-6-4 0 0,0 5-1 0,0-1-3 16,6 0-1-16,-6 0 1 0,0 1 3 0,8-4 5 0,-8 3 3 0,6 0 1 0,-6 4 3 15,6-4-1-15,-6 1 5 0,6-1-1 0,1 4 4 0,-7-3 2 0,7 3 1 16,-1-4 0-16,1 4 1 16,-7-4-4-16,6 4-2 0,0-3-4 0,2-5-3 0,-2 4 0 0,0 1 0 0,1-5 0 0,0 1-2 0,-1 0-2 0,0-1-3 0,1-2 0 15,-1 2-3 1,1-3 2-16,0 0 0 0,-1 0 0 0,0 0 3 0,-6-4 0 0,7 1-3 0,-7 3 1 0,7-4-3 0,-7-3 0 0,6-1-3 0,-6 4 1 16,0-3 3-16,0 0 4 15,0-4 1-15,0 0 4 0,0 0 2 0,0 0 4 0,0 3 0 0,0-3 3 0,0 0 4 0,0 0 4 0,0 0 3 0,0 0 3 0,0 0 3 16,0 0-12-16,0 0-18 15,-6-3-27-15,6 3-32 0,-7-4-34 0,7 0-32 0,-7 1-43 0,1-1-44 0,0-3-73 0,-1 0-87 0,0-1-97 0,1 1-96 0,-7-4-36 16,7 4-11-16,-8-4 21 0,2-4 30 0,-2 4 42 0,1-3 45 0,0-2 47 16,0 2 49-16,-7-1 54 0,8 1 57 0,-1-1 71 0,-7-3 75 0</inkml:trace>
  <inkml:trace contextRef="#ctx0" brushRef="#br0" timeOffset="2378.58">7053 5920 49 0,'6'-4'115'0,"-6"1"30"0,6-5 18 0,2 5 15 0,-8-1 15 0,6-3 21 0,-6 3 28 0,6 0 24 0,-6-3 27 15,7 3 23-15,-7-3 24 0,6 3-46 0,-6-3-79 0,7 3-37 0,-7-3-8 0,0 3 7 16,7-3 15-16,-7 3 13 0,0-3 14 0,0 3-1 0,0 1-10 0,0-5-9 16,0 5-12-16,0-5-6 0,-7 5-6 0,7-1-11 0,0-3-13 0,-7 3-14 15,7 0-18-15,0 1-14 0,-6-1-14 0,6 1-17 0,-7-1-18 0,1 0-13 16,6 1-13-16,-6 3-11 0,-2-5-8 0,8 5-10 0,-6-3-11 0,0 3-6 0,0 0-7 16,-1 0-5-16,0 3-5 0,1-3-4 0,-1 5-3 0,1-5-1 0,0 3 0 15,-2 1-1-15,2 3 5 0,0 0 1 0,-8-3 1 0,8 3 2 0,0 1 2 16,-1-1 0-16,1 4 4 0,-1-4 3 0,7 1 1 0,-7-1 4 0,1 4 1 15,0-4 3-15,6 0-2 0,0 4 2 0,-6-3-2 0,6-1 0 0,0 1-1 0,-8 3 0 16,8-4 1-16,0 0-1 0,8 1 1 0,-8-1-1 0,0 0 3 0,0 1-2 16,6 2 4-16,-6-2-1 0,6-1 0 0,-6 4 2 0,6-4 1 0,1 4 1 15,0-3 3-15,-1-1 0 0,1 4-1 0,-1-3 5 0,0-1 2 0,8 0 2 0,-8 1 4 16,8-1-1-16,-2 0 1 0,-5 0 1 0,6 1 3 0,0-5 3 16,-1 5-1-16,2-5 0 0,-1 1-1 0,0 3 0 0,0-3-2 0,0 0 0 0,-6 3-2 15,5-3 0-15,-5-1-2 0,0 1 0 0,-1 0 0 0,1-1 0 0,-1 1-3 0,0-1 3 16,-6 1 2-16,7-4 3 0,-7 4 4 0,0-1 3 0,0 2 7 0,0-5 3 15,0 3 6-15,0 0 4 0,0 2 6 0,0-5 7 0,-7 3 6 0,7 1 4 16,-6-1 5-16,6 1 0 0,-6 0-1 0,-1-1 2 0,1-3-5 0,-1 4-3 16,0 0-3-16,1-1-4 0,-7-3-2 0,6 4-6 0,1-4-4 0,0 0-6 0,-1 4-10 15,0-4-6-15,1 0-6 0,-1 0-8 0,1 0-9 0,0 0-16 0,-2 0-16 16,2-4-17-16,0 4-25 0,6 0-25 0,-6 0-27 0,-1-4-25 0,7 4-28 16,-7 0-34-16,7 0-35 0,-6 0-60 0,6-3-67 0,0 3-58 0,0 0-47 0,0 0-7 15,-7-4 15-15,7 0 26 0,0-3 34 0,0 3 35 0,0 1 40 0,0-4 38 16,0-1 41-16,0 0 45 0,7 1 48 0,-7 0 60 0,6-4 73 0</inkml:trace>
  <inkml:trace contextRef="#ctx0" brushRef="#br0" timeOffset="2599.98">7280 5883 0 0,'8'11'51'0,"-2"-3"164"0,-6-1 90 0,6-3 62 0,-6-4 42 0,0 0 33 0,0-4 24 0,0-7 25 0,7-8 28 0,-7-3 30 0,6 8 25 0,1 7 23 0,0-1 22 15,-1 5-140-15,0-5-230 0,1 8-119 0,0-3-57 0,5-1-26 16,-5 0-12-16,0 4 0 0,-7 0 1 0,6-3-2 0,1 6-10 0,-1-3-7 15,-6 0-9-15,6 4-4 0,-6 0-1 0,7-1 0 0,-7 1 2 0,7 3 3 0,-7-3-1 0,6 7 4 16,-6-4 6-16,0 4 0 0,0 4 6 0,6-4-1 0,-6 4 3 0,0-1-1 16,0 5-2-16,0-1-14 0,0-4-24 0,0 5-34 0,0 3-39 0,0-4-40 15,0 1-46-15,0-1-43 0,0 0-45 0,0 0-73 0,-6 1-83 0,6-1-69 16,0 0-59-16,0 0-17 0,0-3 4 0,0 4 25 0,0-5 37 0,0 1 47 0,0-4 51 16,0 4 52-16,0-8 54 0,6 4 54 0,-6-8 53 0,0 5 65 0,0-5 81 0</inkml:trace>
  <inkml:trace contextRef="#ctx0" brushRef="#br0" timeOffset="3267.17">8831 5469 77 0,'0'-3'145'0,"0"-1"40"0,-6 1 31 0,6-2 30 0,0-1 29 0,0-2 28 0,0 0 28 0,-7 1 27 0,7 0 25 16,0 3 23-16,0-3 25 0,0 3-60 0,0 1-109 0,-7-5-56 0,7 5-28 15,0-1-9-15,0 0-2 0,0 1-3 0,0-1-2 0,0 0-7 0,-6 1-6 16,6 3-7-16,0-4-10 0,0 4-9 0,0 0-13 0,0 0-12 0,0 0-10 0,0 0-13 16,0 0-14-16,0 0-16 0,0 0-18 0,0 0-16 0,0 0-21 0,0 0-13 15,0 0-12-15,0 4-7 0,0-1-1 0,0 1 1 0,0 0 4 0,0 3 3 16,0 0 6-16,0 4 4 0,0 0 8 0,0 0 4 0,0 4 7 0,0-1 7 0,6 5 8 15,-6-4 4-15,0 3 3 0,0 0 3 0,7 0 2 0,-7 4 0 0,0-3 1 16,7 3 0-16,-7-4 1 0,6 4-1 0,-6 0 2 0,6 0-2 0,-6 0 1 0,7 0 3 16,-1-3-2-16,1 2 2 0,-7-2-1 0,7 3-3 0,-1-4-1 0,0 0-4 15,-6 0-2-15,7 1-2 0,0-4 0 0,-1 3-1 0,0-3 1 0,-6-1 1 16,7 1 3-16,-1-1-1 0,1-3 0 0,-7 0-1 0,7 0-2 0,-7 0-9 16,6 1-19-16,0-5-19 0,-6 0-25 0,0-3-32 0,0 3-31 0,8-3-31 0,-8 0-29 15,0-4-44-15,0 3-54 0,0-3-91 0,0 0-105 0,-8 4-43 0,2-4-11 16,6 0 16-16,-6-4 26 0,-1 4 36 0,0-7 39 0,-6 3 43 0,7-3 45 0,-7 0 43 15,0-4 45-15,0-1 53 0,-7 1 61 0</inkml:trace>
  <inkml:trace contextRef="#ctx0" brushRef="#br0" timeOffset="3774.33">8395 5671 0 0,'0'-4'3'0,"0"4"53"0,0-4 38 0,0 1 35 0,0-1 38 0,0 0 35 15,-7 1 34-15,7-1 30 0,-7 1 27 0,7-1 28 0,0 0 28 0,-6 1 4 16,0-1-9-16,6 0-19 0,-7 1-23 0,7-1-25 0,-7 0-25 16,1 1-27-16,0-1-31 0,6 0-26 0,-7 4-24 0,0-3-18 0,1 3-17 0,-1 0-16 0,1-4-18 15,-8 4-19-15,8 0-16 0,0 4-10 0,-7-4-8 0,0 0-9 0,6 3-5 16,-5 5-9-16,-2-5-6 0,8 1-4 0,-8 3-2 0,2-3-2 0,-1 3 1 15,6 1-2-15,-6-1-1 0,7-4 0 0,-1 5-1 0,-6-1-3 0,7 0-1 16,-1 1 0-16,7-5-1 0,-7 5 0 0,1-1-1 0,6-3 0 0,0 3 0 0,-7-3-2 16,7-1 0-16,0 5 1 0,0-5 1 0,0 1 1 0,0-1 2 0,0 5 3 15,7-5 2-15,-7 2 2 0,6-2 5 0,-6 1 6 0,7 3 4 0,0-3 2 16,-1-1 7-16,0 1 5 0,1 0 6 0,0-1 3 0,5 5 6 0,-5-5 5 16,6 1 4-16,-6 0 5 0,5-1 8 0,2 1 2 0,-2 0 5 0,2-1-2 0,-1-3 0 15,0 4-3-15,-6 0-1 0,5-1-6 0,2 1-4 0,-2 0-4 0,-5-1-4 16,6 1-4-16,-6-4-5 0,5 3-6 0,-5 1-4 0,0 0-8 0,-1-1-2 0,0 5-1 15,1-5 1-15,0 1 1 0,-1 3 3 0,-6-3 0 0,7 4 6 0,-7-1 1 16,6-3 3-16,-6 3 3 0,0 0 2 0,0 4 3 0,0-3 0 0,-6-1 1 16,6 4 1-16,-7-4 2 0,7 4-5 0,-6 0 0 0,-1-4 0 0,0 1-3 15,1 3-2-15,-7-4 0 0,6 0-4 0,1 1-3 0,0-4-2 0,-8 3-5 0,8-3-4 16,-1 3-9-16,1-3-5 0,-8-1-12 16,8-3-7-16,0 4-12 0,0 0-10 0,-1-4-13 0,7 3-13 0,-7-3-18 0,1 0-17 0,6 0-21 0,-7 0-21 15,7 0-27-15,-6 0-30 0,6 0-43 0,-6-3-52 0,6 3-61 0,0-4-61 0,-8 4-15 16,8-4 3-16,0-3 18 0,0 3 22 0,0-7 29 15,0 4 33-15,0-1 34 0,0-3 37 0,0 0 40 0,8-3 45 0,-8-1 53 0,6-3 65 0</inkml:trace>
  <inkml:trace contextRef="#ctx0" brushRef="#br0" timeOffset="4265.88">8531 5642 55 0,'7'0'142'0,"6"-4"52"0,-7 0 39 0,7 1 34 0,-7-1 30 0,2 0 30 0,4 1 33 0,-5-1 32 0,0-3 28 0,-1 3 28 0,0 0 23 0,1 1-51 15,-1-1-90-15,1-4-69 0,-7 5-51 0,7-1-29 0,-1 0-14 0,-6 4-10 16,6-3-10-16,-6 3-13 0,0-4-15 0,0 4-13 0,0 0-12 0,7 0-10 16,-7 0-7-16,0 0-9 0,0 0-7 0,0 0-10 0,0 0-6 0,-7 0-8 0,7 4-9 15,-6-4-3-15,6 3-5 0,-6 1-4 0,-1 0-5 0,-6-1-2 0,6 1 0 16,-5 4-2-16,-2-5-2 16,2 5-2-16,-8-1-1 0,7 0-2 0,0-3 0 0,-6 3-2 0,5 1-1 0,1-5-3 0,0 1-2 0,0 3-3 0,7-3-2 0,-8-1-3 15,8 1-1-15,0 0-4 0,-1-4 0 0,0 3-2 0,1-3 2 0,0 4-1 16,6-4 5-16,0 0 1 0,-7 0 5 0,7 0 1 0,0 0 2 0,0 0-2 15,0 0 0-15,0 0-3 0,0-4-5 0,0 4-1 0,0-3-4 0,0-1-1 16,0 0-3-16,7 1-3 0,-7-1-4 0,6 0-4 0,0-3-2 0,-6 4-2 0,7-1 2 16,6 0 2-16,-7 1 2 0,1-1 2 0,6 0 5 15,-6 4 1-15,6-3 3 0,-7-1 2 0,7 0 3 0,1 4 3 0,-2 0 4 0,1-3 4 0,0 3 5 0,-6 0 1 16,5 3 1-16,2-3 0 0,-1 0 2 0,-6 4 1 16,5 0 2-16,-5-1 4 0,-1 1 4 0,1 3 2 0,0-3 5 0,-1 3 1 0,-6 0 5 0,6 1 0 15,-6 3 2-15,0-4 3 0,0 4 2 0,0 0 4 0,0 0 1 0,-6 0 0 16,6 0 2-16,-6 3-1 0,-1-6-2 0,-6 3-2 0,6 0-3 0,-5 0-3 0,5 0-5 31,-6-4-5-31,7 1-5 0,-8 3-3 0,8-4-7 0,-1 0-4 0,-6-3-7 0,7 3-1 0,6 0-5 0,-7-3-2 0,1 3-3 0,6-3 1 0,-6 0-4 0,6 3 1 31,0-3-2-31,-8 0 0 0,8 3-1 0,0-3 1 0,0-1 4 0,0 5 0 16,0-5 6-16,0 1 0 0,0 3 1 0,8-7 5 0,-8 4 2 16,6 0 1-16,-6-1 4 0,6 1 0 0,1 0 1 0,-1-4-9 0,1 0-9 0,6 0-20 15,-1 0-25-15,2 0-29 0,-1-4-34 0,6 0-64 0,1 1-83 0,-1-5-84 0,7 5-84 16,-6-5-35-16,7 1-10 0,-8 0 7 0,7-4 15 0,-6-1 25 0,6 1 30 0,-7-3 38 15,1-1 42-15,-1-3 47 0,0 0 51 0,1-4 68 0,-1 0 72 0</inkml:trace>
  <inkml:trace contextRef="#ctx0" brushRef="#br0" timeOffset="4837.17">9750 5238 3 0,'6'-3'31'0,"-6"3"17"0,0 0 15 0,0 0 15 0,6-4 18 0,-6 4 21 0,0-3 25 0,0 3 26 0,7-4 28 16,-7 4 24-16,0-4 17 0,0 4 10 0,6-3 5 0,-6 3 1 0,0-4 1 15,0 4 0-15,0-4 5 0,0 4 1 0,0-3 4 0,0-1-6 0,0 0-13 16,0 1-15-16,0-1-17 0,0-3-13 0,0 3-8 0,0 4-5 0,-6-4-2 0,6 1 0 15,0-1 3-15,-7 0-3 0,7 0-5 0,0 1-8 0,0-1-11 0,-6 0-10 16,6 4-15-16,0-3-12 0,0 3-19 16,0 0-13-16,0-4-16 0,0 4-14 0,0 0-16 0,0 0-15 0,0 0-14 0,0 0-16 0,0 0-14 0,0 0-11 15,0 0-12-15,0 0-6 0,0 0-5 0,0 4 1 0,0-1 1 0,0 1 4 0,6 3 3 16,-6 1 3-16,0-1 6 0,7 4 6 0,-7 4 3 0,6 0 6 0,-6 3 8 16,7 0 6-16,-1 0 6 0,-6 4 4 0,7 4 0 15,-7-4-1-15,6 4-2 0,0-4 1 0,-6 3-1 0,8 1-1 0,-8-4-1 0,6 4 1 16,-6-4-1-16,6 0-1 0,1-4 1 0,0 4-1 0,-7-4 1 0,6 1 0 0,0-1 1 0,1 0 3 15,-1 0 1-15,1 1 2 0,0-5 2 0,-1 5-1 0,0-5 4 0,1 1-5 16,0 0-2-16,-1-1-14 0,0-3-16 0,1 0-27 0,-1 0-30 0,-6 0-38 0,7 0-43 16,0 0-45-16,-7-4-51 0,0 1-94 0,6-1-117 0,-6 0-58 0,-6 1-32 15,6-5-2-15,0 1 11 0,-7 0 29 0,7 0 35 0,-7-4 42 0,1 0 48 16,-7 0 52-16,7-4 55 0,-1 0 56 0,-6 0 61 0,0 1 84 0,0-1 83 0</inkml:trace>
  <inkml:trace contextRef="#ctx0" brushRef="#br0" timeOffset="5280.12">9462 5495 0 0,'-6'-4'1'0,"6"4"97"0,-6-3 65 0,6 3 39 0,-7-4 30 0,0 4 24 0,1-4 24 0,6 4 23 0,0 0 25 15,0-7 24-15,0 7 23 16,-6-4 20-16,-1 1 16 0,7 3-75 0,-6 0-129 0,-1-4-65 0,0 4-37 0,7 0-18 0,-6 0-7 0,0 0-8 0,-2 0-9 15,2 4-9-15,0-4-13 0,0 3-10 0,6-3-13 0,-7 4-6 0,0-4-7 0,1 4-2 16,-1-1-5-16,7 1 0 0,-6 0-2 0,6-1 0 0,-6 1 1 0,6 0-1 16,0-1 1-16,0 1-2 0,-8 3 1 0,8-3-1 0,0 0-2 15,0-1 2-15,8 1 4 0,-8 3 4 0,0-3 7 0,0-1 3 16,6 1 2-16,-6 0 1 0,0 3 1 0,6-3 1 0,-6-1 4 0,7 1 2 0,-7 0 6 0,6 3 2 0,-6-3 3 16,7-1 1-16,0 1-1 0,-7 4-4 0,6-5-3 0,-6 1-3 0,6 3 2 0,0-3 0 15,2 3 2-15,-8-3-2 0,6 0-1 0,0 3 1 16,1-3 2-16,6 3 1 15,-6-4 0-15,-1 5 1 0,7-5-2 0,-6 5 0 0,-1-5-1 0,0 5-4 0,8-5 0 0,-8 5 0 0,1-5-1 0,-1 1 1 0,1 3 0 0,-7-3-3 32,6 0-1-32,-6-1-3 0,0 1 1 0,7 0-2 0,-7-1 5 0,0 1-1 0,-7-1 5 0,7 5 0 0,0-5 1 0,-6 2 1 0,6-2 1 0,-7 1-1 15,1 3-2-15,-1-3 0 0,1-1-3 0,-1 1-4 0,0 0-4 0,1-1-6 0,0 1-11 16,6 0-10-16,-7-1-11 0,0 1-15 0,1-4-15 0,0 4-22 0,-1-4-23 16,7 3-25-1,-6-3-25-15,6 0-38 0,-7 0-45 0,7 0-64 0,-7 0-78 0,1 4-45 0,6-4-34 0,0 0-3 0,0 0 13 0,-6-4 23 0,-2 4 27 0,8-3 32 16,-6-1 37-16,6 0 38 0,-6 1 39 15,6-5 49-15,0 1 52 0,-6 0 62 0,6-4 76 0</inkml:trace>
  <inkml:trace contextRef="#ctx0" brushRef="#br0" timeOffset="5756.36">9541 5546 0 0,'13'0'1'0,"-7"0"98"0,1 0 61 0,-1-4 39 0,-6 1 27 0,7-1 27 16,-1-3 25-16,0 3 28 0,-6-7 30 0,8 4 30 0,-2 0 28 0,-6-1 28 15,6 5 29-15,-6-5-63 0,0 5-117 0,7-1-55 0,-7 0-25 0,0 1-8 16,0-1-6-16,0 4-8 0,0-3-5 0,0-2-12 0,0 2-13 0,0 0-13 16,0 3-14-16,0-5-13 0,0 2-16 0,0-1-17 0,0 4-16 0,0-4-11 0,0 4-9 15,-7-3-7-15,7 3-2 0,0 0-6 0,0 0-9 0,0 0-9 0,0 0-10 16,0 0-9-16,0 0-7 0,0 0-6 0,0 0-8 0,0 0-3 0,0 0-1 16,7 0 0-16,-7 0 0 0,0 0-1 0,7 0 2 0,-7 0 3 0,6 0 1 15,-6 3 4-15,6-3 3 0,1 4 3 0,-1 0 7 0,-6-1 5 0,7 2 3 16,0-2 5-16,-1 5 4 0,-6-5 1 0,6 4 2 0,-6-3 3 0,7 3 1 0,-7 1 4 15,0-1 4-15,0-3 3 0,0 3-1 0,0 0 4 0,0 4 2 0,0-3-2 16,0-1 1-16,-7 0-1 0,7 0 1 0,0 1 1 0,-6-1-5 0,6 0 2 16,-6 1-2-16,6-1-3 0,-7-3-2 0,7 3-1 0,0 1-2 0,-7-5-1 0,7 5-4 15,0-5 1-15,-6 5-1 0,6-5-2 0,0 5-2 0,0-5-3 0,0 1-1 16,0-1-1-16,0 1-2 0,0 0-3 0,0-1 0 0,0 5-2 0,0-8-2 0,0 3 2 16,0 1-1-16,0 0 4 0,6-1-2 0,-6 1 7 0,7 3 11 0,0-3 8 15,-7 0 9-15,6-1 6 0,0 1 6 0,1 0 6 0,0-1 5 0,-1 5 8 16,1-5 7-16,-1 1 8 0,7-1 8 0,-6 2 6 0,-1-2 4 15,0-3-2-15,2 3-4 0,-2 2-2 0,-6-2-7 0,6-3-3 0,-6 4-4 0,7-4-4 0,-7 4 0 16,0-4-5-16,0 0-5 0,0 0-4 0,0 0-5 0,0 0-3 16,0 0-1-16,0 3-1 0,0 1 0 0,0-4 0 0,-7 3 2 0,7 1-1 0,-6 0 5 0,6-4-4 15,-6 3 1-15,-2 1-5 0,2 0-5 0,0-1-11 16,-1 1-16-16,0 0-20 0,1-4-21 0,0 3-22 0,-1 1-25 0,1-4-25 0,-1 4-23 0,0-1-26 16,1-3-25-16,0 0-27 0,6 4-26 0,-7-4-38 0,7 4-44 0,-7-4-54 15,7 0-55-15,0 0-36 0,0 0-21 0,7 3 7 0,-7-3 23 0,7 4 30 0,-7-4 34 16,6 0 36-16,0-4 38 0,-6 4 39 0,7-3 41 0,0-1 49 0,-1-3 53 0,1 3 59 15,-1-3 73-15</inkml:trace>
  <inkml:trace contextRef="#ctx0" brushRef="#br0" timeOffset="6214.62">10322 5217 59 0,'6'-8'139'0,"2"1"49"0,-8 0 41 0,6 3 37 0,-6-3 37 0,0-1 34 0,0 5 33 0,0-1 31 0,0 0 28 0,-6-3 26 0,6 3 24 0,-8 0-56 16,8 1-104-16,-6-1-69 0,0 4-49 0,0-4-35 0,-1 1-25 0,0 3-21 15,1-4-24-15,-1 4-20 0,1 0-21 16,-1 0-18-16,0 0-16 0,-5 0-13 0,6 4-14 0,-2-1-6 0,2 1-5 0,0-4 1 16,6 7-3-16,-7-3 1 0,1 3-2 0,-1 1 0 0,0-1-2 0,1 4 1 0,0-3-1 0,0 3 3 0,-2 0 1 15,2 0 4-15,0 3 0 0,-1-3 1 0,7 0-4 0,-7 0 0 0,1 0-1 0,6 0-1 16,0 3 2-16,0-2-1 0,0-1 4 0,0-4 1 0,0 4 5 0,6 0 6 15,-6 0 9-15,7-4 7 0,0 4 9 0,-1-3 12 0,0-1 11 0,8 4 9 16,-8-4 6-16,7 0 8 0,0 1 11 0,0 0 6 0,1-2 7 0,-2 2 0 16,8-4 1-16,-7 3 0 0,7-3 2 0,-8 3-3 0,8-3-4 0,-1-1-7 15,-5 1-6-15,-2 0-5 0,8-1-3 0,-7 1-6 0,-6 0-9 0,6-1-5 0,-7 1-5 16,0-4-4-16,1 4-3 0,0-4-7 0,-1 3-4 0,-6-3-8 0,0 0-1 16,0 0-2-16,0 0 2 0,0 0 1 0,0 0 1 0,0 0 4 0,0 0 5 15,0 4 4-15,-6 0 0 0,6-1 4 0,-7-3 1 0,0 4 1 0,1-1 1 0,0 1-1 16,-7 0 1-16,6-1-4 0,-6 1-1 0,-1 0-9 0,2-4-7 0,6 3-16 15,-8 1-16-15,1-4-17 0,7 4-15 0,-8-4-16 0,8 0-18 0,-6 0-19 0,5 3-16 16,0-3-18-16,1 0-19 16,-1 0-17-16,1 0-17 0,6 0-17 0,-7 0-18 0,0 0-18 0,7 0-20 0,0-3-43 0,-6 3-51 0,6 0-59 0,0 0-60 15,0 0-16-15,-6-4 14 16,6 0 20-16,0 1 29 0,0-1 31 0,-6-3 31 0,6 3 39 0,0-3 37 0,0 0 42 16,0-1 46-16,0-3 57 0,0 0 64 0</inkml:trace>
  <inkml:trace contextRef="#ctx0" brushRef="#br0" timeOffset="6547.32">10518 5264 0 0,'19'-4'117'0,"-5"-3"97"0,-8 3 66 0,7 1 51 16,0-5 46-16,-7 1 41 0,7 4 43 0,-7-5 38 0,2 1 38 0,-2 3 32 16,0-3 28-16,1 3-12 0,0 1-36 0,-7 3-109 0,6-4-152 0,-6 0-81 0,7 4-40 15,-7 0-29-15,0 0-21 0,0 0-22 16,0 0-25-16,0 0-18 0,0 0-21 0,0 0-13 0,0 0-10 0,0 0-6 0,0 0-2 0,0 4-2 0,-7 0-1 16,7-1-1-1,-6 5 2-15,6-5-1 0,-7 5 2 0,7 3 0 0,-7-4 2 0,1 4 0 0,0 0 3 0,-2 3 1 0,2-3 1 0,6 4 2 0,-6-1-3 0,-1 2-1 16,1-2-2-16,6-3 0 0,-7 4-2 0,1-1-2 0,-1 1 0 0,7 0-2 15,-6-5 1-15,6 5 0 0,-6-3-2 0,6-1-3 0,-8-1-2 0,8-2-1 32,0 3-6-32,0-4-2 0,0 0-2 0,0 1-2 0,0-1-2 0,0-3 0 0,0-1 0 15,8 1 0-15,-8 0 4 0,0-1 2 0,6-3 9 0,-6 4 5 0,6-4 6 16,1 3 6-16,-1-3 4 0,1-3 6 0,-1 3 5 0,7 0 4 0,1-4 0 16,-8 1 2-16,7-1 2 0,0 0 3 0,0-3-4 0,0 3-2 0,6-3-4 0,-5 0-4 15,-1 3-1-15,-1-3-7 0,-5 3-2 0,6-3-10 0,1 3-15 0,-8 0-18 16,0-3-21-16,1 4-28 0,-1-2-31 0,-6 5-33 0,7-3-38 0,-7 3-65 15,0 0-79-15,0 0-103 0,0 0-106 0,0 0-42 0,-7-3-10 0,7-2 15 0,-6 5 25 16,6-3 35-16,-7 3 39 0,1 0 48 0,0 0 47 0,-2 0 52 0,2 0 53 16,0 0 72-16,-1 0 77 0</inkml:trace>
  <inkml:trace contextRef="#ctx0" brushRef="#br0" timeOffset="6757.61">10700 5459 0 0,'0'-5'11'0,"0"2"129"0,0 3 83 0,0-8 65 0,0 5 53 0,0-5 51 15,0 1 48-15,0 0 45 0,0 0 45 0,0-4 41 0,0 0 36 0,0 0 36 16,7 3 37-16,-7-3-85 0,6 4-150 0,-6-4-90 0,7 4-56 0,-7 0-37 15,6-1-27-15,0 0-26 0,-6 1-22 0,7 4-27 0,-7-1-67 0,7 0-93 0,-7 1 0 16,6 3 0-16,-6 0 0 0,0 0 0 0,6 0 0 0,-6 0 0 16,8 0 0-16,-8 3 0 0,0 5 0 0,6-5 0 0,0 9 0 0,-6-5 0 0,0 8 0 15,7-1 0-15,-7 1 0 0,0 3 0 0,0 4 0 0,0 0 0 16,0 0 0-16,0 4 0 0,0-1 0 0,-7 5 0 0,7-1 0 0,0 0 0 0,0 1 0 16,-6-1 0-16,6 4 0 0,0-4 0 0,0 1 0 0,6-5 0 15,-6 1 0-15,7-1-118 0,-7-3-176 0,6-4-108 0,1 4-129 0,-1-3-88 0,1-4-70 0,-1-1-18 16,0 1 13-16,2-4 28 0,-2 0 35 0,0-4 47 0,-6-3 51 0,0-4 60 0,7-8 66 15,-7 1 69-15,0-7 74 0,0-1 95 0,-7-7 97 0</inkml:trace>
  <inkml:trace contextRef="#ctx0" brushRef="#br0" timeOffset="26453.27">6884 7063 8 0,'-7'0'57'0,"7"0"27"0,0 0 24 0,0-4 25 0,0 4 29 0,0 0 26 0,-7-3 29 0,7 3 23 0,0 0 23 0,0-4 12 15,0 4 5-15,-6 0-17 0,6 0-32 0,0-4-20 0,0 4-14 0,0 0-11 16,-6 0-6-16,6 0-11 0,0 0-16 0,0-3-13 0,0 3-10 0,0 0-8 16,0 0-3-16,-7-4-3 0,7 4 0 0,0 0 1 0,0 0 0 0,0 0 2 15,0 0-1-15,0-4-4 0,0 4-3 0,0 0-2 0,0 0-7 0,0 0-7 0,0 0-4 16,0 0-10-16,0 0-7 0,0 0-7 0,0 0-12 0,0 0-7 0,0 0-9 15,0 0-6-15,0 0-10 0,0-3-5 0,0 3-7 0,0-4-4 0,7 0-5 0,-7 4-3 16,6-4-3-16,0 1-2 0,-6-1-1 0,7-3-2 0,6 3-1 0,-6 0 1 16,-1-3 1-16,8 3 1 0,-8 1 1 0,6-4 2 0,2 3-1 0,-1 0 3 15,-1 1 0-15,2-5-1 0,-2 5 4 0,2-1 1 0,5 0 0 0,-5 1 2 0,4-1-1 16,2-3 1-16,0 3 2 0,-1 0 0 0,1 1 0 0,0-1-1 0,5-3 2 16,-5 3 0-16,6 1-2 0,1-5 0 0,-1 5-3 0,-7-2-1 0,7 2 2 0,0 0-2 15,-6-5 1-15,5 4 0 0,1 1 0 0,-6-1-1 0,6 0 2 0,-7 1-2 16,1 3 0-16,0-4 0 0,5 4 0 0,-5-4 2 0,0 4 0 0,6 0 0 15,-7-3 0-15,1 3 0 0,6 0 1 0,-7 0-2 0,1 3-1 0,6-3 0 16,1 0-1-16,-8 0 0 0,7 0 0 0,0 4 0 0,0-4-1 0,0 4 0 16,1-4-1-16,-2 3 0 0,1 1 1 0,0 0-1 0,0-1 0 0,-6-3 0 15,5 7-2-15,-5-2 3 0,7-2 0 0,-8 5 1 0,0-5 2 0,1 5 1 0,-1-5-1 16,1 4 1-16,0-3 0 0,-7 3 1 0,0 1 0 0,0-5-2 0,-1 5 0 16,2-5 2-16,-1 5 1 0,0-5-2 0,-6 5 0 0,5-5-1 0,-5 1 1 0,0 0 0 15,-1-1 2-15,0 1 1 0,-6-1 1 0,7 1 1 0,0 0 1 0,-7-4 1 16,6 3 0-16,-6-3 2 0,0 0 1 0,0 4 2 0,0-4 3 15,0 0 2-15,0 0 6 0,0 0 0 0,0 0 0 0,0 0 1 0,0 0 2 0,0 0 1 16,0 0 0-16,-6 0 1 0,6 0 1 0,-7 0 0 0,0 0-1 0,7-4 0 0,-6 4-1 16,0-3-3-16,-1-1-5 0,0 0-5 0,1 1-4 0,0-1-4 0,-1-3-2 15,7 3-4-15,-7 1-4 0,1-5-1 0,-1 1-1 0,7 3-3 0,-6-3-3 16,6 0-2-16,-6 3-4 0,6-3-4 0,0 3-2 0,-8-3-1 0,8 3-1 16,0-3 3-16,0 3-5 0,0 1 0 0,0-5-2 0,8 5-3 0,-8-2-2 0,0-2-2 15,6 4 0-15,0-1 0 0,-6 0 1 0,7 1 0 0,-1-1 3 0,1 0-1 16,6 1 2-16,-7-1 1 0,8 4 3 0,-2-4 1 15,2 1 3-15,-1-1 3 0,-1 4 5 0,8-4 1 0,0 4 1 0,-1-3 3 0,7 3 3 0,0-4 1 0,-6 4 1 16,5 0 1-16,2-4 2 0,-1 4 3 0,0 0-1 0,6-3 2 0,-12 3-1 16,7-4 2-16,-2 4 1 0,1-4 0 0,0 4 2 0,0-3 0 0,1-1-2 0,-1 4 2 15,-1-4 0-15,-5 1-1 0,6-1 0 0,0 4-3 0,1-3 1 0,-1-1-1 16,-1 0 1-16,1 1 0 0,0-1 1 0,1 0 1 0,-1 1 2 0,0-1 4 16,7 0 3-16,-8 1 2 0,1-1 5 0,6 0-1 0,-5 0 2 0,5 4 2 15,-6-3 0-15,1 3 1 0,5-4 0 0,-6 4 0 16,7-4-4-16,-7 4 0 0,0-3-3 0,-1 3-3 0,9-4-5 0,-9 4-1 0,1 0-1 0,7-4-2 0,-7 4 2 15,7 0 0-15,-7-3 0 0,6-1-2 0,-6 4 1 0,7-4 1 0,-1-3-2 16,-5 3 2-16,5 1-2 0,1-1 0 0,-7-3 2 0,6 0 0 0,-5-1-1 0,5 1-2 16,1 0-1-16,-7-1-1 0,6 1 0 0,1-4-3 0,-7 0-2 0,7 4 2 15,-1-5-2-15,1 5 1 0,-1-4 1 0,1 4 2 0,-1-4 3 0,1 4 4 16,-1-4 2-16,1 3 2 0,-1 1 4 0,1 0 2 0,-7-1 4 0,6 1 0 16,-5 0 2-16,5-1 2 0,-6 1-1 0,0 0 0 0,7 0 0 0,-7-1-2 15,0 0-6-15,0 1 0 0,-7 0-4 0,8 0 1 0,-1 3-6 0,-7-3 0 0,7-1 2 16,-6 1-1-16,-1 0 4 0,1-1 4 0,0 1 2 0,-1 0 3 0,-6 0 5 0,6-1 1 15,-5-3 3-15,-2 4 1 0,2 0 2 0,-2-1 1 0,-5-3 3 0,6 4 4 16,-6-1 0-16,-1-3 0 0,0 4-1 0,2-4-5 0,-8 4-2 0,6 0-5 16,-6-4-2-16,6 3-5 0,-6 1 2 15,0 0-1-15,0-1-3 0,0 5 1 0,0-5-5 0,6 5-1 0,-6-5-4 0,0 5-4 0,0-1-2 0,0 0 0 0,0 1 0 16,0-1 1-16,0 4-2 0,0-3 1 0,0-2-2 0,0 2 0 0,0 3-5 16,0-3 0-16,0-2-1 15,0 5 0-15,0-3 3 0,0 3-1 0,0-8 0 0,0 5 0 0,0-1-1 0,0 1 1 16,-6-1-2-16,6 0 1 0,0 1-1 0,0-1 0 0,0 4-1 0,0 0 1 0,0-7-2 0,0 7-1 0,0-4-3 0,0 4 1 15,0 0 0-15,0 0 0 0,0 0-1 0,0 0-1 0,0 0-2 16,0 0-2-16,0 0-4 0,0 0 0 0,0 0-4 0,0 0 0 0,0 0-4 0,0 0 1 0,0 0-4 16,0 0 1-16,0 0-3 0,0 0-2 0,0 0-2 0,0 0 2 0,0 0-1 15,0 0 2-15,0 0 0 0,0 0 2 0,0 0 0 0,0 0 1 0,0 0 2 0,0 0 2 16,0 0 2-16,0 0 4 0,0 0 2 0,0 0 4 0,0 0 1 0,-6 0 4 31,6 4 2-31,0-1 1 0,0-3 2 0,-6 4 1 0,6 0 2 0,0-4 0 16,0 0 2-16,0 3 0 0,0 1-2 0,0-4-2 0,0 4-2 0,0-4-4 15,-8 3-5-15,8-3-5 0,0 4-11 0,0-4-9 0,0 0-10 0,0 0-15 0,0 0-13 16,0 0-17-16,0 0-18 0,0 0-19 0,0 3-17 0,0-3-21 0,0 4-21 0,0-4-19 16,0 0-18-16,8 4-28 0,-8-4-32 0,0 0-59 0,0 3-71 0,0-3-44 15,0 0-26-15,0 0 6 0,0 0 20 0,0 0 27 0,0 0 31 0,-8 0 35 16,2-3 37-16,0-1 36 0,-1 0 39 0,-6 1 46 0,6-1 51 0,-5-3 64 0,-2 7 81 16</inkml:trace>
  <inkml:trace contextRef="#ctx0" brushRef="#br0" timeOffset="27213.58">8661 7389 2 0,'0'0'66'0,"0"0"41"0,0 0 35 0,0 0 34 0,0-4 31 0,0 4 26 0,-6-3 26 0,6 3 22 0,0-4 20 0,0 0 21 15,0 4 19-15,0 0-28 0,0-7-51 0,0 3-34 0,0 1-26 0,0 3-20 0,0-4-18 16,-6 0-15-16,6 4-12 0,0-3-10 0,0-1-5 0,0 0-4 0,0 4-2 16,0-3-1-16,0 3-1 0,0-4-3 15,0 4-3-15,0 0-8 0,0 0-9 0,0 0-10 0,0 0-11 0,0 0-9 0,0 0-13 0,0 0-8 0,0 0-8 0,0 0-8 16,0 0-8-16,-7 0-9 0,7 4-6 0,-7-4-6 0,1 3-4 0,-1 5 0 15,1-5-1-15,0 5-1 0,-1-1 3 0,-6 4 1 0,-1 0 1 0,2 0 0 16,-1 0 0-16,0 3 0 0,0-3 3 0,-1 4 1 0,2 0 2 16,-1-4 0-16,0 4 1 0,0-1 0 0,-1 1 1 0,2-4-1 0,-2 3 0 0,8-3 0 15,-7 4-1-15,7-4 0 0,-8 0 0 0,8 0-1 0,0 0-3 0,-1-3 0 0,7-1-2 16,-7 4-5-16,7-8-2 0,-6 5-1 0,6-5-4 0,0 1-1 0,0 0-4 16,0-4 0-16,0 3-2 0,0-3 3 0,0 4 2 0,6-4 1 0,-6 0 6 15,7 0 4-15,0 0 6 0,-1 0 5 0,0 0 8 0,1-4 6 0,6 4 7 0,0-3 9 16,0-1 3-16,0 0 5 0,7 1 3 0,-1-5 1 0,1 5 0 0,0-4-2 15,-1 3 0-15,7-3-4 0,-6-1-3 0,6 0-5 0,-1 2-6 0,1-2-3 16,-6 1-4-16,6-1-4 0,-7 1-4 0,8 0-15 0,-8 3-17 0,0-3-21 0,-5 3-28 16,6-3-27-16,-8 3-28 0,8 0-35 0,-13 1-37 15,5 3-57-15,2-4-65 0,-8 4-64 0,0-4-63 0,1 4-19 0,-1 0 1 0,-6 0 17 0,0 0 27 0,0 0 37 16,0 0 38-16,0 0 39 0,-6 0 43 0,-1-3 44 0,7 3 48 0,-6-4 56 16,0 4 71-16</inkml:trace>
  <inkml:trace contextRef="#ctx0" brushRef="#br0" timeOffset="27466.77">8811 7425 45 0,'0'0'144'0,"0"-3"56"0,0-1 36 16,0 0 34-16,-6 1 32 0,6-1 32 0,0 1 32 0,0-1 31 0,0 0 30 0,-6-3 31 16,6 3 28-16,0 1-35 0,0-1-74 0,0 0-66 0,0 1-63 0,0-1-21 15,-8 0-1-15,8 4-5 0,0 0-8 0,0 0-11 16,0 0-16-16,0 0-19 0,0 0-15 0,0 0-18 0,0 0-19 0,0 0-23 0,-6 0-26 0,6 0-26 16,0 0-25-16,0 0-19 0,0 4-13 0,0 0-11 0,0-1-7 0,0 1-3 15,0 3 2-15,-6 1 1 0,6 3 2 0,0-4 6 0,0 7 4 0,0-3 6 16,0 4 8-16,0 4 8 15,-7-5 8-15,7 5 2 0,0-5-3 0,0 4-8 0,0-3-16 0,0 3-16 0,0-3-22 0,7-1-22 0,-7 2-23 0,0-2-24 0,6 1-27 16,-6-4-31-16,6 3-28 0,-6-3-40 0,8 0-41 0,-8 0-70 0,6-3-84 0,0 2-41 16,-6 1-21-16,7-3 9 0,0 3 21 0,-7-4 31 0,6 1 33 0,-6-1 40 15,6-3 39 1,-6-1 43-16,7 1 43 0,-7 0 49 0,0-4 51 0,0 0 68 0,0 0 78 0</inkml:trace>
  <inkml:trace contextRef="#ctx0" brushRef="#br0" timeOffset="27957.85">9065 7503 0 0,'7'-8'3'0,"0"1"106"0,5 0 61 15,-6-1 38-15,-6-3 26 0,8 4 20 0,-2-1 18 0,0 1 21 0,-6-4 24 0,0 4 24 16,7-4 26-16,-7 0 26 0,0 4 22 0,6-4-71 0,-6 0-130 0,7 3-55 16,-7-3-21-16,0 4-4 0,0-4 5 0,7 4 7 0,-7 0 7 0,0-1 1 15,0 0-1-15,0 5-8 0,-7-5-8 0,7 5-8 0,0-1-6 0,0 1-8 16,0-1-7-16,0 0-8 0,0 4-5 0,-7-3-5 0,7 3-3 0,0 0-6 0,0-4-7 15,0 4-7-15,0 0-11 0,-6 0-9 0,6 0-10 0,0 0-8 0,0 0-9 16,0 0-7-16,-7 0-5 0,7 0-9 0,-6 4-9 0,6-4-4 0,-6 3-7 16,-2-3-3-16,8 4-3 0,-6 3 1 0,0-3 0 0,0-1 0 0,6 5 2 0,-7-1 2 15,0 0 1-15,1 1 4 0,-1-1 1 0,1 1 2 0,6-1 2 0,-6 0-2 16,-2 1 1-16,8 3 1 0,0-4-2 0,-6 0 1 0,6 1 0 0,-6-1-1 16,6 0 2-16,0 4-3 0,-6-4 0 0,6 1 1 0,0-1-1 0,0 0 0 15,0 4-1-15,0-3-1 0,0-1 3 0,0 1-3 0,0-1 2 0,6 0-1 0,-6 1 1 16,6-1 0-16,-6 0 1 0,6 0 0 0,2 1 1 0,-2-5 2 0,0 5 0 15,1-1 5-15,-1-3 0 0,1-1 1 0,6 1-2 0,-7 3 2 0,0-3 4 16,8 0 1-16,-8-1 0 0,1-3 1 0,6 4 1 0,-6 0 1 0,-1-1-1 0,0-3 1 16,1 4-1-16,0-1-1 0,-1 2 1 0,0-5 0 0,1 3 2 0,-7 0 0 15,7 2-2-15,-7-5 1 0,6 3 3 0,-6 1 2 0,7 0 0 0,-7-1 4 16,0 1 2-16,0-4 4 0,0 0 2 0,0 4 3 0,0-1 7 0,0 1-1 0,-7-4 3 16,7 3-1-16,-6 1 1 0,6-4 1 0,-7 4-1 0,7-1-2 0,-7-3 2 15,1 4-2-15,0-4-1 0,-1 4-3 0,0-4-4 0,1 3-6 0,0-3-9 16,-1 0-10-16,0 4-10 0,1-4-8 0,6 0-11 0,-7 0-8 0,1 0-10 15,0 0-11-15,-2-4-10 0,8 4-10 0,-6 0-9 0,0 0-10 0,0-3-11 0,6 3-8 16,-7-4-6-16,0 4-8 0,7-4-10 0,-6 4-12 0,6-3-13 0,-7 3-14 16,7 0-19-16,0-4-27 0,-6 4-39 0,6-4-50 0,0 4-60 0,0 0-24 0,0 0-4 15,0 0 11-15,0 0 20 0,-6-3 23 0,6 3 32 0,0-4 29 0,0 4 34 0,0-3 36 16,0-1 36-16,6-3 46 0,-6 3 49 0</inkml:trace>
  <inkml:trace contextRef="#ctx0" brushRef="#br0" timeOffset="30751.31">9046 7382 0 0,'-6'0'6'0,"6"0"50"0,0 0 33 0,-8 0 31 0,8 0 31 0,0-4 31 15,0 0 28-15,0 1 26 0,0-1 23 0,0 4 23 0,0-4 21 0,0 1-5 0,0 3-23 16,0-4-21-16,0 0-20 0,0 1-23 0,0 3-21 0,0-4-19 0,0 0-20 0,0 4-19 16,0-3-17-16,0 3-10 0,0 0-9 0,0 0-9 0,0 0-7 0,0 0-6 15,0 0-5-15,0 0-5 0,0 0-3 0,0 0-7 0,0 0-6 0,0 0-7 16,0 0-8-16,0 0-7 0,0 0-7 0,0 0-7 0,0 0-9 0,0 0-5 16,0 3-2-16,0-3-3 0,0 0-1 0,0 4 0 0,-6 0 3 0,6-1 0 0,0 5 3 15,0-5-1-15,0 5 5 0,0-1 0 0,0 0 4 0,0 1 3 0,-6 3 5 0,6-4 2 16,0 0 1-16,0 4 0 0,0-4 0 0,0 4-3 0,0 0-1 15,0-3-3-15,0 3 1 0,0 0-2 0,0 0-1 0,0 0 0 0,0 0-1 0,0 0-4 16,0-4 2-16,0 4-4 0,0 0-1 0,0 0-2 0,0-4-2 0,6 4 2 16,-6-4-2-16,0 1-2 0,6 3-1 0,-6-3 2 0,8-1 3 0,-8 0 4 15,6-3 6-15,0 3 8 0,1-3 11 0,-7 3 11 0,6-3 13 0,1-1 14 16,0-3 12-16,-1 4 14 0,0-4 12 0,0 4 11 0,2-8 12 16,-2 4 3-16,7 0 2 0,-7-4 3 0,8 1-2 0,-8-1-3 0,7-3-9 0,0 3-8 0,0-3-12 0,-6 0-10 15,6-1-11-15,-1-3-12 0,2 0-11 0,-2 3-8 0,2-2-8 0,-1 2-1 16,-7-3-2-16,1 0 2 0,6 4-2 0,-7-4-2 0,0 0-2 0,2 4 0 15,-8-4-2-15,6 0 1 0,-6 0 2 0,6 0-2 0,-6 0-1 0,0 0-2 0,0-4-3 16,-6 4-1-16,6 0-8 0,-6-3 0 0,6 3-4 0,-8 0-4 0,2 0-2 16,0 0-2-16,0 0-1 0,-8 0-2 0,8 0-4 0,-7 4-2 0,6-1 1 15,-6-3-2-15,7 7-1 0,-8-3-2 0,2 0-1 0,5 3-3 0,-6 0 1 16,6 1-3-16,-5-1-2 0,5 0 1 0,0 4-3 0,1-3-1 0,0 3-4 16,-8 0 1-16,8 0-5 0,-1 3 2 0,1-3-2 0,0 4-2 0,-2 3 2 0,2-3 0 15,0 3 0-15,0 0-1 0,-1 1 3 0,0-1 1 0,1 0-1 0,-1 1 4 16,1 3 2-16,0-4 2 0,6 4 2 0,-8-3 2 0,8 3 1 0,0-4 1 15,-6 4-1-15,6-4 0 0,0 1 1 0,0 2 0 0,0-2-2 0,0 3 3 0,0-4 0 16,0 0-1-16,0 4-1 0,0-3-1 0,6 3 2 0,-6-4 0 0,0 4 1 16,8-3 1-16,-8 3 0 0,6-4 3 0,0 4 1 0,-6-4 1 0,7 4 1 0,-7-4 0 15,6 1 1-15,1 3 0 0,-7-4 4 0,7 0-1 0,-1 0-1 0,-6 1 1 16,6 0 0-16,0-1 1 0,-6 0-1 0,8 1-1 0,-2-1 1 0,-6 0-2 16,6-3 1-16,-6 3-1 0,7 0-1 0,-1-3 1 0,-6 3 0 0,7-3-2 15,0 0 2-15,-7 3 0 0,6-3-2 0,0-1 3 0,1 1 3 0,0 0-1 16,-1-4 3-16,0 3 1 0,1-3 1 0,0 4 1 0,-1-4 2 15,7 0 4-15,-7 0 0 0,8-4 3 0,-8 1 2 0,7-1 4 0,0 0 2 0,-6-3 5 0,6 3 2 0,0-3 7 16,-1-4 5-16,2 4 8 0,-8-4 4 0,7 3 6 0,1-2 6 16,-8-1 7-16,0 0 5 0,0 0 3 0,2-1 0 0,-2 1 0 0,-6 0-3 0,6 0-4 15,-6-3-5 1,0 3-6-16,0-4-7 0,0 1-5 0,0-1-6 0,0 0-27 0,-6 0-20 16,6 1 0-16,-6-1 0 0,-2 0 0 0,2 1 0 0,0-1 0 0,0 1 0 0,-8-1 0 0,8 4 0 0,-7-4 0 0,7 5 0 0,-8-2 0 15,8 5 0-15,-7-4 0 0,6 4 0 0,-6-1 0 0,7 1 0 0,-8 3 0 16,8 1-3-16,0-1-26 0,-8 0-5 0,8 4-1 0,0 0-4 0,-7 4-2 0,6 0-2 15,0-1 2-15,-5 1 1 16,5 3 3-16,-6 1 2 0,7 2 3 0,-1 1 5 0,-6 0 2 0,6 1 2 0,1-1 4 0,0 3 1 0,-2-3 4 0,2 4 0 16,0-4 1-16,0 4 3 0,-1-5-3 0,7 5-1 0,-7-4 3 0,7 0-3 0,-6 4 0 15,6-4 1-15,0 0 0 0,0 0 2 0,0 0-2 0,0 3-1 0,0-3-1 16,0 0-2-16,0 0-2 16,0-3 2-16,0 3 0 0,0 0-1 0,0-4 1 0,6 4-3 0,-6-3 0 0,7-1-3 0,-7 0-1 15,7 1 3-15,-7-1 0 16,6 0 4-16,0-3 1 0,0 3 3 0,2-3 4 0,-2-1 0 0,0 1 3 0,1 0 2 15,-1-4 3-15,1 3 3 0,6-3 3 0,-7-3 3 0,8 3 1 0,-8-4 2 16,7 0 3-16,0-3 1 0,-6 3 4 0,5-3 0 0,2 0 2 0,-8-4 2 0,7 4 2 16,-6-1 1-16,-1-3 0 0,1 0 2 0,-1 4-3 0,1-4-3 0,0 0-10 15,-7 0-10-15,6 0-14 0,-6 0-18 0,0 3-19 0,0-6-22 0,0 3-23 16,0 0-24-16,0 0-28 0,-6 0-21 0,6 3-30 0,-7-3-31 0,0 4-31 16,7 0-28-16,-6-1-46 0,-1 5-49 0,1-5-67 0,6 5-66 0,-7 3-12 0,0 0 12 15,1 0 27-15,0 3 32 0,0 1 34 0,-2 0 38 0,2-1 41 0,0 1 44 0,-7 3 45 16,6 1 47-16,0-1 56 0,1 0 62 0</inkml:trace>
  <inkml:trace contextRef="#ctx0" brushRef="#br0" timeOffset="32130.94">9710 7327 0 0,'0'-4'6'0,"-6"1"64"0,-1 3 38 0,7-5 32 0,-6 2 28 0,6-1 27 0,-7 0 27 0,0 1 26 16,7-1 23-16,-6 0 21 0,6 1 22 0,-6-1 2 0,6 1-10 0,-7 3-24 15,7-4-35-15,-7 0-21 0,7 4-12 0,0-3-10 0,-6-1-8 0,6 0-9 16,0 4-9-16,-7-3-6 0,7-1-4 0,0 4-1 0,0-4-5 16,0 4-3-16,-6 0-6 0,6 0-9 0,0-3-13 0,0 3-11 0,0 0-12 0,0 0-10 0,0 0-9 15,0 0-10-15,0 0-9 0,0 0-12 0,0 0-8 0,0 0-12 0,0 0-12 16,0 0-12-16,0 0-12 0,0 0-9 0,0 0-6 0,0 0-4 0,6 0-1 15,-6 0 1-15,7 3 0 0,-7-3 1 0,6 4-1 0,1 0 3 0,0-1 2 0,-1 1 5 16,0 0 2-16,8 3 7 0,-8 0 5 0,1 0 4 0,-1 1 2 0,0-1 1 16,8 5 1-16,-8-2 0 0,0 1 1 0,2 0 1 0,-8 4 1 0,6-4 1 15,0 0-1-15,-6 4-1 0,0-5 3 16,0 5-3-16,0-4 2 0,0 0-2 0,0 0-2 0,0 0-1 0,0 0-3 16,0 0-1-16,0-3-2 0,0-1-2 0,-6 0-2 0,6 0-2 0,0 1-2 0,0-5 0 15,0 1-1-15,0 0 0 0,0-4-1 0,0 3 2 0,0-3 3 0,0 0 2 0,0 0 3 16,0 4 6-16,0-4 5 0,0 0 3 0,0 0 6 0,0 0 7 0,0 0 7 0,0 0 3 0,0 0 0 0,-6 0-1 15,6-4-1-15,0 4 0 0,-8-3-4 0,8-1 0 16,-6-3-8-16,6 3-5 0,-6-3-6 0,6 0-3 16,-7-1-8-16,7-3-9 0,-7 0-8 0,7-3-3 0,-6 2 2 0,6-2-1 0,0-1-3 0,-6-3-1 0,6 0 2 0,0-1-3 0,0 1 1 15,6 0-1-15,-6 3-1 0,0-4-1 0,0 1 0 0,6 4-1 0,-6-5-3 0,7 8-1 16,0-3-5-16,-7 3 1 0,6 0 1 0,0 4-1 0,2-1 1 0,-8 5 1 16,6-5 1-16,0 5 0 0,1 3 2 0,-1-4 4 0,7 0 1 0,-6 4 4 15,5 0 2-15,2 0 1 0,-8 4 3 0,8-4 1 0,-2 4 2 0,1 3 1 16,1-3-1-16,-2 3 1 0,2 0 1 0,-8 1-2 15,7-1 2-15,0 4 0 0,-6 0 1 0,5 0 0 0,-4-4 1 0,-2 4 3 0,0 0 1 0,0 0 1 0,1 0 1 16,0 0 3-16,-1 0 3 0,-6-4-1 0,7 4 4 0,-7 0 1 0,0-3 1 16,6 3 2-1,-6-4 1-15,0 0-1 0,0 4 2 0,0-3-2 0,-6-1 1 0,6 0-2 16,0 0 0-16,0 1-6 0,-7-1-3 0,7-3-3 0,-6 3-2 0,6-3-4 0,-7-1-2 16,0 5-3-16,7-4-5 0,-6-1-1 0,0 1-1 0,6-4-2 0,-6 4 2 0,-2-4 2 15,8 3 1-15,-6-3-1 0,0 0 4 0,6 0 0 0,-7-3 2 0,0 3 1 16,7-4 1-16,-6 0-1 0,6 1 2 0,-7-1 0 0,1 0-2 0,6-3-2 0,-6-1-3 0,6 1-2 0,0 0-1 0,-7-4 0 0,7 0-1 15,0 0-1-15,0 0 0 0,0-4-1 0,0 1 0 0,0-5 2 0,0 1-1 16,0-1 1-16,7 1-1 0,-7 4 3 16,0-8-3-16,6 7 4 0,-6-3 0 0,6 3 5 0,1 1 4 0,-7 3 3 0,6-1 2 0,1 1 2 0,0 4 5 0,-1 0 2 31,0-1 4-31,2 1 3 0,-2 3 2 0,0 1 1 0,7-1 0 0,-6 0 2 0,6 4-2 0,-7-3-3 16,8 3-4-16,-8 3-3 0,6-3-2 0,2 4-2 0,-8-4-5 0,7 4-1 0,-6-1-1 0,6 5-4 0,-7-5 3 0,0 5-1 15,2-1 1-15,-2 0 2 0,0 4 2 0,1-3 2 0,-1 3 1 0,1 0 1 0,0 4 2 16,-7-5 2-16,6 5 1 0,-6-4 0 0,0 4-1 0,0-4-1 0,0 3 0 15,6-3-5-15,-6 0-6 0,0 1-10 0,-6-5-13 0,6 4-14 0,0 0-15 0,0-4-13 16,0 0-16-16,-6 1-13 0,6-1-14 0,0 0-14 0,0-3-11 0,0 3-13 31,-7-3-15-31,7 0-11 0,0-1-14 0,0 1-6 0,0-1-6 0,0-3-1 16,0 0 3-16,0 0 1 0,0 4 3 0,0-4 8 0,0 0 13 0,0 0 12 16,0 0 16-16,7 0 16 0,-7 0 15 0,6-4 14 0,-6 1 13 0,6-1 15 0,2 1 13 15,-8-5 10-15,6 1 11 0,0 0 12 0,0-4 10 0,8 0 7 0,-8 0 0 16,1-4 1-16,-1 1-2 0,8-5 2 0,-8 4 3 0,6-3 14 0,-5 0 16 15,6-4 21-15,-6 4 22 0,6-1 23 0,-6 1 24 0,-1-1 20 0,6 1 24 0,-4 0 18 16,-2 3 19-16,0 1 17 0,1 3 15 0,-1-4 13 0,1 4 8 0,-7 0-1 16,7 0-6-16,-7 3-11 0,6 1-13 0,0 0-18 0,-6-1-15 0,0 5-16 15,0-1-18-15,6 0-15 0,-6 1-14 0,0 3-12 0,0-4-9 0,0 4-8 0,0 0-9 16,0 0-7-16,0-3-10 0,0 3-9 0,0 0-7 0,0 0-12 0,-6-4-11 16,6 4-11-16,-6 0-10 0,0 0-9 0,6 0-10 0,-7 0-8 0,0 0-6 15,1 0-8-15,-1 0-5 0,1 0-6 0,0 4-4 0,-2-4-2 0,2 3 1 16,6 1 0-16,-6-1 1 0,0 5 4 0,-1-5 5 0,0 5 1 0,1-1 4 0,-1 0-2 15,7 1 3-15,-6-1 2 0,-1 1 3 0,7 3 1 0,-7-4 1 0,7 4 2 16,0-4 4-16,-6 1-1 0,6 3 2 0,0-4 1 0,0 0-3 0,0 4 2 16,0-4-4-16,0 1 2 0,0-1 0 0,6-3 0 0,-6 3 0 0,0 0 1 0,7 1 1 15,-7-4 0-15,7 3-2 0,-1 0 2 0,-6-3 0 0,7 3 2 0,-1-3 5 16,1 3 1-16,6-3 2 0,-7-1 4 0,0 5 2 0,8-5 4 16,-8 1 4-16,1 0 1 0,6 3 4 0,-6-3 2 0,5-4 2 0,-6 3 1 15,8 1 0-15,-8 0 0 0,1-1-2 0,0 1 2 0,-1 0-2 0,1-1 0 0,-1 1 0 16,0 0-5-16,1-1-1 0,0-3-1 0,-7 4-3 0,6-1 3 0,0 1 1 0,-6 0 3 15,7-1 1-15,-7 1 5 0,0 0 4 0,0-1 5 0,0 2 4 0,0-2 7 16,0 1-1-16,0-1 7 0,-7 1 4 0,7 0 0 0,-6-1 1 0,6 5 0 0,-6-5 0 16,-1 1-1-16,0 0-3 0,1 3-5 0,-7-3-4 0,7-1-6 0,-1 1-9 15,-6 0-10-15,7-1-18 0,-2 1-16 0,2 0-19 0,-6-4-19 0,5 3-17 16,0 1-22-16,1-4-24 0,-1 4-22 0,1-4-28 0,0 0-26 16,-2 3-27-16,2-3-27 0,6 4-26 0,-6-4-33 0,6 0-30 0,-6 0-84 0,6 0-106 0,-7 0-34 15,7 0 1-15,-7 0 22 0,7 0 30 0,-6-4 39 0,6 4 38 0,-7-3 42 16,7 3 44-16,0-8 45 0,0 5 45 0,0-1 55 0,7-3 60 0</inkml:trace>
  <inkml:trace contextRef="#ctx0" brushRef="#br0" timeOffset="32281.66">10407 7345 31 0,'6'0'157'0,"8"0"89"0,-14 0 74 0,13 0 63 0,-13-4 55 0,6 4 52 0,0-3 48 0,-6-1 43 0,7 0 33 0,0 1 30 0,-7-4 24 16,6 2-42-16,0 2-78 0,1-5-112 16,0 5-132-16,-7-1-86 0,6 0-59 0,-6 1-52 0,0 3-50 0,0 0-53 0,0 0-59 0,0 0-49 0,0 0-49 0,0 0-48 15,0 0-48-15,0 3-106 0,0 1-134 0,0 0-77 0,-6 3-47 0,6-3-11 0,-7 4 7 16,0-1 28-16,-5-4 32 0,5 5 48 15,-6-5 50-15,7-3 53 0,-7 4 56 0,-1-4 60 0,2-4 66 0,-2 1 92 0,-5-5 105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930AA-B686-4CDD-8AFC-276A8796E51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86CFB-3F8E-4499-BFD4-E02C76B455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7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488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9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0402-2D30-5BA2-C826-1B7F6E894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8CF0F-F20B-B2F6-BCC4-D01692217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A36DA-0C4B-A477-4CEB-C823A368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C10F-8229-44C5-C61B-9FAD7A16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C53D-1D68-6085-9CAE-621BC6C3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1BF1-CFD1-F9CC-DA91-172A59D1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18FD-D8E1-CE62-9B2F-8D2B831B7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E4E81-B0B3-B84C-B443-6E5CF39F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F0429-8E22-82E9-1F73-5A63998C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10257-A1D3-F0B4-9013-916B82C2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1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1B38-2F6A-F9EB-1876-9FBB4CA4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9B5DF-AF13-1A2F-8840-F8150D160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D5DD-C3F1-9D13-3203-2BEE9DD2F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7E948-93F6-5050-58ED-595A1C60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D3A4-DE7D-1F5F-57A8-00B93D02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5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B3C7-DC12-E685-61D4-37ABD2A2B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35A8-69F5-9564-0555-7B756F957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42A5A-6417-2673-D8D0-6E7BC1699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915E9-ADD2-B540-54E4-0BD0E722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9DF0C-1078-9BBC-6DE6-C8DCBDBE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9706E-8788-EC31-E7B5-277659A8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49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74E5-6AC5-14F9-73AB-CAEB070C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C145-B7CA-AE7A-E7CB-005E85173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833B2-3E65-D163-B41E-93AD04F1E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C1744-B7A0-5AA5-C910-E3E280103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1D2B4-4CB4-1C8D-79E7-C3048E2F0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ACA86-A1C8-FCE2-6CA4-F7D0B6B9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CE72A1-F72D-7B0A-1F5B-59E1D8613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41370-891E-664C-AD53-FFA53BDD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55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C79E-F1F3-560A-FE9B-49C6936B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1268B-4B5E-BB7A-7554-91385AD4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2CDF7-1050-C748-69B1-FF288FD3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0EE12-1C68-A02C-313E-D82751DE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92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E434C-D0BF-3CFB-7B71-4B92C253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3828B-7A3D-03E3-2B4A-D6662FB3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A6A01-7177-74EE-BA7D-7BC9E7E0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54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6D37-CFE3-11B1-6887-43A821663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E369-02D0-C238-312B-7C4178449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B38CC-9A5E-741E-ACFF-20087F1BF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9B1F-E7FB-C5C5-07A5-4D9F6754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8E74-A944-35D9-15E8-7D0419CC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9A145-F757-4A41-71A9-2E2EB753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712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997-8B6F-1DE3-0BBC-93BDFF85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BF59A-D4D1-58BA-306F-C8A4B77F8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15B78-62BA-C56E-9DCA-901FAB1EE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6EEF3-291B-487F-9379-1BC0A9B6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3FE61-6054-6612-ADB7-34712FE8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37FB-9D44-0616-9599-4B22EB9D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05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82BD-4D69-6C3D-EFBE-8B01B8B6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997F8-568F-B2C1-8E59-95D361EDE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635A7-0E50-FD64-FD9C-0C1282BB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D381-A579-A66F-9651-FF538F6C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D3DA-6D50-509F-3409-DE331570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2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F4AAB-CA0E-1518-682C-66CD09536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B25BD-A335-7C23-9C3B-F470CC95D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0A25E-490A-49C7-1831-C033CA97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C04F-FAD8-63FD-410E-75D6664E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73473-1535-C3E2-BA97-E9F4B689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4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7F289-B083-136E-7405-E3F91E95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1DBBE-F18C-84CB-FCF5-F5EC143E4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63036-E16B-1796-825B-73439CCB0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F0F3E-D66C-454E-82E2-A0E4432DB67A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68BCE-F9C0-5AED-9A0C-BCCDA90C4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CECAC-6FDA-A27C-57B2-44D648635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22E5E-BC81-4AF2-AE0E-6E7B44637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2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hatgpt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customXml" Target="../ink/ink2.xml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customXml" Target="../ink/ink3.xml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75D0-5A33-CC3E-2570-915241017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Lecture-1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553B9-60BC-ED88-68CF-B832897B0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B8B88E-1B7B-BBA1-E714-0376924FAB6B}"/>
                  </a:ext>
                </a:extLst>
              </p14:cNvPr>
              <p14:cNvContentPartPr/>
              <p14:nvPr/>
            </p14:nvContentPartPr>
            <p14:xfrm>
              <a:off x="9469800" y="4776840"/>
              <a:ext cx="5040" cy="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B8B88E-1B7B-BBA1-E714-0376924FAB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60440" y="4767480"/>
                <a:ext cx="2376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34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E2F9-A25B-0BD3-2CED-4D70C403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4B90-0A3F-6333-C2E1-E2055DD2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Goals of internet</a:t>
            </a:r>
          </a:p>
          <a:p>
            <a:r>
              <a:rPr lang="en-IN" dirty="0"/>
              <a:t>Network core</a:t>
            </a:r>
          </a:p>
          <a:p>
            <a:r>
              <a:rPr lang="en-IN" dirty="0"/>
              <a:t>Reliability</a:t>
            </a:r>
          </a:p>
          <a:p>
            <a:r>
              <a:rPr lang="en-IN" dirty="0"/>
              <a:t>Design philosophy</a:t>
            </a:r>
          </a:p>
          <a:p>
            <a:r>
              <a:rPr lang="en-IN" dirty="0"/>
              <a:t>Fairness and efficiency</a:t>
            </a:r>
          </a:p>
          <a:p>
            <a:r>
              <a:rPr lang="en-IN" dirty="0"/>
              <a:t>Packet switching</a:t>
            </a:r>
          </a:p>
          <a:p>
            <a:r>
              <a:rPr lang="en-IN" dirty="0"/>
              <a:t>Circuit switching</a:t>
            </a:r>
          </a:p>
        </p:txBody>
      </p:sp>
    </p:spTree>
    <p:extLst>
      <p:ext uri="{BB962C8B-B14F-4D97-AF65-F5344CB8AC3E}">
        <p14:creationId xmlns:p14="http://schemas.microsoft.com/office/powerpoint/2010/main" val="48111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2CC3-89D6-1AD6-E2AA-5773947F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F7F9-40AD-5131-790E-25DC29D4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Google classroom: </a:t>
            </a:r>
            <a:r>
              <a:rPr lang="en-IN" dirty="0">
                <a:solidFill>
                  <a:schemeClr val="accent1"/>
                </a:solidFill>
              </a:rPr>
              <a:t>rnj2rhq6</a:t>
            </a:r>
          </a:p>
        </p:txBody>
      </p:sp>
    </p:spTree>
    <p:extLst>
      <p:ext uri="{BB962C8B-B14F-4D97-AF65-F5344CB8AC3E}">
        <p14:creationId xmlns:p14="http://schemas.microsoft.com/office/powerpoint/2010/main" val="409232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E587-FD09-4567-A41D-FA5DBB3D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E1211-3B0C-4AF4-AD83-E1EE256DD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Networking: A Top-Down Approach, Eighth Edition</a:t>
            </a:r>
          </a:p>
          <a:p>
            <a:pPr lvl="1"/>
            <a:r>
              <a:rPr lang="en-US" dirty="0"/>
              <a:t>James F. Kurose and Keith W. Ross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 Computer Networks: A Systems Approach </a:t>
            </a:r>
          </a:p>
          <a:p>
            <a:pPr lvl="1"/>
            <a:r>
              <a:rPr lang="en-US" dirty="0"/>
              <a:t>Peterson and Davie</a:t>
            </a:r>
          </a:p>
        </p:txBody>
      </p:sp>
    </p:spTree>
    <p:extLst>
      <p:ext uri="{BB962C8B-B14F-4D97-AF65-F5344CB8AC3E}">
        <p14:creationId xmlns:p14="http://schemas.microsoft.com/office/powerpoint/2010/main" val="35725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26AC-E05B-4ECF-BDCC-1C67D8FB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B513F-09D2-44F2-B8DE-69A966D46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29640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Internet structure</a:t>
            </a:r>
          </a:p>
          <a:p>
            <a:r>
              <a:rPr lang="en-US" dirty="0"/>
              <a:t>OSI reference model</a:t>
            </a:r>
          </a:p>
          <a:p>
            <a:r>
              <a:rPr lang="en-US" dirty="0"/>
              <a:t>Circuit switching vs. Packet switching</a:t>
            </a:r>
          </a:p>
          <a:p>
            <a:r>
              <a:rPr lang="en-US" dirty="0"/>
              <a:t>Application layer (DNS, SMTP, Socket programming, HTTP)</a:t>
            </a:r>
          </a:p>
          <a:p>
            <a:r>
              <a:rPr lang="en-US" dirty="0"/>
              <a:t>Transport layer (TCP, UDP, congestion and flow control)</a:t>
            </a:r>
          </a:p>
          <a:p>
            <a:r>
              <a:rPr lang="en-US" dirty="0"/>
              <a:t>Network layer (IP addressing, ICMP)</a:t>
            </a:r>
          </a:p>
          <a:p>
            <a:r>
              <a:rPr lang="en-US" dirty="0"/>
              <a:t>Routing algorithms (Link state vs. distance vector, BGP)</a:t>
            </a:r>
          </a:p>
          <a:p>
            <a:r>
              <a:rPr lang="en-US" dirty="0"/>
              <a:t>Link layer (Ethernet, </a:t>
            </a:r>
            <a:r>
              <a:rPr lang="en-US" dirty="0" err="1"/>
              <a:t>WiFi</a:t>
            </a:r>
            <a:r>
              <a:rPr lang="en-US" dirty="0"/>
              <a:t>, Error detection, ARP, DHCP)</a:t>
            </a:r>
          </a:p>
          <a:p>
            <a:r>
              <a:rPr lang="en-US" dirty="0"/>
              <a:t>Physical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C05C-0CD6-CC7D-7516-39B1F927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7D8F-72F1-5EE5-3B5E-FC46BAB8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Mid-term: 25</a:t>
            </a:r>
          </a:p>
          <a:p>
            <a:pPr marL="0" indent="0">
              <a:buNone/>
            </a:pPr>
            <a:r>
              <a:rPr lang="en-IN" dirty="0"/>
              <a:t>End-term: 45</a:t>
            </a:r>
          </a:p>
          <a:p>
            <a:pPr marL="0" indent="0">
              <a:buNone/>
            </a:pPr>
            <a:r>
              <a:rPr lang="en-IN" dirty="0"/>
              <a:t>Assignments (group): 20</a:t>
            </a:r>
          </a:p>
          <a:p>
            <a:pPr marL="0" indent="0">
              <a:buNone/>
            </a:pPr>
            <a:r>
              <a:rPr lang="en-IN" dirty="0" err="1"/>
              <a:t>Homeworks</a:t>
            </a:r>
            <a:r>
              <a:rPr lang="en-IN" dirty="0"/>
              <a:t> (group): 10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Maximum group size: 5</a:t>
            </a:r>
          </a:p>
        </p:txBody>
      </p:sp>
    </p:spTree>
    <p:extLst>
      <p:ext uri="{BB962C8B-B14F-4D97-AF65-F5344CB8AC3E}">
        <p14:creationId xmlns:p14="http://schemas.microsoft.com/office/powerpoint/2010/main" val="284226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733B3-20F9-95E3-00D0-049014E4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5496C-13A6-897F-DC92-C717918CC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Mon, Wed: 12:30 PM – 1:00 PM</a:t>
            </a:r>
          </a:p>
          <a:p>
            <a:r>
              <a:rPr lang="en-IN" dirty="0"/>
              <a:t>Location: A-505, R&amp;D block </a:t>
            </a:r>
          </a:p>
        </p:txBody>
      </p:sp>
    </p:spTree>
    <p:extLst>
      <p:ext uri="{BB962C8B-B14F-4D97-AF65-F5344CB8AC3E}">
        <p14:creationId xmlns:p14="http://schemas.microsoft.com/office/powerpoint/2010/main" val="195286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AFD4-62A2-67DA-32A1-2C9E00B5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97E2F-37B3-2F6F-EA0C-AC8C7184E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53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1099-2106-14B2-B90B-66A0733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the Internet?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CC54-EC3F-79C8-AA57-BAB2C9A5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Exchange information between </a:t>
            </a:r>
            <a:r>
              <a:rPr lang="en-IN" dirty="0">
                <a:solidFill>
                  <a:schemeClr val="accent1"/>
                </a:solidFill>
              </a:rPr>
              <a:t>end hosts</a:t>
            </a:r>
            <a:r>
              <a:rPr lang="en-IN" dirty="0"/>
              <a:t>.</a:t>
            </a:r>
            <a:r>
              <a:rPr lang="en-IN" b="1" dirty="0"/>
              <a:t> </a:t>
            </a:r>
            <a:r>
              <a:rPr lang="en-US" dirty="0"/>
              <a:t>These end hosts could be:</a:t>
            </a:r>
            <a:endParaRPr lang="en-IN" b="1" dirty="0"/>
          </a:p>
          <a:p>
            <a:pPr lvl="1"/>
            <a:r>
              <a:rPr lang="en-IN" dirty="0"/>
              <a:t>Users connected via laptops, desktops, smartphones, etc.</a:t>
            </a:r>
          </a:p>
          <a:p>
            <a:pPr lvl="1"/>
            <a:r>
              <a:rPr lang="en-US" dirty="0"/>
              <a:t>Servers hosting websites (e.g.,</a:t>
            </a:r>
            <a:r>
              <a:rPr lang="en-US" dirty="0">
                <a:hlinkClick r:id="rId2"/>
              </a:rPr>
              <a:t> </a:t>
            </a:r>
            <a:r>
              <a:rPr lang="en-US" u="sng" dirty="0">
                <a:hlinkClick r:id="rId2"/>
              </a:rPr>
              <a:t>www.chatgpt.com</a:t>
            </a:r>
            <a:r>
              <a:rPr lang="en-US" dirty="0"/>
              <a:t>) or streaming services (e.g., Netflix, Prime, etc.)</a:t>
            </a:r>
          </a:p>
          <a:p>
            <a:pPr lvl="1"/>
            <a:r>
              <a:rPr lang="en-IN" dirty="0"/>
              <a:t>Virtual assistants (e.g., Alexa, etc.)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79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F828-1554-2D6E-AA79-40460F9E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A304C-CBA4-9CB6-73ED-5E96B0F08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hosts connect to the Internet using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Wired</a:t>
            </a:r>
            <a:r>
              <a:rPr lang="en-IN" dirty="0"/>
              <a:t> (optical </a:t>
            </a:r>
            <a:r>
              <a:rPr lang="en-IN" dirty="0" err="1"/>
              <a:t>fiber</a:t>
            </a:r>
            <a:r>
              <a:rPr lang="en-IN" dirty="0"/>
              <a:t>, copper cables) network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Wireless</a:t>
            </a:r>
            <a:r>
              <a:rPr lang="en-IN" dirty="0"/>
              <a:t> (radio waves, light) network</a:t>
            </a:r>
          </a:p>
        </p:txBody>
      </p:sp>
    </p:spTree>
    <p:extLst>
      <p:ext uri="{BB962C8B-B14F-4D97-AF65-F5344CB8AC3E}">
        <p14:creationId xmlns:p14="http://schemas.microsoft.com/office/powerpoint/2010/main" val="2657327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D3CF-7207-F2BA-1196-774B128A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Internet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65E1B-6893-6E41-2D0F-8BD3A569B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this diversity, all communication across the Internet follows a common protocol called the </a:t>
            </a:r>
            <a:r>
              <a:rPr lang="en-US" dirty="0">
                <a:solidFill>
                  <a:schemeClr val="accent1"/>
                </a:solidFill>
              </a:rPr>
              <a:t>Internet Protocol (IP)</a:t>
            </a:r>
          </a:p>
          <a:p>
            <a:endParaRPr lang="en-US" b="1" dirty="0"/>
          </a:p>
          <a:p>
            <a:r>
              <a:rPr lang="en-IN" dirty="0"/>
              <a:t>A protocol is a set of rules or conventions that define how two or more entities exchange information </a:t>
            </a:r>
          </a:p>
          <a:p>
            <a:pPr lvl="1"/>
            <a:r>
              <a:rPr lang="en-IN" dirty="0"/>
              <a:t>Will discuss more about it later</a:t>
            </a:r>
          </a:p>
        </p:txBody>
      </p:sp>
    </p:spTree>
    <p:extLst>
      <p:ext uri="{BB962C8B-B14F-4D97-AF65-F5344CB8AC3E}">
        <p14:creationId xmlns:p14="http://schemas.microsoft.com/office/powerpoint/2010/main" val="209245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9599-0DA9-9BD0-62E4-1B0A4E3D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E31A-4E36-9C48-BCCB-B248F9C6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Connecting end 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BF14-CFD4-354E-927C-50759A093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Direct connection between every pair of hosts?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36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0144-1A47-6929-1269-37FE37D2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Connecting end 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5277-6C18-97C5-6D3F-39DD6066C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Direct connection between every pair of hosts?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No, that’s impractical. </a:t>
            </a:r>
            <a:r>
              <a:rPr lang="en-US" dirty="0"/>
              <a:t>The number of connections would grow rapidly and become unmanageable.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334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EF7F-52E5-2EFA-E786-BD0204A5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the Internet implemented?</a:t>
            </a:r>
            <a:endParaRPr lang="en-US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4090-4FCE-14E6-267F-E29252EFD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hosts are connected through a network of </a:t>
            </a:r>
            <a:r>
              <a:rPr lang="en-US" dirty="0">
                <a:solidFill>
                  <a:schemeClr val="accent1"/>
                </a:solidFill>
              </a:rPr>
              <a:t>gateways</a:t>
            </a:r>
            <a:r>
              <a:rPr lang="en-US" dirty="0"/>
              <a:t> such as </a:t>
            </a:r>
            <a:r>
              <a:rPr lang="en-US" dirty="0">
                <a:solidFill>
                  <a:schemeClr val="accent1"/>
                </a:solidFill>
              </a:rPr>
              <a:t>switches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routers</a:t>
            </a:r>
            <a:r>
              <a:rPr lang="en-US" dirty="0"/>
              <a:t>. </a:t>
            </a:r>
          </a:p>
          <a:p>
            <a:endParaRPr lang="en-US" dirty="0">
              <a:effectLst/>
            </a:endParaRPr>
          </a:p>
          <a:p>
            <a:r>
              <a:rPr lang="en-US" dirty="0"/>
              <a:t>Gateways form the backbone of the Internet</a:t>
            </a:r>
          </a:p>
          <a:p>
            <a:endParaRPr lang="en-US" dirty="0">
              <a:effectLst/>
            </a:endParaRPr>
          </a:p>
          <a:p>
            <a:r>
              <a:rPr lang="en-IN" dirty="0"/>
              <a:t>Gateways connect to end hosts and other gateways</a:t>
            </a:r>
          </a:p>
          <a:p>
            <a:endParaRPr lang="en-IN" dirty="0"/>
          </a:p>
          <a:p>
            <a:r>
              <a:rPr lang="en-IN" dirty="0"/>
              <a:t>Forms a large </a:t>
            </a:r>
            <a:r>
              <a:rPr lang="en-IN" dirty="0">
                <a:solidFill>
                  <a:schemeClr val="accent1"/>
                </a:solidFill>
              </a:rPr>
              <a:t>interconnected network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974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9E72-044F-D787-4C56-E196DAC6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Connecting end hosts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AF43-73CA-A9E5-E72B-2090435AA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E700E-9871-4ADC-8E8F-2786AFF5435B}"/>
              </a:ext>
            </a:extLst>
          </p:cNvPr>
          <p:cNvSpPr txBox="1"/>
          <p:nvPr/>
        </p:nvSpPr>
        <p:spPr>
          <a:xfrm>
            <a:off x="7905924" y="3479610"/>
            <a:ext cx="13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Internet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FCB50-3FCB-C2BE-8593-0B88B3B1C632}"/>
              </a:ext>
            </a:extLst>
          </p:cNvPr>
          <p:cNvSpPr/>
          <p:nvPr/>
        </p:nvSpPr>
        <p:spPr>
          <a:xfrm>
            <a:off x="7965787" y="3526527"/>
            <a:ext cx="1558255" cy="538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288783-AE50-D083-8974-F50FFCD44088}"/>
              </a:ext>
            </a:extLst>
          </p:cNvPr>
          <p:cNvGrpSpPr/>
          <p:nvPr/>
        </p:nvGrpSpPr>
        <p:grpSpPr>
          <a:xfrm>
            <a:off x="5920835" y="1488461"/>
            <a:ext cx="4525460" cy="4859961"/>
            <a:chOff x="7268561" y="1458365"/>
            <a:chExt cx="4525460" cy="4859961"/>
          </a:xfrm>
        </p:grpSpPr>
        <p:sp>
          <p:nvSpPr>
            <p:cNvPr id="10" name="Freeform 370">
              <a:extLst>
                <a:ext uri="{FF2B5EF4-FFF2-40B4-BE49-F238E27FC236}">
                  <a16:creationId xmlns:a16="http://schemas.microsoft.com/office/drawing/2014/main" id="{2649A639-73CF-E901-8084-549B08CB321F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417">
              <a:extLst>
                <a:ext uri="{FF2B5EF4-FFF2-40B4-BE49-F238E27FC236}">
                  <a16:creationId xmlns:a16="http://schemas.microsoft.com/office/drawing/2014/main" id="{44C16B2B-9254-98E1-C62E-936A1336B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" name="Group 418">
              <a:extLst>
                <a:ext uri="{FF2B5EF4-FFF2-40B4-BE49-F238E27FC236}">
                  <a16:creationId xmlns:a16="http://schemas.microsoft.com/office/drawing/2014/main" id="{30CDFB18-AB52-B400-20C5-95F056634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44" name="Rectangle 419">
                <a:extLst>
                  <a:ext uri="{FF2B5EF4-FFF2-40B4-BE49-F238E27FC236}">
                    <a16:creationId xmlns:a16="http://schemas.microsoft.com/office/drawing/2014/main" id="{B6D9172C-6159-16FF-C2F2-90A6F3E3B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AutoShape 420">
                <a:extLst>
                  <a:ext uri="{FF2B5EF4-FFF2-40B4-BE49-F238E27FC236}">
                    <a16:creationId xmlns:a16="http://schemas.microsoft.com/office/drawing/2014/main" id="{69ED6946-DC18-F14C-3C85-F1424F992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Freeform 427">
              <a:extLst>
                <a:ext uri="{FF2B5EF4-FFF2-40B4-BE49-F238E27FC236}">
                  <a16:creationId xmlns:a16="http://schemas.microsoft.com/office/drawing/2014/main" id="{874F92B5-8040-EC98-B01A-CC172320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 Box 580">
              <a:extLst>
                <a:ext uri="{FF2B5EF4-FFF2-40B4-BE49-F238E27FC236}">
                  <a16:creationId xmlns:a16="http://schemas.microsoft.com/office/drawing/2014/main" id="{B01B3AB7-A19D-70E4-C0E3-C067247F7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mobile network</a:t>
              </a:r>
            </a:p>
          </p:txBody>
        </p:sp>
        <p:sp>
          <p:nvSpPr>
            <p:cNvPr id="15" name="Text Box 580">
              <a:extLst>
                <a:ext uri="{FF2B5EF4-FFF2-40B4-BE49-F238E27FC236}">
                  <a16:creationId xmlns:a16="http://schemas.microsoft.com/office/drawing/2014/main" id="{DC7A6739-F463-FCAB-6221-B2C2AABD8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home network</a:t>
              </a:r>
            </a:p>
          </p:txBody>
        </p:sp>
        <p:sp>
          <p:nvSpPr>
            <p:cNvPr id="16" name="Text Box 580">
              <a:extLst>
                <a:ext uri="{FF2B5EF4-FFF2-40B4-BE49-F238E27FC236}">
                  <a16:creationId xmlns:a16="http://schemas.microsoft.com/office/drawing/2014/main" id="{A713EA30-B8E5-5D21-32B2-EE75633D9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          network</a:t>
              </a:r>
            </a:p>
          </p:txBody>
        </p:sp>
        <p:sp>
          <p:nvSpPr>
            <p:cNvPr id="17" name="Freeform 371">
              <a:extLst>
                <a:ext uri="{FF2B5EF4-FFF2-40B4-BE49-F238E27FC236}">
                  <a16:creationId xmlns:a16="http://schemas.microsoft.com/office/drawing/2014/main" id="{4541ABE4-9BD7-0595-1793-5E7EBA091E7A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D8FB8E6-AE02-8212-5A96-5A4CD7A609CF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6" name="Freeform 381">
                <a:extLst>
                  <a:ext uri="{FF2B5EF4-FFF2-40B4-BE49-F238E27FC236}">
                    <a16:creationId xmlns:a16="http://schemas.microsoft.com/office/drawing/2014/main" id="{006B646D-75B0-EA4B-EE95-E2E5F730E7B1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 382">
                <a:extLst>
                  <a:ext uri="{FF2B5EF4-FFF2-40B4-BE49-F238E27FC236}">
                    <a16:creationId xmlns:a16="http://schemas.microsoft.com/office/drawing/2014/main" id="{157FB71B-C402-5FFF-B0C5-FE8C3D4FC4A0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806C476-C835-1E0E-421D-86E620F08C67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23D8637-B75C-BD50-5DCC-C52E2BE4C75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EE03E50-9C94-0ADC-CC27-96B8C8CA6978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D55E54-3384-DD2B-E3FF-F40B3D23E177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9AD24D3-0356-6D2D-8A20-C91F943DB9C4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B15294A-25A4-9D47-5165-794063C7E3E0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B7E81BB-981C-A3E7-0FBF-9B7105F464C3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28" name="Freeform 398">
                <a:extLst>
                  <a:ext uri="{FF2B5EF4-FFF2-40B4-BE49-F238E27FC236}">
                    <a16:creationId xmlns:a16="http://schemas.microsoft.com/office/drawing/2014/main" id="{BF0453F5-E310-C8C8-4AF1-5EE895B42E20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 399">
                <a:extLst>
                  <a:ext uri="{FF2B5EF4-FFF2-40B4-BE49-F238E27FC236}">
                    <a16:creationId xmlns:a16="http://schemas.microsoft.com/office/drawing/2014/main" id="{01E97EB5-73CF-A103-E7A9-BC90DC9889DE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F1DD63E-0E13-7275-C769-C0D717FD29C5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EE950D1-CBB1-451A-C019-791AB68A5CEB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30875E0-0045-D4C7-1BEA-A41461039470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316844F-9814-E6B5-34BE-35AA75598A6C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E7C0B39-E9C7-D22B-D4ED-4439EAE83B17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859909B-2CEC-74C7-50DA-BC14BF042887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Freeform 561">
              <a:extLst>
                <a:ext uri="{FF2B5EF4-FFF2-40B4-BE49-F238E27FC236}">
                  <a16:creationId xmlns:a16="http://schemas.microsoft.com/office/drawing/2014/main" id="{32F48692-8458-962B-B44A-111F4EB0D790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539844-E0A2-E14E-05ED-7B38270862FE}"/>
                </a:ext>
              </a:extLst>
            </p:cNvPr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national or global ISP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8F9F28B-FF80-EE29-E684-0B97DBA9B1BA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2F7961D-1AD6-82A4-68CC-2247D3B2ACA6}"/>
                </a:ext>
              </a:extLst>
            </p:cNvPr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local or regional ISP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F023E7-B13B-1E44-D4C7-F103D0641CD9}"/>
                </a:ext>
              </a:extLst>
            </p:cNvPr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1B2AAA-086E-7C2C-F1BE-A5B1E513E3AC}"/>
                </a:ext>
              </a:extLst>
            </p:cNvPr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network</a:t>
              </a:r>
              <a:endParaRPr lang="en-US" sz="10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7B5FD65-7D1E-67E3-807A-5993A681CC4F}"/>
              </a:ext>
            </a:extLst>
          </p:cNvPr>
          <p:cNvGrpSpPr/>
          <p:nvPr/>
        </p:nvGrpSpPr>
        <p:grpSpPr>
          <a:xfrm>
            <a:off x="6277723" y="2127325"/>
            <a:ext cx="3578867" cy="3640283"/>
            <a:chOff x="7562238" y="2127325"/>
            <a:chExt cx="3578867" cy="364028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AE5F23-375C-8C0B-DFC9-2A130B2A93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0EE1B7B-7979-C6FE-09B2-87C214B92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AA27C2-8460-30B5-6E68-9162163B49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CBF67F-5EB5-34AF-59AC-B502CB2B56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0D58919-7F57-BD86-BD2B-513E75E020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6D0F7CE-8F42-1AB4-FD55-3F4A717CD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5D0ECC-362D-3C34-ECBB-0B257BBDD9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92D6103-6EB1-D3F2-8CBC-310FDA45F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EE4FCA-28BD-961C-2312-8BD20F53447E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23AC9C4-E73A-C290-2BEE-65A3804417CB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FD68CBB-A8D0-1269-CF87-0CD0E7CEBB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17FD268-4884-1FAA-44FF-9652E04F82F0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8FAE592-C6A9-B243-C755-5664E35C01F3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64" name="Line 428">
                  <a:extLst>
                    <a:ext uri="{FF2B5EF4-FFF2-40B4-BE49-F238E27FC236}">
                      <a16:creationId xmlns:a16="http://schemas.microsoft.com/office/drawing/2014/main" id="{DE62894D-8DCA-7674-ED80-BEF9471BC1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" name="Line 430">
                  <a:extLst>
                    <a:ext uri="{FF2B5EF4-FFF2-40B4-BE49-F238E27FC236}">
                      <a16:creationId xmlns:a16="http://schemas.microsoft.com/office/drawing/2014/main" id="{DDE38E84-FD52-3179-C86E-A7F4091035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" name="Line 431">
                  <a:extLst>
                    <a:ext uri="{FF2B5EF4-FFF2-40B4-BE49-F238E27FC236}">
                      <a16:creationId xmlns:a16="http://schemas.microsoft.com/office/drawing/2014/main" id="{708E52E6-68B3-BE84-B2BA-2F517CCAC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" name="Line 432">
                  <a:extLst>
                    <a:ext uri="{FF2B5EF4-FFF2-40B4-BE49-F238E27FC236}">
                      <a16:creationId xmlns:a16="http://schemas.microsoft.com/office/drawing/2014/main" id="{2D8AD3B9-E209-18FD-1BE9-85109E7DE9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" name="Line 433">
                  <a:extLst>
                    <a:ext uri="{FF2B5EF4-FFF2-40B4-BE49-F238E27FC236}">
                      <a16:creationId xmlns:a16="http://schemas.microsoft.com/office/drawing/2014/main" id="{208A9C49-0195-52B4-81CE-74F9353BA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" name="Line 435">
                  <a:extLst>
                    <a:ext uri="{FF2B5EF4-FFF2-40B4-BE49-F238E27FC236}">
                      <a16:creationId xmlns:a16="http://schemas.microsoft.com/office/drawing/2014/main" id="{50090CEE-C3F4-AEE3-C708-468CFD4AB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" name="Line 436">
                  <a:extLst>
                    <a:ext uri="{FF2B5EF4-FFF2-40B4-BE49-F238E27FC236}">
                      <a16:creationId xmlns:a16="http://schemas.microsoft.com/office/drawing/2014/main" id="{54F7FA61-9D7F-6505-754F-704999826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" name="Line 439">
                  <a:extLst>
                    <a:ext uri="{FF2B5EF4-FFF2-40B4-BE49-F238E27FC236}">
                      <a16:creationId xmlns:a16="http://schemas.microsoft.com/office/drawing/2014/main" id="{530318D7-3573-F57C-CA2C-D4D75EF5C0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" name="Line 440">
                  <a:extLst>
                    <a:ext uri="{FF2B5EF4-FFF2-40B4-BE49-F238E27FC236}">
                      <a16:creationId xmlns:a16="http://schemas.microsoft.com/office/drawing/2014/main" id="{AA606E04-69B7-FA8B-5086-E826E2AD72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3" name="Line 441">
                  <a:extLst>
                    <a:ext uri="{FF2B5EF4-FFF2-40B4-BE49-F238E27FC236}">
                      <a16:creationId xmlns:a16="http://schemas.microsoft.com/office/drawing/2014/main" id="{95815240-4CD8-93D4-BDAE-68AABE3460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4" name="Line 443">
                  <a:extLst>
                    <a:ext uri="{FF2B5EF4-FFF2-40B4-BE49-F238E27FC236}">
                      <a16:creationId xmlns:a16="http://schemas.microsoft.com/office/drawing/2014/main" id="{F1B4928F-5228-2A99-2459-854E0B6519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5" name="Line 449">
                  <a:extLst>
                    <a:ext uri="{FF2B5EF4-FFF2-40B4-BE49-F238E27FC236}">
                      <a16:creationId xmlns:a16="http://schemas.microsoft.com/office/drawing/2014/main" id="{1C454586-3364-26B5-14AA-57C7E22B32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6" name="Line 428">
                  <a:extLst>
                    <a:ext uri="{FF2B5EF4-FFF2-40B4-BE49-F238E27FC236}">
                      <a16:creationId xmlns:a16="http://schemas.microsoft.com/office/drawing/2014/main" id="{3C3044D1-9BD9-3471-93CC-E5BFCC376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" name="Line 440">
                  <a:extLst>
                    <a:ext uri="{FF2B5EF4-FFF2-40B4-BE49-F238E27FC236}">
                      <a16:creationId xmlns:a16="http://schemas.microsoft.com/office/drawing/2014/main" id="{56F0675D-2F51-26AA-3980-84822ABA1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13B97EAE-A39A-51F7-72BD-7541BCB5B29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892589B-A02C-70D8-55F4-2F900BF5FF1D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8C6FC92-E2FB-1944-F594-3893EEA69A60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D74B2D8A-ACBD-D6F7-2320-129D09446FE9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0E2B0C75-F468-F134-8E6A-A569055159C1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C71D00E-A2D8-4992-D456-5DA26776D8CA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9006A00F-3F9F-6556-5702-249D20E1EA65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C0A50E0-5D28-851C-65B8-F9EBAD812AF7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Line 541">
                  <a:extLst>
                    <a:ext uri="{FF2B5EF4-FFF2-40B4-BE49-F238E27FC236}">
                      <a16:creationId xmlns:a16="http://schemas.microsoft.com/office/drawing/2014/main" id="{8D8676F4-3A0A-E96B-C613-6F1C2D27A2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7" name="Line 424">
                  <a:extLst>
                    <a:ext uri="{FF2B5EF4-FFF2-40B4-BE49-F238E27FC236}">
                      <a16:creationId xmlns:a16="http://schemas.microsoft.com/office/drawing/2014/main" id="{D2AD9BC2-4786-5ED8-52BA-DB606035A3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60" name="Picture 778" descr="antenna_radiation_stylized">
                <a:extLst>
                  <a:ext uri="{FF2B5EF4-FFF2-40B4-BE49-F238E27FC236}">
                    <a16:creationId xmlns:a16="http://schemas.microsoft.com/office/drawing/2014/main" id="{3818C58C-22B5-5CD7-869F-547EACF361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" name="Picture 781" descr="antenna_radiation_stylized">
                <a:extLst>
                  <a:ext uri="{FF2B5EF4-FFF2-40B4-BE49-F238E27FC236}">
                    <a16:creationId xmlns:a16="http://schemas.microsoft.com/office/drawing/2014/main" id="{94BBB60A-B902-674E-2C93-6C85AE4D2A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799" descr="cell_tower_radiation copy">
                <a:extLst>
                  <a:ext uri="{FF2B5EF4-FFF2-40B4-BE49-F238E27FC236}">
                    <a16:creationId xmlns:a16="http://schemas.microsoft.com/office/drawing/2014/main" id="{28506645-D2C4-4A6D-A8FA-5A0C2795E0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Oval 800">
                <a:extLst>
                  <a:ext uri="{FF2B5EF4-FFF2-40B4-BE49-F238E27FC236}">
                    <a16:creationId xmlns:a16="http://schemas.microsoft.com/office/drawing/2014/main" id="{E8D56453-98AF-A635-38CF-5C256B69A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17D112C-6AE1-F8D9-D46D-1AA62D9313CE}"/>
              </a:ext>
            </a:extLst>
          </p:cNvPr>
          <p:cNvGrpSpPr/>
          <p:nvPr/>
        </p:nvGrpSpPr>
        <p:grpSpPr>
          <a:xfrm>
            <a:off x="6129557" y="1891912"/>
            <a:ext cx="4144321" cy="4300892"/>
            <a:chOff x="7432700" y="1830405"/>
            <a:chExt cx="4144321" cy="430089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0B90567-D66D-DA93-25DB-AB39B80EE43D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roup 652">
                <a:extLst>
                  <a:ext uri="{FF2B5EF4-FFF2-40B4-BE49-F238E27FC236}">
                    <a16:creationId xmlns:a16="http://schemas.microsoft.com/office/drawing/2014/main" id="{E8067DEB-4EC0-AF25-906F-BCBE31092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293" name="Picture 653" descr="iphone_stylized_small">
                  <a:extLst>
                    <a:ext uri="{FF2B5EF4-FFF2-40B4-BE49-F238E27FC236}">
                      <a16:creationId xmlns:a16="http://schemas.microsoft.com/office/drawing/2014/main" id="{D8156E99-36E5-7345-4AFC-12E6185A76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4" name="Picture 654" descr="antenna_radiation_stylized">
                  <a:extLst>
                    <a:ext uri="{FF2B5EF4-FFF2-40B4-BE49-F238E27FC236}">
                      <a16:creationId xmlns:a16="http://schemas.microsoft.com/office/drawing/2014/main" id="{DF7EC175-298E-92AE-C870-9854C9FE1F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B078A6B4-B163-3643-0395-B6304F9B1A9B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270" name="Picture 1017" descr="antenna_stylized">
                  <a:extLst>
                    <a:ext uri="{FF2B5EF4-FFF2-40B4-BE49-F238E27FC236}">
                      <a16:creationId xmlns:a16="http://schemas.microsoft.com/office/drawing/2014/main" id="{4C51C2B5-5735-E5F9-EB1E-A22120AD45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1" name="Picture 1018" descr="laptop_keyboard">
                  <a:extLst>
                    <a:ext uri="{FF2B5EF4-FFF2-40B4-BE49-F238E27FC236}">
                      <a16:creationId xmlns:a16="http://schemas.microsoft.com/office/drawing/2014/main" id="{6D93C21F-149C-6D7A-B09C-D2F3291981D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2" name="Freeform 1019">
                  <a:extLst>
                    <a:ext uri="{FF2B5EF4-FFF2-40B4-BE49-F238E27FC236}">
                      <a16:creationId xmlns:a16="http://schemas.microsoft.com/office/drawing/2014/main" id="{0419A842-373D-1C76-EB0F-75544DE8BC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273" name="Picture 1020" descr="screen">
                  <a:extLst>
                    <a:ext uri="{FF2B5EF4-FFF2-40B4-BE49-F238E27FC236}">
                      <a16:creationId xmlns:a16="http://schemas.microsoft.com/office/drawing/2014/main" id="{4209BE67-2D61-E3A4-A7C4-0FD20AA654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4" name="Freeform 1021">
                  <a:extLst>
                    <a:ext uri="{FF2B5EF4-FFF2-40B4-BE49-F238E27FC236}">
                      <a16:creationId xmlns:a16="http://schemas.microsoft.com/office/drawing/2014/main" id="{805609EE-D6E2-0FA8-35FF-FFF4AD6A60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5" name="Freeform 1022">
                  <a:extLst>
                    <a:ext uri="{FF2B5EF4-FFF2-40B4-BE49-F238E27FC236}">
                      <a16:creationId xmlns:a16="http://schemas.microsoft.com/office/drawing/2014/main" id="{65E3E9FB-58E5-05A6-2B2B-D076B796C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6" name="Freeform 1023">
                  <a:extLst>
                    <a:ext uri="{FF2B5EF4-FFF2-40B4-BE49-F238E27FC236}">
                      <a16:creationId xmlns:a16="http://schemas.microsoft.com/office/drawing/2014/main" id="{5B8BDAA7-4030-E56B-A200-BCE7876671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7" name="Freeform 1024">
                  <a:extLst>
                    <a:ext uri="{FF2B5EF4-FFF2-40B4-BE49-F238E27FC236}">
                      <a16:creationId xmlns:a16="http://schemas.microsoft.com/office/drawing/2014/main" id="{61B168F2-EB91-5C31-CF88-6DF6A215DC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8" name="Freeform 1025">
                  <a:extLst>
                    <a:ext uri="{FF2B5EF4-FFF2-40B4-BE49-F238E27FC236}">
                      <a16:creationId xmlns:a16="http://schemas.microsoft.com/office/drawing/2014/main" id="{111E50A1-0F8A-D0B3-59A8-B190C9857E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9" name="Freeform 1026">
                  <a:extLst>
                    <a:ext uri="{FF2B5EF4-FFF2-40B4-BE49-F238E27FC236}">
                      <a16:creationId xmlns:a16="http://schemas.microsoft.com/office/drawing/2014/main" id="{29299BC9-3992-A8C5-1C62-C99CCEF724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80" name="Group 1027">
                  <a:extLst>
                    <a:ext uri="{FF2B5EF4-FFF2-40B4-BE49-F238E27FC236}">
                      <a16:creationId xmlns:a16="http://schemas.microsoft.com/office/drawing/2014/main" id="{C46E33EE-A943-2FE7-9029-52EF6D90C7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87" name="Freeform 1028">
                    <a:extLst>
                      <a:ext uri="{FF2B5EF4-FFF2-40B4-BE49-F238E27FC236}">
                        <a16:creationId xmlns:a16="http://schemas.microsoft.com/office/drawing/2014/main" id="{ED778DD3-6F42-72DB-92E2-6E4D325E28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8" name="Freeform 1029">
                    <a:extLst>
                      <a:ext uri="{FF2B5EF4-FFF2-40B4-BE49-F238E27FC236}">
                        <a16:creationId xmlns:a16="http://schemas.microsoft.com/office/drawing/2014/main" id="{360460B0-1070-10CB-03AA-87B8F87364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9" name="Freeform 1030">
                    <a:extLst>
                      <a:ext uri="{FF2B5EF4-FFF2-40B4-BE49-F238E27FC236}">
                        <a16:creationId xmlns:a16="http://schemas.microsoft.com/office/drawing/2014/main" id="{A7150BBB-EE0B-C948-7932-8BCEDC38A4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0" name="Freeform 1031">
                    <a:extLst>
                      <a:ext uri="{FF2B5EF4-FFF2-40B4-BE49-F238E27FC236}">
                        <a16:creationId xmlns:a16="http://schemas.microsoft.com/office/drawing/2014/main" id="{C79CB7A5-A730-A3C6-65D9-C202C0C7F0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1" name="Freeform 1032">
                    <a:extLst>
                      <a:ext uri="{FF2B5EF4-FFF2-40B4-BE49-F238E27FC236}">
                        <a16:creationId xmlns:a16="http://schemas.microsoft.com/office/drawing/2014/main" id="{2F72BE4E-46BA-E7C3-A66F-9030AF1B1B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2" name="Freeform 1033">
                    <a:extLst>
                      <a:ext uri="{FF2B5EF4-FFF2-40B4-BE49-F238E27FC236}">
                        <a16:creationId xmlns:a16="http://schemas.microsoft.com/office/drawing/2014/main" id="{BC713A98-E0ED-12EC-C4AE-4084315A7A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81" name="Freeform 1034">
                  <a:extLst>
                    <a:ext uri="{FF2B5EF4-FFF2-40B4-BE49-F238E27FC236}">
                      <a16:creationId xmlns:a16="http://schemas.microsoft.com/office/drawing/2014/main" id="{6C52B21A-03CA-1C6E-37CF-88005B9FD9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2" name="Freeform 1035">
                  <a:extLst>
                    <a:ext uri="{FF2B5EF4-FFF2-40B4-BE49-F238E27FC236}">
                      <a16:creationId xmlns:a16="http://schemas.microsoft.com/office/drawing/2014/main" id="{5D6A70FA-8E01-BF96-1DE5-2299B2DFF0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3" name="Freeform 1036">
                  <a:extLst>
                    <a:ext uri="{FF2B5EF4-FFF2-40B4-BE49-F238E27FC236}">
                      <a16:creationId xmlns:a16="http://schemas.microsoft.com/office/drawing/2014/main" id="{05E8CCCF-48B3-A7BB-0D5E-553FBE4870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4" name="Freeform 1037">
                  <a:extLst>
                    <a:ext uri="{FF2B5EF4-FFF2-40B4-BE49-F238E27FC236}">
                      <a16:creationId xmlns:a16="http://schemas.microsoft.com/office/drawing/2014/main" id="{E566E349-CA3C-E274-2E61-264F95953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5" name="Freeform 1038">
                  <a:extLst>
                    <a:ext uri="{FF2B5EF4-FFF2-40B4-BE49-F238E27FC236}">
                      <a16:creationId xmlns:a16="http://schemas.microsoft.com/office/drawing/2014/main" id="{5C589C1D-B7D2-E25D-6689-6184036191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6" name="Freeform 1039">
                  <a:extLst>
                    <a:ext uri="{FF2B5EF4-FFF2-40B4-BE49-F238E27FC236}">
                      <a16:creationId xmlns:a16="http://schemas.microsoft.com/office/drawing/2014/main" id="{4D550D12-E65D-3E74-6440-D92E923AD6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3961597D-5856-667D-BC4D-F930BDCCD57E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268" name="Picture 568" descr="light2.png">
                  <a:extLst>
                    <a:ext uri="{FF2B5EF4-FFF2-40B4-BE49-F238E27FC236}">
                      <a16:creationId xmlns:a16="http://schemas.microsoft.com/office/drawing/2014/main" id="{5F509601-CFF2-4429-58F6-5979DC5C73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9" name="Picture 1017" descr="antenna_stylized">
                  <a:extLst>
                    <a:ext uri="{FF2B5EF4-FFF2-40B4-BE49-F238E27FC236}">
                      <a16:creationId xmlns:a16="http://schemas.microsoft.com/office/drawing/2014/main" id="{EA82A55D-3092-D6B0-4EB6-A1F0F65A6C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4C0FFB8E-BD05-6978-1D29-BB2600799E21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266" name="Picture 603" descr="car_icon_small">
                  <a:extLst>
                    <a:ext uri="{FF2B5EF4-FFF2-40B4-BE49-F238E27FC236}">
                      <a16:creationId xmlns:a16="http://schemas.microsoft.com/office/drawing/2014/main" id="{B75E02E7-D7F2-888C-1395-5A0282644A2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7" name="Picture 1017" descr="antenna_stylized">
                  <a:extLst>
                    <a:ext uri="{FF2B5EF4-FFF2-40B4-BE49-F238E27FC236}">
                      <a16:creationId xmlns:a16="http://schemas.microsoft.com/office/drawing/2014/main" id="{C72963CB-EFAE-501A-2927-7951B26538F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DED5C15-7958-8ED4-759C-A85C17B20335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88FACCDD-007F-D51F-0F8E-91CF0202CFD8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239" name="Picture 1115" descr="antenna_stylized">
                  <a:extLst>
                    <a:ext uri="{FF2B5EF4-FFF2-40B4-BE49-F238E27FC236}">
                      <a16:creationId xmlns:a16="http://schemas.microsoft.com/office/drawing/2014/main" id="{F22DCCDD-2638-06E3-265E-8503266322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0" name="Picture 1116" descr="laptop_keyboard">
                  <a:extLst>
                    <a:ext uri="{FF2B5EF4-FFF2-40B4-BE49-F238E27FC236}">
                      <a16:creationId xmlns:a16="http://schemas.microsoft.com/office/drawing/2014/main" id="{74AD8E08-A33A-45EA-D5B2-9EAEF3C55D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1" name="Freeform 1117">
                  <a:extLst>
                    <a:ext uri="{FF2B5EF4-FFF2-40B4-BE49-F238E27FC236}">
                      <a16:creationId xmlns:a16="http://schemas.microsoft.com/office/drawing/2014/main" id="{43E12D28-548B-E9F1-2B53-6D2D53AFE0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242" name="Picture 1118" descr="screen">
                  <a:extLst>
                    <a:ext uri="{FF2B5EF4-FFF2-40B4-BE49-F238E27FC236}">
                      <a16:creationId xmlns:a16="http://schemas.microsoft.com/office/drawing/2014/main" id="{656EE73E-2CC9-E8A2-346E-AA3F7914178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3" name="Freeform 1119">
                  <a:extLst>
                    <a:ext uri="{FF2B5EF4-FFF2-40B4-BE49-F238E27FC236}">
                      <a16:creationId xmlns:a16="http://schemas.microsoft.com/office/drawing/2014/main" id="{C940EB74-06D9-180C-2048-696CCC9676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4" name="Freeform 1120">
                  <a:extLst>
                    <a:ext uri="{FF2B5EF4-FFF2-40B4-BE49-F238E27FC236}">
                      <a16:creationId xmlns:a16="http://schemas.microsoft.com/office/drawing/2014/main" id="{5111A836-772C-F9AC-1290-F2CBF38FFB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5" name="Freeform 1121">
                  <a:extLst>
                    <a:ext uri="{FF2B5EF4-FFF2-40B4-BE49-F238E27FC236}">
                      <a16:creationId xmlns:a16="http://schemas.microsoft.com/office/drawing/2014/main" id="{8E443880-7430-673B-A83C-2C17F4187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6" name="Freeform 1122">
                  <a:extLst>
                    <a:ext uri="{FF2B5EF4-FFF2-40B4-BE49-F238E27FC236}">
                      <a16:creationId xmlns:a16="http://schemas.microsoft.com/office/drawing/2014/main" id="{A8C5C066-96C1-6985-4B8B-7D1336129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7" name="Freeform 1123">
                  <a:extLst>
                    <a:ext uri="{FF2B5EF4-FFF2-40B4-BE49-F238E27FC236}">
                      <a16:creationId xmlns:a16="http://schemas.microsoft.com/office/drawing/2014/main" id="{599A2C5C-93BB-7D45-79E5-8D986C9132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8" name="Freeform 1124">
                  <a:extLst>
                    <a:ext uri="{FF2B5EF4-FFF2-40B4-BE49-F238E27FC236}">
                      <a16:creationId xmlns:a16="http://schemas.microsoft.com/office/drawing/2014/main" id="{14FCB635-60E6-2CBF-BE79-5B5E794E11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49" name="Group 1125">
                  <a:extLst>
                    <a:ext uri="{FF2B5EF4-FFF2-40B4-BE49-F238E27FC236}">
                      <a16:creationId xmlns:a16="http://schemas.microsoft.com/office/drawing/2014/main" id="{E2FB5906-4BFA-7E82-FA8D-4BF5B34C61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56" name="Freeform 1126">
                    <a:extLst>
                      <a:ext uri="{FF2B5EF4-FFF2-40B4-BE49-F238E27FC236}">
                        <a16:creationId xmlns:a16="http://schemas.microsoft.com/office/drawing/2014/main" id="{EA6B99B2-4810-6C35-620B-0ADC329DD3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7" name="Freeform 1127">
                    <a:extLst>
                      <a:ext uri="{FF2B5EF4-FFF2-40B4-BE49-F238E27FC236}">
                        <a16:creationId xmlns:a16="http://schemas.microsoft.com/office/drawing/2014/main" id="{0BC20F8C-E45E-9491-4FE4-C568EEFDF3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8" name="Freeform 1128">
                    <a:extLst>
                      <a:ext uri="{FF2B5EF4-FFF2-40B4-BE49-F238E27FC236}">
                        <a16:creationId xmlns:a16="http://schemas.microsoft.com/office/drawing/2014/main" id="{7A25F267-04F8-D494-9EF6-A9AA3EB8E9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9" name="Freeform 1129">
                    <a:extLst>
                      <a:ext uri="{FF2B5EF4-FFF2-40B4-BE49-F238E27FC236}">
                        <a16:creationId xmlns:a16="http://schemas.microsoft.com/office/drawing/2014/main" id="{6258AAD5-FE90-968A-270B-7F672C0EA2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0" name="Freeform 1130">
                    <a:extLst>
                      <a:ext uri="{FF2B5EF4-FFF2-40B4-BE49-F238E27FC236}">
                        <a16:creationId xmlns:a16="http://schemas.microsoft.com/office/drawing/2014/main" id="{A7021E93-5923-AFF0-3840-B3B8080DAC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1" name="Freeform 1131">
                    <a:extLst>
                      <a:ext uri="{FF2B5EF4-FFF2-40B4-BE49-F238E27FC236}">
                        <a16:creationId xmlns:a16="http://schemas.microsoft.com/office/drawing/2014/main" id="{FC364A77-D4D9-BFC8-4434-5A991BC082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50" name="Freeform 1132">
                  <a:extLst>
                    <a:ext uri="{FF2B5EF4-FFF2-40B4-BE49-F238E27FC236}">
                      <a16:creationId xmlns:a16="http://schemas.microsoft.com/office/drawing/2014/main" id="{DCECD960-0066-120E-AA84-2FE1DF533A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1" name="Freeform 1133">
                  <a:extLst>
                    <a:ext uri="{FF2B5EF4-FFF2-40B4-BE49-F238E27FC236}">
                      <a16:creationId xmlns:a16="http://schemas.microsoft.com/office/drawing/2014/main" id="{B4A71C48-BBE6-6087-34DB-7FE7B504E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2" name="Freeform 1134">
                  <a:extLst>
                    <a:ext uri="{FF2B5EF4-FFF2-40B4-BE49-F238E27FC236}">
                      <a16:creationId xmlns:a16="http://schemas.microsoft.com/office/drawing/2014/main" id="{ACC96110-532E-0F48-07A9-A813BD7DC0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3" name="Freeform 1135">
                  <a:extLst>
                    <a:ext uri="{FF2B5EF4-FFF2-40B4-BE49-F238E27FC236}">
                      <a16:creationId xmlns:a16="http://schemas.microsoft.com/office/drawing/2014/main" id="{6448AC61-D5C4-BB08-4FB5-6F45A95FAB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4" name="Freeform 1136">
                  <a:extLst>
                    <a:ext uri="{FF2B5EF4-FFF2-40B4-BE49-F238E27FC236}">
                      <a16:creationId xmlns:a16="http://schemas.microsoft.com/office/drawing/2014/main" id="{FBBF89E9-0614-6FF9-7B9E-D63BF8E70A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5" name="Freeform 1137">
                  <a:extLst>
                    <a:ext uri="{FF2B5EF4-FFF2-40B4-BE49-F238E27FC236}">
                      <a16:creationId xmlns:a16="http://schemas.microsoft.com/office/drawing/2014/main" id="{98F9CC33-7B09-89A0-1489-99E1859554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33" name="Group 1139">
                <a:extLst>
                  <a:ext uri="{FF2B5EF4-FFF2-40B4-BE49-F238E27FC236}">
                    <a16:creationId xmlns:a16="http://schemas.microsoft.com/office/drawing/2014/main" id="{D0690BE1-1A3E-24C3-64AE-C3F3FBEA5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237" name="Picture 1140" descr="desktop_computer_stylized_medium">
                  <a:extLst>
                    <a:ext uri="{FF2B5EF4-FFF2-40B4-BE49-F238E27FC236}">
                      <a16:creationId xmlns:a16="http://schemas.microsoft.com/office/drawing/2014/main" id="{7A5830A5-C231-3D38-AED7-FF78F89C2EE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8" name="Freeform 1141">
                  <a:extLst>
                    <a:ext uri="{FF2B5EF4-FFF2-40B4-BE49-F238E27FC236}">
                      <a16:creationId xmlns:a16="http://schemas.microsoft.com/office/drawing/2014/main" id="{240DF9CD-2CB1-B2F9-83F3-FFF9C7F2B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A417DC57-868C-E8CD-435F-395CDFF8D10F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235" name="Picture 571" descr="fridge2.png">
                  <a:extLst>
                    <a:ext uri="{FF2B5EF4-FFF2-40B4-BE49-F238E27FC236}">
                      <a16:creationId xmlns:a16="http://schemas.microsoft.com/office/drawing/2014/main" id="{81081EFB-A5C8-00F3-CFC0-6505E7C46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6" name="Picture 1115" descr="antenna_stylized">
                  <a:extLst>
                    <a:ext uri="{FF2B5EF4-FFF2-40B4-BE49-F238E27FC236}">
                      <a16:creationId xmlns:a16="http://schemas.microsoft.com/office/drawing/2014/main" id="{39F02EA9-F087-CB19-D181-AD10FBCF7C2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8EADC78-EC39-EDDB-D74B-1534A4B26119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96BA3AE4-63A1-1E10-88E0-79D92A63A60B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49A0BEF1-C942-40A7-94D4-2FA476BDB036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BCC13151-0668-1A6E-4524-A8AC8A7DCE57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29" name="Picture 228" descr="server_rack.png">
                    <a:extLst>
                      <a:ext uri="{FF2B5EF4-FFF2-40B4-BE49-F238E27FC236}">
                        <a16:creationId xmlns:a16="http://schemas.microsoft.com/office/drawing/2014/main" id="{ED4279F7-FC1D-2CE9-5D85-1BE3D2E916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30" name="Picture 229" descr="server_rack.png">
                    <a:extLst>
                      <a:ext uri="{FF2B5EF4-FFF2-40B4-BE49-F238E27FC236}">
                        <a16:creationId xmlns:a16="http://schemas.microsoft.com/office/drawing/2014/main" id="{EB7FCBCF-A27A-39C0-128F-58CFAD3567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31" name="Picture 230" descr="server_rack.png">
                    <a:extLst>
                      <a:ext uri="{FF2B5EF4-FFF2-40B4-BE49-F238E27FC236}">
                        <a16:creationId xmlns:a16="http://schemas.microsoft.com/office/drawing/2014/main" id="{87B83A07-F19F-835F-8428-93E70FDB4B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5A387CB2-1C1B-F927-AB49-35D1F7677187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D68CCA7A-AF9D-322A-4BF6-F3E3D8D23759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9DFD4219-15F5-7CCD-CB3A-F9A04281B53E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24" name="Picture 223" descr="server_rack.png">
                    <a:extLst>
                      <a:ext uri="{FF2B5EF4-FFF2-40B4-BE49-F238E27FC236}">
                        <a16:creationId xmlns:a16="http://schemas.microsoft.com/office/drawing/2014/main" id="{C9A83C27-85E2-0718-BF82-BA71F11871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25" name="Picture 224" descr="server_rack.png">
                    <a:extLst>
                      <a:ext uri="{FF2B5EF4-FFF2-40B4-BE49-F238E27FC236}">
                        <a16:creationId xmlns:a16="http://schemas.microsoft.com/office/drawing/2014/main" id="{4A66CE4A-9D29-C412-96FC-2A1F770AAE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26" name="Picture 225" descr="server_rack.png">
                    <a:extLst>
                      <a:ext uri="{FF2B5EF4-FFF2-40B4-BE49-F238E27FC236}">
                        <a16:creationId xmlns:a16="http://schemas.microsoft.com/office/drawing/2014/main" id="{E558B845-E949-AE2C-94A2-D976A320E7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7680190-950E-2215-5C9A-D5C4E08C5F22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93" name="Group 950">
                <a:extLst>
                  <a:ext uri="{FF2B5EF4-FFF2-40B4-BE49-F238E27FC236}">
                    <a16:creationId xmlns:a16="http://schemas.microsoft.com/office/drawing/2014/main" id="{DBC71C5B-0D49-C30E-C389-CDA43F62C7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188" name="Freeform 951">
                  <a:extLst>
                    <a:ext uri="{FF2B5EF4-FFF2-40B4-BE49-F238E27FC236}">
                      <a16:creationId xmlns:a16="http://schemas.microsoft.com/office/drawing/2014/main" id="{250F5E29-F413-C4F5-58F6-5138BE2BAB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9" name="Rectangle 952">
                  <a:extLst>
                    <a:ext uri="{FF2B5EF4-FFF2-40B4-BE49-F238E27FC236}">
                      <a16:creationId xmlns:a16="http://schemas.microsoft.com/office/drawing/2014/main" id="{AD91CF67-C49D-B6A3-32BE-C927D82E1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0" name="Freeform 953">
                  <a:extLst>
                    <a:ext uri="{FF2B5EF4-FFF2-40B4-BE49-F238E27FC236}">
                      <a16:creationId xmlns:a16="http://schemas.microsoft.com/office/drawing/2014/main" id="{57208BF7-62BA-0A3D-C374-DF11829465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1" name="Freeform 954">
                  <a:extLst>
                    <a:ext uri="{FF2B5EF4-FFF2-40B4-BE49-F238E27FC236}">
                      <a16:creationId xmlns:a16="http://schemas.microsoft.com/office/drawing/2014/main" id="{FF875843-5C85-1D76-5E19-3A8D2FAEE2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2" name="Rectangle 955">
                  <a:extLst>
                    <a:ext uri="{FF2B5EF4-FFF2-40B4-BE49-F238E27FC236}">
                      <a16:creationId xmlns:a16="http://schemas.microsoft.com/office/drawing/2014/main" id="{ACDE1F6B-F34C-3142-DFD1-6E08F362EC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3" name="Group 956">
                  <a:extLst>
                    <a:ext uri="{FF2B5EF4-FFF2-40B4-BE49-F238E27FC236}">
                      <a16:creationId xmlns:a16="http://schemas.microsoft.com/office/drawing/2014/main" id="{B0FD246E-EB42-AB85-955B-8F3E38E2AC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8" name="AutoShape 957">
                    <a:extLst>
                      <a:ext uri="{FF2B5EF4-FFF2-40B4-BE49-F238E27FC236}">
                        <a16:creationId xmlns:a16="http://schemas.microsoft.com/office/drawing/2014/main" id="{4E3B2FFB-4DD2-AC9F-4711-AAF8CE4049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9" name="AutoShape 958">
                    <a:extLst>
                      <a:ext uri="{FF2B5EF4-FFF2-40B4-BE49-F238E27FC236}">
                        <a16:creationId xmlns:a16="http://schemas.microsoft.com/office/drawing/2014/main" id="{A1A581D0-FDF1-1D30-81CD-65CDFFFA77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4" name="Rectangle 959">
                  <a:extLst>
                    <a:ext uri="{FF2B5EF4-FFF2-40B4-BE49-F238E27FC236}">
                      <a16:creationId xmlns:a16="http://schemas.microsoft.com/office/drawing/2014/main" id="{89FB7B75-615D-CA4C-44D3-27AEB4C050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5" name="Group 960">
                  <a:extLst>
                    <a:ext uri="{FF2B5EF4-FFF2-40B4-BE49-F238E27FC236}">
                      <a16:creationId xmlns:a16="http://schemas.microsoft.com/office/drawing/2014/main" id="{7315B832-94B2-C2DD-5E36-FE1B06040B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6" name="AutoShape 961">
                    <a:extLst>
                      <a:ext uri="{FF2B5EF4-FFF2-40B4-BE49-F238E27FC236}">
                        <a16:creationId xmlns:a16="http://schemas.microsoft.com/office/drawing/2014/main" id="{EB30DC68-E212-7AC0-043F-5EBFB35BC2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7" name="AutoShape 962">
                    <a:extLst>
                      <a:ext uri="{FF2B5EF4-FFF2-40B4-BE49-F238E27FC236}">
                        <a16:creationId xmlns:a16="http://schemas.microsoft.com/office/drawing/2014/main" id="{7B3A052F-570D-DFA9-58E4-E37895C90C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6" name="Rectangle 963">
                  <a:extLst>
                    <a:ext uri="{FF2B5EF4-FFF2-40B4-BE49-F238E27FC236}">
                      <a16:creationId xmlns:a16="http://schemas.microsoft.com/office/drawing/2014/main" id="{77E1E5DA-1A5B-312B-EC11-573B5415E5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Rectangle 964">
                  <a:extLst>
                    <a:ext uri="{FF2B5EF4-FFF2-40B4-BE49-F238E27FC236}">
                      <a16:creationId xmlns:a16="http://schemas.microsoft.com/office/drawing/2014/main" id="{23695B27-612A-A428-F363-DFE85F847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8" name="Group 965">
                  <a:extLst>
                    <a:ext uri="{FF2B5EF4-FFF2-40B4-BE49-F238E27FC236}">
                      <a16:creationId xmlns:a16="http://schemas.microsoft.com/office/drawing/2014/main" id="{B450AC25-EAA2-6C2E-B3B6-AFDB046E7A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" name="AutoShape 966">
                    <a:extLst>
                      <a:ext uri="{FF2B5EF4-FFF2-40B4-BE49-F238E27FC236}">
                        <a16:creationId xmlns:a16="http://schemas.microsoft.com/office/drawing/2014/main" id="{297C8B23-03C7-C8F8-A82E-1D91C77461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5" name="AutoShape 967">
                    <a:extLst>
                      <a:ext uri="{FF2B5EF4-FFF2-40B4-BE49-F238E27FC236}">
                        <a16:creationId xmlns:a16="http://schemas.microsoft.com/office/drawing/2014/main" id="{F2306441-25A5-439B-E168-F181BA3D96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9" name="Freeform 968">
                  <a:extLst>
                    <a:ext uri="{FF2B5EF4-FFF2-40B4-BE49-F238E27FC236}">
                      <a16:creationId xmlns:a16="http://schemas.microsoft.com/office/drawing/2014/main" id="{E6D71E1E-F822-5A84-794D-68A32FF66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00" name="Group 969">
                  <a:extLst>
                    <a:ext uri="{FF2B5EF4-FFF2-40B4-BE49-F238E27FC236}">
                      <a16:creationId xmlns:a16="http://schemas.microsoft.com/office/drawing/2014/main" id="{5A75D770-83B4-AB0A-13E7-C4FEC67D25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2" name="AutoShape 970">
                    <a:extLst>
                      <a:ext uri="{FF2B5EF4-FFF2-40B4-BE49-F238E27FC236}">
                        <a16:creationId xmlns:a16="http://schemas.microsoft.com/office/drawing/2014/main" id="{A1F98355-79E5-5B88-C44B-F27BABFED0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3" name="AutoShape 971">
                    <a:extLst>
                      <a:ext uri="{FF2B5EF4-FFF2-40B4-BE49-F238E27FC236}">
                        <a16:creationId xmlns:a16="http://schemas.microsoft.com/office/drawing/2014/main" id="{DA3B703F-FF1C-3E6A-329A-C5AE0E3FF4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01" name="Rectangle 972">
                  <a:extLst>
                    <a:ext uri="{FF2B5EF4-FFF2-40B4-BE49-F238E27FC236}">
                      <a16:creationId xmlns:a16="http://schemas.microsoft.com/office/drawing/2014/main" id="{A3C64C6E-50AA-433F-FF26-5A8DECE242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2" name="Freeform 973">
                  <a:extLst>
                    <a:ext uri="{FF2B5EF4-FFF2-40B4-BE49-F238E27FC236}">
                      <a16:creationId xmlns:a16="http://schemas.microsoft.com/office/drawing/2014/main" id="{3D4F9C84-6077-E66C-ACB0-60E0FC1C2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3" name="Freeform 974">
                  <a:extLst>
                    <a:ext uri="{FF2B5EF4-FFF2-40B4-BE49-F238E27FC236}">
                      <a16:creationId xmlns:a16="http://schemas.microsoft.com/office/drawing/2014/main" id="{45DB7A79-8C86-D48C-E07E-14C668D5CA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4" name="Oval 975">
                  <a:extLst>
                    <a:ext uri="{FF2B5EF4-FFF2-40B4-BE49-F238E27FC236}">
                      <a16:creationId xmlns:a16="http://schemas.microsoft.com/office/drawing/2014/main" id="{9F63453C-722E-1D6C-ECC5-8D984DECF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" name="Freeform 976">
                  <a:extLst>
                    <a:ext uri="{FF2B5EF4-FFF2-40B4-BE49-F238E27FC236}">
                      <a16:creationId xmlns:a16="http://schemas.microsoft.com/office/drawing/2014/main" id="{2987CF6B-85B5-797D-46DA-2B9DA0CBC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6" name="AutoShape 977">
                  <a:extLst>
                    <a:ext uri="{FF2B5EF4-FFF2-40B4-BE49-F238E27FC236}">
                      <a16:creationId xmlns:a16="http://schemas.microsoft.com/office/drawing/2014/main" id="{292D5BB5-C7FD-6C91-1D7F-5EADB3514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7" name="AutoShape 978">
                  <a:extLst>
                    <a:ext uri="{FF2B5EF4-FFF2-40B4-BE49-F238E27FC236}">
                      <a16:creationId xmlns:a16="http://schemas.microsoft.com/office/drawing/2014/main" id="{1C2D17DD-2943-B859-27A0-1830F1C57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8" name="Oval 979">
                  <a:extLst>
                    <a:ext uri="{FF2B5EF4-FFF2-40B4-BE49-F238E27FC236}">
                      <a16:creationId xmlns:a16="http://schemas.microsoft.com/office/drawing/2014/main" id="{1967B512-ED46-32A4-F998-3A6933CD9B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Oval 980">
                  <a:extLst>
                    <a:ext uri="{FF2B5EF4-FFF2-40B4-BE49-F238E27FC236}">
                      <a16:creationId xmlns:a16="http://schemas.microsoft.com/office/drawing/2014/main" id="{686B7E8A-8C33-8778-709F-68950F33D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0" name="Oval 981">
                  <a:extLst>
                    <a:ext uri="{FF2B5EF4-FFF2-40B4-BE49-F238E27FC236}">
                      <a16:creationId xmlns:a16="http://schemas.microsoft.com/office/drawing/2014/main" id="{3BF0EDCA-6B5D-E2E4-C4C8-BC98EFDD3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1" name="Rectangle 982">
                  <a:extLst>
                    <a:ext uri="{FF2B5EF4-FFF2-40B4-BE49-F238E27FC236}">
                      <a16:creationId xmlns:a16="http://schemas.microsoft.com/office/drawing/2014/main" id="{0364753B-31CD-3EB9-3AF5-447968961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B7C0AC2-1AA8-694E-641A-316DB0D1BF32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128" name="Group 590">
                  <a:extLst>
                    <a:ext uri="{FF2B5EF4-FFF2-40B4-BE49-F238E27FC236}">
                      <a16:creationId xmlns:a16="http://schemas.microsoft.com/office/drawing/2014/main" id="{5C345F97-A412-B04B-C20D-0E5A2478E3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8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DC3CFDB-9021-80D3-A9A8-DF5741B5349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7" name="Freeform 592">
                    <a:extLst>
                      <a:ext uri="{FF2B5EF4-FFF2-40B4-BE49-F238E27FC236}">
                        <a16:creationId xmlns:a16="http://schemas.microsoft.com/office/drawing/2014/main" id="{30C2006B-32BA-957D-1BC5-0E2322609C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29" name="Group 1064">
                  <a:extLst>
                    <a:ext uri="{FF2B5EF4-FFF2-40B4-BE49-F238E27FC236}">
                      <a16:creationId xmlns:a16="http://schemas.microsoft.com/office/drawing/2014/main" id="{FA00FEB8-CB52-49EF-6160-C9F8536A21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63" name="Picture 1065" descr="antenna_stylized">
                    <a:extLst>
                      <a:ext uri="{FF2B5EF4-FFF2-40B4-BE49-F238E27FC236}">
                        <a16:creationId xmlns:a16="http://schemas.microsoft.com/office/drawing/2014/main" id="{E59C87D2-D4F9-00BE-F97F-004628464D2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4" name="Picture 1066" descr="laptop_keyboard">
                    <a:extLst>
                      <a:ext uri="{FF2B5EF4-FFF2-40B4-BE49-F238E27FC236}">
                        <a16:creationId xmlns:a16="http://schemas.microsoft.com/office/drawing/2014/main" id="{83FD1B9E-6795-6F17-7B62-D7A469282F2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5" name="Freeform 1067">
                    <a:extLst>
                      <a:ext uri="{FF2B5EF4-FFF2-40B4-BE49-F238E27FC236}">
                        <a16:creationId xmlns:a16="http://schemas.microsoft.com/office/drawing/2014/main" id="{EC5D9130-74C6-CC5E-1EE1-6372167236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66" name="Picture 1068" descr="screen">
                    <a:extLst>
                      <a:ext uri="{FF2B5EF4-FFF2-40B4-BE49-F238E27FC236}">
                        <a16:creationId xmlns:a16="http://schemas.microsoft.com/office/drawing/2014/main" id="{D27F0718-4567-EDC4-5651-B0679F20C8C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7" name="Freeform 1069">
                    <a:extLst>
                      <a:ext uri="{FF2B5EF4-FFF2-40B4-BE49-F238E27FC236}">
                        <a16:creationId xmlns:a16="http://schemas.microsoft.com/office/drawing/2014/main" id="{E3C4F896-124F-D592-9C33-0AF456F1CA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8" name="Freeform 1070">
                    <a:extLst>
                      <a:ext uri="{FF2B5EF4-FFF2-40B4-BE49-F238E27FC236}">
                        <a16:creationId xmlns:a16="http://schemas.microsoft.com/office/drawing/2014/main" id="{47F6279E-AD8B-AF54-2415-EDA0499B23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9" name="Freeform 1071">
                    <a:extLst>
                      <a:ext uri="{FF2B5EF4-FFF2-40B4-BE49-F238E27FC236}">
                        <a16:creationId xmlns:a16="http://schemas.microsoft.com/office/drawing/2014/main" id="{04F2838D-4602-C0EF-75A9-069D9C667C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0" name="Freeform 1072">
                    <a:extLst>
                      <a:ext uri="{FF2B5EF4-FFF2-40B4-BE49-F238E27FC236}">
                        <a16:creationId xmlns:a16="http://schemas.microsoft.com/office/drawing/2014/main" id="{9A24366E-4BC1-274D-D6CE-086D749F80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1" name="Freeform 1073">
                    <a:extLst>
                      <a:ext uri="{FF2B5EF4-FFF2-40B4-BE49-F238E27FC236}">
                        <a16:creationId xmlns:a16="http://schemas.microsoft.com/office/drawing/2014/main" id="{645BC77E-F219-F06D-2D2F-D9B3B2B780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2" name="Freeform 1074">
                    <a:extLst>
                      <a:ext uri="{FF2B5EF4-FFF2-40B4-BE49-F238E27FC236}">
                        <a16:creationId xmlns:a16="http://schemas.microsoft.com/office/drawing/2014/main" id="{0FE58519-5620-AD77-98FD-C7B682F706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73" name="Group 1075">
                    <a:extLst>
                      <a:ext uri="{FF2B5EF4-FFF2-40B4-BE49-F238E27FC236}">
                        <a16:creationId xmlns:a16="http://schemas.microsoft.com/office/drawing/2014/main" id="{1F2F7FF7-87AC-2667-1B2C-40C2ECA0C1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80" name="Freeform 1076">
                      <a:extLst>
                        <a:ext uri="{FF2B5EF4-FFF2-40B4-BE49-F238E27FC236}">
                          <a16:creationId xmlns:a16="http://schemas.microsoft.com/office/drawing/2014/main" id="{B66AB509-E4D1-2A85-7FA7-E767C998F5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1" name="Freeform 1077">
                      <a:extLst>
                        <a:ext uri="{FF2B5EF4-FFF2-40B4-BE49-F238E27FC236}">
                          <a16:creationId xmlns:a16="http://schemas.microsoft.com/office/drawing/2014/main" id="{45272AA0-D853-E703-8C30-30033AA605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2" name="Freeform 1078">
                      <a:extLst>
                        <a:ext uri="{FF2B5EF4-FFF2-40B4-BE49-F238E27FC236}">
                          <a16:creationId xmlns:a16="http://schemas.microsoft.com/office/drawing/2014/main" id="{B3E1A788-4466-B182-A3A9-12E3C79CBA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3" name="Freeform 1079">
                      <a:extLst>
                        <a:ext uri="{FF2B5EF4-FFF2-40B4-BE49-F238E27FC236}">
                          <a16:creationId xmlns:a16="http://schemas.microsoft.com/office/drawing/2014/main" id="{0EA4999B-C928-C629-FD98-B055862F83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4" name="Freeform 1080">
                      <a:extLst>
                        <a:ext uri="{FF2B5EF4-FFF2-40B4-BE49-F238E27FC236}">
                          <a16:creationId xmlns:a16="http://schemas.microsoft.com/office/drawing/2014/main" id="{B4964D84-F319-91FE-4D30-7142AB0F39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5" name="Freeform 1081">
                      <a:extLst>
                        <a:ext uri="{FF2B5EF4-FFF2-40B4-BE49-F238E27FC236}">
                          <a16:creationId xmlns:a16="http://schemas.microsoft.com/office/drawing/2014/main" id="{0C25D37B-A6A3-D2A5-158A-E3D058447B7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74" name="Freeform 1082">
                    <a:extLst>
                      <a:ext uri="{FF2B5EF4-FFF2-40B4-BE49-F238E27FC236}">
                        <a16:creationId xmlns:a16="http://schemas.microsoft.com/office/drawing/2014/main" id="{AFC5E8A7-0890-8094-B98D-D6CBE9276F9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5" name="Freeform 1083">
                    <a:extLst>
                      <a:ext uri="{FF2B5EF4-FFF2-40B4-BE49-F238E27FC236}">
                        <a16:creationId xmlns:a16="http://schemas.microsoft.com/office/drawing/2014/main" id="{539484F0-2F0A-2CA5-9DF0-D930C3C517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6" name="Freeform 1084">
                    <a:extLst>
                      <a:ext uri="{FF2B5EF4-FFF2-40B4-BE49-F238E27FC236}">
                        <a16:creationId xmlns:a16="http://schemas.microsoft.com/office/drawing/2014/main" id="{584A0F05-4909-A2CB-FB92-483AF358CA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7" name="Freeform 1085">
                    <a:extLst>
                      <a:ext uri="{FF2B5EF4-FFF2-40B4-BE49-F238E27FC236}">
                        <a16:creationId xmlns:a16="http://schemas.microsoft.com/office/drawing/2014/main" id="{4D8EB72F-4F82-355F-4935-70D8F7C362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8" name="Freeform 1086">
                    <a:extLst>
                      <a:ext uri="{FF2B5EF4-FFF2-40B4-BE49-F238E27FC236}">
                        <a16:creationId xmlns:a16="http://schemas.microsoft.com/office/drawing/2014/main" id="{8BB4E58F-BC8F-E474-7468-D818440473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9" name="Freeform 1087">
                    <a:extLst>
                      <a:ext uri="{FF2B5EF4-FFF2-40B4-BE49-F238E27FC236}">
                        <a16:creationId xmlns:a16="http://schemas.microsoft.com/office/drawing/2014/main" id="{A5061044-B1DD-55BB-9B8E-F9180C02D5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0" name="Group 590">
                  <a:extLst>
                    <a:ext uri="{FF2B5EF4-FFF2-40B4-BE49-F238E27FC236}">
                      <a16:creationId xmlns:a16="http://schemas.microsoft.com/office/drawing/2014/main" id="{CCD2E34F-F8A7-C418-F3D4-F7CFD62496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6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D2FC341-AEB4-892F-5B2E-5BFE69AF337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" name="Freeform 592">
                    <a:extLst>
                      <a:ext uri="{FF2B5EF4-FFF2-40B4-BE49-F238E27FC236}">
                        <a16:creationId xmlns:a16="http://schemas.microsoft.com/office/drawing/2014/main" id="{469F2209-94D5-C3F9-7939-0461B87118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1" name="Group 590">
                  <a:extLst>
                    <a:ext uri="{FF2B5EF4-FFF2-40B4-BE49-F238E27FC236}">
                      <a16:creationId xmlns:a16="http://schemas.microsoft.com/office/drawing/2014/main" id="{4D1DCAE3-9353-3B74-2707-1341936951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59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E101C3A1-BD26-3430-04A8-7C8CDD2CE26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0" name="Freeform 592">
                    <a:extLst>
                      <a:ext uri="{FF2B5EF4-FFF2-40B4-BE49-F238E27FC236}">
                        <a16:creationId xmlns:a16="http://schemas.microsoft.com/office/drawing/2014/main" id="{2471E7F5-119E-CF4A-6710-42BFF15488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2" name="Group 590">
                  <a:extLst>
                    <a:ext uri="{FF2B5EF4-FFF2-40B4-BE49-F238E27FC236}">
                      <a16:creationId xmlns:a16="http://schemas.microsoft.com/office/drawing/2014/main" id="{EB63AD99-79EC-AFE9-F0B1-1E3BA248F6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5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4A377BF-7DF5-2F8D-45F6-76E0764C2D8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8" name="Freeform 592">
                    <a:extLst>
                      <a:ext uri="{FF2B5EF4-FFF2-40B4-BE49-F238E27FC236}">
                        <a16:creationId xmlns:a16="http://schemas.microsoft.com/office/drawing/2014/main" id="{A98DF122-6999-3BE6-B76F-AA57368F3A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3" name="Group 1064">
                  <a:extLst>
                    <a:ext uri="{FF2B5EF4-FFF2-40B4-BE49-F238E27FC236}">
                      <a16:creationId xmlns:a16="http://schemas.microsoft.com/office/drawing/2014/main" id="{14FF327B-21BA-9BA5-4F08-89F84A51E8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134" name="Picture 1065" descr="antenna_stylized">
                    <a:extLst>
                      <a:ext uri="{FF2B5EF4-FFF2-40B4-BE49-F238E27FC236}">
                        <a16:creationId xmlns:a16="http://schemas.microsoft.com/office/drawing/2014/main" id="{200A17DA-0419-F4CF-A786-FFBB83482B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35" name="Picture 1066" descr="laptop_keyboard">
                    <a:extLst>
                      <a:ext uri="{FF2B5EF4-FFF2-40B4-BE49-F238E27FC236}">
                        <a16:creationId xmlns:a16="http://schemas.microsoft.com/office/drawing/2014/main" id="{166C345F-25EA-448E-3ACF-6230359DA33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6" name="Freeform 1067">
                    <a:extLst>
                      <a:ext uri="{FF2B5EF4-FFF2-40B4-BE49-F238E27FC236}">
                        <a16:creationId xmlns:a16="http://schemas.microsoft.com/office/drawing/2014/main" id="{D2FE17EF-52D8-5840-673B-79E72A7857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37" name="Picture 1068" descr="screen">
                    <a:extLst>
                      <a:ext uri="{FF2B5EF4-FFF2-40B4-BE49-F238E27FC236}">
                        <a16:creationId xmlns:a16="http://schemas.microsoft.com/office/drawing/2014/main" id="{9342737B-C9D6-C3B0-A2A8-6A73717A51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8" name="Freeform 1069">
                    <a:extLst>
                      <a:ext uri="{FF2B5EF4-FFF2-40B4-BE49-F238E27FC236}">
                        <a16:creationId xmlns:a16="http://schemas.microsoft.com/office/drawing/2014/main" id="{1B776365-F16C-1742-E4AE-353D796D7C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9" name="Freeform 1070">
                    <a:extLst>
                      <a:ext uri="{FF2B5EF4-FFF2-40B4-BE49-F238E27FC236}">
                        <a16:creationId xmlns:a16="http://schemas.microsoft.com/office/drawing/2014/main" id="{F47CC23D-EAB1-98AB-35EA-E5EEED0A1E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Freeform 1071">
                    <a:extLst>
                      <a:ext uri="{FF2B5EF4-FFF2-40B4-BE49-F238E27FC236}">
                        <a16:creationId xmlns:a16="http://schemas.microsoft.com/office/drawing/2014/main" id="{23DFA4CF-D284-FAF8-36E9-C137608D00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Freeform 1072">
                    <a:extLst>
                      <a:ext uri="{FF2B5EF4-FFF2-40B4-BE49-F238E27FC236}">
                        <a16:creationId xmlns:a16="http://schemas.microsoft.com/office/drawing/2014/main" id="{E841C7DE-2995-E23E-67C1-B400AAE510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Freeform 1073">
                    <a:extLst>
                      <a:ext uri="{FF2B5EF4-FFF2-40B4-BE49-F238E27FC236}">
                        <a16:creationId xmlns:a16="http://schemas.microsoft.com/office/drawing/2014/main" id="{6AAA8A24-DFDC-AF2E-09C0-D90C798028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Freeform 1074">
                    <a:extLst>
                      <a:ext uri="{FF2B5EF4-FFF2-40B4-BE49-F238E27FC236}">
                        <a16:creationId xmlns:a16="http://schemas.microsoft.com/office/drawing/2014/main" id="{F15A6074-30D7-2F70-FED5-008C631E6E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44" name="Group 1075">
                    <a:extLst>
                      <a:ext uri="{FF2B5EF4-FFF2-40B4-BE49-F238E27FC236}">
                        <a16:creationId xmlns:a16="http://schemas.microsoft.com/office/drawing/2014/main" id="{1B19AFAA-A714-DE49-0F75-A71801DD07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51" name="Freeform 1076">
                      <a:extLst>
                        <a:ext uri="{FF2B5EF4-FFF2-40B4-BE49-F238E27FC236}">
                          <a16:creationId xmlns:a16="http://schemas.microsoft.com/office/drawing/2014/main" id="{58AEB0D6-EDE8-28FE-9E25-2230170818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2" name="Freeform 1077">
                      <a:extLst>
                        <a:ext uri="{FF2B5EF4-FFF2-40B4-BE49-F238E27FC236}">
                          <a16:creationId xmlns:a16="http://schemas.microsoft.com/office/drawing/2014/main" id="{7980F082-CD8E-F6AE-F3D4-13B4588339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3" name="Freeform 1078">
                      <a:extLst>
                        <a:ext uri="{FF2B5EF4-FFF2-40B4-BE49-F238E27FC236}">
                          <a16:creationId xmlns:a16="http://schemas.microsoft.com/office/drawing/2014/main" id="{2C088AA4-32D4-4B58-2B2F-BC52CFF6A1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4" name="Freeform 1079">
                      <a:extLst>
                        <a:ext uri="{FF2B5EF4-FFF2-40B4-BE49-F238E27FC236}">
                          <a16:creationId xmlns:a16="http://schemas.microsoft.com/office/drawing/2014/main" id="{C52F7F09-4BB6-EEBE-DFC2-A9673026D9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5" name="Freeform 1080">
                      <a:extLst>
                        <a:ext uri="{FF2B5EF4-FFF2-40B4-BE49-F238E27FC236}">
                          <a16:creationId xmlns:a16="http://schemas.microsoft.com/office/drawing/2014/main" id="{1CE98DE9-D392-DA38-EF6D-1FA4A681D69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6" name="Freeform 1081">
                      <a:extLst>
                        <a:ext uri="{FF2B5EF4-FFF2-40B4-BE49-F238E27FC236}">
                          <a16:creationId xmlns:a16="http://schemas.microsoft.com/office/drawing/2014/main" id="{2B22D0E1-A296-CBCA-230C-F197A80878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45" name="Freeform 1082">
                    <a:extLst>
                      <a:ext uri="{FF2B5EF4-FFF2-40B4-BE49-F238E27FC236}">
                        <a16:creationId xmlns:a16="http://schemas.microsoft.com/office/drawing/2014/main" id="{234C48CC-689E-E86F-E247-13F048B939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6" name="Freeform 1083">
                    <a:extLst>
                      <a:ext uri="{FF2B5EF4-FFF2-40B4-BE49-F238E27FC236}">
                        <a16:creationId xmlns:a16="http://schemas.microsoft.com/office/drawing/2014/main" id="{B973BAB8-BA8A-DBC1-4324-79DA7D7704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Freeform 1084">
                    <a:extLst>
                      <a:ext uri="{FF2B5EF4-FFF2-40B4-BE49-F238E27FC236}">
                        <a16:creationId xmlns:a16="http://schemas.microsoft.com/office/drawing/2014/main" id="{83523B4F-D37F-A568-3F48-F189656151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Freeform 1085">
                    <a:extLst>
                      <a:ext uri="{FF2B5EF4-FFF2-40B4-BE49-F238E27FC236}">
                        <a16:creationId xmlns:a16="http://schemas.microsoft.com/office/drawing/2014/main" id="{D4C5C2F6-9C71-32B9-35B6-F7CA607FA1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Freeform 1086">
                    <a:extLst>
                      <a:ext uri="{FF2B5EF4-FFF2-40B4-BE49-F238E27FC236}">
                        <a16:creationId xmlns:a16="http://schemas.microsoft.com/office/drawing/2014/main" id="{C1260997-4F3B-61D3-1C76-963E51C750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0" name="Freeform 1087">
                    <a:extLst>
                      <a:ext uri="{FF2B5EF4-FFF2-40B4-BE49-F238E27FC236}">
                        <a16:creationId xmlns:a16="http://schemas.microsoft.com/office/drawing/2014/main" id="{CBB7D360-764C-18EA-7253-6F6A15589A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5" name="Group 983">
                <a:extLst>
                  <a:ext uri="{FF2B5EF4-FFF2-40B4-BE49-F238E27FC236}">
                    <a16:creationId xmlns:a16="http://schemas.microsoft.com/office/drawing/2014/main" id="{056E8A04-A7C9-DEAA-FD1B-44E2424648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96" name="Freeform 984">
                  <a:extLst>
                    <a:ext uri="{FF2B5EF4-FFF2-40B4-BE49-F238E27FC236}">
                      <a16:creationId xmlns:a16="http://schemas.microsoft.com/office/drawing/2014/main" id="{1B2D94E7-A06A-5EC8-2C9C-66B021534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7" name="Rectangle 985">
                  <a:extLst>
                    <a:ext uri="{FF2B5EF4-FFF2-40B4-BE49-F238E27FC236}">
                      <a16:creationId xmlns:a16="http://schemas.microsoft.com/office/drawing/2014/main" id="{32E3D3E2-6576-3EED-41AE-9D32CF0D01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" name="Freeform 986">
                  <a:extLst>
                    <a:ext uri="{FF2B5EF4-FFF2-40B4-BE49-F238E27FC236}">
                      <a16:creationId xmlns:a16="http://schemas.microsoft.com/office/drawing/2014/main" id="{F7EA0219-E86F-1686-4099-04D303561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9" name="Freeform 987">
                  <a:extLst>
                    <a:ext uri="{FF2B5EF4-FFF2-40B4-BE49-F238E27FC236}">
                      <a16:creationId xmlns:a16="http://schemas.microsoft.com/office/drawing/2014/main" id="{B10228BD-E82E-247E-C931-5847C55066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0" name="Rectangle 988">
                  <a:extLst>
                    <a:ext uri="{FF2B5EF4-FFF2-40B4-BE49-F238E27FC236}">
                      <a16:creationId xmlns:a16="http://schemas.microsoft.com/office/drawing/2014/main" id="{1A8E2F0D-F3D6-EBBC-9674-384C4B5BA8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1" name="Group 989">
                  <a:extLst>
                    <a:ext uri="{FF2B5EF4-FFF2-40B4-BE49-F238E27FC236}">
                      <a16:creationId xmlns:a16="http://schemas.microsoft.com/office/drawing/2014/main" id="{75D1B4F4-EE7B-CCA1-2F9E-BF83474EEA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26" name="AutoShape 990">
                    <a:extLst>
                      <a:ext uri="{FF2B5EF4-FFF2-40B4-BE49-F238E27FC236}">
                        <a16:creationId xmlns:a16="http://schemas.microsoft.com/office/drawing/2014/main" id="{BBA13712-5A18-C2C4-87E4-C82571B060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7" name="AutoShape 991">
                    <a:extLst>
                      <a:ext uri="{FF2B5EF4-FFF2-40B4-BE49-F238E27FC236}">
                        <a16:creationId xmlns:a16="http://schemas.microsoft.com/office/drawing/2014/main" id="{62E39B49-A87F-79A4-BC59-C7ABD69B9F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2" name="Rectangle 992">
                  <a:extLst>
                    <a:ext uri="{FF2B5EF4-FFF2-40B4-BE49-F238E27FC236}">
                      <a16:creationId xmlns:a16="http://schemas.microsoft.com/office/drawing/2014/main" id="{45DB3E6A-F059-B447-5693-625D71177E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3" name="Group 993">
                  <a:extLst>
                    <a:ext uri="{FF2B5EF4-FFF2-40B4-BE49-F238E27FC236}">
                      <a16:creationId xmlns:a16="http://schemas.microsoft.com/office/drawing/2014/main" id="{357207B8-734B-EE96-B7CC-1A2CB9E196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24" name="AutoShape 994">
                    <a:extLst>
                      <a:ext uri="{FF2B5EF4-FFF2-40B4-BE49-F238E27FC236}">
                        <a16:creationId xmlns:a16="http://schemas.microsoft.com/office/drawing/2014/main" id="{527A99ED-C86D-FF0A-B5B6-271D9E66D9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5" name="AutoShape 995">
                    <a:extLst>
                      <a:ext uri="{FF2B5EF4-FFF2-40B4-BE49-F238E27FC236}">
                        <a16:creationId xmlns:a16="http://schemas.microsoft.com/office/drawing/2014/main" id="{44D23F33-51DD-16E3-6707-D0E9DA532B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4" name="Rectangle 996">
                  <a:extLst>
                    <a:ext uri="{FF2B5EF4-FFF2-40B4-BE49-F238E27FC236}">
                      <a16:creationId xmlns:a16="http://schemas.microsoft.com/office/drawing/2014/main" id="{ECE6C0AD-10FB-E0BF-6201-80D2BBCD4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5" name="Rectangle 997">
                  <a:extLst>
                    <a:ext uri="{FF2B5EF4-FFF2-40B4-BE49-F238E27FC236}">
                      <a16:creationId xmlns:a16="http://schemas.microsoft.com/office/drawing/2014/main" id="{559E5BF9-AD87-EB72-2875-4785CFFABD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6" name="Group 998">
                  <a:extLst>
                    <a:ext uri="{FF2B5EF4-FFF2-40B4-BE49-F238E27FC236}">
                      <a16:creationId xmlns:a16="http://schemas.microsoft.com/office/drawing/2014/main" id="{C59618DB-139A-D34D-853B-A0D5C90008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2" name="AutoShape 999">
                    <a:extLst>
                      <a:ext uri="{FF2B5EF4-FFF2-40B4-BE49-F238E27FC236}">
                        <a16:creationId xmlns:a16="http://schemas.microsoft.com/office/drawing/2014/main" id="{6AFCDF86-99E5-7DED-BD24-6E146AF0FB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3" name="AutoShape 1000">
                    <a:extLst>
                      <a:ext uri="{FF2B5EF4-FFF2-40B4-BE49-F238E27FC236}">
                        <a16:creationId xmlns:a16="http://schemas.microsoft.com/office/drawing/2014/main" id="{E31140ED-7B9B-4919-5F1E-B4E60A97CF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7" name="Freeform 1001">
                  <a:extLst>
                    <a:ext uri="{FF2B5EF4-FFF2-40B4-BE49-F238E27FC236}">
                      <a16:creationId xmlns:a16="http://schemas.microsoft.com/office/drawing/2014/main" id="{85418A2C-C306-5890-1C15-FD809CE858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08" name="Group 1002">
                  <a:extLst>
                    <a:ext uri="{FF2B5EF4-FFF2-40B4-BE49-F238E27FC236}">
                      <a16:creationId xmlns:a16="http://schemas.microsoft.com/office/drawing/2014/main" id="{24D58C85-C0D9-DCDC-6934-C3BA6E89C4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0" name="AutoShape 1003">
                    <a:extLst>
                      <a:ext uri="{FF2B5EF4-FFF2-40B4-BE49-F238E27FC236}">
                        <a16:creationId xmlns:a16="http://schemas.microsoft.com/office/drawing/2014/main" id="{A4BB3826-5416-5330-7977-943F2D0397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AutoShape 1004">
                    <a:extLst>
                      <a:ext uri="{FF2B5EF4-FFF2-40B4-BE49-F238E27FC236}">
                        <a16:creationId xmlns:a16="http://schemas.microsoft.com/office/drawing/2014/main" id="{87F3A476-CC6B-F4A2-FC89-7480A8164A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1005">
                  <a:extLst>
                    <a:ext uri="{FF2B5EF4-FFF2-40B4-BE49-F238E27FC236}">
                      <a16:creationId xmlns:a16="http://schemas.microsoft.com/office/drawing/2014/main" id="{18BBD329-C26D-54F8-5808-3B5592E79B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" name="Freeform 1006">
                  <a:extLst>
                    <a:ext uri="{FF2B5EF4-FFF2-40B4-BE49-F238E27FC236}">
                      <a16:creationId xmlns:a16="http://schemas.microsoft.com/office/drawing/2014/main" id="{4CD60989-EB04-1BFD-28E6-FCEE5D9E78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1" name="Freeform 1007">
                  <a:extLst>
                    <a:ext uri="{FF2B5EF4-FFF2-40B4-BE49-F238E27FC236}">
                      <a16:creationId xmlns:a16="http://schemas.microsoft.com/office/drawing/2014/main" id="{06D3836E-515E-B018-3964-B5536DA0D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2" name="Oval 1008">
                  <a:extLst>
                    <a:ext uri="{FF2B5EF4-FFF2-40B4-BE49-F238E27FC236}">
                      <a16:creationId xmlns:a16="http://schemas.microsoft.com/office/drawing/2014/main" id="{8A6236D6-C3F5-51DA-C2D7-E2A1261612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3" name="Freeform 1009">
                  <a:extLst>
                    <a:ext uri="{FF2B5EF4-FFF2-40B4-BE49-F238E27FC236}">
                      <a16:creationId xmlns:a16="http://schemas.microsoft.com/office/drawing/2014/main" id="{4758101F-C1C1-142D-F7AF-48A21D9979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4" name="AutoShape 1010">
                  <a:extLst>
                    <a:ext uri="{FF2B5EF4-FFF2-40B4-BE49-F238E27FC236}">
                      <a16:creationId xmlns:a16="http://schemas.microsoft.com/office/drawing/2014/main" id="{A7B6308B-E3BD-BCE6-EA40-0299C8685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5" name="AutoShape 1011">
                  <a:extLst>
                    <a:ext uri="{FF2B5EF4-FFF2-40B4-BE49-F238E27FC236}">
                      <a16:creationId xmlns:a16="http://schemas.microsoft.com/office/drawing/2014/main" id="{AC6AE576-ED61-DDD7-E7AB-9C2BA02047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6" name="Oval 1012">
                  <a:extLst>
                    <a:ext uri="{FF2B5EF4-FFF2-40B4-BE49-F238E27FC236}">
                      <a16:creationId xmlns:a16="http://schemas.microsoft.com/office/drawing/2014/main" id="{8F1108EE-C196-7852-261D-BB2BDD6266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7" name="Oval 1013">
                  <a:extLst>
                    <a:ext uri="{FF2B5EF4-FFF2-40B4-BE49-F238E27FC236}">
                      <a16:creationId xmlns:a16="http://schemas.microsoft.com/office/drawing/2014/main" id="{4C8F6E31-716B-2ECB-13B1-53B0A5F57E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8" name="Oval 1014">
                  <a:extLst>
                    <a:ext uri="{FF2B5EF4-FFF2-40B4-BE49-F238E27FC236}">
                      <a16:creationId xmlns:a16="http://schemas.microsoft.com/office/drawing/2014/main" id="{168908E6-6B06-FA09-066F-09E3D7F847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9" name="Rectangle 1015">
                  <a:extLst>
                    <a:ext uri="{FF2B5EF4-FFF2-40B4-BE49-F238E27FC236}">
                      <a16:creationId xmlns:a16="http://schemas.microsoft.com/office/drawing/2014/main" id="{D51610B3-ADA0-292A-8E62-11FB102C14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43E98CE6-2DD3-B742-78BD-0FB5FF19481E}"/>
              </a:ext>
            </a:extLst>
          </p:cNvPr>
          <p:cNvGrpSpPr/>
          <p:nvPr/>
        </p:nvGrpSpPr>
        <p:grpSpPr>
          <a:xfrm>
            <a:off x="6329367" y="2107963"/>
            <a:ext cx="3540395" cy="3733733"/>
            <a:chOff x="7619038" y="2102861"/>
            <a:chExt cx="3540395" cy="3733733"/>
          </a:xfrm>
        </p:grpSpPr>
        <p:sp>
          <p:nvSpPr>
            <p:cNvPr id="296" name="Line 426">
              <a:extLst>
                <a:ext uri="{FF2B5EF4-FFF2-40B4-BE49-F238E27FC236}">
                  <a16:creationId xmlns:a16="http://schemas.microsoft.com/office/drawing/2014/main" id="{28D89C38-A45A-A062-C861-7AEB49375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97" name="Group 783">
              <a:extLst>
                <a:ext uri="{FF2B5EF4-FFF2-40B4-BE49-F238E27FC236}">
                  <a16:creationId xmlns:a16="http://schemas.microsoft.com/office/drawing/2014/main" id="{415D9901-65EE-163F-C6B1-8DC074585A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444" name="Line 270">
                <a:extLst>
                  <a:ext uri="{FF2B5EF4-FFF2-40B4-BE49-F238E27FC236}">
                    <a16:creationId xmlns:a16="http://schemas.microsoft.com/office/drawing/2014/main" id="{D31798F5-C2C4-3F2D-D251-1201F38AF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5" name="Line 271">
                <a:extLst>
                  <a:ext uri="{FF2B5EF4-FFF2-40B4-BE49-F238E27FC236}">
                    <a16:creationId xmlns:a16="http://schemas.microsoft.com/office/drawing/2014/main" id="{341D8555-4EF3-0B7D-0C7D-3DEE76C2A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6" name="Line 272">
                <a:extLst>
                  <a:ext uri="{FF2B5EF4-FFF2-40B4-BE49-F238E27FC236}">
                    <a16:creationId xmlns:a16="http://schemas.microsoft.com/office/drawing/2014/main" id="{46C2E744-7F81-D2A5-13D3-AA0290F38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7" name="Line 273">
                <a:extLst>
                  <a:ext uri="{FF2B5EF4-FFF2-40B4-BE49-F238E27FC236}">
                    <a16:creationId xmlns:a16="http://schemas.microsoft.com/office/drawing/2014/main" id="{4E40F7C1-6B44-6DFF-4A70-11302A675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8" name="Line 274">
                <a:extLst>
                  <a:ext uri="{FF2B5EF4-FFF2-40B4-BE49-F238E27FC236}">
                    <a16:creationId xmlns:a16="http://schemas.microsoft.com/office/drawing/2014/main" id="{AAB230B9-E413-AB77-DA24-A445EAB9A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9" name="Line 275">
                <a:extLst>
                  <a:ext uri="{FF2B5EF4-FFF2-40B4-BE49-F238E27FC236}">
                    <a16:creationId xmlns:a16="http://schemas.microsoft.com/office/drawing/2014/main" id="{7570B6AE-E3CD-7C9B-1096-57C990504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0" name="Line 276">
                <a:extLst>
                  <a:ext uri="{FF2B5EF4-FFF2-40B4-BE49-F238E27FC236}">
                    <a16:creationId xmlns:a16="http://schemas.microsoft.com/office/drawing/2014/main" id="{728EE81F-A1C1-449A-503D-BBBC2C84D5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1" name="Line 277">
                <a:extLst>
                  <a:ext uri="{FF2B5EF4-FFF2-40B4-BE49-F238E27FC236}">
                    <a16:creationId xmlns:a16="http://schemas.microsoft.com/office/drawing/2014/main" id="{B2C0E3D3-E627-5EF8-19D4-8C01F8FFE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2" name="Line 278">
                <a:extLst>
                  <a:ext uri="{FF2B5EF4-FFF2-40B4-BE49-F238E27FC236}">
                    <a16:creationId xmlns:a16="http://schemas.microsoft.com/office/drawing/2014/main" id="{0C77F48B-4575-1DD9-3552-A3DE8D24F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3" name="Line 279">
                <a:extLst>
                  <a:ext uri="{FF2B5EF4-FFF2-40B4-BE49-F238E27FC236}">
                    <a16:creationId xmlns:a16="http://schemas.microsoft.com/office/drawing/2014/main" id="{B9DBEE68-3531-011C-67F2-117B9D9FF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4" name="Line 280">
                <a:extLst>
                  <a:ext uri="{FF2B5EF4-FFF2-40B4-BE49-F238E27FC236}">
                    <a16:creationId xmlns:a16="http://schemas.microsoft.com/office/drawing/2014/main" id="{DB440069-08C1-C948-3F64-1F84DA39C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5" name="Line 281">
                <a:extLst>
                  <a:ext uri="{FF2B5EF4-FFF2-40B4-BE49-F238E27FC236}">
                    <a16:creationId xmlns:a16="http://schemas.microsoft.com/office/drawing/2014/main" id="{086CF465-EBA4-E937-7985-EDD029132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6" name="Line 282">
                <a:extLst>
                  <a:ext uri="{FF2B5EF4-FFF2-40B4-BE49-F238E27FC236}">
                    <a16:creationId xmlns:a16="http://schemas.microsoft.com/office/drawing/2014/main" id="{1333CE15-5ABA-E622-68C8-209BCEEEC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7" name="Line 283">
                <a:extLst>
                  <a:ext uri="{FF2B5EF4-FFF2-40B4-BE49-F238E27FC236}">
                    <a16:creationId xmlns:a16="http://schemas.microsoft.com/office/drawing/2014/main" id="{9E2550AF-B2B7-D9BB-DAE6-C66D0F30B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8" name="Line 284">
                <a:extLst>
                  <a:ext uri="{FF2B5EF4-FFF2-40B4-BE49-F238E27FC236}">
                    <a16:creationId xmlns:a16="http://schemas.microsoft.com/office/drawing/2014/main" id="{F11F0A1E-DC93-D0EE-442C-9260EE65B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98" name="Picture 777" descr="access_point_stylized_small">
              <a:extLst>
                <a:ext uri="{FF2B5EF4-FFF2-40B4-BE49-F238E27FC236}">
                  <a16:creationId xmlns:a16="http://schemas.microsoft.com/office/drawing/2014/main" id="{C5EE5382-0A69-75D0-0733-4861F7C8C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9" name="Picture 780" descr="access_point_stylized_small">
              <a:extLst>
                <a:ext uri="{FF2B5EF4-FFF2-40B4-BE49-F238E27FC236}">
                  <a16:creationId xmlns:a16="http://schemas.microsoft.com/office/drawing/2014/main" id="{5D8B83C8-588F-3C1C-E211-8924E2C04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0158C41B-7C5F-A87B-D840-D140582BE9C9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37" name="Freeform 471">
                <a:extLst>
                  <a:ext uri="{FF2B5EF4-FFF2-40B4-BE49-F238E27FC236}">
                    <a16:creationId xmlns:a16="http://schemas.microsoft.com/office/drawing/2014/main" id="{D5941664-A30C-A243-CC7C-42A8CDE5473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00A72036-D863-C29F-6416-6CB9623BF0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3D536664-269F-3D2F-C6F8-8F2A92C92B9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0" name="Freeform 474">
                  <a:extLst>
                    <a:ext uri="{FF2B5EF4-FFF2-40B4-BE49-F238E27FC236}">
                      <a16:creationId xmlns:a16="http://schemas.microsoft.com/office/drawing/2014/main" id="{7830B8AA-37A5-D624-E989-3561552DE9E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1" name="Freeform 475">
                  <a:extLst>
                    <a:ext uri="{FF2B5EF4-FFF2-40B4-BE49-F238E27FC236}">
                      <a16:creationId xmlns:a16="http://schemas.microsoft.com/office/drawing/2014/main" id="{856A2931-3AFC-65E3-91C4-554C98242D1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2" name="Freeform 476">
                  <a:extLst>
                    <a:ext uri="{FF2B5EF4-FFF2-40B4-BE49-F238E27FC236}">
                      <a16:creationId xmlns:a16="http://schemas.microsoft.com/office/drawing/2014/main" id="{A8C19038-8D9B-75FE-F90E-63041913619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3" name="Freeform 477">
                  <a:extLst>
                    <a:ext uri="{FF2B5EF4-FFF2-40B4-BE49-F238E27FC236}">
                      <a16:creationId xmlns:a16="http://schemas.microsoft.com/office/drawing/2014/main" id="{955B7B05-D513-345E-437D-653A17E666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E38C8A43-6DEE-61F1-6CB3-EE5C2EAB1407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58D381A9-99E6-A818-F090-973BC166F2C6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1" name="Freeform 521">
                <a:extLst>
                  <a:ext uri="{FF2B5EF4-FFF2-40B4-BE49-F238E27FC236}">
                    <a16:creationId xmlns:a16="http://schemas.microsoft.com/office/drawing/2014/main" id="{59B6C9BC-F7A2-37AB-39AF-A0A1C097DA09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32" name="Group 431">
                <a:extLst>
                  <a:ext uri="{FF2B5EF4-FFF2-40B4-BE49-F238E27FC236}">
                    <a16:creationId xmlns:a16="http://schemas.microsoft.com/office/drawing/2014/main" id="{1C6181EA-54DD-CDEE-9E88-E6977538848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33" name="Freeform 523">
                  <a:extLst>
                    <a:ext uri="{FF2B5EF4-FFF2-40B4-BE49-F238E27FC236}">
                      <a16:creationId xmlns:a16="http://schemas.microsoft.com/office/drawing/2014/main" id="{904BC382-18DC-10BF-C82C-60D89414E8F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4" name="Freeform 524">
                  <a:extLst>
                    <a:ext uri="{FF2B5EF4-FFF2-40B4-BE49-F238E27FC236}">
                      <a16:creationId xmlns:a16="http://schemas.microsoft.com/office/drawing/2014/main" id="{4B8F05F3-910D-D86C-42AE-53AFF90057E8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5" name="Freeform 525">
                  <a:extLst>
                    <a:ext uri="{FF2B5EF4-FFF2-40B4-BE49-F238E27FC236}">
                      <a16:creationId xmlns:a16="http://schemas.microsoft.com/office/drawing/2014/main" id="{3E217804-9FBC-DBAC-8C64-46AEF3DDB80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6" name="Freeform 526">
                  <a:extLst>
                    <a:ext uri="{FF2B5EF4-FFF2-40B4-BE49-F238E27FC236}">
                      <a16:creationId xmlns:a16="http://schemas.microsoft.com/office/drawing/2014/main" id="{EF361C6F-8BB4-8319-8B52-11E3A230D2C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E7CC194E-F2EE-3931-AB8F-D3D9CDA3CE1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23" name="Freeform 479">
                <a:extLst>
                  <a:ext uri="{FF2B5EF4-FFF2-40B4-BE49-F238E27FC236}">
                    <a16:creationId xmlns:a16="http://schemas.microsoft.com/office/drawing/2014/main" id="{D3156B54-C92E-CDF3-3AB6-B9B1ECEFA8D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53F4F34D-FFF5-20DF-99AC-42055F8315B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B9136501-9CBA-7A29-B22A-EDB6BB2D423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6" name="Freeform 482">
                  <a:extLst>
                    <a:ext uri="{FF2B5EF4-FFF2-40B4-BE49-F238E27FC236}">
                      <a16:creationId xmlns:a16="http://schemas.microsoft.com/office/drawing/2014/main" id="{2C66EED8-DA8D-60AD-63F0-F32AF98D8AC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7" name="Freeform 483">
                  <a:extLst>
                    <a:ext uri="{FF2B5EF4-FFF2-40B4-BE49-F238E27FC236}">
                      <a16:creationId xmlns:a16="http://schemas.microsoft.com/office/drawing/2014/main" id="{911AA3F1-436C-D3D9-0FC3-8A9561F629B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8" name="Freeform 484">
                  <a:extLst>
                    <a:ext uri="{FF2B5EF4-FFF2-40B4-BE49-F238E27FC236}">
                      <a16:creationId xmlns:a16="http://schemas.microsoft.com/office/drawing/2014/main" id="{2BB8DF07-7722-47BC-3F2D-71BFDF27E1E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9" name="Freeform 485">
                  <a:extLst>
                    <a:ext uri="{FF2B5EF4-FFF2-40B4-BE49-F238E27FC236}">
                      <a16:creationId xmlns:a16="http://schemas.microsoft.com/office/drawing/2014/main" id="{9722CD20-270C-EAE1-2F38-23FB1A021C6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04A017FF-BFB6-4FFB-5085-E313F7E2B2C0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20A0CF80-35D8-CFA3-4103-4D0C802EC67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7" name="Freeform 530">
                <a:extLst>
                  <a:ext uri="{FF2B5EF4-FFF2-40B4-BE49-F238E27FC236}">
                    <a16:creationId xmlns:a16="http://schemas.microsoft.com/office/drawing/2014/main" id="{0B75DD6C-0907-BF7F-1DA8-C56BAF82DE25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4A27C8DB-F9B3-FC6C-BE19-B01B9D2B243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19" name="Freeform 532">
                  <a:extLst>
                    <a:ext uri="{FF2B5EF4-FFF2-40B4-BE49-F238E27FC236}">
                      <a16:creationId xmlns:a16="http://schemas.microsoft.com/office/drawing/2014/main" id="{B27DDA0D-B311-FAEE-9D70-14608593A85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Freeform 533">
                  <a:extLst>
                    <a:ext uri="{FF2B5EF4-FFF2-40B4-BE49-F238E27FC236}">
                      <a16:creationId xmlns:a16="http://schemas.microsoft.com/office/drawing/2014/main" id="{B39E2E5C-13C2-A6C8-AF7C-05A5F6A8006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Freeform 534">
                  <a:extLst>
                    <a:ext uri="{FF2B5EF4-FFF2-40B4-BE49-F238E27FC236}">
                      <a16:creationId xmlns:a16="http://schemas.microsoft.com/office/drawing/2014/main" id="{E9C5CCE6-D533-DBE1-AA62-834CD07E5124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Freeform 535">
                  <a:extLst>
                    <a:ext uri="{FF2B5EF4-FFF2-40B4-BE49-F238E27FC236}">
                      <a16:creationId xmlns:a16="http://schemas.microsoft.com/office/drawing/2014/main" id="{CF08D830-0BBE-AE1C-1ADE-4FCE81191693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AC9D7E11-C310-D194-A6E6-FCCC0426ED73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9" name="Freeform 407">
                <a:extLst>
                  <a:ext uri="{FF2B5EF4-FFF2-40B4-BE49-F238E27FC236}">
                    <a16:creationId xmlns:a16="http://schemas.microsoft.com/office/drawing/2014/main" id="{BEA5B308-6991-D25B-75B3-E19B089C7BB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1BE3AF8A-0EEB-D28E-FF5E-353378623EF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8DBD6233-5017-87B6-DD6B-E0A85649EC4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2" name="Freeform 410">
                  <a:extLst>
                    <a:ext uri="{FF2B5EF4-FFF2-40B4-BE49-F238E27FC236}">
                      <a16:creationId xmlns:a16="http://schemas.microsoft.com/office/drawing/2014/main" id="{03826F1E-3660-5A49-11E4-E044ADF166D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Freeform 411">
                  <a:extLst>
                    <a:ext uri="{FF2B5EF4-FFF2-40B4-BE49-F238E27FC236}">
                      <a16:creationId xmlns:a16="http://schemas.microsoft.com/office/drawing/2014/main" id="{568D9E07-F628-E2AD-0C01-38524F1DDF3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Freeform 412">
                  <a:extLst>
                    <a:ext uri="{FF2B5EF4-FFF2-40B4-BE49-F238E27FC236}">
                      <a16:creationId xmlns:a16="http://schemas.microsoft.com/office/drawing/2014/main" id="{CC2278F8-61FD-99BD-ADD5-9B58FD63379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5" name="Freeform 413">
                  <a:extLst>
                    <a:ext uri="{FF2B5EF4-FFF2-40B4-BE49-F238E27FC236}">
                      <a16:creationId xmlns:a16="http://schemas.microsoft.com/office/drawing/2014/main" id="{8925FBFD-9D9F-A7E7-0A03-6A3C76053BA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2FEF897-783D-DA26-FAD6-514758E1D6B4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02" name="Freeform 415">
                <a:extLst>
                  <a:ext uri="{FF2B5EF4-FFF2-40B4-BE49-F238E27FC236}">
                    <a16:creationId xmlns:a16="http://schemas.microsoft.com/office/drawing/2014/main" id="{F39C5528-E709-E082-DA99-B6841A191D3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B3B52DE5-A9D8-2D04-105E-1852445560D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D9AF20C8-49BA-F851-DD69-3A23A4968EF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" name="Freeform 418">
                  <a:extLst>
                    <a:ext uri="{FF2B5EF4-FFF2-40B4-BE49-F238E27FC236}">
                      <a16:creationId xmlns:a16="http://schemas.microsoft.com/office/drawing/2014/main" id="{4CD5B4BE-9552-21AB-28A3-A6EB2BC8F1F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6" name="Freeform 419">
                  <a:extLst>
                    <a:ext uri="{FF2B5EF4-FFF2-40B4-BE49-F238E27FC236}">
                      <a16:creationId xmlns:a16="http://schemas.microsoft.com/office/drawing/2014/main" id="{C503C8FC-8896-5E22-EED0-76BAFC49656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7" name="Freeform 420">
                  <a:extLst>
                    <a:ext uri="{FF2B5EF4-FFF2-40B4-BE49-F238E27FC236}">
                      <a16:creationId xmlns:a16="http://schemas.microsoft.com/office/drawing/2014/main" id="{C8055C4A-8E09-BC98-6591-C79382F88DF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8" name="Freeform 421">
                  <a:extLst>
                    <a:ext uri="{FF2B5EF4-FFF2-40B4-BE49-F238E27FC236}">
                      <a16:creationId xmlns:a16="http://schemas.microsoft.com/office/drawing/2014/main" id="{36E05C6A-4114-67CE-F369-995C7A9E24B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034307C9-BA5F-280C-27E9-DDE925F9C648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395" name="Freeform 455">
                <a:extLst>
                  <a:ext uri="{FF2B5EF4-FFF2-40B4-BE49-F238E27FC236}">
                    <a16:creationId xmlns:a16="http://schemas.microsoft.com/office/drawing/2014/main" id="{6A8356B7-E06F-F419-B16A-273FB074D9E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7A5A523E-D848-7D69-0594-816545DDB8C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50793B04-26ED-2E84-2707-45A82B9A3AB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" name="Freeform 458">
                  <a:extLst>
                    <a:ext uri="{FF2B5EF4-FFF2-40B4-BE49-F238E27FC236}">
                      <a16:creationId xmlns:a16="http://schemas.microsoft.com/office/drawing/2014/main" id="{E0AC82B8-B4C6-8B7A-1CDC-21F0983240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9" name="Freeform 459">
                  <a:extLst>
                    <a:ext uri="{FF2B5EF4-FFF2-40B4-BE49-F238E27FC236}">
                      <a16:creationId xmlns:a16="http://schemas.microsoft.com/office/drawing/2014/main" id="{DFD46934-0B50-3CEE-0327-8B77BE06CB2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0" name="Freeform 460">
                  <a:extLst>
                    <a:ext uri="{FF2B5EF4-FFF2-40B4-BE49-F238E27FC236}">
                      <a16:creationId xmlns:a16="http://schemas.microsoft.com/office/drawing/2014/main" id="{59CE8778-7484-67A9-7E5B-32CC13C6933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1" name="Freeform 461">
                  <a:extLst>
                    <a:ext uri="{FF2B5EF4-FFF2-40B4-BE49-F238E27FC236}">
                      <a16:creationId xmlns:a16="http://schemas.microsoft.com/office/drawing/2014/main" id="{F73E0C7F-1124-B4ED-FCB1-81A8574B5D1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BDDD76AF-A06B-ED3E-3DA1-D46601F88D61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388" name="Freeform 615">
                <a:extLst>
                  <a:ext uri="{FF2B5EF4-FFF2-40B4-BE49-F238E27FC236}">
                    <a16:creationId xmlns:a16="http://schemas.microsoft.com/office/drawing/2014/main" id="{2D21F783-81B2-1B55-BEBB-81209B9F461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857121EB-0845-1EFA-CE21-BA6C55A4A80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096D0219-E0BE-5A91-507C-637736BD8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1" name="Freeform 618">
                  <a:extLst>
                    <a:ext uri="{FF2B5EF4-FFF2-40B4-BE49-F238E27FC236}">
                      <a16:creationId xmlns:a16="http://schemas.microsoft.com/office/drawing/2014/main" id="{264810D6-A15B-0D9B-E01D-21088212477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Freeform 619">
                  <a:extLst>
                    <a:ext uri="{FF2B5EF4-FFF2-40B4-BE49-F238E27FC236}">
                      <a16:creationId xmlns:a16="http://schemas.microsoft.com/office/drawing/2014/main" id="{9B503534-C923-EE31-4246-222E8AD1989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3" name="Freeform 620">
                  <a:extLst>
                    <a:ext uri="{FF2B5EF4-FFF2-40B4-BE49-F238E27FC236}">
                      <a16:creationId xmlns:a16="http://schemas.microsoft.com/office/drawing/2014/main" id="{E9AA1F20-DB6C-30A3-744B-AE92F62D2CF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4" name="Freeform 621">
                  <a:extLst>
                    <a:ext uri="{FF2B5EF4-FFF2-40B4-BE49-F238E27FC236}">
                      <a16:creationId xmlns:a16="http://schemas.microsoft.com/office/drawing/2014/main" id="{071D6406-3888-AEF0-3D76-EFCC1DB4474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5FA1EABE-0157-0C7E-71C8-57FD69C2B463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381" name="Freeform 577">
                <a:extLst>
                  <a:ext uri="{FF2B5EF4-FFF2-40B4-BE49-F238E27FC236}">
                    <a16:creationId xmlns:a16="http://schemas.microsoft.com/office/drawing/2014/main" id="{9EBBE042-BD11-D317-B876-FEEE106496E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5F6C7287-4161-C9D0-BA77-D3250CE155C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DBE48B31-0B5C-E8CC-752B-EB3E0563924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4" name="Freeform 580">
                  <a:extLst>
                    <a:ext uri="{FF2B5EF4-FFF2-40B4-BE49-F238E27FC236}">
                      <a16:creationId xmlns:a16="http://schemas.microsoft.com/office/drawing/2014/main" id="{4C3CE2E3-247E-8A18-E6C8-15F6F3022B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5" name="Freeform 581">
                  <a:extLst>
                    <a:ext uri="{FF2B5EF4-FFF2-40B4-BE49-F238E27FC236}">
                      <a16:creationId xmlns:a16="http://schemas.microsoft.com/office/drawing/2014/main" id="{A48AC807-5407-4156-18CD-C7101375FA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6" name="Freeform 582">
                  <a:extLst>
                    <a:ext uri="{FF2B5EF4-FFF2-40B4-BE49-F238E27FC236}">
                      <a16:creationId xmlns:a16="http://schemas.microsoft.com/office/drawing/2014/main" id="{820053FF-79C6-4F07-9BD0-FD4E552B541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7" name="Freeform 583">
                  <a:extLst>
                    <a:ext uri="{FF2B5EF4-FFF2-40B4-BE49-F238E27FC236}">
                      <a16:creationId xmlns:a16="http://schemas.microsoft.com/office/drawing/2014/main" id="{C02E02F5-ED11-4752-9CB2-54961B945CD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0C9E9C26-9E6B-11B7-9219-6E3498927257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374" name="Freeform 593">
                <a:extLst>
                  <a:ext uri="{FF2B5EF4-FFF2-40B4-BE49-F238E27FC236}">
                    <a16:creationId xmlns:a16="http://schemas.microsoft.com/office/drawing/2014/main" id="{49FA420E-C1A1-A580-67A0-346BA9854B6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C17B69EA-A0C4-3B91-5924-BDA8B3B9311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771DBA8D-072F-9481-D220-96D56E83EF1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7" name="Freeform 596">
                  <a:extLst>
                    <a:ext uri="{FF2B5EF4-FFF2-40B4-BE49-F238E27FC236}">
                      <a16:creationId xmlns:a16="http://schemas.microsoft.com/office/drawing/2014/main" id="{DF292F34-7B8C-37F9-67A5-D756DEF6270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Freeform 597">
                  <a:extLst>
                    <a:ext uri="{FF2B5EF4-FFF2-40B4-BE49-F238E27FC236}">
                      <a16:creationId xmlns:a16="http://schemas.microsoft.com/office/drawing/2014/main" id="{BF29EEDC-1DCA-86B9-87A6-9790C45221B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9" name="Freeform 598">
                  <a:extLst>
                    <a:ext uri="{FF2B5EF4-FFF2-40B4-BE49-F238E27FC236}">
                      <a16:creationId xmlns:a16="http://schemas.microsoft.com/office/drawing/2014/main" id="{9910A40F-82A8-E55C-20F3-D4C99827CA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0" name="Freeform 599">
                  <a:extLst>
                    <a:ext uri="{FF2B5EF4-FFF2-40B4-BE49-F238E27FC236}">
                      <a16:creationId xmlns:a16="http://schemas.microsoft.com/office/drawing/2014/main" id="{422A76C0-A60C-ADAA-AD48-325267748A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890F4D3D-9A3D-5C77-8A39-89100A355184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367" name="Freeform 601">
                <a:extLst>
                  <a:ext uri="{FF2B5EF4-FFF2-40B4-BE49-F238E27FC236}">
                    <a16:creationId xmlns:a16="http://schemas.microsoft.com/office/drawing/2014/main" id="{46DD75FF-C6EA-9D89-81C9-DD24436B7B7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F3DFE5B6-6369-6913-74A2-05E41E020F1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A9FBCCAC-0B20-53CF-E7C4-AFF87D661FC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0" name="Freeform 604">
                  <a:extLst>
                    <a:ext uri="{FF2B5EF4-FFF2-40B4-BE49-F238E27FC236}">
                      <a16:creationId xmlns:a16="http://schemas.microsoft.com/office/drawing/2014/main" id="{33586835-4BA4-D033-C23A-9BAEF208D07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1" name="Freeform 605">
                  <a:extLst>
                    <a:ext uri="{FF2B5EF4-FFF2-40B4-BE49-F238E27FC236}">
                      <a16:creationId xmlns:a16="http://schemas.microsoft.com/office/drawing/2014/main" id="{03D4484E-613C-BC3E-AF87-92092C0FC4D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2" name="Freeform 606">
                  <a:extLst>
                    <a:ext uri="{FF2B5EF4-FFF2-40B4-BE49-F238E27FC236}">
                      <a16:creationId xmlns:a16="http://schemas.microsoft.com/office/drawing/2014/main" id="{D7D36CE8-1F28-E759-BBA4-CA8F27C61F9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Freeform 607">
                  <a:extLst>
                    <a:ext uri="{FF2B5EF4-FFF2-40B4-BE49-F238E27FC236}">
                      <a16:creationId xmlns:a16="http://schemas.microsoft.com/office/drawing/2014/main" id="{663078E4-4C02-D549-EF7A-F72DBE3671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40BD52DC-18CD-1BF2-5869-9FCD2725D0D7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360" name="Freeform 554">
                <a:extLst>
                  <a:ext uri="{FF2B5EF4-FFF2-40B4-BE49-F238E27FC236}">
                    <a16:creationId xmlns:a16="http://schemas.microsoft.com/office/drawing/2014/main" id="{BBEBCEC9-FD06-6929-8470-ADBDCF7B56B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2700ED5F-ADAC-DDA4-658E-DA53A37490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539FFFC1-B172-ED33-850B-C62AD238513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3" name="Freeform 557">
                  <a:extLst>
                    <a:ext uri="{FF2B5EF4-FFF2-40B4-BE49-F238E27FC236}">
                      <a16:creationId xmlns:a16="http://schemas.microsoft.com/office/drawing/2014/main" id="{2AA31856-B38A-EFB9-1D4A-D9B3B7D5806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Freeform 558">
                  <a:extLst>
                    <a:ext uri="{FF2B5EF4-FFF2-40B4-BE49-F238E27FC236}">
                      <a16:creationId xmlns:a16="http://schemas.microsoft.com/office/drawing/2014/main" id="{EF847EB7-605F-40A8-8A01-7E24E2962A0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Freeform 559">
                  <a:extLst>
                    <a:ext uri="{FF2B5EF4-FFF2-40B4-BE49-F238E27FC236}">
                      <a16:creationId xmlns:a16="http://schemas.microsoft.com/office/drawing/2014/main" id="{FBD5CB31-4E1D-DF79-2D5A-E1D805829C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6" name="Freeform 560">
                  <a:extLst>
                    <a:ext uri="{FF2B5EF4-FFF2-40B4-BE49-F238E27FC236}">
                      <a16:creationId xmlns:a16="http://schemas.microsoft.com/office/drawing/2014/main" id="{69E9691C-ECE5-6CDC-9263-9F0A7BDBF0B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B2C23BA1-723B-45C7-0DE3-7C6F1D829FEF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353" name="Freeform 585">
                <a:extLst>
                  <a:ext uri="{FF2B5EF4-FFF2-40B4-BE49-F238E27FC236}">
                    <a16:creationId xmlns:a16="http://schemas.microsoft.com/office/drawing/2014/main" id="{A7C49E20-0147-6973-85D3-8C9817B68B3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37DE822A-C179-91FA-6C14-C965BF9BEF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2E68D596-A02B-2B9E-303C-EC9E1E609E7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6" name="Freeform 588">
                  <a:extLst>
                    <a:ext uri="{FF2B5EF4-FFF2-40B4-BE49-F238E27FC236}">
                      <a16:creationId xmlns:a16="http://schemas.microsoft.com/office/drawing/2014/main" id="{21F18425-0802-C192-7FEC-3C8DDC5D6E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7" name="Freeform 589">
                  <a:extLst>
                    <a:ext uri="{FF2B5EF4-FFF2-40B4-BE49-F238E27FC236}">
                      <a16:creationId xmlns:a16="http://schemas.microsoft.com/office/drawing/2014/main" id="{CEBFE2DD-574D-1C2C-B897-B9A3A19A782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8" name="Freeform 590">
                  <a:extLst>
                    <a:ext uri="{FF2B5EF4-FFF2-40B4-BE49-F238E27FC236}">
                      <a16:creationId xmlns:a16="http://schemas.microsoft.com/office/drawing/2014/main" id="{799983BA-9D58-B782-7FA4-3C5A356311B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9" name="Freeform 591">
                  <a:extLst>
                    <a:ext uri="{FF2B5EF4-FFF2-40B4-BE49-F238E27FC236}">
                      <a16:creationId xmlns:a16="http://schemas.microsoft.com/office/drawing/2014/main" id="{8A2B63C5-1CB2-C597-DA8E-CB17D013464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0106EF0A-41DC-5E42-86B6-AA551995D332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346" name="Freeform 538">
                <a:extLst>
                  <a:ext uri="{FF2B5EF4-FFF2-40B4-BE49-F238E27FC236}">
                    <a16:creationId xmlns:a16="http://schemas.microsoft.com/office/drawing/2014/main" id="{E18A7423-F3C9-CDBD-F9BC-84BF082DE33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037DE082-C000-104E-BF76-D154CBEE7B3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7E79EE69-BA32-D33D-C946-32A46404983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9" name="Freeform 541">
                  <a:extLst>
                    <a:ext uri="{FF2B5EF4-FFF2-40B4-BE49-F238E27FC236}">
                      <a16:creationId xmlns:a16="http://schemas.microsoft.com/office/drawing/2014/main" id="{6EA4BBB0-9C13-5471-41F6-7875A3540B0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0" name="Freeform 542">
                  <a:extLst>
                    <a:ext uri="{FF2B5EF4-FFF2-40B4-BE49-F238E27FC236}">
                      <a16:creationId xmlns:a16="http://schemas.microsoft.com/office/drawing/2014/main" id="{FF2E953E-C51B-DA3F-4EB6-701096550D0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1" name="Freeform 543">
                  <a:extLst>
                    <a:ext uri="{FF2B5EF4-FFF2-40B4-BE49-F238E27FC236}">
                      <a16:creationId xmlns:a16="http://schemas.microsoft.com/office/drawing/2014/main" id="{7BF61EC9-08C8-088C-AEF1-D7FA3EC0290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2" name="Freeform 544">
                  <a:extLst>
                    <a:ext uri="{FF2B5EF4-FFF2-40B4-BE49-F238E27FC236}">
                      <a16:creationId xmlns:a16="http://schemas.microsoft.com/office/drawing/2014/main" id="{0C1A56D3-5691-5622-17B2-89E47E44E34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316A8D07-98D4-A624-86D6-3DBCE5E1260B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339" name="Freeform 546">
                <a:extLst>
                  <a:ext uri="{FF2B5EF4-FFF2-40B4-BE49-F238E27FC236}">
                    <a16:creationId xmlns:a16="http://schemas.microsoft.com/office/drawing/2014/main" id="{24020892-6C88-DB7D-F25C-8D6BA4FB7DE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AA0669F3-E72F-83C8-7FD0-FFE610934FD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B4F3F94C-ED12-A06B-10E3-12E24302EEB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2" name="Freeform 549">
                  <a:extLst>
                    <a:ext uri="{FF2B5EF4-FFF2-40B4-BE49-F238E27FC236}">
                      <a16:creationId xmlns:a16="http://schemas.microsoft.com/office/drawing/2014/main" id="{9C0DCE87-82F2-FC9F-D2D2-C6813FF6708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Freeform 550">
                  <a:extLst>
                    <a:ext uri="{FF2B5EF4-FFF2-40B4-BE49-F238E27FC236}">
                      <a16:creationId xmlns:a16="http://schemas.microsoft.com/office/drawing/2014/main" id="{2BE3ED43-5A0B-0D7A-92FA-315BF1690B6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Freeform 551">
                  <a:extLst>
                    <a:ext uri="{FF2B5EF4-FFF2-40B4-BE49-F238E27FC236}">
                      <a16:creationId xmlns:a16="http://schemas.microsoft.com/office/drawing/2014/main" id="{BF853E8B-BC58-4B2B-8BCC-44243E1EC2D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5" name="Freeform 552">
                  <a:extLst>
                    <a:ext uri="{FF2B5EF4-FFF2-40B4-BE49-F238E27FC236}">
                      <a16:creationId xmlns:a16="http://schemas.microsoft.com/office/drawing/2014/main" id="{6C73B629-AD7D-E905-A6C6-943567369E9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946DE354-3438-F249-4592-14C606BDF640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332" name="Freeform 623">
                <a:extLst>
                  <a:ext uri="{FF2B5EF4-FFF2-40B4-BE49-F238E27FC236}">
                    <a16:creationId xmlns:a16="http://schemas.microsoft.com/office/drawing/2014/main" id="{DAD59136-9C39-4A0D-D7B4-1F87EE78DA7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DDE0A434-64B7-3A14-6724-D7D21AF5CD5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B2583950-39CA-69C2-123B-352D7408140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5" name="Freeform 626">
                  <a:extLst>
                    <a:ext uri="{FF2B5EF4-FFF2-40B4-BE49-F238E27FC236}">
                      <a16:creationId xmlns:a16="http://schemas.microsoft.com/office/drawing/2014/main" id="{C69EF297-ADF7-D19F-C776-416225A0C41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6" name="Freeform 627">
                  <a:extLst>
                    <a:ext uri="{FF2B5EF4-FFF2-40B4-BE49-F238E27FC236}">
                      <a16:creationId xmlns:a16="http://schemas.microsoft.com/office/drawing/2014/main" id="{EAB73708-778B-9B0A-292A-A4AE985B029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7" name="Freeform 628">
                  <a:extLst>
                    <a:ext uri="{FF2B5EF4-FFF2-40B4-BE49-F238E27FC236}">
                      <a16:creationId xmlns:a16="http://schemas.microsoft.com/office/drawing/2014/main" id="{EF189873-22CD-45E9-3FE8-69D39450CAF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8" name="Freeform 629">
                  <a:extLst>
                    <a:ext uri="{FF2B5EF4-FFF2-40B4-BE49-F238E27FC236}">
                      <a16:creationId xmlns:a16="http://schemas.microsoft.com/office/drawing/2014/main" id="{EE2323BB-00B9-A398-1CDA-23076A9258E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C5E436A-67B3-33AF-9D52-14A381789846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325" name="Freeform 463">
                <a:extLst>
                  <a:ext uri="{FF2B5EF4-FFF2-40B4-BE49-F238E27FC236}">
                    <a16:creationId xmlns:a16="http://schemas.microsoft.com/office/drawing/2014/main" id="{8FF6D8EF-C1F5-C193-356F-081ECC8B9D5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B93ECC8A-5C26-B1C9-2506-F193C1EFA4F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5E7AAC6-5B13-3010-4453-E656354E000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8" name="Freeform 466">
                  <a:extLst>
                    <a:ext uri="{FF2B5EF4-FFF2-40B4-BE49-F238E27FC236}">
                      <a16:creationId xmlns:a16="http://schemas.microsoft.com/office/drawing/2014/main" id="{D311E28B-C00B-F4FE-90C6-8417F62D949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9" name="Freeform 467">
                  <a:extLst>
                    <a:ext uri="{FF2B5EF4-FFF2-40B4-BE49-F238E27FC236}">
                      <a16:creationId xmlns:a16="http://schemas.microsoft.com/office/drawing/2014/main" id="{5355036F-D08D-4E4C-1FE1-5A52F412692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0" name="Freeform 468">
                  <a:extLst>
                    <a:ext uri="{FF2B5EF4-FFF2-40B4-BE49-F238E27FC236}">
                      <a16:creationId xmlns:a16="http://schemas.microsoft.com/office/drawing/2014/main" id="{046BE213-4B3D-7CE8-170D-B0B7BAE51B0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1" name="Freeform 469">
                  <a:extLst>
                    <a:ext uri="{FF2B5EF4-FFF2-40B4-BE49-F238E27FC236}">
                      <a16:creationId xmlns:a16="http://schemas.microsoft.com/office/drawing/2014/main" id="{D2EB02CD-44EA-B120-5FA7-F36F54F08F6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0BAF2A3A-DC71-5A99-4AA6-D7F6A76D992A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318" name="Freeform 447">
                <a:extLst>
                  <a:ext uri="{FF2B5EF4-FFF2-40B4-BE49-F238E27FC236}">
                    <a16:creationId xmlns:a16="http://schemas.microsoft.com/office/drawing/2014/main" id="{C4C57302-9B9B-AEE3-B221-9A02B569827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84E69C50-0358-8583-6777-957A97920D1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63821728-03E7-0D4C-F4C8-4EF4E3DB44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1" name="Freeform 450">
                  <a:extLst>
                    <a:ext uri="{FF2B5EF4-FFF2-40B4-BE49-F238E27FC236}">
                      <a16:creationId xmlns:a16="http://schemas.microsoft.com/office/drawing/2014/main" id="{3ED171F2-867D-2820-2285-7567164FEE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2" name="Freeform 451">
                  <a:extLst>
                    <a:ext uri="{FF2B5EF4-FFF2-40B4-BE49-F238E27FC236}">
                      <a16:creationId xmlns:a16="http://schemas.microsoft.com/office/drawing/2014/main" id="{C2868F14-7313-5B24-43B7-8E8344089BF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3" name="Freeform 452">
                  <a:extLst>
                    <a:ext uri="{FF2B5EF4-FFF2-40B4-BE49-F238E27FC236}">
                      <a16:creationId xmlns:a16="http://schemas.microsoft.com/office/drawing/2014/main" id="{C388DF57-DA03-BE87-8358-837053DBB6E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4" name="Freeform 453">
                  <a:extLst>
                    <a:ext uri="{FF2B5EF4-FFF2-40B4-BE49-F238E27FC236}">
                      <a16:creationId xmlns:a16="http://schemas.microsoft.com/office/drawing/2014/main" id="{BF2C358B-94D8-BF7E-8F09-28E1B15C0D7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59" name="Freeform 2">
            <a:extLst>
              <a:ext uri="{FF2B5EF4-FFF2-40B4-BE49-F238E27FC236}">
                <a16:creationId xmlns:a16="http://schemas.microsoft.com/office/drawing/2014/main" id="{EC51BCD1-7E52-9877-D296-3C8451B27D5C}"/>
              </a:ext>
            </a:extLst>
          </p:cNvPr>
          <p:cNvSpPr/>
          <p:nvPr/>
        </p:nvSpPr>
        <p:spPr>
          <a:xfrm>
            <a:off x="5904776" y="1641975"/>
            <a:ext cx="4101062" cy="4254341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2B176428-4535-B333-CFB5-97C74C16438E}"/>
              </a:ext>
            </a:extLst>
          </p:cNvPr>
          <p:cNvSpPr txBox="1"/>
          <p:nvPr/>
        </p:nvSpPr>
        <p:spPr>
          <a:xfrm>
            <a:off x="424543" y="6041571"/>
            <a:ext cx="727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2219985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2488-1F1B-B452-8CE1-CCB2B655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Sending a message from A to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CC1B-5A0E-BEF3-59D5-941709484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How does internet recognize B?</a:t>
            </a:r>
          </a:p>
        </p:txBody>
      </p:sp>
    </p:spTree>
    <p:extLst>
      <p:ext uri="{BB962C8B-B14F-4D97-AF65-F5344CB8AC3E}">
        <p14:creationId xmlns:p14="http://schemas.microsoft.com/office/powerpoint/2010/main" val="173494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A0BE-9934-40D7-8432-95E96E34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9806-3485-9BBB-34A2-4264E492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Sending a message from A to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55923-1E2D-8271-A7F6-2786F6698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does internet recognize B?</a:t>
            </a:r>
          </a:p>
          <a:p>
            <a:pPr lvl="1"/>
            <a:r>
              <a:rPr lang="en-IN" dirty="0"/>
              <a:t>Every device has a unique address</a:t>
            </a:r>
          </a:p>
          <a:p>
            <a:pPr lvl="1"/>
            <a:endParaRPr lang="en-IN" dirty="0"/>
          </a:p>
          <a:p>
            <a:r>
              <a:rPr lang="en-IN" dirty="0"/>
              <a:t>A includes B’s address in the message</a:t>
            </a:r>
          </a:p>
          <a:p>
            <a:endParaRPr lang="en-IN" dirty="0"/>
          </a:p>
          <a:p>
            <a:r>
              <a:rPr lang="en-IN" dirty="0"/>
              <a:t>A sends the message to its nearest gateway</a:t>
            </a:r>
          </a:p>
          <a:p>
            <a:endParaRPr lang="en-IN" dirty="0"/>
          </a:p>
          <a:p>
            <a:r>
              <a:rPr lang="en-IN" dirty="0"/>
              <a:t>Gateway forward the message toward B</a:t>
            </a:r>
          </a:p>
        </p:txBody>
      </p:sp>
    </p:spTree>
    <p:extLst>
      <p:ext uri="{BB962C8B-B14F-4D97-AF65-F5344CB8AC3E}">
        <p14:creationId xmlns:p14="http://schemas.microsoft.com/office/powerpoint/2010/main" val="939876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8DA2-0D95-8184-57A8-9FAA8520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gateways forward messages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607C0-1916-C56F-5013-3E527BDE755E}"/>
              </a:ext>
            </a:extLst>
          </p:cNvPr>
          <p:cNvSpPr txBox="1"/>
          <p:nvPr/>
        </p:nvSpPr>
        <p:spPr>
          <a:xfrm>
            <a:off x="7905924" y="3479610"/>
            <a:ext cx="13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Internet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64514C-867F-26C0-D1C3-3D4054295703}"/>
              </a:ext>
            </a:extLst>
          </p:cNvPr>
          <p:cNvSpPr/>
          <p:nvPr/>
        </p:nvSpPr>
        <p:spPr>
          <a:xfrm>
            <a:off x="7965787" y="3526527"/>
            <a:ext cx="1558255" cy="538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84EEAC-0BD9-BFFA-5E44-28E8D1B2E43F}"/>
              </a:ext>
            </a:extLst>
          </p:cNvPr>
          <p:cNvGrpSpPr/>
          <p:nvPr/>
        </p:nvGrpSpPr>
        <p:grpSpPr>
          <a:xfrm>
            <a:off x="5920835" y="1488461"/>
            <a:ext cx="4525460" cy="4859961"/>
            <a:chOff x="7268561" y="1458365"/>
            <a:chExt cx="4525460" cy="4859961"/>
          </a:xfrm>
        </p:grpSpPr>
        <p:sp>
          <p:nvSpPr>
            <p:cNvPr id="43" name="Freeform 370">
              <a:extLst>
                <a:ext uri="{FF2B5EF4-FFF2-40B4-BE49-F238E27FC236}">
                  <a16:creationId xmlns:a16="http://schemas.microsoft.com/office/drawing/2014/main" id="{66F0B17A-409B-ABB3-5755-9750573DC41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Freeform 417">
              <a:extLst>
                <a:ext uri="{FF2B5EF4-FFF2-40B4-BE49-F238E27FC236}">
                  <a16:creationId xmlns:a16="http://schemas.microsoft.com/office/drawing/2014/main" id="{AE84A693-FF2F-70AA-561E-15AF5628C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45" name="Group 418">
              <a:extLst>
                <a:ext uri="{FF2B5EF4-FFF2-40B4-BE49-F238E27FC236}">
                  <a16:creationId xmlns:a16="http://schemas.microsoft.com/office/drawing/2014/main" id="{4F5A881F-C51E-B089-1740-E6C5E621E5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75" name="Rectangle 419">
                <a:extLst>
                  <a:ext uri="{FF2B5EF4-FFF2-40B4-BE49-F238E27FC236}">
                    <a16:creationId xmlns:a16="http://schemas.microsoft.com/office/drawing/2014/main" id="{1D29FAFF-59F9-55D1-FB06-ABA37FC9A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AutoShape 420">
                <a:extLst>
                  <a:ext uri="{FF2B5EF4-FFF2-40B4-BE49-F238E27FC236}">
                    <a16:creationId xmlns:a16="http://schemas.microsoft.com/office/drawing/2014/main" id="{B2F30E47-0F24-E6BD-5015-043BF2BF1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" name="Freeform 427">
              <a:extLst>
                <a:ext uri="{FF2B5EF4-FFF2-40B4-BE49-F238E27FC236}">
                  <a16:creationId xmlns:a16="http://schemas.microsoft.com/office/drawing/2014/main" id="{5502C1AD-2916-5705-A1E6-EE55927E9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Text Box 580">
              <a:extLst>
                <a:ext uri="{FF2B5EF4-FFF2-40B4-BE49-F238E27FC236}">
                  <a16:creationId xmlns:a16="http://schemas.microsoft.com/office/drawing/2014/main" id="{6FF584F9-F441-955A-BA3C-CAAF64736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mobile network</a:t>
              </a:r>
            </a:p>
          </p:txBody>
        </p:sp>
        <p:sp>
          <p:nvSpPr>
            <p:cNvPr id="48" name="Text Box 580">
              <a:extLst>
                <a:ext uri="{FF2B5EF4-FFF2-40B4-BE49-F238E27FC236}">
                  <a16:creationId xmlns:a16="http://schemas.microsoft.com/office/drawing/2014/main" id="{682153F1-DE4D-41CB-D5F3-D475CE212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home network</a:t>
              </a:r>
            </a:p>
          </p:txBody>
        </p:sp>
        <p:sp>
          <p:nvSpPr>
            <p:cNvPr id="49" name="Text Box 580">
              <a:extLst>
                <a:ext uri="{FF2B5EF4-FFF2-40B4-BE49-F238E27FC236}">
                  <a16:creationId xmlns:a16="http://schemas.microsoft.com/office/drawing/2014/main" id="{5BC3A2B6-C82C-7FC5-575B-E32AD1573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          network</a:t>
              </a:r>
            </a:p>
          </p:txBody>
        </p:sp>
        <p:sp>
          <p:nvSpPr>
            <p:cNvPr id="50" name="Freeform 371">
              <a:extLst>
                <a:ext uri="{FF2B5EF4-FFF2-40B4-BE49-F238E27FC236}">
                  <a16:creationId xmlns:a16="http://schemas.microsoft.com/office/drawing/2014/main" id="{89642808-4270-8629-FD9C-D9AD0AFB262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0AF3A54-B11F-4123-CA6E-74099C90EC3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67" name="Freeform 381">
                <a:extLst>
                  <a:ext uri="{FF2B5EF4-FFF2-40B4-BE49-F238E27FC236}">
                    <a16:creationId xmlns:a16="http://schemas.microsoft.com/office/drawing/2014/main" id="{461F9004-C383-7030-C38D-40224786848D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Freeform 382">
                <a:extLst>
                  <a:ext uri="{FF2B5EF4-FFF2-40B4-BE49-F238E27FC236}">
                    <a16:creationId xmlns:a16="http://schemas.microsoft.com/office/drawing/2014/main" id="{48D3E7A1-FD03-1160-EC61-C5292A586E1E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520D5B9-7EDE-5C73-6D54-AF8F30B5E404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561FCF-2784-4CA3-A7FB-28668F7EFA9D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A554D3D-D887-1DB9-8213-F31E6214EE83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1F19C4A-AD6A-73A2-6A50-6FDD1398B942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3167B19-C30A-6BC8-026C-2B2B65A187B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02B172A-904F-BBA7-7320-BBF7232DEA0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F9B0A26-7E02-282C-147C-199D3AF0246F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59" name="Freeform 398">
                <a:extLst>
                  <a:ext uri="{FF2B5EF4-FFF2-40B4-BE49-F238E27FC236}">
                    <a16:creationId xmlns:a16="http://schemas.microsoft.com/office/drawing/2014/main" id="{9EE68B6D-EF01-C160-6898-37B6AAA614D4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Freeform 399">
                <a:extLst>
                  <a:ext uri="{FF2B5EF4-FFF2-40B4-BE49-F238E27FC236}">
                    <a16:creationId xmlns:a16="http://schemas.microsoft.com/office/drawing/2014/main" id="{B4BCA7BB-C9C1-0664-E607-0D9982444D15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FCC0053-9ADF-F20D-F4E9-454415F7E8B7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A49491A-DB7D-A4F1-243A-4E81A28DC8E4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AFEC2BA-BB25-212C-A46B-CC5BA6F1B5AC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91CEDB0-1BD0-0C41-FF04-E8A8727CB0B3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D8FA8A8-9BE7-BEB9-FD33-57BED95A2DF7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B87DE21-34A1-BE2B-86E0-21E4D2D93AE9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Freeform 561">
              <a:extLst>
                <a:ext uri="{FF2B5EF4-FFF2-40B4-BE49-F238E27FC236}">
                  <a16:creationId xmlns:a16="http://schemas.microsoft.com/office/drawing/2014/main" id="{1735E6FF-5F89-0A08-0F6C-F27C1A19A16F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115D83-A511-E408-402B-50C1F3E53F6C}"/>
                </a:ext>
              </a:extLst>
            </p:cNvPr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national or global ISP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DAF94B-4D8C-E5EC-1EEC-39CD079F5E8E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802D585-20A3-3288-078B-73CF80298DFC}"/>
                </a:ext>
              </a:extLst>
            </p:cNvPr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local or regional ISP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17A7B2C-B161-CFC0-C027-162FFC4BD63C}"/>
                </a:ext>
              </a:extLst>
            </p:cNvPr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09F8286-A2D6-63C0-4EC6-5DCEB1D09B5D}"/>
                </a:ext>
              </a:extLst>
            </p:cNvPr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network</a:t>
              </a:r>
              <a:endParaRPr lang="en-US" sz="10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DD21568-3377-6567-F18D-BFB7198E59B0}"/>
              </a:ext>
            </a:extLst>
          </p:cNvPr>
          <p:cNvGrpSpPr/>
          <p:nvPr/>
        </p:nvGrpSpPr>
        <p:grpSpPr>
          <a:xfrm>
            <a:off x="6277723" y="2127325"/>
            <a:ext cx="3578867" cy="3640283"/>
            <a:chOff x="7562238" y="2127325"/>
            <a:chExt cx="3578867" cy="3640283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F5CA5E9-94FF-A92B-BF70-2457ABE5D4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EDE6B3C-6716-9022-800A-DF12432E73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E8C5FB8-164B-348D-96AB-FC9E73DB1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D43BE43-560A-9D07-F31C-43EF6B3F6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03D74EE-B6DC-C243-6BBE-29A3F8CB6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74D06B2-052B-3262-1CA5-987CA14A10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06FCC97-8CF8-838B-5A6D-74CD72DB8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625F8A5-10E1-69AD-8BEF-03F0D1300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723D7D6-6BB2-76DF-50B4-F09A2F4A800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2C4ACD2-E331-A4E7-89E5-AA5BFD72663D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E0071B1-FCD9-2D7D-F92C-BEF02484D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5E08AAFD-397D-04F5-3777-7ABF18B9FF67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CAE29B60-7FBD-D0C2-856F-931A58B82E3F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95" name="Line 428">
                  <a:extLst>
                    <a:ext uri="{FF2B5EF4-FFF2-40B4-BE49-F238E27FC236}">
                      <a16:creationId xmlns:a16="http://schemas.microsoft.com/office/drawing/2014/main" id="{855E039D-850E-74FD-7F72-4F8CB184A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6" name="Line 430">
                  <a:extLst>
                    <a:ext uri="{FF2B5EF4-FFF2-40B4-BE49-F238E27FC236}">
                      <a16:creationId xmlns:a16="http://schemas.microsoft.com/office/drawing/2014/main" id="{AAB363B6-87FD-A328-AC9C-E91B3BABC6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97" name="Line 431">
                  <a:extLst>
                    <a:ext uri="{FF2B5EF4-FFF2-40B4-BE49-F238E27FC236}">
                      <a16:creationId xmlns:a16="http://schemas.microsoft.com/office/drawing/2014/main" id="{FDD4A867-B87C-FA73-66FC-B15530DE2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8" name="Line 432">
                  <a:extLst>
                    <a:ext uri="{FF2B5EF4-FFF2-40B4-BE49-F238E27FC236}">
                      <a16:creationId xmlns:a16="http://schemas.microsoft.com/office/drawing/2014/main" id="{84EBEB37-ADF1-3AEB-116A-62997FDCE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9" name="Line 433">
                  <a:extLst>
                    <a:ext uri="{FF2B5EF4-FFF2-40B4-BE49-F238E27FC236}">
                      <a16:creationId xmlns:a16="http://schemas.microsoft.com/office/drawing/2014/main" id="{E6507155-9E8D-B421-5188-C5CBCC833C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0" name="Line 435">
                  <a:extLst>
                    <a:ext uri="{FF2B5EF4-FFF2-40B4-BE49-F238E27FC236}">
                      <a16:creationId xmlns:a16="http://schemas.microsoft.com/office/drawing/2014/main" id="{6FDD27DA-3C22-3E4F-25AA-FD846DA56D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1" name="Line 436">
                  <a:extLst>
                    <a:ext uri="{FF2B5EF4-FFF2-40B4-BE49-F238E27FC236}">
                      <a16:creationId xmlns:a16="http://schemas.microsoft.com/office/drawing/2014/main" id="{824C2F84-5140-0CE7-E831-AAFA23703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2" name="Line 439">
                  <a:extLst>
                    <a:ext uri="{FF2B5EF4-FFF2-40B4-BE49-F238E27FC236}">
                      <a16:creationId xmlns:a16="http://schemas.microsoft.com/office/drawing/2014/main" id="{08A57A3B-B561-80EB-2B1B-801C6B64DC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3" name="Line 440">
                  <a:extLst>
                    <a:ext uri="{FF2B5EF4-FFF2-40B4-BE49-F238E27FC236}">
                      <a16:creationId xmlns:a16="http://schemas.microsoft.com/office/drawing/2014/main" id="{7B96D24F-F413-D6E7-3196-52F5E1CCEF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4" name="Line 441">
                  <a:extLst>
                    <a:ext uri="{FF2B5EF4-FFF2-40B4-BE49-F238E27FC236}">
                      <a16:creationId xmlns:a16="http://schemas.microsoft.com/office/drawing/2014/main" id="{E1045769-60EA-E3C1-157B-44C3AA749E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5" name="Line 443">
                  <a:extLst>
                    <a:ext uri="{FF2B5EF4-FFF2-40B4-BE49-F238E27FC236}">
                      <a16:creationId xmlns:a16="http://schemas.microsoft.com/office/drawing/2014/main" id="{4D830E34-0274-FD4E-0B5F-4BE15E2FC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6" name="Line 449">
                  <a:extLst>
                    <a:ext uri="{FF2B5EF4-FFF2-40B4-BE49-F238E27FC236}">
                      <a16:creationId xmlns:a16="http://schemas.microsoft.com/office/drawing/2014/main" id="{F789E868-BD4D-BFF0-948A-98B49BF50D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7" name="Line 428">
                  <a:extLst>
                    <a:ext uri="{FF2B5EF4-FFF2-40B4-BE49-F238E27FC236}">
                      <a16:creationId xmlns:a16="http://schemas.microsoft.com/office/drawing/2014/main" id="{EFA93628-638C-9D6D-4B60-265574D521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08" name="Line 440">
                  <a:extLst>
                    <a:ext uri="{FF2B5EF4-FFF2-40B4-BE49-F238E27FC236}">
                      <a16:creationId xmlns:a16="http://schemas.microsoft.com/office/drawing/2014/main" id="{32EB738D-29D5-4FAF-4177-29BD2251A4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F20034A0-86D3-2130-1935-919746E77D2E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638D03B8-26C8-2C0D-86C9-5BB0DB6D23A8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68F719C4-0CB2-A7C7-C696-2C8580BFA2C4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B9FC7C13-BA18-E0BF-C5B2-2B6C83C449DF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AB069433-AC24-595A-7362-DD2373DEA2AD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CE7C7DD5-B586-AC2C-119C-BF22E1596A2A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A93624B1-B138-054E-174E-FD58CEEF68B4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CDA0EB6C-484F-1F45-4BF2-33A086C553C5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7" name="Line 541">
                  <a:extLst>
                    <a:ext uri="{FF2B5EF4-FFF2-40B4-BE49-F238E27FC236}">
                      <a16:creationId xmlns:a16="http://schemas.microsoft.com/office/drawing/2014/main" id="{4E2C8287-5F11-8CA5-B2B5-9147E6E72D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8" name="Line 424">
                  <a:extLst>
                    <a:ext uri="{FF2B5EF4-FFF2-40B4-BE49-F238E27FC236}">
                      <a16:creationId xmlns:a16="http://schemas.microsoft.com/office/drawing/2014/main" id="{8BED5F5D-B84F-173A-4E40-D5CBCFFBAD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91" name="Picture 778" descr="antenna_radiation_stylized">
                <a:extLst>
                  <a:ext uri="{FF2B5EF4-FFF2-40B4-BE49-F238E27FC236}">
                    <a16:creationId xmlns:a16="http://schemas.microsoft.com/office/drawing/2014/main" id="{BF8254A3-91BB-5DD1-D0EF-98CC76AF39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781" descr="antenna_radiation_stylized">
                <a:extLst>
                  <a:ext uri="{FF2B5EF4-FFF2-40B4-BE49-F238E27FC236}">
                    <a16:creationId xmlns:a16="http://schemas.microsoft.com/office/drawing/2014/main" id="{230C6E67-8792-4F13-9DC8-98B3CAF697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3" name="Picture 799" descr="cell_tower_radiation copy">
                <a:extLst>
                  <a:ext uri="{FF2B5EF4-FFF2-40B4-BE49-F238E27FC236}">
                    <a16:creationId xmlns:a16="http://schemas.microsoft.com/office/drawing/2014/main" id="{825F2987-A2D4-9A41-A87B-B8F7A3DF89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4" name="Oval 800">
                <a:extLst>
                  <a:ext uri="{FF2B5EF4-FFF2-40B4-BE49-F238E27FC236}">
                    <a16:creationId xmlns:a16="http://schemas.microsoft.com/office/drawing/2014/main" id="{32062547-71D5-9BAA-9828-622D40F5C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5BF2AC3-B20A-1161-39D4-BA70F8E441FA}"/>
              </a:ext>
            </a:extLst>
          </p:cNvPr>
          <p:cNvGrpSpPr/>
          <p:nvPr/>
        </p:nvGrpSpPr>
        <p:grpSpPr>
          <a:xfrm>
            <a:off x="6129557" y="1891912"/>
            <a:ext cx="4144321" cy="4300892"/>
            <a:chOff x="7432700" y="1830405"/>
            <a:chExt cx="4144321" cy="4300892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1A1764A-20F8-DA6F-F8E5-FF2F0F547EA1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93" name="Group 652">
                <a:extLst>
                  <a:ext uri="{FF2B5EF4-FFF2-40B4-BE49-F238E27FC236}">
                    <a16:creationId xmlns:a16="http://schemas.microsoft.com/office/drawing/2014/main" id="{DBEC8B63-F0BA-AFA4-D5D0-E9812D35E6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24" name="Picture 653" descr="iphone_stylized_small">
                  <a:extLst>
                    <a:ext uri="{FF2B5EF4-FFF2-40B4-BE49-F238E27FC236}">
                      <a16:creationId xmlns:a16="http://schemas.microsoft.com/office/drawing/2014/main" id="{9A1776ED-37C8-AC43-72A3-0BFE371A6A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25" name="Picture 654" descr="antenna_radiation_stylized">
                  <a:extLst>
                    <a:ext uri="{FF2B5EF4-FFF2-40B4-BE49-F238E27FC236}">
                      <a16:creationId xmlns:a16="http://schemas.microsoft.com/office/drawing/2014/main" id="{4762133B-6EC1-7A64-19E1-0E82A7041F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33B35DB-101E-0C7D-94CC-E86DB1804C5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301" name="Picture 1017" descr="antenna_stylized">
                  <a:extLst>
                    <a:ext uri="{FF2B5EF4-FFF2-40B4-BE49-F238E27FC236}">
                      <a16:creationId xmlns:a16="http://schemas.microsoft.com/office/drawing/2014/main" id="{F878E379-7B77-C55C-0501-D70A7C4671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2" name="Picture 1018" descr="laptop_keyboard">
                  <a:extLst>
                    <a:ext uri="{FF2B5EF4-FFF2-40B4-BE49-F238E27FC236}">
                      <a16:creationId xmlns:a16="http://schemas.microsoft.com/office/drawing/2014/main" id="{9970FD7C-4381-78C7-D4ED-57CF0A6EDA0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3" name="Freeform 1019">
                  <a:extLst>
                    <a:ext uri="{FF2B5EF4-FFF2-40B4-BE49-F238E27FC236}">
                      <a16:creationId xmlns:a16="http://schemas.microsoft.com/office/drawing/2014/main" id="{6070AF28-9EDF-353E-2731-1B75D4908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304" name="Picture 1020" descr="screen">
                  <a:extLst>
                    <a:ext uri="{FF2B5EF4-FFF2-40B4-BE49-F238E27FC236}">
                      <a16:creationId xmlns:a16="http://schemas.microsoft.com/office/drawing/2014/main" id="{F11951C6-0B74-6F78-ACD8-B2FBD20CF46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5" name="Freeform 1021">
                  <a:extLst>
                    <a:ext uri="{FF2B5EF4-FFF2-40B4-BE49-F238E27FC236}">
                      <a16:creationId xmlns:a16="http://schemas.microsoft.com/office/drawing/2014/main" id="{0CCBDF5E-DA0F-57EC-1EB6-14D6490DE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6" name="Freeform 1022">
                  <a:extLst>
                    <a:ext uri="{FF2B5EF4-FFF2-40B4-BE49-F238E27FC236}">
                      <a16:creationId xmlns:a16="http://schemas.microsoft.com/office/drawing/2014/main" id="{82B284B3-DFA2-30F2-C3C4-2D3F00C426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7" name="Freeform 1023">
                  <a:extLst>
                    <a:ext uri="{FF2B5EF4-FFF2-40B4-BE49-F238E27FC236}">
                      <a16:creationId xmlns:a16="http://schemas.microsoft.com/office/drawing/2014/main" id="{7B8BF716-BB13-5BA5-1D77-892B50867F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8" name="Freeform 1024">
                  <a:extLst>
                    <a:ext uri="{FF2B5EF4-FFF2-40B4-BE49-F238E27FC236}">
                      <a16:creationId xmlns:a16="http://schemas.microsoft.com/office/drawing/2014/main" id="{8875EB48-54AA-E9C4-E8FC-803CA8B721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9" name="Freeform 1025">
                  <a:extLst>
                    <a:ext uri="{FF2B5EF4-FFF2-40B4-BE49-F238E27FC236}">
                      <a16:creationId xmlns:a16="http://schemas.microsoft.com/office/drawing/2014/main" id="{0DE24867-69A1-3C3A-EC61-E90855973E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0" name="Freeform 1026">
                  <a:extLst>
                    <a:ext uri="{FF2B5EF4-FFF2-40B4-BE49-F238E27FC236}">
                      <a16:creationId xmlns:a16="http://schemas.microsoft.com/office/drawing/2014/main" id="{F832514E-58B7-4DE5-6933-1B36F6B152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11" name="Group 1027">
                  <a:extLst>
                    <a:ext uri="{FF2B5EF4-FFF2-40B4-BE49-F238E27FC236}">
                      <a16:creationId xmlns:a16="http://schemas.microsoft.com/office/drawing/2014/main" id="{51298B7E-244A-2BA6-64FE-BF5CBC34FE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318" name="Freeform 1028">
                    <a:extLst>
                      <a:ext uri="{FF2B5EF4-FFF2-40B4-BE49-F238E27FC236}">
                        <a16:creationId xmlns:a16="http://schemas.microsoft.com/office/drawing/2014/main" id="{0D68EC72-51D1-B2BF-ABED-436EB5EB00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19" name="Freeform 1029">
                    <a:extLst>
                      <a:ext uri="{FF2B5EF4-FFF2-40B4-BE49-F238E27FC236}">
                        <a16:creationId xmlns:a16="http://schemas.microsoft.com/office/drawing/2014/main" id="{2BB48AC3-D682-FD57-6C65-32847D8516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20" name="Freeform 1030">
                    <a:extLst>
                      <a:ext uri="{FF2B5EF4-FFF2-40B4-BE49-F238E27FC236}">
                        <a16:creationId xmlns:a16="http://schemas.microsoft.com/office/drawing/2014/main" id="{ED79E5B8-C1B6-86A2-ABCD-D506FC7868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21" name="Freeform 1031">
                    <a:extLst>
                      <a:ext uri="{FF2B5EF4-FFF2-40B4-BE49-F238E27FC236}">
                        <a16:creationId xmlns:a16="http://schemas.microsoft.com/office/drawing/2014/main" id="{ABF7CAB1-34DE-6699-C532-5344A0E3ED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22" name="Freeform 1032">
                    <a:extLst>
                      <a:ext uri="{FF2B5EF4-FFF2-40B4-BE49-F238E27FC236}">
                        <a16:creationId xmlns:a16="http://schemas.microsoft.com/office/drawing/2014/main" id="{6858CF04-CD76-33A9-23FC-B258835DF5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23" name="Freeform 1033">
                    <a:extLst>
                      <a:ext uri="{FF2B5EF4-FFF2-40B4-BE49-F238E27FC236}">
                        <a16:creationId xmlns:a16="http://schemas.microsoft.com/office/drawing/2014/main" id="{67EC78E7-01E2-B4E2-9485-18E7589C4D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12" name="Freeform 1034">
                  <a:extLst>
                    <a:ext uri="{FF2B5EF4-FFF2-40B4-BE49-F238E27FC236}">
                      <a16:creationId xmlns:a16="http://schemas.microsoft.com/office/drawing/2014/main" id="{7E8311C5-E16D-1F1C-D7B7-0C256DBE9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3" name="Freeform 1035">
                  <a:extLst>
                    <a:ext uri="{FF2B5EF4-FFF2-40B4-BE49-F238E27FC236}">
                      <a16:creationId xmlns:a16="http://schemas.microsoft.com/office/drawing/2014/main" id="{93648015-B9B1-EF46-73BB-76165B3F2E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4" name="Freeform 1036">
                  <a:extLst>
                    <a:ext uri="{FF2B5EF4-FFF2-40B4-BE49-F238E27FC236}">
                      <a16:creationId xmlns:a16="http://schemas.microsoft.com/office/drawing/2014/main" id="{49548217-5302-22C5-C84A-35F74D223B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5" name="Freeform 1037">
                  <a:extLst>
                    <a:ext uri="{FF2B5EF4-FFF2-40B4-BE49-F238E27FC236}">
                      <a16:creationId xmlns:a16="http://schemas.microsoft.com/office/drawing/2014/main" id="{FDB95F9E-A585-D19E-D327-D8689E889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6" name="Freeform 1038">
                  <a:extLst>
                    <a:ext uri="{FF2B5EF4-FFF2-40B4-BE49-F238E27FC236}">
                      <a16:creationId xmlns:a16="http://schemas.microsoft.com/office/drawing/2014/main" id="{71A78701-E82B-ECA4-250E-0A147DD59F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7" name="Freeform 1039">
                  <a:extLst>
                    <a:ext uri="{FF2B5EF4-FFF2-40B4-BE49-F238E27FC236}">
                      <a16:creationId xmlns:a16="http://schemas.microsoft.com/office/drawing/2014/main" id="{97122339-14F0-8470-1EB9-F85804762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4F38881B-EF6E-E314-8F4C-0C0FB93D8384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299" name="Picture 568" descr="light2.png">
                  <a:extLst>
                    <a:ext uri="{FF2B5EF4-FFF2-40B4-BE49-F238E27FC236}">
                      <a16:creationId xmlns:a16="http://schemas.microsoft.com/office/drawing/2014/main" id="{DE7333D7-9D8C-7210-2C51-9ACA2FDD4F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0" name="Picture 1017" descr="antenna_stylized">
                  <a:extLst>
                    <a:ext uri="{FF2B5EF4-FFF2-40B4-BE49-F238E27FC236}">
                      <a16:creationId xmlns:a16="http://schemas.microsoft.com/office/drawing/2014/main" id="{5EFA1851-5B26-2A2C-086F-F2A13361AC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7CE463F7-1EB4-DA4D-5521-3C608B084D82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297" name="Picture 603" descr="car_icon_small">
                  <a:extLst>
                    <a:ext uri="{FF2B5EF4-FFF2-40B4-BE49-F238E27FC236}">
                      <a16:creationId xmlns:a16="http://schemas.microsoft.com/office/drawing/2014/main" id="{FE842ADD-103F-2B18-0978-63152139BF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8" name="Picture 1017" descr="antenna_stylized">
                  <a:extLst>
                    <a:ext uri="{FF2B5EF4-FFF2-40B4-BE49-F238E27FC236}">
                      <a16:creationId xmlns:a16="http://schemas.microsoft.com/office/drawing/2014/main" id="{BA407E01-AE3C-2CC7-5041-701844BA96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C4FD0CFA-5742-7A55-75A6-5F3186F8E90B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EA692B16-B0DA-7348-8864-4D0CE282D0DA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270" name="Picture 1115" descr="antenna_stylized">
                  <a:extLst>
                    <a:ext uri="{FF2B5EF4-FFF2-40B4-BE49-F238E27FC236}">
                      <a16:creationId xmlns:a16="http://schemas.microsoft.com/office/drawing/2014/main" id="{A6750D0E-4D70-CDB7-DDA3-4DBD89913FD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1" name="Picture 1116" descr="laptop_keyboard">
                  <a:extLst>
                    <a:ext uri="{FF2B5EF4-FFF2-40B4-BE49-F238E27FC236}">
                      <a16:creationId xmlns:a16="http://schemas.microsoft.com/office/drawing/2014/main" id="{C246341E-9895-CA21-F523-7010AC625B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2" name="Freeform 1117">
                  <a:extLst>
                    <a:ext uri="{FF2B5EF4-FFF2-40B4-BE49-F238E27FC236}">
                      <a16:creationId xmlns:a16="http://schemas.microsoft.com/office/drawing/2014/main" id="{D41A86F7-81FD-3FE5-BBB7-7069A55719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273" name="Picture 1118" descr="screen">
                  <a:extLst>
                    <a:ext uri="{FF2B5EF4-FFF2-40B4-BE49-F238E27FC236}">
                      <a16:creationId xmlns:a16="http://schemas.microsoft.com/office/drawing/2014/main" id="{E531B601-78F8-7AE4-4918-8DAEF3240BC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4" name="Freeform 1119">
                  <a:extLst>
                    <a:ext uri="{FF2B5EF4-FFF2-40B4-BE49-F238E27FC236}">
                      <a16:creationId xmlns:a16="http://schemas.microsoft.com/office/drawing/2014/main" id="{34132E59-3570-DDA2-C6F8-45A90CBB67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5" name="Freeform 1120">
                  <a:extLst>
                    <a:ext uri="{FF2B5EF4-FFF2-40B4-BE49-F238E27FC236}">
                      <a16:creationId xmlns:a16="http://schemas.microsoft.com/office/drawing/2014/main" id="{F9513353-7BB4-3305-8C57-E13F978BC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6" name="Freeform 1121">
                  <a:extLst>
                    <a:ext uri="{FF2B5EF4-FFF2-40B4-BE49-F238E27FC236}">
                      <a16:creationId xmlns:a16="http://schemas.microsoft.com/office/drawing/2014/main" id="{D5C61B9A-0D87-5515-10DD-A2BD42C7A2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7" name="Freeform 1122">
                  <a:extLst>
                    <a:ext uri="{FF2B5EF4-FFF2-40B4-BE49-F238E27FC236}">
                      <a16:creationId xmlns:a16="http://schemas.microsoft.com/office/drawing/2014/main" id="{AD02CD95-AE4A-07D2-918C-CD56CE580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8" name="Freeform 1123">
                  <a:extLst>
                    <a:ext uri="{FF2B5EF4-FFF2-40B4-BE49-F238E27FC236}">
                      <a16:creationId xmlns:a16="http://schemas.microsoft.com/office/drawing/2014/main" id="{28B3A132-9F0A-61D4-E801-86E5CA0134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9" name="Freeform 1124">
                  <a:extLst>
                    <a:ext uri="{FF2B5EF4-FFF2-40B4-BE49-F238E27FC236}">
                      <a16:creationId xmlns:a16="http://schemas.microsoft.com/office/drawing/2014/main" id="{5288AF79-1F07-6AD7-CEF6-5B7BDC8ED6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80" name="Group 1125">
                  <a:extLst>
                    <a:ext uri="{FF2B5EF4-FFF2-40B4-BE49-F238E27FC236}">
                      <a16:creationId xmlns:a16="http://schemas.microsoft.com/office/drawing/2014/main" id="{25934F41-3137-720D-6124-06C4C89F9F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87" name="Freeform 1126">
                    <a:extLst>
                      <a:ext uri="{FF2B5EF4-FFF2-40B4-BE49-F238E27FC236}">
                        <a16:creationId xmlns:a16="http://schemas.microsoft.com/office/drawing/2014/main" id="{17F2004F-7A9B-A85B-E9C3-EFC02B69EE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8" name="Freeform 1127">
                    <a:extLst>
                      <a:ext uri="{FF2B5EF4-FFF2-40B4-BE49-F238E27FC236}">
                        <a16:creationId xmlns:a16="http://schemas.microsoft.com/office/drawing/2014/main" id="{80DAE1EE-DFFF-B22D-FA89-152E43432D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9" name="Freeform 1128">
                    <a:extLst>
                      <a:ext uri="{FF2B5EF4-FFF2-40B4-BE49-F238E27FC236}">
                        <a16:creationId xmlns:a16="http://schemas.microsoft.com/office/drawing/2014/main" id="{B6901134-A72C-082D-8630-2A890E946C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0" name="Freeform 1129">
                    <a:extLst>
                      <a:ext uri="{FF2B5EF4-FFF2-40B4-BE49-F238E27FC236}">
                        <a16:creationId xmlns:a16="http://schemas.microsoft.com/office/drawing/2014/main" id="{1AD62F36-672E-CEA3-899B-8C6B731097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1" name="Freeform 1130">
                    <a:extLst>
                      <a:ext uri="{FF2B5EF4-FFF2-40B4-BE49-F238E27FC236}">
                        <a16:creationId xmlns:a16="http://schemas.microsoft.com/office/drawing/2014/main" id="{292D5182-9CA5-9FEE-8620-FF8784C503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2" name="Freeform 1131">
                    <a:extLst>
                      <a:ext uri="{FF2B5EF4-FFF2-40B4-BE49-F238E27FC236}">
                        <a16:creationId xmlns:a16="http://schemas.microsoft.com/office/drawing/2014/main" id="{09C2DB2C-81CF-5214-7F20-3D280055C6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81" name="Freeform 1132">
                  <a:extLst>
                    <a:ext uri="{FF2B5EF4-FFF2-40B4-BE49-F238E27FC236}">
                      <a16:creationId xmlns:a16="http://schemas.microsoft.com/office/drawing/2014/main" id="{27DB1537-9E93-8944-5686-F742D86D5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2" name="Freeform 1133">
                  <a:extLst>
                    <a:ext uri="{FF2B5EF4-FFF2-40B4-BE49-F238E27FC236}">
                      <a16:creationId xmlns:a16="http://schemas.microsoft.com/office/drawing/2014/main" id="{1DF6E7B2-E5C9-932F-8A72-D36156F613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3" name="Freeform 1134">
                  <a:extLst>
                    <a:ext uri="{FF2B5EF4-FFF2-40B4-BE49-F238E27FC236}">
                      <a16:creationId xmlns:a16="http://schemas.microsoft.com/office/drawing/2014/main" id="{BB1F1EDE-4433-1F8B-F93E-297A9B7CF4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4" name="Freeform 1135">
                  <a:extLst>
                    <a:ext uri="{FF2B5EF4-FFF2-40B4-BE49-F238E27FC236}">
                      <a16:creationId xmlns:a16="http://schemas.microsoft.com/office/drawing/2014/main" id="{AA647797-C6B0-FB12-6C58-997BD01BC1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5" name="Freeform 1136">
                  <a:extLst>
                    <a:ext uri="{FF2B5EF4-FFF2-40B4-BE49-F238E27FC236}">
                      <a16:creationId xmlns:a16="http://schemas.microsoft.com/office/drawing/2014/main" id="{C405338D-49A4-35E1-F8A8-A929A1AFF8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6" name="Freeform 1137">
                  <a:extLst>
                    <a:ext uri="{FF2B5EF4-FFF2-40B4-BE49-F238E27FC236}">
                      <a16:creationId xmlns:a16="http://schemas.microsoft.com/office/drawing/2014/main" id="{A33D412C-51B0-969B-57C1-2EC804DA7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64" name="Group 1139">
                <a:extLst>
                  <a:ext uri="{FF2B5EF4-FFF2-40B4-BE49-F238E27FC236}">
                    <a16:creationId xmlns:a16="http://schemas.microsoft.com/office/drawing/2014/main" id="{5E3C4EC7-DA2B-8D0C-AC01-81CE603440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268" name="Picture 1140" descr="desktop_computer_stylized_medium">
                  <a:extLst>
                    <a:ext uri="{FF2B5EF4-FFF2-40B4-BE49-F238E27FC236}">
                      <a16:creationId xmlns:a16="http://schemas.microsoft.com/office/drawing/2014/main" id="{FE3967ED-8EA1-E449-B194-961C632FFB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9" name="Freeform 1141">
                  <a:extLst>
                    <a:ext uri="{FF2B5EF4-FFF2-40B4-BE49-F238E27FC236}">
                      <a16:creationId xmlns:a16="http://schemas.microsoft.com/office/drawing/2014/main" id="{D7B8FC3B-2D43-9539-927E-7BE9088C6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D331378B-43B0-0027-407F-2441AF7A8616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266" name="Picture 571" descr="fridge2.png">
                  <a:extLst>
                    <a:ext uri="{FF2B5EF4-FFF2-40B4-BE49-F238E27FC236}">
                      <a16:creationId xmlns:a16="http://schemas.microsoft.com/office/drawing/2014/main" id="{7A0D4196-C878-A7C6-D8E8-1A558D5775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7" name="Picture 1115" descr="antenna_stylized">
                  <a:extLst>
                    <a:ext uri="{FF2B5EF4-FFF2-40B4-BE49-F238E27FC236}">
                      <a16:creationId xmlns:a16="http://schemas.microsoft.com/office/drawing/2014/main" id="{B67076BF-E2D6-F279-4019-00D7B03F770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7F4B429-4099-E535-BFBD-99DC2FB4A89E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862F9A20-AAB3-0972-6BC6-BF109429AFD0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9C43F692-D3D1-D0DD-6EDA-ECD5DCB09144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9" name="Group 258">
                  <a:extLst>
                    <a:ext uri="{FF2B5EF4-FFF2-40B4-BE49-F238E27FC236}">
                      <a16:creationId xmlns:a16="http://schemas.microsoft.com/office/drawing/2014/main" id="{E6BFFEBA-BF03-DA92-539A-3B25861E0A1D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60" name="Picture 259" descr="server_rack.png">
                    <a:extLst>
                      <a:ext uri="{FF2B5EF4-FFF2-40B4-BE49-F238E27FC236}">
                        <a16:creationId xmlns:a16="http://schemas.microsoft.com/office/drawing/2014/main" id="{5451CCB1-016F-D144-16AB-A195CEAF49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61" name="Picture 260" descr="server_rack.png">
                    <a:extLst>
                      <a:ext uri="{FF2B5EF4-FFF2-40B4-BE49-F238E27FC236}">
                        <a16:creationId xmlns:a16="http://schemas.microsoft.com/office/drawing/2014/main" id="{A5F441D5-420E-53CA-1AB4-6FF058077D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62" name="Picture 261" descr="server_rack.png">
                    <a:extLst>
                      <a:ext uri="{FF2B5EF4-FFF2-40B4-BE49-F238E27FC236}">
                        <a16:creationId xmlns:a16="http://schemas.microsoft.com/office/drawing/2014/main" id="{1130CA6A-050C-5EEB-E9CD-0CF5E8F8AB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64A7D352-7C52-DF31-342D-1308DBC6D798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DDD97389-3B15-0CB2-133B-13E9981975FA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2D912E2B-077B-602B-FC71-6480ED2F8F72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55" name="Picture 254" descr="server_rack.png">
                    <a:extLst>
                      <a:ext uri="{FF2B5EF4-FFF2-40B4-BE49-F238E27FC236}">
                        <a16:creationId xmlns:a16="http://schemas.microsoft.com/office/drawing/2014/main" id="{C6538812-AA92-1C0A-9E83-951239EA30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56" name="Picture 255" descr="server_rack.png">
                    <a:extLst>
                      <a:ext uri="{FF2B5EF4-FFF2-40B4-BE49-F238E27FC236}">
                        <a16:creationId xmlns:a16="http://schemas.microsoft.com/office/drawing/2014/main" id="{B6EE1CBE-81CC-3E39-F674-AA2CE8FE0E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57" name="Picture 256" descr="server_rack.png">
                    <a:extLst>
                      <a:ext uri="{FF2B5EF4-FFF2-40B4-BE49-F238E27FC236}">
                        <a16:creationId xmlns:a16="http://schemas.microsoft.com/office/drawing/2014/main" id="{69ABE34C-3339-75FB-6687-F39837A881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145363A-59CD-05D2-0BF7-B633EC7E2424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124" name="Group 950">
                <a:extLst>
                  <a:ext uri="{FF2B5EF4-FFF2-40B4-BE49-F238E27FC236}">
                    <a16:creationId xmlns:a16="http://schemas.microsoft.com/office/drawing/2014/main" id="{7EAE4588-51D5-16B3-2726-AC0607D5E7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19" name="Freeform 951">
                  <a:extLst>
                    <a:ext uri="{FF2B5EF4-FFF2-40B4-BE49-F238E27FC236}">
                      <a16:creationId xmlns:a16="http://schemas.microsoft.com/office/drawing/2014/main" id="{18ECA606-02FC-F063-17E6-856717C27D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0" name="Rectangle 952">
                  <a:extLst>
                    <a:ext uri="{FF2B5EF4-FFF2-40B4-BE49-F238E27FC236}">
                      <a16:creationId xmlns:a16="http://schemas.microsoft.com/office/drawing/2014/main" id="{EF875C92-BC16-7F33-E033-38DF5AA29F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53">
                  <a:extLst>
                    <a:ext uri="{FF2B5EF4-FFF2-40B4-BE49-F238E27FC236}">
                      <a16:creationId xmlns:a16="http://schemas.microsoft.com/office/drawing/2014/main" id="{8B3DD69C-3F8F-525E-BE78-DD071AFCF3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2" name="Freeform 954">
                  <a:extLst>
                    <a:ext uri="{FF2B5EF4-FFF2-40B4-BE49-F238E27FC236}">
                      <a16:creationId xmlns:a16="http://schemas.microsoft.com/office/drawing/2014/main" id="{D2E88591-1D2F-10F9-1020-8CF0BEFB53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3" name="Rectangle 955">
                  <a:extLst>
                    <a:ext uri="{FF2B5EF4-FFF2-40B4-BE49-F238E27FC236}">
                      <a16:creationId xmlns:a16="http://schemas.microsoft.com/office/drawing/2014/main" id="{64903C71-6CAC-822B-47CA-84040A586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24" name="Group 956">
                  <a:extLst>
                    <a:ext uri="{FF2B5EF4-FFF2-40B4-BE49-F238E27FC236}">
                      <a16:creationId xmlns:a16="http://schemas.microsoft.com/office/drawing/2014/main" id="{AA1B4600-1EBB-84BA-9BCC-55E3361086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49" name="AutoShape 957">
                    <a:extLst>
                      <a:ext uri="{FF2B5EF4-FFF2-40B4-BE49-F238E27FC236}">
                        <a16:creationId xmlns:a16="http://schemas.microsoft.com/office/drawing/2014/main" id="{AA524365-BB8A-F589-D9E1-4010836264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0" name="AutoShape 958">
                    <a:extLst>
                      <a:ext uri="{FF2B5EF4-FFF2-40B4-BE49-F238E27FC236}">
                        <a16:creationId xmlns:a16="http://schemas.microsoft.com/office/drawing/2014/main" id="{ACBB6239-B133-1C89-7A73-73E3FA89D1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5" name="Rectangle 959">
                  <a:extLst>
                    <a:ext uri="{FF2B5EF4-FFF2-40B4-BE49-F238E27FC236}">
                      <a16:creationId xmlns:a16="http://schemas.microsoft.com/office/drawing/2014/main" id="{FEFAFFB6-D54B-7329-A00B-03EAFE25F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26" name="Group 960">
                  <a:extLst>
                    <a:ext uri="{FF2B5EF4-FFF2-40B4-BE49-F238E27FC236}">
                      <a16:creationId xmlns:a16="http://schemas.microsoft.com/office/drawing/2014/main" id="{07FAC257-D7FE-3F9D-F016-AE6E1FF278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47" name="AutoShape 961">
                    <a:extLst>
                      <a:ext uri="{FF2B5EF4-FFF2-40B4-BE49-F238E27FC236}">
                        <a16:creationId xmlns:a16="http://schemas.microsoft.com/office/drawing/2014/main" id="{9E8FBD11-CCCC-FAEC-E1B7-397A9F6AF3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8" name="AutoShape 962">
                    <a:extLst>
                      <a:ext uri="{FF2B5EF4-FFF2-40B4-BE49-F238E27FC236}">
                        <a16:creationId xmlns:a16="http://schemas.microsoft.com/office/drawing/2014/main" id="{FFA19C10-0EE1-F85B-9168-273C563E89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7" name="Rectangle 963">
                  <a:extLst>
                    <a:ext uri="{FF2B5EF4-FFF2-40B4-BE49-F238E27FC236}">
                      <a16:creationId xmlns:a16="http://schemas.microsoft.com/office/drawing/2014/main" id="{299161AE-F993-E2FD-439D-8648E60A23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Rectangle 964">
                  <a:extLst>
                    <a:ext uri="{FF2B5EF4-FFF2-40B4-BE49-F238E27FC236}">
                      <a16:creationId xmlns:a16="http://schemas.microsoft.com/office/drawing/2014/main" id="{241C7851-0079-98C3-937C-2BD180FFDA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29" name="Group 965">
                  <a:extLst>
                    <a:ext uri="{FF2B5EF4-FFF2-40B4-BE49-F238E27FC236}">
                      <a16:creationId xmlns:a16="http://schemas.microsoft.com/office/drawing/2014/main" id="{5331FE65-F4F2-1DC3-F825-A91B1047C3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45" name="AutoShape 966">
                    <a:extLst>
                      <a:ext uri="{FF2B5EF4-FFF2-40B4-BE49-F238E27FC236}">
                        <a16:creationId xmlns:a16="http://schemas.microsoft.com/office/drawing/2014/main" id="{1A9E5828-8DD3-269E-5929-BC76288D47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6" name="AutoShape 967">
                    <a:extLst>
                      <a:ext uri="{FF2B5EF4-FFF2-40B4-BE49-F238E27FC236}">
                        <a16:creationId xmlns:a16="http://schemas.microsoft.com/office/drawing/2014/main" id="{0B4BF669-C7AB-6B86-9F90-4621A92479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0" name="Freeform 968">
                  <a:extLst>
                    <a:ext uri="{FF2B5EF4-FFF2-40B4-BE49-F238E27FC236}">
                      <a16:creationId xmlns:a16="http://schemas.microsoft.com/office/drawing/2014/main" id="{4CE368EA-1783-36BE-FBD4-C849931AF3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31" name="Group 969">
                  <a:extLst>
                    <a:ext uri="{FF2B5EF4-FFF2-40B4-BE49-F238E27FC236}">
                      <a16:creationId xmlns:a16="http://schemas.microsoft.com/office/drawing/2014/main" id="{D7EB853B-A439-9352-A1BF-E2A9425FC8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43" name="AutoShape 970">
                    <a:extLst>
                      <a:ext uri="{FF2B5EF4-FFF2-40B4-BE49-F238E27FC236}">
                        <a16:creationId xmlns:a16="http://schemas.microsoft.com/office/drawing/2014/main" id="{05BBBB49-AF87-F6A1-E47C-ACE298D15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4" name="AutoShape 971">
                    <a:extLst>
                      <a:ext uri="{FF2B5EF4-FFF2-40B4-BE49-F238E27FC236}">
                        <a16:creationId xmlns:a16="http://schemas.microsoft.com/office/drawing/2014/main" id="{DB7833EE-D760-B259-709B-1760F0DC21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2" name="Rectangle 972">
                  <a:extLst>
                    <a:ext uri="{FF2B5EF4-FFF2-40B4-BE49-F238E27FC236}">
                      <a16:creationId xmlns:a16="http://schemas.microsoft.com/office/drawing/2014/main" id="{62F0ED47-1AC5-EC93-8460-4F95962F51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3" name="Freeform 973">
                  <a:extLst>
                    <a:ext uri="{FF2B5EF4-FFF2-40B4-BE49-F238E27FC236}">
                      <a16:creationId xmlns:a16="http://schemas.microsoft.com/office/drawing/2014/main" id="{42565612-7747-3278-FBF9-F0672257EC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4" name="Freeform 974">
                  <a:extLst>
                    <a:ext uri="{FF2B5EF4-FFF2-40B4-BE49-F238E27FC236}">
                      <a16:creationId xmlns:a16="http://schemas.microsoft.com/office/drawing/2014/main" id="{73415D28-87C5-1B85-8068-AD54201B7C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5" name="Oval 975">
                  <a:extLst>
                    <a:ext uri="{FF2B5EF4-FFF2-40B4-BE49-F238E27FC236}">
                      <a16:creationId xmlns:a16="http://schemas.microsoft.com/office/drawing/2014/main" id="{03EBFED5-0903-F1C6-2B08-F5F31F879A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6" name="Freeform 976">
                  <a:extLst>
                    <a:ext uri="{FF2B5EF4-FFF2-40B4-BE49-F238E27FC236}">
                      <a16:creationId xmlns:a16="http://schemas.microsoft.com/office/drawing/2014/main" id="{A5F183FA-E6BD-915E-C4D7-B7DE21201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7" name="AutoShape 977">
                  <a:extLst>
                    <a:ext uri="{FF2B5EF4-FFF2-40B4-BE49-F238E27FC236}">
                      <a16:creationId xmlns:a16="http://schemas.microsoft.com/office/drawing/2014/main" id="{02070CE2-0A89-E64D-247D-669DCB10D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8" name="AutoShape 978">
                  <a:extLst>
                    <a:ext uri="{FF2B5EF4-FFF2-40B4-BE49-F238E27FC236}">
                      <a16:creationId xmlns:a16="http://schemas.microsoft.com/office/drawing/2014/main" id="{64C428DF-F48D-4B3C-C318-39C763ACC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9" name="Oval 979">
                  <a:extLst>
                    <a:ext uri="{FF2B5EF4-FFF2-40B4-BE49-F238E27FC236}">
                      <a16:creationId xmlns:a16="http://schemas.microsoft.com/office/drawing/2014/main" id="{879D10F7-9135-AF49-623D-AE3CD7E87D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0" name="Oval 980">
                  <a:extLst>
                    <a:ext uri="{FF2B5EF4-FFF2-40B4-BE49-F238E27FC236}">
                      <a16:creationId xmlns:a16="http://schemas.microsoft.com/office/drawing/2014/main" id="{AEA447A3-F3AE-A2B4-19EF-5FA5DDF641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1" name="Oval 981">
                  <a:extLst>
                    <a:ext uri="{FF2B5EF4-FFF2-40B4-BE49-F238E27FC236}">
                      <a16:creationId xmlns:a16="http://schemas.microsoft.com/office/drawing/2014/main" id="{5B79A2E0-5C76-A0BC-5543-F7E218A7B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2" name="Rectangle 982">
                  <a:extLst>
                    <a:ext uri="{FF2B5EF4-FFF2-40B4-BE49-F238E27FC236}">
                      <a16:creationId xmlns:a16="http://schemas.microsoft.com/office/drawing/2014/main" id="{C2A1A0FE-E309-7C16-8668-CCA42255B7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7AAB927-4A4E-59C8-CD92-A52E0B426043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159" name="Group 590">
                  <a:extLst>
                    <a:ext uri="{FF2B5EF4-FFF2-40B4-BE49-F238E27FC236}">
                      <a16:creationId xmlns:a16="http://schemas.microsoft.com/office/drawing/2014/main" id="{709F86ED-5201-9FD3-5695-5423014BDD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21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4714CDD-7A5A-485C-25AE-95C84EAAE17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18" name="Freeform 592">
                    <a:extLst>
                      <a:ext uri="{FF2B5EF4-FFF2-40B4-BE49-F238E27FC236}">
                        <a16:creationId xmlns:a16="http://schemas.microsoft.com/office/drawing/2014/main" id="{14EF3C8B-8499-1A80-E0E7-6C7F9A554D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60" name="Group 1064">
                  <a:extLst>
                    <a:ext uri="{FF2B5EF4-FFF2-40B4-BE49-F238E27FC236}">
                      <a16:creationId xmlns:a16="http://schemas.microsoft.com/office/drawing/2014/main" id="{0778D2EC-65B2-66E8-ABD2-C84A930745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94" name="Picture 1065" descr="antenna_stylized">
                    <a:extLst>
                      <a:ext uri="{FF2B5EF4-FFF2-40B4-BE49-F238E27FC236}">
                        <a16:creationId xmlns:a16="http://schemas.microsoft.com/office/drawing/2014/main" id="{F567E8BC-0BBB-5608-C438-C5A52DAD0C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95" name="Picture 1066" descr="laptop_keyboard">
                    <a:extLst>
                      <a:ext uri="{FF2B5EF4-FFF2-40B4-BE49-F238E27FC236}">
                        <a16:creationId xmlns:a16="http://schemas.microsoft.com/office/drawing/2014/main" id="{8231D567-5405-551D-AB7C-BEAF45D7863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96" name="Freeform 1067">
                    <a:extLst>
                      <a:ext uri="{FF2B5EF4-FFF2-40B4-BE49-F238E27FC236}">
                        <a16:creationId xmlns:a16="http://schemas.microsoft.com/office/drawing/2014/main" id="{F92A69FF-74AE-D749-6021-40CC78A4CD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97" name="Picture 1068" descr="screen">
                    <a:extLst>
                      <a:ext uri="{FF2B5EF4-FFF2-40B4-BE49-F238E27FC236}">
                        <a16:creationId xmlns:a16="http://schemas.microsoft.com/office/drawing/2014/main" id="{AA691E0F-30E3-4C8A-FF5E-C5F8F8539F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98" name="Freeform 1069">
                    <a:extLst>
                      <a:ext uri="{FF2B5EF4-FFF2-40B4-BE49-F238E27FC236}">
                        <a16:creationId xmlns:a16="http://schemas.microsoft.com/office/drawing/2014/main" id="{ED7B5424-1D15-80CD-3C94-F26371672B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9" name="Freeform 1070">
                    <a:extLst>
                      <a:ext uri="{FF2B5EF4-FFF2-40B4-BE49-F238E27FC236}">
                        <a16:creationId xmlns:a16="http://schemas.microsoft.com/office/drawing/2014/main" id="{AAA98AE7-474E-89BA-9E36-13708D1674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0" name="Freeform 1071">
                    <a:extLst>
                      <a:ext uri="{FF2B5EF4-FFF2-40B4-BE49-F238E27FC236}">
                        <a16:creationId xmlns:a16="http://schemas.microsoft.com/office/drawing/2014/main" id="{060EFF13-2783-DDE7-F7A1-5F387197C0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1" name="Freeform 1072">
                    <a:extLst>
                      <a:ext uri="{FF2B5EF4-FFF2-40B4-BE49-F238E27FC236}">
                        <a16:creationId xmlns:a16="http://schemas.microsoft.com/office/drawing/2014/main" id="{4D72E769-3188-B0AA-CB02-FF8EC3F9D3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2" name="Freeform 1073">
                    <a:extLst>
                      <a:ext uri="{FF2B5EF4-FFF2-40B4-BE49-F238E27FC236}">
                        <a16:creationId xmlns:a16="http://schemas.microsoft.com/office/drawing/2014/main" id="{D0643AC8-6F56-8FB1-1489-F498EA872A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3" name="Freeform 1074">
                    <a:extLst>
                      <a:ext uri="{FF2B5EF4-FFF2-40B4-BE49-F238E27FC236}">
                        <a16:creationId xmlns:a16="http://schemas.microsoft.com/office/drawing/2014/main" id="{14DE5730-F064-CFF3-9E17-DCBC485D02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204" name="Group 1075">
                    <a:extLst>
                      <a:ext uri="{FF2B5EF4-FFF2-40B4-BE49-F238E27FC236}">
                        <a16:creationId xmlns:a16="http://schemas.microsoft.com/office/drawing/2014/main" id="{5B4A6563-93C4-4226-F313-23C71BD6A3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1" name="Freeform 1076">
                      <a:extLst>
                        <a:ext uri="{FF2B5EF4-FFF2-40B4-BE49-F238E27FC236}">
                          <a16:creationId xmlns:a16="http://schemas.microsoft.com/office/drawing/2014/main" id="{F58FB918-187B-691B-BDF6-99A543607E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2" name="Freeform 1077">
                      <a:extLst>
                        <a:ext uri="{FF2B5EF4-FFF2-40B4-BE49-F238E27FC236}">
                          <a16:creationId xmlns:a16="http://schemas.microsoft.com/office/drawing/2014/main" id="{663DFD84-B791-9A9D-484B-84A0CABE73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3" name="Freeform 1078">
                      <a:extLst>
                        <a:ext uri="{FF2B5EF4-FFF2-40B4-BE49-F238E27FC236}">
                          <a16:creationId xmlns:a16="http://schemas.microsoft.com/office/drawing/2014/main" id="{D36C02C9-1C02-DACF-5D0D-3A8C5D0738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4" name="Freeform 1079">
                      <a:extLst>
                        <a:ext uri="{FF2B5EF4-FFF2-40B4-BE49-F238E27FC236}">
                          <a16:creationId xmlns:a16="http://schemas.microsoft.com/office/drawing/2014/main" id="{F6598997-5B4F-04C3-FD54-0365DE0605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5" name="Freeform 1080">
                      <a:extLst>
                        <a:ext uri="{FF2B5EF4-FFF2-40B4-BE49-F238E27FC236}">
                          <a16:creationId xmlns:a16="http://schemas.microsoft.com/office/drawing/2014/main" id="{7BD2162B-37AF-7B60-0B18-3E79F380F4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6" name="Freeform 1081">
                      <a:extLst>
                        <a:ext uri="{FF2B5EF4-FFF2-40B4-BE49-F238E27FC236}">
                          <a16:creationId xmlns:a16="http://schemas.microsoft.com/office/drawing/2014/main" id="{2F8DC999-6D40-118D-CFFB-FD17CE1167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205" name="Freeform 1082">
                    <a:extLst>
                      <a:ext uri="{FF2B5EF4-FFF2-40B4-BE49-F238E27FC236}">
                        <a16:creationId xmlns:a16="http://schemas.microsoft.com/office/drawing/2014/main" id="{7B77ABC5-AC6F-510B-BC60-74D4C1920E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6" name="Freeform 1083">
                    <a:extLst>
                      <a:ext uri="{FF2B5EF4-FFF2-40B4-BE49-F238E27FC236}">
                        <a16:creationId xmlns:a16="http://schemas.microsoft.com/office/drawing/2014/main" id="{483E01EF-80F9-FFE0-EEB0-9C6ED92FFA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7" name="Freeform 1084">
                    <a:extLst>
                      <a:ext uri="{FF2B5EF4-FFF2-40B4-BE49-F238E27FC236}">
                        <a16:creationId xmlns:a16="http://schemas.microsoft.com/office/drawing/2014/main" id="{7149DE20-E4DC-390F-009B-045A571D60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8" name="Freeform 1085">
                    <a:extLst>
                      <a:ext uri="{FF2B5EF4-FFF2-40B4-BE49-F238E27FC236}">
                        <a16:creationId xmlns:a16="http://schemas.microsoft.com/office/drawing/2014/main" id="{DECD795A-AE51-0DE8-ED90-1CE2648F23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9" name="Freeform 1086">
                    <a:extLst>
                      <a:ext uri="{FF2B5EF4-FFF2-40B4-BE49-F238E27FC236}">
                        <a16:creationId xmlns:a16="http://schemas.microsoft.com/office/drawing/2014/main" id="{7BA086F9-C540-224D-7E9E-5DE7068AF4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10" name="Freeform 1087">
                    <a:extLst>
                      <a:ext uri="{FF2B5EF4-FFF2-40B4-BE49-F238E27FC236}">
                        <a16:creationId xmlns:a16="http://schemas.microsoft.com/office/drawing/2014/main" id="{672ECBCF-DCFE-A81C-943C-0C01E6FB31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61" name="Group 590">
                  <a:extLst>
                    <a:ext uri="{FF2B5EF4-FFF2-40B4-BE49-F238E27FC236}">
                      <a16:creationId xmlns:a16="http://schemas.microsoft.com/office/drawing/2014/main" id="{B7813ECF-FF2C-D1EB-20E9-2A16B88652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9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FA41E9CA-2083-F51F-F50B-8E14B5AE68F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93" name="Freeform 592">
                    <a:extLst>
                      <a:ext uri="{FF2B5EF4-FFF2-40B4-BE49-F238E27FC236}">
                        <a16:creationId xmlns:a16="http://schemas.microsoft.com/office/drawing/2014/main" id="{8961DF29-C74E-8F5A-FCD2-7D1707047E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62" name="Group 590">
                  <a:extLst>
                    <a:ext uri="{FF2B5EF4-FFF2-40B4-BE49-F238E27FC236}">
                      <a16:creationId xmlns:a16="http://schemas.microsoft.com/office/drawing/2014/main" id="{3DD153DB-0CF8-6E4C-8D9F-0F666BDF1F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9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A004C449-CB94-66C5-54F3-4D0A6758BC3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91" name="Freeform 592">
                    <a:extLst>
                      <a:ext uri="{FF2B5EF4-FFF2-40B4-BE49-F238E27FC236}">
                        <a16:creationId xmlns:a16="http://schemas.microsoft.com/office/drawing/2014/main" id="{9CD00366-7A38-AC1A-27A2-A80DE421A6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63" name="Group 590">
                  <a:extLst>
                    <a:ext uri="{FF2B5EF4-FFF2-40B4-BE49-F238E27FC236}">
                      <a16:creationId xmlns:a16="http://schemas.microsoft.com/office/drawing/2014/main" id="{B7579EBF-635E-97F3-4D97-618646FECA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44884E1-12F5-0893-F702-A6F571586A6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9" name="Freeform 592">
                    <a:extLst>
                      <a:ext uri="{FF2B5EF4-FFF2-40B4-BE49-F238E27FC236}">
                        <a16:creationId xmlns:a16="http://schemas.microsoft.com/office/drawing/2014/main" id="{041130DD-E12E-EF7B-691D-938610F9E4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64" name="Group 1064">
                  <a:extLst>
                    <a:ext uri="{FF2B5EF4-FFF2-40B4-BE49-F238E27FC236}">
                      <a16:creationId xmlns:a16="http://schemas.microsoft.com/office/drawing/2014/main" id="{8973D5DB-8D6C-DDB0-9BD4-77FAFBCBAF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165" name="Picture 1065" descr="antenna_stylized">
                    <a:extLst>
                      <a:ext uri="{FF2B5EF4-FFF2-40B4-BE49-F238E27FC236}">
                        <a16:creationId xmlns:a16="http://schemas.microsoft.com/office/drawing/2014/main" id="{95A00DE7-E0B0-62FD-A26D-8155A5F0943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6" name="Picture 1066" descr="laptop_keyboard">
                    <a:extLst>
                      <a:ext uri="{FF2B5EF4-FFF2-40B4-BE49-F238E27FC236}">
                        <a16:creationId xmlns:a16="http://schemas.microsoft.com/office/drawing/2014/main" id="{6655F15E-B6A3-4501-A8DE-DCA31EC5B7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7" name="Freeform 1067">
                    <a:extLst>
                      <a:ext uri="{FF2B5EF4-FFF2-40B4-BE49-F238E27FC236}">
                        <a16:creationId xmlns:a16="http://schemas.microsoft.com/office/drawing/2014/main" id="{29342FC5-70CF-283E-3168-EC5DB2D008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68" name="Picture 1068" descr="screen">
                    <a:extLst>
                      <a:ext uri="{FF2B5EF4-FFF2-40B4-BE49-F238E27FC236}">
                        <a16:creationId xmlns:a16="http://schemas.microsoft.com/office/drawing/2014/main" id="{D0F45F1B-298A-026A-6F1B-2529FC83705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9" name="Freeform 1069">
                    <a:extLst>
                      <a:ext uri="{FF2B5EF4-FFF2-40B4-BE49-F238E27FC236}">
                        <a16:creationId xmlns:a16="http://schemas.microsoft.com/office/drawing/2014/main" id="{64E051CD-D103-E403-341D-879F766655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0" name="Freeform 1070">
                    <a:extLst>
                      <a:ext uri="{FF2B5EF4-FFF2-40B4-BE49-F238E27FC236}">
                        <a16:creationId xmlns:a16="http://schemas.microsoft.com/office/drawing/2014/main" id="{EEC85C48-CA9D-78A9-B4BD-44F604CE1A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1" name="Freeform 1071">
                    <a:extLst>
                      <a:ext uri="{FF2B5EF4-FFF2-40B4-BE49-F238E27FC236}">
                        <a16:creationId xmlns:a16="http://schemas.microsoft.com/office/drawing/2014/main" id="{7A9D7DDF-1C37-E976-D44E-18CF586C7B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2" name="Freeform 1072">
                    <a:extLst>
                      <a:ext uri="{FF2B5EF4-FFF2-40B4-BE49-F238E27FC236}">
                        <a16:creationId xmlns:a16="http://schemas.microsoft.com/office/drawing/2014/main" id="{D8D90E1D-A194-6E27-9F36-F7ADC4AEAC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3" name="Freeform 1073">
                    <a:extLst>
                      <a:ext uri="{FF2B5EF4-FFF2-40B4-BE49-F238E27FC236}">
                        <a16:creationId xmlns:a16="http://schemas.microsoft.com/office/drawing/2014/main" id="{E71C3B2C-2260-9E07-E9D5-8D8720D723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4" name="Freeform 1074">
                    <a:extLst>
                      <a:ext uri="{FF2B5EF4-FFF2-40B4-BE49-F238E27FC236}">
                        <a16:creationId xmlns:a16="http://schemas.microsoft.com/office/drawing/2014/main" id="{2B369C07-F6BF-62CD-EA42-56663A5589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75" name="Group 1075">
                    <a:extLst>
                      <a:ext uri="{FF2B5EF4-FFF2-40B4-BE49-F238E27FC236}">
                        <a16:creationId xmlns:a16="http://schemas.microsoft.com/office/drawing/2014/main" id="{5B65B44F-7B98-1B09-3702-94B1DD91B4E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82" name="Freeform 1076">
                      <a:extLst>
                        <a:ext uri="{FF2B5EF4-FFF2-40B4-BE49-F238E27FC236}">
                          <a16:creationId xmlns:a16="http://schemas.microsoft.com/office/drawing/2014/main" id="{DF88D8CB-E63B-C563-992C-082C6CBB47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3" name="Freeform 1077">
                      <a:extLst>
                        <a:ext uri="{FF2B5EF4-FFF2-40B4-BE49-F238E27FC236}">
                          <a16:creationId xmlns:a16="http://schemas.microsoft.com/office/drawing/2014/main" id="{A15CF522-2E2B-EBA4-5D9B-0A2D9D2B93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4" name="Freeform 1078">
                      <a:extLst>
                        <a:ext uri="{FF2B5EF4-FFF2-40B4-BE49-F238E27FC236}">
                          <a16:creationId xmlns:a16="http://schemas.microsoft.com/office/drawing/2014/main" id="{798601C2-1F48-74C7-32EB-EED3E42C6E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5" name="Freeform 1079">
                      <a:extLst>
                        <a:ext uri="{FF2B5EF4-FFF2-40B4-BE49-F238E27FC236}">
                          <a16:creationId xmlns:a16="http://schemas.microsoft.com/office/drawing/2014/main" id="{CD4A720B-814A-69E0-8FC8-1C26D4B06E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6" name="Freeform 1080">
                      <a:extLst>
                        <a:ext uri="{FF2B5EF4-FFF2-40B4-BE49-F238E27FC236}">
                          <a16:creationId xmlns:a16="http://schemas.microsoft.com/office/drawing/2014/main" id="{C73A329B-C4D5-7953-504C-25BBDC19F2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7" name="Freeform 1081">
                      <a:extLst>
                        <a:ext uri="{FF2B5EF4-FFF2-40B4-BE49-F238E27FC236}">
                          <a16:creationId xmlns:a16="http://schemas.microsoft.com/office/drawing/2014/main" id="{AFCB3917-7EDA-B8B6-7834-374037A1B1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76" name="Freeform 1082">
                    <a:extLst>
                      <a:ext uri="{FF2B5EF4-FFF2-40B4-BE49-F238E27FC236}">
                        <a16:creationId xmlns:a16="http://schemas.microsoft.com/office/drawing/2014/main" id="{5269B73D-BE43-B852-9030-86FF749691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7" name="Freeform 1083">
                    <a:extLst>
                      <a:ext uri="{FF2B5EF4-FFF2-40B4-BE49-F238E27FC236}">
                        <a16:creationId xmlns:a16="http://schemas.microsoft.com/office/drawing/2014/main" id="{BD356C80-BD44-EE1E-55D9-8CD509B6A2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8" name="Freeform 1084">
                    <a:extLst>
                      <a:ext uri="{FF2B5EF4-FFF2-40B4-BE49-F238E27FC236}">
                        <a16:creationId xmlns:a16="http://schemas.microsoft.com/office/drawing/2014/main" id="{DF2451E6-35A6-EB1C-C3F8-575F3EF822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9" name="Freeform 1085">
                    <a:extLst>
                      <a:ext uri="{FF2B5EF4-FFF2-40B4-BE49-F238E27FC236}">
                        <a16:creationId xmlns:a16="http://schemas.microsoft.com/office/drawing/2014/main" id="{3B1B6E55-E836-01AD-CF18-3371AD468A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Freeform 1086">
                    <a:extLst>
                      <a:ext uri="{FF2B5EF4-FFF2-40B4-BE49-F238E27FC236}">
                        <a16:creationId xmlns:a16="http://schemas.microsoft.com/office/drawing/2014/main" id="{2FFC095D-2569-C5F3-E259-3929597228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Freeform 1087">
                    <a:extLst>
                      <a:ext uri="{FF2B5EF4-FFF2-40B4-BE49-F238E27FC236}">
                        <a16:creationId xmlns:a16="http://schemas.microsoft.com/office/drawing/2014/main" id="{3DCD735D-3820-50E9-546C-7DF9AA3738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6" name="Group 983">
                <a:extLst>
                  <a:ext uri="{FF2B5EF4-FFF2-40B4-BE49-F238E27FC236}">
                    <a16:creationId xmlns:a16="http://schemas.microsoft.com/office/drawing/2014/main" id="{87093E40-F6FC-9735-076C-3A0C283187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27" name="Freeform 984">
                  <a:extLst>
                    <a:ext uri="{FF2B5EF4-FFF2-40B4-BE49-F238E27FC236}">
                      <a16:creationId xmlns:a16="http://schemas.microsoft.com/office/drawing/2014/main" id="{EE86B0DA-C849-CA07-774F-4B3C0EDC4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28" name="Rectangle 985">
                  <a:extLst>
                    <a:ext uri="{FF2B5EF4-FFF2-40B4-BE49-F238E27FC236}">
                      <a16:creationId xmlns:a16="http://schemas.microsoft.com/office/drawing/2014/main" id="{2A568F91-28B0-AE33-0D44-EE884F8032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9" name="Freeform 986">
                  <a:extLst>
                    <a:ext uri="{FF2B5EF4-FFF2-40B4-BE49-F238E27FC236}">
                      <a16:creationId xmlns:a16="http://schemas.microsoft.com/office/drawing/2014/main" id="{4F25B149-46F1-3FAF-9306-574149826B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0" name="Freeform 987">
                  <a:extLst>
                    <a:ext uri="{FF2B5EF4-FFF2-40B4-BE49-F238E27FC236}">
                      <a16:creationId xmlns:a16="http://schemas.microsoft.com/office/drawing/2014/main" id="{8E8A8908-71FF-7BFF-17ED-83A352C330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31" name="Rectangle 988">
                  <a:extLst>
                    <a:ext uri="{FF2B5EF4-FFF2-40B4-BE49-F238E27FC236}">
                      <a16:creationId xmlns:a16="http://schemas.microsoft.com/office/drawing/2014/main" id="{71D5AB05-AEFA-1BD7-253F-9EBF1F4B72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2" name="Group 989">
                  <a:extLst>
                    <a:ext uri="{FF2B5EF4-FFF2-40B4-BE49-F238E27FC236}">
                      <a16:creationId xmlns:a16="http://schemas.microsoft.com/office/drawing/2014/main" id="{5F5E9FE8-182A-7A9B-EE7B-9966136C5E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57" name="AutoShape 990">
                    <a:extLst>
                      <a:ext uri="{FF2B5EF4-FFF2-40B4-BE49-F238E27FC236}">
                        <a16:creationId xmlns:a16="http://schemas.microsoft.com/office/drawing/2014/main" id="{8EE5A78E-3AC6-B83C-6B9A-BA9FEC3FA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8" name="AutoShape 991">
                    <a:extLst>
                      <a:ext uri="{FF2B5EF4-FFF2-40B4-BE49-F238E27FC236}">
                        <a16:creationId xmlns:a16="http://schemas.microsoft.com/office/drawing/2014/main" id="{ED6C80CA-9A88-24BC-EF97-9CD7E198D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3" name="Rectangle 992">
                  <a:extLst>
                    <a:ext uri="{FF2B5EF4-FFF2-40B4-BE49-F238E27FC236}">
                      <a16:creationId xmlns:a16="http://schemas.microsoft.com/office/drawing/2014/main" id="{4BFBDAE0-14A0-9D73-B279-6DB0FA0AC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4" name="Group 993">
                  <a:extLst>
                    <a:ext uri="{FF2B5EF4-FFF2-40B4-BE49-F238E27FC236}">
                      <a16:creationId xmlns:a16="http://schemas.microsoft.com/office/drawing/2014/main" id="{45256B1C-B091-20A3-6B72-DA3283E096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55" name="AutoShape 994">
                    <a:extLst>
                      <a:ext uri="{FF2B5EF4-FFF2-40B4-BE49-F238E27FC236}">
                        <a16:creationId xmlns:a16="http://schemas.microsoft.com/office/drawing/2014/main" id="{0A3963C5-BC60-6D73-A8A5-4F6CEA2469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6" name="AutoShape 995">
                    <a:extLst>
                      <a:ext uri="{FF2B5EF4-FFF2-40B4-BE49-F238E27FC236}">
                        <a16:creationId xmlns:a16="http://schemas.microsoft.com/office/drawing/2014/main" id="{A97AA8D1-2182-504F-EB59-BD0D6E9254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5" name="Rectangle 996">
                  <a:extLst>
                    <a:ext uri="{FF2B5EF4-FFF2-40B4-BE49-F238E27FC236}">
                      <a16:creationId xmlns:a16="http://schemas.microsoft.com/office/drawing/2014/main" id="{6F74F4B9-1D83-26D5-49E7-DA74D9F9D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6" name="Rectangle 997">
                  <a:extLst>
                    <a:ext uri="{FF2B5EF4-FFF2-40B4-BE49-F238E27FC236}">
                      <a16:creationId xmlns:a16="http://schemas.microsoft.com/office/drawing/2014/main" id="{C34E1589-23CC-13C7-9448-70A6CCBC4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37" name="Group 998">
                  <a:extLst>
                    <a:ext uri="{FF2B5EF4-FFF2-40B4-BE49-F238E27FC236}">
                      <a16:creationId xmlns:a16="http://schemas.microsoft.com/office/drawing/2014/main" id="{DFA7D52E-00C0-6D14-70C5-7F5C3A0FFC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53" name="AutoShape 999">
                    <a:extLst>
                      <a:ext uri="{FF2B5EF4-FFF2-40B4-BE49-F238E27FC236}">
                        <a16:creationId xmlns:a16="http://schemas.microsoft.com/office/drawing/2014/main" id="{22241592-80F2-24FA-DB4D-737E5268E2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AutoShape 1000">
                    <a:extLst>
                      <a:ext uri="{FF2B5EF4-FFF2-40B4-BE49-F238E27FC236}">
                        <a16:creationId xmlns:a16="http://schemas.microsoft.com/office/drawing/2014/main" id="{2B830B0C-E2BC-B3E8-9D45-2F4B08DA77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38" name="Freeform 1001">
                  <a:extLst>
                    <a:ext uri="{FF2B5EF4-FFF2-40B4-BE49-F238E27FC236}">
                      <a16:creationId xmlns:a16="http://schemas.microsoft.com/office/drawing/2014/main" id="{A832D545-CDA3-BA5D-03DC-A3A1C4C622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39" name="Group 1002">
                  <a:extLst>
                    <a:ext uri="{FF2B5EF4-FFF2-40B4-BE49-F238E27FC236}">
                      <a16:creationId xmlns:a16="http://schemas.microsoft.com/office/drawing/2014/main" id="{4294BDA8-30A2-9094-FE38-3EC3745521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51" name="AutoShape 1003">
                    <a:extLst>
                      <a:ext uri="{FF2B5EF4-FFF2-40B4-BE49-F238E27FC236}">
                        <a16:creationId xmlns:a16="http://schemas.microsoft.com/office/drawing/2014/main" id="{A100F08F-DD1C-5562-4632-6D8390817E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2" name="AutoShape 1004">
                    <a:extLst>
                      <a:ext uri="{FF2B5EF4-FFF2-40B4-BE49-F238E27FC236}">
                        <a16:creationId xmlns:a16="http://schemas.microsoft.com/office/drawing/2014/main" id="{714D6E32-44AA-D29F-7EA0-EDE6447215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0" name="Rectangle 1005">
                  <a:extLst>
                    <a:ext uri="{FF2B5EF4-FFF2-40B4-BE49-F238E27FC236}">
                      <a16:creationId xmlns:a16="http://schemas.microsoft.com/office/drawing/2014/main" id="{72C0ECD2-4D85-A83A-6E74-9AFB2CCE7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1" name="Freeform 1006">
                  <a:extLst>
                    <a:ext uri="{FF2B5EF4-FFF2-40B4-BE49-F238E27FC236}">
                      <a16:creationId xmlns:a16="http://schemas.microsoft.com/office/drawing/2014/main" id="{D3D15E5E-DEAB-E3F9-297D-2A7282851B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" name="Freeform 1007">
                  <a:extLst>
                    <a:ext uri="{FF2B5EF4-FFF2-40B4-BE49-F238E27FC236}">
                      <a16:creationId xmlns:a16="http://schemas.microsoft.com/office/drawing/2014/main" id="{DEE2722A-F6BF-4170-CDF1-8FD05645DC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3" name="Oval 1008">
                  <a:extLst>
                    <a:ext uri="{FF2B5EF4-FFF2-40B4-BE49-F238E27FC236}">
                      <a16:creationId xmlns:a16="http://schemas.microsoft.com/office/drawing/2014/main" id="{D7F31417-1224-4987-A22A-A75EAC458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4" name="Freeform 1009">
                  <a:extLst>
                    <a:ext uri="{FF2B5EF4-FFF2-40B4-BE49-F238E27FC236}">
                      <a16:creationId xmlns:a16="http://schemas.microsoft.com/office/drawing/2014/main" id="{49AB4532-0548-4783-A8F2-3415719CF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5" name="AutoShape 1010">
                  <a:extLst>
                    <a:ext uri="{FF2B5EF4-FFF2-40B4-BE49-F238E27FC236}">
                      <a16:creationId xmlns:a16="http://schemas.microsoft.com/office/drawing/2014/main" id="{E2C887DC-EA14-F34D-6A3A-E955D8FBA0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6" name="AutoShape 1011">
                  <a:extLst>
                    <a:ext uri="{FF2B5EF4-FFF2-40B4-BE49-F238E27FC236}">
                      <a16:creationId xmlns:a16="http://schemas.microsoft.com/office/drawing/2014/main" id="{C0384172-8509-9499-846A-EEEE23021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7" name="Oval 1012">
                  <a:extLst>
                    <a:ext uri="{FF2B5EF4-FFF2-40B4-BE49-F238E27FC236}">
                      <a16:creationId xmlns:a16="http://schemas.microsoft.com/office/drawing/2014/main" id="{D1638FB9-62D0-55EB-113F-3C99550D4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8" name="Oval 1013">
                  <a:extLst>
                    <a:ext uri="{FF2B5EF4-FFF2-40B4-BE49-F238E27FC236}">
                      <a16:creationId xmlns:a16="http://schemas.microsoft.com/office/drawing/2014/main" id="{7616A8D5-1E83-AD87-312A-1E7272DD0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9" name="Oval 1014">
                  <a:extLst>
                    <a:ext uri="{FF2B5EF4-FFF2-40B4-BE49-F238E27FC236}">
                      <a16:creationId xmlns:a16="http://schemas.microsoft.com/office/drawing/2014/main" id="{F8B35CCA-DA97-E797-F7F1-A49CB2257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0" name="Rectangle 1015">
                  <a:extLst>
                    <a:ext uri="{FF2B5EF4-FFF2-40B4-BE49-F238E27FC236}">
                      <a16:creationId xmlns:a16="http://schemas.microsoft.com/office/drawing/2014/main" id="{786C1A5B-7FA1-7448-1B56-3AF8EE0C7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0A8EBA1D-F1AC-96BE-12A2-BCE4B7C2A4A1}"/>
              </a:ext>
            </a:extLst>
          </p:cNvPr>
          <p:cNvGrpSpPr/>
          <p:nvPr/>
        </p:nvGrpSpPr>
        <p:grpSpPr>
          <a:xfrm>
            <a:off x="6329367" y="2107963"/>
            <a:ext cx="3540395" cy="3733733"/>
            <a:chOff x="7619038" y="2102861"/>
            <a:chExt cx="3540395" cy="3733733"/>
          </a:xfrm>
        </p:grpSpPr>
        <p:sp>
          <p:nvSpPr>
            <p:cNvPr id="327" name="Line 426">
              <a:extLst>
                <a:ext uri="{FF2B5EF4-FFF2-40B4-BE49-F238E27FC236}">
                  <a16:creationId xmlns:a16="http://schemas.microsoft.com/office/drawing/2014/main" id="{5831AADF-8CE4-BF64-B706-8651D3707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28" name="Group 783">
              <a:extLst>
                <a:ext uri="{FF2B5EF4-FFF2-40B4-BE49-F238E27FC236}">
                  <a16:creationId xmlns:a16="http://schemas.microsoft.com/office/drawing/2014/main" id="{1AF21F0B-29BB-1E79-C744-A33D00B84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475" name="Line 270">
                <a:extLst>
                  <a:ext uri="{FF2B5EF4-FFF2-40B4-BE49-F238E27FC236}">
                    <a16:creationId xmlns:a16="http://schemas.microsoft.com/office/drawing/2014/main" id="{25CF00AD-4D88-2EC8-9886-338CD7EE4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76" name="Line 271">
                <a:extLst>
                  <a:ext uri="{FF2B5EF4-FFF2-40B4-BE49-F238E27FC236}">
                    <a16:creationId xmlns:a16="http://schemas.microsoft.com/office/drawing/2014/main" id="{F708E0DA-C80A-1F51-6878-2B5EF29D0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77" name="Line 272">
                <a:extLst>
                  <a:ext uri="{FF2B5EF4-FFF2-40B4-BE49-F238E27FC236}">
                    <a16:creationId xmlns:a16="http://schemas.microsoft.com/office/drawing/2014/main" id="{D6349DBF-5B62-D779-4EC7-B4FEDB43F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78" name="Line 273">
                <a:extLst>
                  <a:ext uri="{FF2B5EF4-FFF2-40B4-BE49-F238E27FC236}">
                    <a16:creationId xmlns:a16="http://schemas.microsoft.com/office/drawing/2014/main" id="{2590B7DD-09DF-F6D5-5091-9BC42402B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79" name="Line 274">
                <a:extLst>
                  <a:ext uri="{FF2B5EF4-FFF2-40B4-BE49-F238E27FC236}">
                    <a16:creationId xmlns:a16="http://schemas.microsoft.com/office/drawing/2014/main" id="{0FE7B52F-49EC-ED35-928B-5ED509759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0" name="Line 275">
                <a:extLst>
                  <a:ext uri="{FF2B5EF4-FFF2-40B4-BE49-F238E27FC236}">
                    <a16:creationId xmlns:a16="http://schemas.microsoft.com/office/drawing/2014/main" id="{83CAB4D5-5E80-B553-3501-7403DF8FE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1" name="Line 276">
                <a:extLst>
                  <a:ext uri="{FF2B5EF4-FFF2-40B4-BE49-F238E27FC236}">
                    <a16:creationId xmlns:a16="http://schemas.microsoft.com/office/drawing/2014/main" id="{8193658C-21ED-2950-51AF-778C6499F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2" name="Line 277">
                <a:extLst>
                  <a:ext uri="{FF2B5EF4-FFF2-40B4-BE49-F238E27FC236}">
                    <a16:creationId xmlns:a16="http://schemas.microsoft.com/office/drawing/2014/main" id="{CC401696-010F-7B74-57D2-187A10B83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3" name="Line 278">
                <a:extLst>
                  <a:ext uri="{FF2B5EF4-FFF2-40B4-BE49-F238E27FC236}">
                    <a16:creationId xmlns:a16="http://schemas.microsoft.com/office/drawing/2014/main" id="{7441458A-B9D1-B88B-0F28-2CD14D3393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4" name="Line 279">
                <a:extLst>
                  <a:ext uri="{FF2B5EF4-FFF2-40B4-BE49-F238E27FC236}">
                    <a16:creationId xmlns:a16="http://schemas.microsoft.com/office/drawing/2014/main" id="{51C077A5-A6B6-0651-CCCA-6B64EE87A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5" name="Line 280">
                <a:extLst>
                  <a:ext uri="{FF2B5EF4-FFF2-40B4-BE49-F238E27FC236}">
                    <a16:creationId xmlns:a16="http://schemas.microsoft.com/office/drawing/2014/main" id="{579AD8BA-1DEE-2576-7648-09085F865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6" name="Line 281">
                <a:extLst>
                  <a:ext uri="{FF2B5EF4-FFF2-40B4-BE49-F238E27FC236}">
                    <a16:creationId xmlns:a16="http://schemas.microsoft.com/office/drawing/2014/main" id="{39807943-80C5-98A3-9771-B73F96C12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7" name="Line 282">
                <a:extLst>
                  <a:ext uri="{FF2B5EF4-FFF2-40B4-BE49-F238E27FC236}">
                    <a16:creationId xmlns:a16="http://schemas.microsoft.com/office/drawing/2014/main" id="{91368FE6-108E-4711-72FC-44971E8DF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8" name="Line 283">
                <a:extLst>
                  <a:ext uri="{FF2B5EF4-FFF2-40B4-BE49-F238E27FC236}">
                    <a16:creationId xmlns:a16="http://schemas.microsoft.com/office/drawing/2014/main" id="{9D533475-CCD7-E21F-6574-EA5DFF03E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89" name="Line 284">
                <a:extLst>
                  <a:ext uri="{FF2B5EF4-FFF2-40B4-BE49-F238E27FC236}">
                    <a16:creationId xmlns:a16="http://schemas.microsoft.com/office/drawing/2014/main" id="{EE1F1C81-3D97-DF32-17DF-93D7DB8E1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329" name="Picture 777" descr="access_point_stylized_small">
              <a:extLst>
                <a:ext uri="{FF2B5EF4-FFF2-40B4-BE49-F238E27FC236}">
                  <a16:creationId xmlns:a16="http://schemas.microsoft.com/office/drawing/2014/main" id="{61610715-8850-32CA-E339-51058F109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0" name="Picture 780" descr="access_point_stylized_small">
              <a:extLst>
                <a:ext uri="{FF2B5EF4-FFF2-40B4-BE49-F238E27FC236}">
                  <a16:creationId xmlns:a16="http://schemas.microsoft.com/office/drawing/2014/main" id="{DB3332A7-3CFC-576E-2C08-FD25CABAA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605E5610-5665-3A2A-D291-8B9598695C1F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68" name="Freeform 471">
                <a:extLst>
                  <a:ext uri="{FF2B5EF4-FFF2-40B4-BE49-F238E27FC236}">
                    <a16:creationId xmlns:a16="http://schemas.microsoft.com/office/drawing/2014/main" id="{E627BE10-1DF8-B911-0658-D64D7597C6F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7138BA9A-986D-6163-FA1E-7D6666CA768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5C839BFB-ADC5-51C6-A464-02F32B8AF9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1" name="Freeform 474">
                  <a:extLst>
                    <a:ext uri="{FF2B5EF4-FFF2-40B4-BE49-F238E27FC236}">
                      <a16:creationId xmlns:a16="http://schemas.microsoft.com/office/drawing/2014/main" id="{71631269-DD56-4A17-5306-8BB502854E6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2" name="Freeform 475">
                  <a:extLst>
                    <a:ext uri="{FF2B5EF4-FFF2-40B4-BE49-F238E27FC236}">
                      <a16:creationId xmlns:a16="http://schemas.microsoft.com/office/drawing/2014/main" id="{3BED8DC3-12DF-1821-C69F-09424A0CC0E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3" name="Freeform 476">
                  <a:extLst>
                    <a:ext uri="{FF2B5EF4-FFF2-40B4-BE49-F238E27FC236}">
                      <a16:creationId xmlns:a16="http://schemas.microsoft.com/office/drawing/2014/main" id="{CCDA8BA5-3A1C-845C-17CF-64EFA397F56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4" name="Freeform 477">
                  <a:extLst>
                    <a:ext uri="{FF2B5EF4-FFF2-40B4-BE49-F238E27FC236}">
                      <a16:creationId xmlns:a16="http://schemas.microsoft.com/office/drawing/2014/main" id="{5A079B07-BCE9-AAD3-F67D-AC7ED1D8FB2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89081C48-6AB8-24F0-7991-E4CE6049F4BC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3B04CE19-B714-DF78-035C-816119857EA7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2" name="Freeform 521">
                <a:extLst>
                  <a:ext uri="{FF2B5EF4-FFF2-40B4-BE49-F238E27FC236}">
                    <a16:creationId xmlns:a16="http://schemas.microsoft.com/office/drawing/2014/main" id="{A0AC0F1A-68B7-3E57-76E4-9DC92D1FAFDF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F42ADFCB-66A9-BDF1-45B3-AB9842EAB7E9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64" name="Freeform 523">
                  <a:extLst>
                    <a:ext uri="{FF2B5EF4-FFF2-40B4-BE49-F238E27FC236}">
                      <a16:creationId xmlns:a16="http://schemas.microsoft.com/office/drawing/2014/main" id="{4CFD9732-F0E6-9DAD-0395-96CC5E379962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5" name="Freeform 524">
                  <a:extLst>
                    <a:ext uri="{FF2B5EF4-FFF2-40B4-BE49-F238E27FC236}">
                      <a16:creationId xmlns:a16="http://schemas.microsoft.com/office/drawing/2014/main" id="{9667BC05-0CF0-80C9-7125-4B8A622ABB71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6" name="Freeform 525">
                  <a:extLst>
                    <a:ext uri="{FF2B5EF4-FFF2-40B4-BE49-F238E27FC236}">
                      <a16:creationId xmlns:a16="http://schemas.microsoft.com/office/drawing/2014/main" id="{A5A5FFFD-F9FD-A150-CF60-3867C90C0419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7" name="Freeform 526">
                  <a:extLst>
                    <a:ext uri="{FF2B5EF4-FFF2-40B4-BE49-F238E27FC236}">
                      <a16:creationId xmlns:a16="http://schemas.microsoft.com/office/drawing/2014/main" id="{8334442F-96FB-C5BF-8467-31F7E11FB84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1E12DDA9-026C-D2E9-E226-447FB769B248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54" name="Freeform 479">
                <a:extLst>
                  <a:ext uri="{FF2B5EF4-FFF2-40B4-BE49-F238E27FC236}">
                    <a16:creationId xmlns:a16="http://schemas.microsoft.com/office/drawing/2014/main" id="{1D2FB206-A1BF-929E-D23F-B4A95BA04EF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C7A051DE-9A57-FA82-A049-2449002F790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514EC578-5899-6A87-38D6-E1FFBB9FBE4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7" name="Freeform 482">
                  <a:extLst>
                    <a:ext uri="{FF2B5EF4-FFF2-40B4-BE49-F238E27FC236}">
                      <a16:creationId xmlns:a16="http://schemas.microsoft.com/office/drawing/2014/main" id="{D2CA3051-9CBB-9CFE-5904-32CFD147609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8" name="Freeform 483">
                  <a:extLst>
                    <a:ext uri="{FF2B5EF4-FFF2-40B4-BE49-F238E27FC236}">
                      <a16:creationId xmlns:a16="http://schemas.microsoft.com/office/drawing/2014/main" id="{BA8287F2-9BF2-61B7-42A6-B2A7EFA75B3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9" name="Freeform 484">
                  <a:extLst>
                    <a:ext uri="{FF2B5EF4-FFF2-40B4-BE49-F238E27FC236}">
                      <a16:creationId xmlns:a16="http://schemas.microsoft.com/office/drawing/2014/main" id="{BF4D43A6-D9BE-2B17-CEFD-34DF56FA44B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0" name="Freeform 485">
                  <a:extLst>
                    <a:ext uri="{FF2B5EF4-FFF2-40B4-BE49-F238E27FC236}">
                      <a16:creationId xmlns:a16="http://schemas.microsoft.com/office/drawing/2014/main" id="{C409502A-D142-C918-65E6-8C618760065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833E3F70-A525-E905-36BB-1B20E21D5EE9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F58FD4E5-7593-F0E0-4404-3DF9184DE87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8" name="Freeform 530">
                <a:extLst>
                  <a:ext uri="{FF2B5EF4-FFF2-40B4-BE49-F238E27FC236}">
                    <a16:creationId xmlns:a16="http://schemas.microsoft.com/office/drawing/2014/main" id="{67952B4C-0C59-A3A2-CA16-B0729A41D88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1680012-FA55-4648-7FC0-8C8826AA35E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50" name="Freeform 532">
                  <a:extLst>
                    <a:ext uri="{FF2B5EF4-FFF2-40B4-BE49-F238E27FC236}">
                      <a16:creationId xmlns:a16="http://schemas.microsoft.com/office/drawing/2014/main" id="{2DD89567-4A2A-DA63-873D-91052FD682E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1" name="Freeform 533">
                  <a:extLst>
                    <a:ext uri="{FF2B5EF4-FFF2-40B4-BE49-F238E27FC236}">
                      <a16:creationId xmlns:a16="http://schemas.microsoft.com/office/drawing/2014/main" id="{6D5DCCB0-903E-A901-DB6F-A9389EDCF18F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2" name="Freeform 534">
                  <a:extLst>
                    <a:ext uri="{FF2B5EF4-FFF2-40B4-BE49-F238E27FC236}">
                      <a16:creationId xmlns:a16="http://schemas.microsoft.com/office/drawing/2014/main" id="{AD486156-040D-54FA-F59F-A28BFCA4D7AB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3" name="Freeform 535">
                  <a:extLst>
                    <a:ext uri="{FF2B5EF4-FFF2-40B4-BE49-F238E27FC236}">
                      <a16:creationId xmlns:a16="http://schemas.microsoft.com/office/drawing/2014/main" id="{AC5E1038-3019-6E88-9BF1-DDB9CC4076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33EC2149-F1C0-ACC4-21F9-2555A1059212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40" name="Freeform 407">
                <a:extLst>
                  <a:ext uri="{FF2B5EF4-FFF2-40B4-BE49-F238E27FC236}">
                    <a16:creationId xmlns:a16="http://schemas.microsoft.com/office/drawing/2014/main" id="{48042C2E-BFEE-0A5B-726F-99E94787B9A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37B1322B-BD89-46FA-E582-D7DC74E5BED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42" name="Group 441">
                <a:extLst>
                  <a:ext uri="{FF2B5EF4-FFF2-40B4-BE49-F238E27FC236}">
                    <a16:creationId xmlns:a16="http://schemas.microsoft.com/office/drawing/2014/main" id="{5DF780B2-9FED-C4DA-1C86-4F710786CFC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3" name="Freeform 410">
                  <a:extLst>
                    <a:ext uri="{FF2B5EF4-FFF2-40B4-BE49-F238E27FC236}">
                      <a16:creationId xmlns:a16="http://schemas.microsoft.com/office/drawing/2014/main" id="{06FD84CF-C77E-03D7-C1AD-436E2A70B9C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4" name="Freeform 411">
                  <a:extLst>
                    <a:ext uri="{FF2B5EF4-FFF2-40B4-BE49-F238E27FC236}">
                      <a16:creationId xmlns:a16="http://schemas.microsoft.com/office/drawing/2014/main" id="{3CDEEFDB-D883-B60C-6E32-C6DE87DDDFB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5" name="Freeform 412">
                  <a:extLst>
                    <a:ext uri="{FF2B5EF4-FFF2-40B4-BE49-F238E27FC236}">
                      <a16:creationId xmlns:a16="http://schemas.microsoft.com/office/drawing/2014/main" id="{C140C994-2970-10B2-0879-00B3F7E42A1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6" name="Freeform 413">
                  <a:extLst>
                    <a:ext uri="{FF2B5EF4-FFF2-40B4-BE49-F238E27FC236}">
                      <a16:creationId xmlns:a16="http://schemas.microsoft.com/office/drawing/2014/main" id="{2B2A9ED0-CFDC-E0BE-5319-5C8C2440939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7146BCD4-134D-C3E6-3648-3E52692926CB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33" name="Freeform 415">
                <a:extLst>
                  <a:ext uri="{FF2B5EF4-FFF2-40B4-BE49-F238E27FC236}">
                    <a16:creationId xmlns:a16="http://schemas.microsoft.com/office/drawing/2014/main" id="{711C3FC9-AA86-5511-C5B6-8959DA00390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C4A019EB-CF4E-3997-CA48-C5CC02FED64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35" name="Group 434">
                <a:extLst>
                  <a:ext uri="{FF2B5EF4-FFF2-40B4-BE49-F238E27FC236}">
                    <a16:creationId xmlns:a16="http://schemas.microsoft.com/office/drawing/2014/main" id="{77FCCA8B-2D6C-4635-68C2-FD599FFE18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6" name="Freeform 418">
                  <a:extLst>
                    <a:ext uri="{FF2B5EF4-FFF2-40B4-BE49-F238E27FC236}">
                      <a16:creationId xmlns:a16="http://schemas.microsoft.com/office/drawing/2014/main" id="{F75F51A0-4BF3-6972-4822-10DDED6043D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7" name="Freeform 419">
                  <a:extLst>
                    <a:ext uri="{FF2B5EF4-FFF2-40B4-BE49-F238E27FC236}">
                      <a16:creationId xmlns:a16="http://schemas.microsoft.com/office/drawing/2014/main" id="{D4BDF062-3422-2A45-00E6-ECF90E20FF1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8" name="Freeform 420">
                  <a:extLst>
                    <a:ext uri="{FF2B5EF4-FFF2-40B4-BE49-F238E27FC236}">
                      <a16:creationId xmlns:a16="http://schemas.microsoft.com/office/drawing/2014/main" id="{9FCFCB8A-2CE5-CC38-FF45-E8B44EC73F8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9" name="Freeform 421">
                  <a:extLst>
                    <a:ext uri="{FF2B5EF4-FFF2-40B4-BE49-F238E27FC236}">
                      <a16:creationId xmlns:a16="http://schemas.microsoft.com/office/drawing/2014/main" id="{B6CE17F2-FC65-36BA-71DB-AB1CD486D41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06CA64A9-FD4B-ECBB-CEC7-B4C06C738FF8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26" name="Freeform 455">
                <a:extLst>
                  <a:ext uri="{FF2B5EF4-FFF2-40B4-BE49-F238E27FC236}">
                    <a16:creationId xmlns:a16="http://schemas.microsoft.com/office/drawing/2014/main" id="{AF36B44B-4251-F8BA-976E-46B2CBCA1CC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BFF02E31-4B60-0045-164B-FDB3C908EB0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28" name="Group 427">
                <a:extLst>
                  <a:ext uri="{FF2B5EF4-FFF2-40B4-BE49-F238E27FC236}">
                    <a16:creationId xmlns:a16="http://schemas.microsoft.com/office/drawing/2014/main" id="{75F22437-D38C-2BF7-5712-425B47502F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9" name="Freeform 458">
                  <a:extLst>
                    <a:ext uri="{FF2B5EF4-FFF2-40B4-BE49-F238E27FC236}">
                      <a16:creationId xmlns:a16="http://schemas.microsoft.com/office/drawing/2014/main" id="{502D4B65-7758-F4F9-D6F5-D1E9CC86EE1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0" name="Freeform 459">
                  <a:extLst>
                    <a:ext uri="{FF2B5EF4-FFF2-40B4-BE49-F238E27FC236}">
                      <a16:creationId xmlns:a16="http://schemas.microsoft.com/office/drawing/2014/main" id="{2B1E0C81-B50C-8669-06FA-837571514C0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1" name="Freeform 460">
                  <a:extLst>
                    <a:ext uri="{FF2B5EF4-FFF2-40B4-BE49-F238E27FC236}">
                      <a16:creationId xmlns:a16="http://schemas.microsoft.com/office/drawing/2014/main" id="{84B86460-8A40-DCC5-0E76-E5A5F13E5EE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2" name="Freeform 461">
                  <a:extLst>
                    <a:ext uri="{FF2B5EF4-FFF2-40B4-BE49-F238E27FC236}">
                      <a16:creationId xmlns:a16="http://schemas.microsoft.com/office/drawing/2014/main" id="{BF74DFD2-A5C3-83F0-C46C-B8135116C6C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2C39E921-9D2E-7796-8612-542D1ABFAA4C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419" name="Freeform 615">
                <a:extLst>
                  <a:ext uri="{FF2B5EF4-FFF2-40B4-BE49-F238E27FC236}">
                    <a16:creationId xmlns:a16="http://schemas.microsoft.com/office/drawing/2014/main" id="{2FFF86C3-8D62-A603-C90E-8C34B7E841B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65EE173A-9E97-0DCD-6BC4-8849F9BFEA4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21" name="Group 420">
                <a:extLst>
                  <a:ext uri="{FF2B5EF4-FFF2-40B4-BE49-F238E27FC236}">
                    <a16:creationId xmlns:a16="http://schemas.microsoft.com/office/drawing/2014/main" id="{0D7FB094-1E90-3063-AF7C-D4745C84D14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2" name="Freeform 618">
                  <a:extLst>
                    <a:ext uri="{FF2B5EF4-FFF2-40B4-BE49-F238E27FC236}">
                      <a16:creationId xmlns:a16="http://schemas.microsoft.com/office/drawing/2014/main" id="{CB9F9127-BE20-D33A-F1B5-626FA802A71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3" name="Freeform 619">
                  <a:extLst>
                    <a:ext uri="{FF2B5EF4-FFF2-40B4-BE49-F238E27FC236}">
                      <a16:creationId xmlns:a16="http://schemas.microsoft.com/office/drawing/2014/main" id="{5A685E80-B707-F670-B694-22F802C6181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4" name="Freeform 620">
                  <a:extLst>
                    <a:ext uri="{FF2B5EF4-FFF2-40B4-BE49-F238E27FC236}">
                      <a16:creationId xmlns:a16="http://schemas.microsoft.com/office/drawing/2014/main" id="{2FA25DD0-E8C3-F415-6BA9-183D399992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5" name="Freeform 621">
                  <a:extLst>
                    <a:ext uri="{FF2B5EF4-FFF2-40B4-BE49-F238E27FC236}">
                      <a16:creationId xmlns:a16="http://schemas.microsoft.com/office/drawing/2014/main" id="{78D79F09-115D-A193-1D68-8A01CE4C92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82122953-7134-7131-7621-E069F6DE75F7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412" name="Freeform 577">
                <a:extLst>
                  <a:ext uri="{FF2B5EF4-FFF2-40B4-BE49-F238E27FC236}">
                    <a16:creationId xmlns:a16="http://schemas.microsoft.com/office/drawing/2014/main" id="{012BCA5F-5A7B-110F-189C-0D0DBF67625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BCE6D44B-6EEF-6696-F4D9-25BBAF18165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4" name="Group 413">
                <a:extLst>
                  <a:ext uri="{FF2B5EF4-FFF2-40B4-BE49-F238E27FC236}">
                    <a16:creationId xmlns:a16="http://schemas.microsoft.com/office/drawing/2014/main" id="{03506276-E5BD-9902-03CE-D3E7C68D688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5" name="Freeform 580">
                  <a:extLst>
                    <a:ext uri="{FF2B5EF4-FFF2-40B4-BE49-F238E27FC236}">
                      <a16:creationId xmlns:a16="http://schemas.microsoft.com/office/drawing/2014/main" id="{4842F94C-4D6E-2740-2481-88015D9CA24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6" name="Freeform 581">
                  <a:extLst>
                    <a:ext uri="{FF2B5EF4-FFF2-40B4-BE49-F238E27FC236}">
                      <a16:creationId xmlns:a16="http://schemas.microsoft.com/office/drawing/2014/main" id="{C527B2CC-979D-E960-F7E0-68FE52FDEBC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7" name="Freeform 582">
                  <a:extLst>
                    <a:ext uri="{FF2B5EF4-FFF2-40B4-BE49-F238E27FC236}">
                      <a16:creationId xmlns:a16="http://schemas.microsoft.com/office/drawing/2014/main" id="{5C1C9D10-CBC9-96CE-14A1-6472C180200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8" name="Freeform 583">
                  <a:extLst>
                    <a:ext uri="{FF2B5EF4-FFF2-40B4-BE49-F238E27FC236}">
                      <a16:creationId xmlns:a16="http://schemas.microsoft.com/office/drawing/2014/main" id="{9F48F75E-63E7-E6A3-FB74-3ECA9F9B8F4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F2233D9D-EA98-C1C1-4B2F-D02E5EEBA299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405" name="Freeform 593">
                <a:extLst>
                  <a:ext uri="{FF2B5EF4-FFF2-40B4-BE49-F238E27FC236}">
                    <a16:creationId xmlns:a16="http://schemas.microsoft.com/office/drawing/2014/main" id="{C6DF5FC5-F2B4-05A1-8062-74D53A036F1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822AB2E1-14D3-E27A-1AD6-2743F500988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986BC049-DC97-51F7-B8EC-8E262C42714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8" name="Freeform 596">
                  <a:extLst>
                    <a:ext uri="{FF2B5EF4-FFF2-40B4-BE49-F238E27FC236}">
                      <a16:creationId xmlns:a16="http://schemas.microsoft.com/office/drawing/2014/main" id="{931037AF-56F8-F9B6-EDB9-61458CCD48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9" name="Freeform 597">
                  <a:extLst>
                    <a:ext uri="{FF2B5EF4-FFF2-40B4-BE49-F238E27FC236}">
                      <a16:creationId xmlns:a16="http://schemas.microsoft.com/office/drawing/2014/main" id="{E83A89B1-A9EB-8201-1460-FDB6E8921F4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0" name="Freeform 598">
                  <a:extLst>
                    <a:ext uri="{FF2B5EF4-FFF2-40B4-BE49-F238E27FC236}">
                      <a16:creationId xmlns:a16="http://schemas.microsoft.com/office/drawing/2014/main" id="{181C6E08-47CD-B51A-423B-41F31C36901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1" name="Freeform 599">
                  <a:extLst>
                    <a:ext uri="{FF2B5EF4-FFF2-40B4-BE49-F238E27FC236}">
                      <a16:creationId xmlns:a16="http://schemas.microsoft.com/office/drawing/2014/main" id="{8995E71E-179A-63F2-FD09-F95025AB0C1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832BB973-9878-58CC-B763-002BE2B89D02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398" name="Freeform 601">
                <a:extLst>
                  <a:ext uri="{FF2B5EF4-FFF2-40B4-BE49-F238E27FC236}">
                    <a16:creationId xmlns:a16="http://schemas.microsoft.com/office/drawing/2014/main" id="{D7CB780D-C730-A8E7-C68C-C263D6D37CC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4146FABD-9BE7-99A3-316F-C0B4DF16276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932E3F89-E755-9AFB-856C-1F096CA51E7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1" name="Freeform 604">
                  <a:extLst>
                    <a:ext uri="{FF2B5EF4-FFF2-40B4-BE49-F238E27FC236}">
                      <a16:creationId xmlns:a16="http://schemas.microsoft.com/office/drawing/2014/main" id="{FB1896AB-AAE3-0CE0-724F-E40CF7B0F9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2" name="Freeform 605">
                  <a:extLst>
                    <a:ext uri="{FF2B5EF4-FFF2-40B4-BE49-F238E27FC236}">
                      <a16:creationId xmlns:a16="http://schemas.microsoft.com/office/drawing/2014/main" id="{5A73750A-88EA-C85D-B891-D918188E5E3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3" name="Freeform 606">
                  <a:extLst>
                    <a:ext uri="{FF2B5EF4-FFF2-40B4-BE49-F238E27FC236}">
                      <a16:creationId xmlns:a16="http://schemas.microsoft.com/office/drawing/2014/main" id="{4BC1EF03-982C-E1C6-D4B1-1B2ED4D931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4" name="Freeform 607">
                  <a:extLst>
                    <a:ext uri="{FF2B5EF4-FFF2-40B4-BE49-F238E27FC236}">
                      <a16:creationId xmlns:a16="http://schemas.microsoft.com/office/drawing/2014/main" id="{6A6D5A26-32B5-3B3D-86DB-57161AE4851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BE929C09-B88B-194B-2208-AA148E9B7F69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391" name="Freeform 554">
                <a:extLst>
                  <a:ext uri="{FF2B5EF4-FFF2-40B4-BE49-F238E27FC236}">
                    <a16:creationId xmlns:a16="http://schemas.microsoft.com/office/drawing/2014/main" id="{898B86E2-A82A-6B6B-8601-A071FB7E7D5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8BBECE21-3842-AA70-59BA-CEADAA413A5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E3D52219-B999-807F-7BA4-78B208EEEDF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4" name="Freeform 557">
                  <a:extLst>
                    <a:ext uri="{FF2B5EF4-FFF2-40B4-BE49-F238E27FC236}">
                      <a16:creationId xmlns:a16="http://schemas.microsoft.com/office/drawing/2014/main" id="{C8BD28AC-BF9F-65B3-21CF-7C904D87D53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5" name="Freeform 558">
                  <a:extLst>
                    <a:ext uri="{FF2B5EF4-FFF2-40B4-BE49-F238E27FC236}">
                      <a16:creationId xmlns:a16="http://schemas.microsoft.com/office/drawing/2014/main" id="{7976C87D-D94C-297A-5ED9-F13F6B85827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6" name="Freeform 559">
                  <a:extLst>
                    <a:ext uri="{FF2B5EF4-FFF2-40B4-BE49-F238E27FC236}">
                      <a16:creationId xmlns:a16="http://schemas.microsoft.com/office/drawing/2014/main" id="{737776CE-8097-AD64-657E-100F5693CC2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7" name="Freeform 560">
                  <a:extLst>
                    <a:ext uri="{FF2B5EF4-FFF2-40B4-BE49-F238E27FC236}">
                      <a16:creationId xmlns:a16="http://schemas.microsoft.com/office/drawing/2014/main" id="{30BD27AB-ED3E-682D-5C60-EDB686F18C3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E4FAE67C-6715-BDA4-B121-50159D50A729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384" name="Freeform 585">
                <a:extLst>
                  <a:ext uri="{FF2B5EF4-FFF2-40B4-BE49-F238E27FC236}">
                    <a16:creationId xmlns:a16="http://schemas.microsoft.com/office/drawing/2014/main" id="{BB6503C6-912C-E1B6-72C6-33F6CE344F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05EC887-E113-6877-7E3E-604B97062EF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0C1662B3-CC81-11B8-67A8-4073C49AD22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7" name="Freeform 588">
                  <a:extLst>
                    <a:ext uri="{FF2B5EF4-FFF2-40B4-BE49-F238E27FC236}">
                      <a16:creationId xmlns:a16="http://schemas.microsoft.com/office/drawing/2014/main" id="{F2D08679-6290-4DB3-2777-C135868F61E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8" name="Freeform 589">
                  <a:extLst>
                    <a:ext uri="{FF2B5EF4-FFF2-40B4-BE49-F238E27FC236}">
                      <a16:creationId xmlns:a16="http://schemas.microsoft.com/office/drawing/2014/main" id="{2EF1B2C0-B615-1B2C-914F-4046B6BE889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9" name="Freeform 590">
                  <a:extLst>
                    <a:ext uri="{FF2B5EF4-FFF2-40B4-BE49-F238E27FC236}">
                      <a16:creationId xmlns:a16="http://schemas.microsoft.com/office/drawing/2014/main" id="{DB464A5B-96BF-6807-0B69-A4A42DF8A5B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0" name="Freeform 591">
                  <a:extLst>
                    <a:ext uri="{FF2B5EF4-FFF2-40B4-BE49-F238E27FC236}">
                      <a16:creationId xmlns:a16="http://schemas.microsoft.com/office/drawing/2014/main" id="{5C15410E-869A-864C-3285-D3DFA1C480A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1356407A-D0E7-836A-6B6C-417C6CA089DA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377" name="Freeform 538">
                <a:extLst>
                  <a:ext uri="{FF2B5EF4-FFF2-40B4-BE49-F238E27FC236}">
                    <a16:creationId xmlns:a16="http://schemas.microsoft.com/office/drawing/2014/main" id="{1247CF0B-D8DD-4AD8-BA50-F53782949A2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78" name="Oval 377">
                <a:extLst>
                  <a:ext uri="{FF2B5EF4-FFF2-40B4-BE49-F238E27FC236}">
                    <a16:creationId xmlns:a16="http://schemas.microsoft.com/office/drawing/2014/main" id="{E7A43327-2528-5A0E-1332-226239F0352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79" name="Group 378">
                <a:extLst>
                  <a:ext uri="{FF2B5EF4-FFF2-40B4-BE49-F238E27FC236}">
                    <a16:creationId xmlns:a16="http://schemas.microsoft.com/office/drawing/2014/main" id="{A930EAE6-0C36-5E70-6A34-D21D2DD8B8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0" name="Freeform 541">
                  <a:extLst>
                    <a:ext uri="{FF2B5EF4-FFF2-40B4-BE49-F238E27FC236}">
                      <a16:creationId xmlns:a16="http://schemas.microsoft.com/office/drawing/2014/main" id="{D074889D-8836-AAD5-EA5D-46FFD957283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Freeform 542">
                  <a:extLst>
                    <a:ext uri="{FF2B5EF4-FFF2-40B4-BE49-F238E27FC236}">
                      <a16:creationId xmlns:a16="http://schemas.microsoft.com/office/drawing/2014/main" id="{9074015A-EB71-0B6E-F09A-664C380D6C0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2" name="Freeform 543">
                  <a:extLst>
                    <a:ext uri="{FF2B5EF4-FFF2-40B4-BE49-F238E27FC236}">
                      <a16:creationId xmlns:a16="http://schemas.microsoft.com/office/drawing/2014/main" id="{FAEFF66F-87D7-BC8E-6A72-7A6AF149EBE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3" name="Freeform 544">
                  <a:extLst>
                    <a:ext uri="{FF2B5EF4-FFF2-40B4-BE49-F238E27FC236}">
                      <a16:creationId xmlns:a16="http://schemas.microsoft.com/office/drawing/2014/main" id="{7211512D-7B3D-4BFF-F6A2-91DF4C3F735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126FBC70-0CDB-F5EF-A572-693BCD59A338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370" name="Freeform 546">
                <a:extLst>
                  <a:ext uri="{FF2B5EF4-FFF2-40B4-BE49-F238E27FC236}">
                    <a16:creationId xmlns:a16="http://schemas.microsoft.com/office/drawing/2014/main" id="{2530D530-39D3-5A9A-545F-B6147A0CDF8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EA917DAA-F64F-32CF-6DD5-E8AF0E7DFBF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03E1F48C-9874-7671-1C1E-5B39B11A42F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3" name="Freeform 549">
                  <a:extLst>
                    <a:ext uri="{FF2B5EF4-FFF2-40B4-BE49-F238E27FC236}">
                      <a16:creationId xmlns:a16="http://schemas.microsoft.com/office/drawing/2014/main" id="{6AA1837C-3840-9998-1270-D071ECFF768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4" name="Freeform 550">
                  <a:extLst>
                    <a:ext uri="{FF2B5EF4-FFF2-40B4-BE49-F238E27FC236}">
                      <a16:creationId xmlns:a16="http://schemas.microsoft.com/office/drawing/2014/main" id="{D8B977AE-6984-A79F-2536-21A7C34F42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5" name="Freeform 551">
                  <a:extLst>
                    <a:ext uri="{FF2B5EF4-FFF2-40B4-BE49-F238E27FC236}">
                      <a16:creationId xmlns:a16="http://schemas.microsoft.com/office/drawing/2014/main" id="{F642866A-FE4D-FEE6-1D0A-B01DC6D847D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6" name="Freeform 552">
                  <a:extLst>
                    <a:ext uri="{FF2B5EF4-FFF2-40B4-BE49-F238E27FC236}">
                      <a16:creationId xmlns:a16="http://schemas.microsoft.com/office/drawing/2014/main" id="{D2E28DCF-FAEB-C0CC-2F17-A75E54C9784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2C894909-9ED8-9711-0705-3934CB0994AD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363" name="Freeform 623">
                <a:extLst>
                  <a:ext uri="{FF2B5EF4-FFF2-40B4-BE49-F238E27FC236}">
                    <a16:creationId xmlns:a16="http://schemas.microsoft.com/office/drawing/2014/main" id="{B99F6E4F-D5B3-CAF9-FC52-00849E2C0E0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DBE0CA1F-07B9-CB4B-16E2-A7BEB78B706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65" name="Group 364">
                <a:extLst>
                  <a:ext uri="{FF2B5EF4-FFF2-40B4-BE49-F238E27FC236}">
                    <a16:creationId xmlns:a16="http://schemas.microsoft.com/office/drawing/2014/main" id="{DE3BB766-A1DD-383F-BBC8-4A707168203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6" name="Freeform 626">
                  <a:extLst>
                    <a:ext uri="{FF2B5EF4-FFF2-40B4-BE49-F238E27FC236}">
                      <a16:creationId xmlns:a16="http://schemas.microsoft.com/office/drawing/2014/main" id="{452BAE9C-213F-1629-C30B-FFCF531A071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7" name="Freeform 627">
                  <a:extLst>
                    <a:ext uri="{FF2B5EF4-FFF2-40B4-BE49-F238E27FC236}">
                      <a16:creationId xmlns:a16="http://schemas.microsoft.com/office/drawing/2014/main" id="{03B04E04-7A02-0D47-A1CE-CBFD6253162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8" name="Freeform 628">
                  <a:extLst>
                    <a:ext uri="{FF2B5EF4-FFF2-40B4-BE49-F238E27FC236}">
                      <a16:creationId xmlns:a16="http://schemas.microsoft.com/office/drawing/2014/main" id="{B40AC94B-E80F-B1BB-4E72-F9DE35F18C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9" name="Freeform 629">
                  <a:extLst>
                    <a:ext uri="{FF2B5EF4-FFF2-40B4-BE49-F238E27FC236}">
                      <a16:creationId xmlns:a16="http://schemas.microsoft.com/office/drawing/2014/main" id="{DC0C9791-D210-6145-1446-AEECC6FC5EE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0824B1DC-3B41-9C42-7DC5-55A7DB550B13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356" name="Freeform 463">
                <a:extLst>
                  <a:ext uri="{FF2B5EF4-FFF2-40B4-BE49-F238E27FC236}">
                    <a16:creationId xmlns:a16="http://schemas.microsoft.com/office/drawing/2014/main" id="{E5A5FD92-3674-FF49-C4F1-8958FF3EA92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52E77E3C-BAF8-C34D-D90C-C63CBEBEFE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42F4304A-548C-4BE5-116B-26D108AB54B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9" name="Freeform 466">
                  <a:extLst>
                    <a:ext uri="{FF2B5EF4-FFF2-40B4-BE49-F238E27FC236}">
                      <a16:creationId xmlns:a16="http://schemas.microsoft.com/office/drawing/2014/main" id="{5E8DEB44-3041-A3EE-8BB6-C8BCF5DAE40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0" name="Freeform 467">
                  <a:extLst>
                    <a:ext uri="{FF2B5EF4-FFF2-40B4-BE49-F238E27FC236}">
                      <a16:creationId xmlns:a16="http://schemas.microsoft.com/office/drawing/2014/main" id="{229E35C1-5436-6F96-9BDB-DA4C71791AE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1" name="Freeform 468">
                  <a:extLst>
                    <a:ext uri="{FF2B5EF4-FFF2-40B4-BE49-F238E27FC236}">
                      <a16:creationId xmlns:a16="http://schemas.microsoft.com/office/drawing/2014/main" id="{F24E0C6A-1B4D-30B4-1E0A-992E1C6A13E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Freeform 469">
                  <a:extLst>
                    <a:ext uri="{FF2B5EF4-FFF2-40B4-BE49-F238E27FC236}">
                      <a16:creationId xmlns:a16="http://schemas.microsoft.com/office/drawing/2014/main" id="{7B7EA62D-026C-EB74-BA84-5804BE7D3C6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FFCE9EAC-AF51-1433-4EC1-9B4211CB186F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349" name="Freeform 447">
                <a:extLst>
                  <a:ext uri="{FF2B5EF4-FFF2-40B4-BE49-F238E27FC236}">
                    <a16:creationId xmlns:a16="http://schemas.microsoft.com/office/drawing/2014/main" id="{E47D9B6E-605E-A579-37AF-208E1499093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4DA996BD-E501-D7AE-AB5F-2584071A78F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3C5D00A4-C33F-123D-2BB3-DD23F34BB4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450">
                  <a:extLst>
                    <a:ext uri="{FF2B5EF4-FFF2-40B4-BE49-F238E27FC236}">
                      <a16:creationId xmlns:a16="http://schemas.microsoft.com/office/drawing/2014/main" id="{5E4ED25D-47CA-077A-763E-F4148C03DDF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3" name="Freeform 451">
                  <a:extLst>
                    <a:ext uri="{FF2B5EF4-FFF2-40B4-BE49-F238E27FC236}">
                      <a16:creationId xmlns:a16="http://schemas.microsoft.com/office/drawing/2014/main" id="{1FA4C95B-FAFC-7BE5-D892-D58DE982139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4" name="Freeform 452">
                  <a:extLst>
                    <a:ext uri="{FF2B5EF4-FFF2-40B4-BE49-F238E27FC236}">
                      <a16:creationId xmlns:a16="http://schemas.microsoft.com/office/drawing/2014/main" id="{CA8DB196-41C6-0800-1614-1303FE37501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5" name="Freeform 453">
                  <a:extLst>
                    <a:ext uri="{FF2B5EF4-FFF2-40B4-BE49-F238E27FC236}">
                      <a16:creationId xmlns:a16="http://schemas.microsoft.com/office/drawing/2014/main" id="{56CE51BE-B55C-5428-43DE-13DFEB96DDB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90" name="Freeform 2">
            <a:extLst>
              <a:ext uri="{FF2B5EF4-FFF2-40B4-BE49-F238E27FC236}">
                <a16:creationId xmlns:a16="http://schemas.microsoft.com/office/drawing/2014/main" id="{5AEE8795-39A5-D8C2-E5AE-6BFE53DA450D}"/>
              </a:ext>
            </a:extLst>
          </p:cNvPr>
          <p:cNvSpPr/>
          <p:nvPr/>
        </p:nvSpPr>
        <p:spPr>
          <a:xfrm>
            <a:off x="5904776" y="1641975"/>
            <a:ext cx="4101062" cy="4254341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A4E76040-8D19-4059-CDA4-BB1DAFEC7A5B}"/>
              </a:ext>
            </a:extLst>
          </p:cNvPr>
          <p:cNvSpPr txBox="1"/>
          <p:nvPr/>
        </p:nvSpPr>
        <p:spPr>
          <a:xfrm>
            <a:off x="424543" y="6041571"/>
            <a:ext cx="727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A4B588-A8AB-5573-08EB-68CC95D27698}"/>
                  </a:ext>
                </a:extLst>
              </p14:cNvPr>
              <p14:cNvContentPartPr/>
              <p14:nvPr/>
            </p14:nvContentPartPr>
            <p14:xfrm>
              <a:off x="6196680" y="3425040"/>
              <a:ext cx="2508840" cy="268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A4B588-A8AB-5573-08EB-68CC95D2769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87320" y="3415680"/>
                <a:ext cx="2527560" cy="270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777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42D6-5072-3700-B0D3-214C0331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gateways forward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09EA-E32F-83AE-DDEF-20AEE08C9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Gateways have multiple input/output ports</a:t>
            </a:r>
          </a:p>
          <a:p>
            <a:endParaRPr lang="en-IN" dirty="0"/>
          </a:p>
          <a:p>
            <a:r>
              <a:rPr lang="en-IN" dirty="0"/>
              <a:t>Use a forwarding table</a:t>
            </a:r>
          </a:p>
          <a:p>
            <a:pPr lvl="1"/>
            <a:r>
              <a:rPr lang="en-IN" dirty="0"/>
              <a:t>The forwarding table maps a destination address to an output port</a:t>
            </a:r>
          </a:p>
          <a:p>
            <a:pPr lvl="1"/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How forwarding table might have been created?</a:t>
            </a:r>
          </a:p>
        </p:txBody>
      </p:sp>
    </p:spTree>
    <p:extLst>
      <p:ext uri="{BB962C8B-B14F-4D97-AF65-F5344CB8AC3E}">
        <p14:creationId xmlns:p14="http://schemas.microsoft.com/office/powerpoint/2010/main" val="152198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3E0E-1EF0-8961-EB55-B3944D26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B061-0454-2D86-CA47-20E90771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gateways forward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14AA5-0ABB-8F85-7BEC-0F0F7307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Gateways have multiple input/output ports</a:t>
            </a:r>
          </a:p>
          <a:p>
            <a:endParaRPr lang="en-IN" dirty="0"/>
          </a:p>
          <a:p>
            <a:r>
              <a:rPr lang="en-IN" dirty="0"/>
              <a:t>Use a forwarding table</a:t>
            </a:r>
          </a:p>
          <a:p>
            <a:pPr lvl="1"/>
            <a:r>
              <a:rPr lang="en-IN" dirty="0"/>
              <a:t>The forwarding table maps destination address to output port</a:t>
            </a:r>
          </a:p>
          <a:p>
            <a:pPr lvl="1"/>
            <a:endParaRPr lang="en-IN" dirty="0"/>
          </a:p>
          <a:p>
            <a:r>
              <a:rPr lang="en-IN" dirty="0"/>
              <a:t>How forwarding table might have been created?</a:t>
            </a:r>
          </a:p>
          <a:p>
            <a:pPr lvl="1"/>
            <a:r>
              <a:rPr lang="en-IN" dirty="0"/>
              <a:t>Using shortest path algorithms</a:t>
            </a:r>
          </a:p>
          <a:p>
            <a:pPr lvl="1"/>
            <a:endParaRPr lang="en-IN" dirty="0"/>
          </a:p>
          <a:p>
            <a:r>
              <a:rPr lang="en-IN" dirty="0"/>
              <a:t>Message is forwarded from hop (gateway/end host) to hop until it reaches destination</a:t>
            </a:r>
          </a:p>
        </p:txBody>
      </p:sp>
    </p:spTree>
    <p:extLst>
      <p:ext uri="{BB962C8B-B14F-4D97-AF65-F5344CB8AC3E}">
        <p14:creationId xmlns:p14="http://schemas.microsoft.com/office/powerpoint/2010/main" val="2556497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68E1-07A8-8361-B9CF-66024824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How B know who sent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D83E7-2268-19BF-A757-1FE397A7F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61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FBCFF-CC7A-91CA-861B-24077D20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5605-835A-9B6A-72CF-2B9D9274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B know who sent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8195-4530-C89D-F5A0-78F1F1D7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Message includes A’s address</a:t>
            </a:r>
          </a:p>
          <a:p>
            <a:endParaRPr lang="en-IN" dirty="0"/>
          </a:p>
          <a:p>
            <a:r>
              <a:rPr lang="en-IN" dirty="0"/>
              <a:t>B uses this to identify the sender</a:t>
            </a:r>
          </a:p>
        </p:txBody>
      </p:sp>
    </p:spTree>
    <p:extLst>
      <p:ext uri="{BB962C8B-B14F-4D97-AF65-F5344CB8AC3E}">
        <p14:creationId xmlns:p14="http://schemas.microsoft.com/office/powerpoint/2010/main" val="1187411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3C52-EE00-AF4D-FBCE-BDA14403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corruption and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FE9D-2F93-CD42-5FA9-15DEDD38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message may get corrupted due to electromagnetic interference, signal noise, etc.</a:t>
            </a:r>
          </a:p>
          <a:p>
            <a:endParaRPr lang="en-IN" dirty="0"/>
          </a:p>
          <a:p>
            <a:r>
              <a:rPr lang="en-IN" dirty="0"/>
              <a:t>It might also get lost due to broken links or power failure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How can we handle corruption and loss?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033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5368-A5A1-0F41-F2B4-CA58F618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C742-2B07-ED83-694F-B7096FF2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corruption and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1FD3-99D6-4CFD-3C09-914CCEC9A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The message may get corrupted due to electromagnetic interference, signal noise, etc.</a:t>
            </a:r>
          </a:p>
          <a:p>
            <a:endParaRPr lang="en-IN" dirty="0"/>
          </a:p>
          <a:p>
            <a:r>
              <a:rPr lang="en-IN" dirty="0"/>
              <a:t>It might also get lost due to broken links or power failure</a:t>
            </a:r>
          </a:p>
          <a:p>
            <a:endParaRPr lang="en-IN" dirty="0"/>
          </a:p>
          <a:p>
            <a:r>
              <a:rPr lang="en-IN" dirty="0"/>
              <a:t>Sender sends additional information such as </a:t>
            </a:r>
            <a:r>
              <a:rPr lang="en-IN" dirty="0">
                <a:solidFill>
                  <a:schemeClr val="accent1"/>
                </a:solidFill>
              </a:rPr>
              <a:t>checksum</a:t>
            </a:r>
            <a:r>
              <a:rPr lang="en-IN" b="1" dirty="0"/>
              <a:t> </a:t>
            </a:r>
            <a:r>
              <a:rPr lang="en-IN" dirty="0"/>
              <a:t>(sum of all characters in the message) with the message</a:t>
            </a:r>
          </a:p>
          <a:p>
            <a:endParaRPr lang="en-IN" dirty="0"/>
          </a:p>
          <a:p>
            <a:r>
              <a:rPr lang="en-IN" dirty="0"/>
              <a:t>The receiver verifies the checksum and send acknowledgment to sender</a:t>
            </a:r>
          </a:p>
          <a:p>
            <a:endParaRPr lang="en-IN" dirty="0"/>
          </a:p>
          <a:p>
            <a:r>
              <a:rPr lang="en-IN" dirty="0"/>
              <a:t>If the sender doesn’t receive an acknowledgment, it retransmits the message</a:t>
            </a:r>
          </a:p>
        </p:txBody>
      </p:sp>
    </p:spTree>
    <p:extLst>
      <p:ext uri="{BB962C8B-B14F-4D97-AF65-F5344CB8AC3E}">
        <p14:creationId xmlns:p14="http://schemas.microsoft.com/office/powerpoint/2010/main" val="145548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612A-BB61-7A35-404C-D38FD6E4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48F63-C7F0-0045-FDC1-B8C2D9248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network core is the interconnected high-speed gateways and links that forward data between hosts across the internet</a:t>
            </a:r>
          </a:p>
        </p:txBody>
      </p:sp>
    </p:spTree>
    <p:extLst>
      <p:ext uri="{BB962C8B-B14F-4D97-AF65-F5344CB8AC3E}">
        <p14:creationId xmlns:p14="http://schemas.microsoft.com/office/powerpoint/2010/main" val="1763717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8FCD-60C4-4760-E3C0-E4E42C55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B4D4A-E690-0FA2-7053-CBD01CB8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core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A8916-EBDD-4A35-1327-72E20284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596A9-04BD-9AD6-9A92-740D56188D12}"/>
              </a:ext>
            </a:extLst>
          </p:cNvPr>
          <p:cNvSpPr txBox="1"/>
          <p:nvPr/>
        </p:nvSpPr>
        <p:spPr>
          <a:xfrm>
            <a:off x="7905924" y="3479610"/>
            <a:ext cx="13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Internet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DC733-76F0-E3B1-0716-BC42FB432724}"/>
              </a:ext>
            </a:extLst>
          </p:cNvPr>
          <p:cNvSpPr/>
          <p:nvPr/>
        </p:nvSpPr>
        <p:spPr>
          <a:xfrm>
            <a:off x="7965787" y="3526527"/>
            <a:ext cx="1558255" cy="538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0612B4-7370-74AB-2FBF-302F013A2054}"/>
              </a:ext>
            </a:extLst>
          </p:cNvPr>
          <p:cNvGrpSpPr/>
          <p:nvPr/>
        </p:nvGrpSpPr>
        <p:grpSpPr>
          <a:xfrm>
            <a:off x="5920835" y="1488461"/>
            <a:ext cx="4525460" cy="4859961"/>
            <a:chOff x="7268561" y="1458365"/>
            <a:chExt cx="4525460" cy="4859961"/>
          </a:xfrm>
        </p:grpSpPr>
        <p:sp>
          <p:nvSpPr>
            <p:cNvPr id="10" name="Freeform 370">
              <a:extLst>
                <a:ext uri="{FF2B5EF4-FFF2-40B4-BE49-F238E27FC236}">
                  <a16:creationId xmlns:a16="http://schemas.microsoft.com/office/drawing/2014/main" id="{B4173A35-21D7-8FFA-B488-6008C2BB92BF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417">
              <a:extLst>
                <a:ext uri="{FF2B5EF4-FFF2-40B4-BE49-F238E27FC236}">
                  <a16:creationId xmlns:a16="http://schemas.microsoft.com/office/drawing/2014/main" id="{9C6B9CDE-58F0-3317-E036-825F806AC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" name="Group 418">
              <a:extLst>
                <a:ext uri="{FF2B5EF4-FFF2-40B4-BE49-F238E27FC236}">
                  <a16:creationId xmlns:a16="http://schemas.microsoft.com/office/drawing/2014/main" id="{15848AE0-6FC2-D4AB-D59D-0CE265742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44" name="Rectangle 419">
                <a:extLst>
                  <a:ext uri="{FF2B5EF4-FFF2-40B4-BE49-F238E27FC236}">
                    <a16:creationId xmlns:a16="http://schemas.microsoft.com/office/drawing/2014/main" id="{EB342168-6CF3-9534-9498-ABAFAF3D0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AutoShape 420">
                <a:extLst>
                  <a:ext uri="{FF2B5EF4-FFF2-40B4-BE49-F238E27FC236}">
                    <a16:creationId xmlns:a16="http://schemas.microsoft.com/office/drawing/2014/main" id="{96ED6153-8EFB-8500-D5BE-9AA6D2484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Freeform 427">
              <a:extLst>
                <a:ext uri="{FF2B5EF4-FFF2-40B4-BE49-F238E27FC236}">
                  <a16:creationId xmlns:a16="http://schemas.microsoft.com/office/drawing/2014/main" id="{590C7BD5-2DB2-B00F-2D17-75F2FCE2B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 Box 580">
              <a:extLst>
                <a:ext uri="{FF2B5EF4-FFF2-40B4-BE49-F238E27FC236}">
                  <a16:creationId xmlns:a16="http://schemas.microsoft.com/office/drawing/2014/main" id="{C3D454FC-9C46-7DED-DC82-AE67540DA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mobile network</a:t>
              </a:r>
            </a:p>
          </p:txBody>
        </p:sp>
        <p:sp>
          <p:nvSpPr>
            <p:cNvPr id="15" name="Text Box 580">
              <a:extLst>
                <a:ext uri="{FF2B5EF4-FFF2-40B4-BE49-F238E27FC236}">
                  <a16:creationId xmlns:a16="http://schemas.microsoft.com/office/drawing/2014/main" id="{49823910-85B3-A168-9CAB-64A1287C0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home network</a:t>
              </a:r>
            </a:p>
          </p:txBody>
        </p:sp>
        <p:sp>
          <p:nvSpPr>
            <p:cNvPr id="16" name="Text Box 580">
              <a:extLst>
                <a:ext uri="{FF2B5EF4-FFF2-40B4-BE49-F238E27FC236}">
                  <a16:creationId xmlns:a16="http://schemas.microsoft.com/office/drawing/2014/main" id="{EC318F0B-7B80-08CE-A33A-E6AFC3A42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          network</a:t>
              </a:r>
            </a:p>
          </p:txBody>
        </p:sp>
        <p:sp>
          <p:nvSpPr>
            <p:cNvPr id="17" name="Freeform 371">
              <a:extLst>
                <a:ext uri="{FF2B5EF4-FFF2-40B4-BE49-F238E27FC236}">
                  <a16:creationId xmlns:a16="http://schemas.microsoft.com/office/drawing/2014/main" id="{13104D48-0FA6-B908-F0BE-1095C168F11B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1BAF42-846B-47AF-74A7-566038521B6F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6" name="Freeform 381">
                <a:extLst>
                  <a:ext uri="{FF2B5EF4-FFF2-40B4-BE49-F238E27FC236}">
                    <a16:creationId xmlns:a16="http://schemas.microsoft.com/office/drawing/2014/main" id="{F43CBF70-CFF0-3AAF-E4C5-17383BC7FDFB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 382">
                <a:extLst>
                  <a:ext uri="{FF2B5EF4-FFF2-40B4-BE49-F238E27FC236}">
                    <a16:creationId xmlns:a16="http://schemas.microsoft.com/office/drawing/2014/main" id="{354C1160-E7EE-8AD2-29D2-5AD6AA5F789A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8097FCB-6B7B-942A-6E84-0745DEA65FAA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EAEF9C-64E0-7D3A-FDA4-C7BF3C60ED71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4ED822C-926C-20BA-34F5-0F7489496C3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50AB32C-0998-7277-B86D-B4BF42CCC2E2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B15BA02-98DB-DC1A-FD34-9FA59C7ABEA1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74FEFE3-CB11-1920-6640-502DF039E840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2AFBF58-47EF-9859-88D9-F9321389B5D3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28" name="Freeform 398">
                <a:extLst>
                  <a:ext uri="{FF2B5EF4-FFF2-40B4-BE49-F238E27FC236}">
                    <a16:creationId xmlns:a16="http://schemas.microsoft.com/office/drawing/2014/main" id="{294F2A64-E9FF-5E7A-2109-3FF795B5FC1B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 399">
                <a:extLst>
                  <a:ext uri="{FF2B5EF4-FFF2-40B4-BE49-F238E27FC236}">
                    <a16:creationId xmlns:a16="http://schemas.microsoft.com/office/drawing/2014/main" id="{99C7EE19-41B2-1B08-DF99-C6018505798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61B8CFF-8847-2D13-D1EC-F0288C7BE3D0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38DC8EA-13AC-3ABA-8B85-19544D94B69A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116B9FE-AC42-27BE-E941-55ECB36C980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22C919C-1BAB-C972-433B-6F45E7596697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ED32AA1-B403-7CEB-7154-7791B5263759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9AB250B-C3E9-66A9-FC16-A7321049A071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Freeform 561">
              <a:extLst>
                <a:ext uri="{FF2B5EF4-FFF2-40B4-BE49-F238E27FC236}">
                  <a16:creationId xmlns:a16="http://schemas.microsoft.com/office/drawing/2014/main" id="{64C6B99D-17A3-8AF8-43E4-47A37A9CFDE7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DDE03D-2B5B-9BA7-D386-72E606DEDC9A}"/>
                </a:ext>
              </a:extLst>
            </p:cNvPr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national or global ISP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782F3DF-5C75-AB8A-CE6F-E361E695F4C6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4166D8-19B9-2CF5-954E-7F1E9106DCA8}"/>
                </a:ext>
              </a:extLst>
            </p:cNvPr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local or regional ISP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BD0422-5989-C8D7-B982-37605E26A248}"/>
                </a:ext>
              </a:extLst>
            </p:cNvPr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EF401F-A318-E534-61C0-09A152DC3FC4}"/>
                </a:ext>
              </a:extLst>
            </p:cNvPr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network</a:t>
              </a:r>
              <a:endParaRPr lang="en-US" sz="10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0B5CC47-306C-E8BA-76A8-16460697B92C}"/>
              </a:ext>
            </a:extLst>
          </p:cNvPr>
          <p:cNvGrpSpPr/>
          <p:nvPr/>
        </p:nvGrpSpPr>
        <p:grpSpPr>
          <a:xfrm>
            <a:off x="6277723" y="2127325"/>
            <a:ext cx="3578867" cy="3640283"/>
            <a:chOff x="7562238" y="2127325"/>
            <a:chExt cx="3578867" cy="364028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19831F2-0D7A-81AE-2BA7-86A1812190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BEC0A71-7A96-5F7C-FAD3-C74D882DE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7F06E0A-1BF6-899E-EB6A-3371FA5C9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113DDF2-C300-9FD9-AEE6-33C4978C9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E03A6CF-5012-58F9-64A9-E63E9DF93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09F0CCC-7AEF-1345-FF9A-851BF98A6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38214A3-C05C-0E3C-9054-A9E6D26A4E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4836EDB-5ED2-3688-8E60-CE1883C69A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9DCA763-0A8A-17A6-C5CE-26BC3F482F7D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F3EAB03-C355-1F2E-8DD3-38BB5E0B021E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9C263B0-C769-89BD-EF9E-DB878B380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9D53326-B351-57BE-FD19-D9677FA68609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FA7601B-7A13-9218-2C67-DECDE3197D4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64" name="Line 428">
                  <a:extLst>
                    <a:ext uri="{FF2B5EF4-FFF2-40B4-BE49-F238E27FC236}">
                      <a16:creationId xmlns:a16="http://schemas.microsoft.com/office/drawing/2014/main" id="{1947216C-E2CE-2C72-04B1-F5A2EC44A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" name="Line 430">
                  <a:extLst>
                    <a:ext uri="{FF2B5EF4-FFF2-40B4-BE49-F238E27FC236}">
                      <a16:creationId xmlns:a16="http://schemas.microsoft.com/office/drawing/2014/main" id="{E3FCBE4F-B842-69EB-BAE0-3DFF2C4BB6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6" name="Line 431">
                  <a:extLst>
                    <a:ext uri="{FF2B5EF4-FFF2-40B4-BE49-F238E27FC236}">
                      <a16:creationId xmlns:a16="http://schemas.microsoft.com/office/drawing/2014/main" id="{F12EAD84-A6E1-3D2A-D7FD-5A3EB8ACE4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" name="Line 432">
                  <a:extLst>
                    <a:ext uri="{FF2B5EF4-FFF2-40B4-BE49-F238E27FC236}">
                      <a16:creationId xmlns:a16="http://schemas.microsoft.com/office/drawing/2014/main" id="{23D7527E-1EDA-E752-8239-4EDF976D3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" name="Line 433">
                  <a:extLst>
                    <a:ext uri="{FF2B5EF4-FFF2-40B4-BE49-F238E27FC236}">
                      <a16:creationId xmlns:a16="http://schemas.microsoft.com/office/drawing/2014/main" id="{1CCA0D71-62AA-67E0-26B3-B6B67F8DF3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" name="Line 435">
                  <a:extLst>
                    <a:ext uri="{FF2B5EF4-FFF2-40B4-BE49-F238E27FC236}">
                      <a16:creationId xmlns:a16="http://schemas.microsoft.com/office/drawing/2014/main" id="{69AC7B45-3D15-8973-2A21-7B2676D143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" name="Line 436">
                  <a:extLst>
                    <a:ext uri="{FF2B5EF4-FFF2-40B4-BE49-F238E27FC236}">
                      <a16:creationId xmlns:a16="http://schemas.microsoft.com/office/drawing/2014/main" id="{61613D1C-F9C0-6BD2-2771-9510388E1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" name="Line 439">
                  <a:extLst>
                    <a:ext uri="{FF2B5EF4-FFF2-40B4-BE49-F238E27FC236}">
                      <a16:creationId xmlns:a16="http://schemas.microsoft.com/office/drawing/2014/main" id="{8BB18EA2-8D09-FF35-1874-F14DC118BE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" name="Line 440">
                  <a:extLst>
                    <a:ext uri="{FF2B5EF4-FFF2-40B4-BE49-F238E27FC236}">
                      <a16:creationId xmlns:a16="http://schemas.microsoft.com/office/drawing/2014/main" id="{FC9172F9-298F-A47A-EA17-1E368AF335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3" name="Line 441">
                  <a:extLst>
                    <a:ext uri="{FF2B5EF4-FFF2-40B4-BE49-F238E27FC236}">
                      <a16:creationId xmlns:a16="http://schemas.microsoft.com/office/drawing/2014/main" id="{C1EEF8F3-E96B-865A-A75D-872BE715E2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4" name="Line 443">
                  <a:extLst>
                    <a:ext uri="{FF2B5EF4-FFF2-40B4-BE49-F238E27FC236}">
                      <a16:creationId xmlns:a16="http://schemas.microsoft.com/office/drawing/2014/main" id="{A0E88BAB-BFDA-61BC-33DA-235C21FAD2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5" name="Line 449">
                  <a:extLst>
                    <a:ext uri="{FF2B5EF4-FFF2-40B4-BE49-F238E27FC236}">
                      <a16:creationId xmlns:a16="http://schemas.microsoft.com/office/drawing/2014/main" id="{272D0200-AF60-78D9-4F4F-DA8806A008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6" name="Line 428">
                  <a:extLst>
                    <a:ext uri="{FF2B5EF4-FFF2-40B4-BE49-F238E27FC236}">
                      <a16:creationId xmlns:a16="http://schemas.microsoft.com/office/drawing/2014/main" id="{6DC0E1E3-A656-775F-C82B-C4B05AC9B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7" name="Line 440">
                  <a:extLst>
                    <a:ext uri="{FF2B5EF4-FFF2-40B4-BE49-F238E27FC236}">
                      <a16:creationId xmlns:a16="http://schemas.microsoft.com/office/drawing/2014/main" id="{31395A69-61A9-4E47-F2A5-178B865042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449C4EE6-08B4-C30C-9025-2AC15A4F778A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6C41268D-CC2E-FCE6-0860-E49CBC132276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137B7E3-B761-61BA-BDBB-98374E4E6C01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3CB65941-83F2-C1FF-A58F-4E66E5B0EAB6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E172C100-441D-6A44-8B87-96C341444DC7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332AE27C-6319-E086-AC4D-555A5FC45F2B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94AE6BD-5D83-85D9-98F4-D521A329F461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EBED0DE-E9D2-42FD-0FD0-ED2C860C843E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Line 541">
                  <a:extLst>
                    <a:ext uri="{FF2B5EF4-FFF2-40B4-BE49-F238E27FC236}">
                      <a16:creationId xmlns:a16="http://schemas.microsoft.com/office/drawing/2014/main" id="{B4F30BEE-6072-7BEF-ABE5-86D7D0521E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7" name="Line 424">
                  <a:extLst>
                    <a:ext uri="{FF2B5EF4-FFF2-40B4-BE49-F238E27FC236}">
                      <a16:creationId xmlns:a16="http://schemas.microsoft.com/office/drawing/2014/main" id="{DE0B16E8-6796-6751-AA0E-22DB230FF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60" name="Picture 778" descr="antenna_radiation_stylized">
                <a:extLst>
                  <a:ext uri="{FF2B5EF4-FFF2-40B4-BE49-F238E27FC236}">
                    <a16:creationId xmlns:a16="http://schemas.microsoft.com/office/drawing/2014/main" id="{63C4104A-452F-FCAB-DA51-9807072CB5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" name="Picture 781" descr="antenna_radiation_stylized">
                <a:extLst>
                  <a:ext uri="{FF2B5EF4-FFF2-40B4-BE49-F238E27FC236}">
                    <a16:creationId xmlns:a16="http://schemas.microsoft.com/office/drawing/2014/main" id="{BCCFC5B8-CE50-86EB-FA22-2C6F94DE7F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799" descr="cell_tower_radiation copy">
                <a:extLst>
                  <a:ext uri="{FF2B5EF4-FFF2-40B4-BE49-F238E27FC236}">
                    <a16:creationId xmlns:a16="http://schemas.microsoft.com/office/drawing/2014/main" id="{E0E4696C-8B52-01A3-0C89-55D0159946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Oval 800">
                <a:extLst>
                  <a:ext uri="{FF2B5EF4-FFF2-40B4-BE49-F238E27FC236}">
                    <a16:creationId xmlns:a16="http://schemas.microsoft.com/office/drawing/2014/main" id="{0D4342E0-D786-9250-E1A7-A7E95BA94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C18C048-A2F5-D0A2-1FB3-32457B64D09F}"/>
              </a:ext>
            </a:extLst>
          </p:cNvPr>
          <p:cNvGrpSpPr/>
          <p:nvPr/>
        </p:nvGrpSpPr>
        <p:grpSpPr>
          <a:xfrm>
            <a:off x="6129557" y="1891912"/>
            <a:ext cx="4144321" cy="4300892"/>
            <a:chOff x="7432700" y="1830405"/>
            <a:chExt cx="4144321" cy="430089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FE77A38-7F64-F6C0-ED41-AD0D45C1FFE1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roup 652">
                <a:extLst>
                  <a:ext uri="{FF2B5EF4-FFF2-40B4-BE49-F238E27FC236}">
                    <a16:creationId xmlns:a16="http://schemas.microsoft.com/office/drawing/2014/main" id="{0E7DD998-EEA8-E768-89AD-47E357C5E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293" name="Picture 653" descr="iphone_stylized_small">
                  <a:extLst>
                    <a:ext uri="{FF2B5EF4-FFF2-40B4-BE49-F238E27FC236}">
                      <a16:creationId xmlns:a16="http://schemas.microsoft.com/office/drawing/2014/main" id="{16680463-AAA5-499C-CF8A-303DAF10B65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4" name="Picture 654" descr="antenna_radiation_stylized">
                  <a:extLst>
                    <a:ext uri="{FF2B5EF4-FFF2-40B4-BE49-F238E27FC236}">
                      <a16:creationId xmlns:a16="http://schemas.microsoft.com/office/drawing/2014/main" id="{75DC9703-EE23-34A3-EBFF-BA297DBC3E7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B0904B25-0C87-7DB6-9CB6-9931E295F350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270" name="Picture 1017" descr="antenna_stylized">
                  <a:extLst>
                    <a:ext uri="{FF2B5EF4-FFF2-40B4-BE49-F238E27FC236}">
                      <a16:creationId xmlns:a16="http://schemas.microsoft.com/office/drawing/2014/main" id="{3BDB1332-2A85-15F1-F09F-656CDCF90E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1" name="Picture 1018" descr="laptop_keyboard">
                  <a:extLst>
                    <a:ext uri="{FF2B5EF4-FFF2-40B4-BE49-F238E27FC236}">
                      <a16:creationId xmlns:a16="http://schemas.microsoft.com/office/drawing/2014/main" id="{EC844695-36C7-0535-790A-09B2D22651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2" name="Freeform 1019">
                  <a:extLst>
                    <a:ext uri="{FF2B5EF4-FFF2-40B4-BE49-F238E27FC236}">
                      <a16:creationId xmlns:a16="http://schemas.microsoft.com/office/drawing/2014/main" id="{26413750-8491-9432-6B22-52CAF3A924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273" name="Picture 1020" descr="screen">
                  <a:extLst>
                    <a:ext uri="{FF2B5EF4-FFF2-40B4-BE49-F238E27FC236}">
                      <a16:creationId xmlns:a16="http://schemas.microsoft.com/office/drawing/2014/main" id="{6159A221-8E77-D2D6-D067-E83FEFA0045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4" name="Freeform 1021">
                  <a:extLst>
                    <a:ext uri="{FF2B5EF4-FFF2-40B4-BE49-F238E27FC236}">
                      <a16:creationId xmlns:a16="http://schemas.microsoft.com/office/drawing/2014/main" id="{50CD44B6-E883-0F18-095C-346C57D48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5" name="Freeform 1022">
                  <a:extLst>
                    <a:ext uri="{FF2B5EF4-FFF2-40B4-BE49-F238E27FC236}">
                      <a16:creationId xmlns:a16="http://schemas.microsoft.com/office/drawing/2014/main" id="{B645469E-37D8-63AB-1325-D9C554EDA9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6" name="Freeform 1023">
                  <a:extLst>
                    <a:ext uri="{FF2B5EF4-FFF2-40B4-BE49-F238E27FC236}">
                      <a16:creationId xmlns:a16="http://schemas.microsoft.com/office/drawing/2014/main" id="{87E208F1-057A-97BA-3DED-FB37461929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7" name="Freeform 1024">
                  <a:extLst>
                    <a:ext uri="{FF2B5EF4-FFF2-40B4-BE49-F238E27FC236}">
                      <a16:creationId xmlns:a16="http://schemas.microsoft.com/office/drawing/2014/main" id="{807B9A62-1569-9F50-2413-7CFB35F4AF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8" name="Freeform 1025">
                  <a:extLst>
                    <a:ext uri="{FF2B5EF4-FFF2-40B4-BE49-F238E27FC236}">
                      <a16:creationId xmlns:a16="http://schemas.microsoft.com/office/drawing/2014/main" id="{B0FFD85B-01B6-FD7C-D482-9775ABFA87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9" name="Freeform 1026">
                  <a:extLst>
                    <a:ext uri="{FF2B5EF4-FFF2-40B4-BE49-F238E27FC236}">
                      <a16:creationId xmlns:a16="http://schemas.microsoft.com/office/drawing/2014/main" id="{57926251-38E1-66D6-BB57-83BAE3736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80" name="Group 1027">
                  <a:extLst>
                    <a:ext uri="{FF2B5EF4-FFF2-40B4-BE49-F238E27FC236}">
                      <a16:creationId xmlns:a16="http://schemas.microsoft.com/office/drawing/2014/main" id="{5C2F1753-12D5-4AEE-CA07-0A9062456B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87" name="Freeform 1028">
                    <a:extLst>
                      <a:ext uri="{FF2B5EF4-FFF2-40B4-BE49-F238E27FC236}">
                        <a16:creationId xmlns:a16="http://schemas.microsoft.com/office/drawing/2014/main" id="{A24F4B01-D137-8E80-9C5B-C220AD165B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8" name="Freeform 1029">
                    <a:extLst>
                      <a:ext uri="{FF2B5EF4-FFF2-40B4-BE49-F238E27FC236}">
                        <a16:creationId xmlns:a16="http://schemas.microsoft.com/office/drawing/2014/main" id="{3E8F0776-CFF5-ADDB-FAB1-689AB0F619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89" name="Freeform 1030">
                    <a:extLst>
                      <a:ext uri="{FF2B5EF4-FFF2-40B4-BE49-F238E27FC236}">
                        <a16:creationId xmlns:a16="http://schemas.microsoft.com/office/drawing/2014/main" id="{63381697-2702-9339-2996-A4097E7498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0" name="Freeform 1031">
                    <a:extLst>
                      <a:ext uri="{FF2B5EF4-FFF2-40B4-BE49-F238E27FC236}">
                        <a16:creationId xmlns:a16="http://schemas.microsoft.com/office/drawing/2014/main" id="{2490D9A4-82BD-A184-4818-43092E89DF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1" name="Freeform 1032">
                    <a:extLst>
                      <a:ext uri="{FF2B5EF4-FFF2-40B4-BE49-F238E27FC236}">
                        <a16:creationId xmlns:a16="http://schemas.microsoft.com/office/drawing/2014/main" id="{A8D056CD-3011-EFB8-81A7-26A337A82F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2" name="Freeform 1033">
                    <a:extLst>
                      <a:ext uri="{FF2B5EF4-FFF2-40B4-BE49-F238E27FC236}">
                        <a16:creationId xmlns:a16="http://schemas.microsoft.com/office/drawing/2014/main" id="{FEDF018F-C787-4F11-3F86-DE5EC4568E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81" name="Freeform 1034">
                  <a:extLst>
                    <a:ext uri="{FF2B5EF4-FFF2-40B4-BE49-F238E27FC236}">
                      <a16:creationId xmlns:a16="http://schemas.microsoft.com/office/drawing/2014/main" id="{7D303DC0-6149-AFCD-75A0-32B8D427F4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2" name="Freeform 1035">
                  <a:extLst>
                    <a:ext uri="{FF2B5EF4-FFF2-40B4-BE49-F238E27FC236}">
                      <a16:creationId xmlns:a16="http://schemas.microsoft.com/office/drawing/2014/main" id="{5A6B296F-7D19-18B5-1718-204B85F21B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3" name="Freeform 1036">
                  <a:extLst>
                    <a:ext uri="{FF2B5EF4-FFF2-40B4-BE49-F238E27FC236}">
                      <a16:creationId xmlns:a16="http://schemas.microsoft.com/office/drawing/2014/main" id="{BFDFB4B2-D4CE-F517-4220-9CD59A8A58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4" name="Freeform 1037">
                  <a:extLst>
                    <a:ext uri="{FF2B5EF4-FFF2-40B4-BE49-F238E27FC236}">
                      <a16:creationId xmlns:a16="http://schemas.microsoft.com/office/drawing/2014/main" id="{A7B6ED96-A64F-1651-BCB1-05BA49B3FE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5" name="Freeform 1038">
                  <a:extLst>
                    <a:ext uri="{FF2B5EF4-FFF2-40B4-BE49-F238E27FC236}">
                      <a16:creationId xmlns:a16="http://schemas.microsoft.com/office/drawing/2014/main" id="{4434DAC4-6F9B-BBC5-CC0E-AA350EFA2B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6" name="Freeform 1039">
                  <a:extLst>
                    <a:ext uri="{FF2B5EF4-FFF2-40B4-BE49-F238E27FC236}">
                      <a16:creationId xmlns:a16="http://schemas.microsoft.com/office/drawing/2014/main" id="{2B2D92CA-104D-74A1-B17D-3148CBE36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6B547AE4-B251-857C-DA7E-16BFABBE5880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268" name="Picture 568" descr="light2.png">
                  <a:extLst>
                    <a:ext uri="{FF2B5EF4-FFF2-40B4-BE49-F238E27FC236}">
                      <a16:creationId xmlns:a16="http://schemas.microsoft.com/office/drawing/2014/main" id="{072E5513-80B5-BD68-4569-A1720222E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9" name="Picture 1017" descr="antenna_stylized">
                  <a:extLst>
                    <a:ext uri="{FF2B5EF4-FFF2-40B4-BE49-F238E27FC236}">
                      <a16:creationId xmlns:a16="http://schemas.microsoft.com/office/drawing/2014/main" id="{D73913B9-79AA-3351-0121-24B5651239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6061F990-AC3E-25A4-97B8-73921699A973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266" name="Picture 603" descr="car_icon_small">
                  <a:extLst>
                    <a:ext uri="{FF2B5EF4-FFF2-40B4-BE49-F238E27FC236}">
                      <a16:creationId xmlns:a16="http://schemas.microsoft.com/office/drawing/2014/main" id="{6BFFBD70-EECA-BA67-B7FF-8A2782C1A3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7" name="Picture 1017" descr="antenna_stylized">
                  <a:extLst>
                    <a:ext uri="{FF2B5EF4-FFF2-40B4-BE49-F238E27FC236}">
                      <a16:creationId xmlns:a16="http://schemas.microsoft.com/office/drawing/2014/main" id="{532425B4-F09A-0F31-559F-9E279A9EE8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BD3ABE6-FFB3-A304-CAFB-9F6E3CB25600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712A3965-E522-8136-2EC2-40BBBDABFBD2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239" name="Picture 1115" descr="antenna_stylized">
                  <a:extLst>
                    <a:ext uri="{FF2B5EF4-FFF2-40B4-BE49-F238E27FC236}">
                      <a16:creationId xmlns:a16="http://schemas.microsoft.com/office/drawing/2014/main" id="{6033FBF8-EAB9-571B-ADB6-7F77E776151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0" name="Picture 1116" descr="laptop_keyboard">
                  <a:extLst>
                    <a:ext uri="{FF2B5EF4-FFF2-40B4-BE49-F238E27FC236}">
                      <a16:creationId xmlns:a16="http://schemas.microsoft.com/office/drawing/2014/main" id="{0A92E8DF-21AD-7B58-82C1-8D7CA11099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1" name="Freeform 1117">
                  <a:extLst>
                    <a:ext uri="{FF2B5EF4-FFF2-40B4-BE49-F238E27FC236}">
                      <a16:creationId xmlns:a16="http://schemas.microsoft.com/office/drawing/2014/main" id="{902C517A-0652-3509-6917-E035EF51C2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242" name="Picture 1118" descr="screen">
                  <a:extLst>
                    <a:ext uri="{FF2B5EF4-FFF2-40B4-BE49-F238E27FC236}">
                      <a16:creationId xmlns:a16="http://schemas.microsoft.com/office/drawing/2014/main" id="{ED3E8FB3-06EB-F8A4-22BF-2D2AFBDDF2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3" name="Freeform 1119">
                  <a:extLst>
                    <a:ext uri="{FF2B5EF4-FFF2-40B4-BE49-F238E27FC236}">
                      <a16:creationId xmlns:a16="http://schemas.microsoft.com/office/drawing/2014/main" id="{A1FF0BE7-AE1B-3FE5-A000-49F8F4852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4" name="Freeform 1120">
                  <a:extLst>
                    <a:ext uri="{FF2B5EF4-FFF2-40B4-BE49-F238E27FC236}">
                      <a16:creationId xmlns:a16="http://schemas.microsoft.com/office/drawing/2014/main" id="{491B0EF9-551F-AB47-625E-292BD349AB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5" name="Freeform 1121">
                  <a:extLst>
                    <a:ext uri="{FF2B5EF4-FFF2-40B4-BE49-F238E27FC236}">
                      <a16:creationId xmlns:a16="http://schemas.microsoft.com/office/drawing/2014/main" id="{CB4CB949-DB6F-1012-3F58-065B7AD22B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6" name="Freeform 1122">
                  <a:extLst>
                    <a:ext uri="{FF2B5EF4-FFF2-40B4-BE49-F238E27FC236}">
                      <a16:creationId xmlns:a16="http://schemas.microsoft.com/office/drawing/2014/main" id="{6AEF89AA-D0A8-AB98-48CB-E87827AD27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7" name="Freeform 1123">
                  <a:extLst>
                    <a:ext uri="{FF2B5EF4-FFF2-40B4-BE49-F238E27FC236}">
                      <a16:creationId xmlns:a16="http://schemas.microsoft.com/office/drawing/2014/main" id="{D3FB565C-D9D5-09D0-B548-B4B5F8618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8" name="Freeform 1124">
                  <a:extLst>
                    <a:ext uri="{FF2B5EF4-FFF2-40B4-BE49-F238E27FC236}">
                      <a16:creationId xmlns:a16="http://schemas.microsoft.com/office/drawing/2014/main" id="{4889474E-D59B-4E61-3976-60400A0D59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49" name="Group 1125">
                  <a:extLst>
                    <a:ext uri="{FF2B5EF4-FFF2-40B4-BE49-F238E27FC236}">
                      <a16:creationId xmlns:a16="http://schemas.microsoft.com/office/drawing/2014/main" id="{8D3BA108-504F-C4CB-A3C1-CEE950784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56" name="Freeform 1126">
                    <a:extLst>
                      <a:ext uri="{FF2B5EF4-FFF2-40B4-BE49-F238E27FC236}">
                        <a16:creationId xmlns:a16="http://schemas.microsoft.com/office/drawing/2014/main" id="{39A7F675-F290-540F-0D22-18A9EAA5D2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7" name="Freeform 1127">
                    <a:extLst>
                      <a:ext uri="{FF2B5EF4-FFF2-40B4-BE49-F238E27FC236}">
                        <a16:creationId xmlns:a16="http://schemas.microsoft.com/office/drawing/2014/main" id="{71C72C11-F3C5-CA07-D83F-0FA374627B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8" name="Freeform 1128">
                    <a:extLst>
                      <a:ext uri="{FF2B5EF4-FFF2-40B4-BE49-F238E27FC236}">
                        <a16:creationId xmlns:a16="http://schemas.microsoft.com/office/drawing/2014/main" id="{C59A95CC-6659-525A-D7AE-3E9E213207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9" name="Freeform 1129">
                    <a:extLst>
                      <a:ext uri="{FF2B5EF4-FFF2-40B4-BE49-F238E27FC236}">
                        <a16:creationId xmlns:a16="http://schemas.microsoft.com/office/drawing/2014/main" id="{1CA25AD8-01B5-0351-D931-787432013C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0" name="Freeform 1130">
                    <a:extLst>
                      <a:ext uri="{FF2B5EF4-FFF2-40B4-BE49-F238E27FC236}">
                        <a16:creationId xmlns:a16="http://schemas.microsoft.com/office/drawing/2014/main" id="{D0D9827D-69DB-6F7A-CDD1-73A9B680B7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1" name="Freeform 1131">
                    <a:extLst>
                      <a:ext uri="{FF2B5EF4-FFF2-40B4-BE49-F238E27FC236}">
                        <a16:creationId xmlns:a16="http://schemas.microsoft.com/office/drawing/2014/main" id="{253D7F3F-50C3-C022-ABD4-77E90130E2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50" name="Freeform 1132">
                  <a:extLst>
                    <a:ext uri="{FF2B5EF4-FFF2-40B4-BE49-F238E27FC236}">
                      <a16:creationId xmlns:a16="http://schemas.microsoft.com/office/drawing/2014/main" id="{C001DB46-EA5C-180A-B311-8CD20B424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1" name="Freeform 1133">
                  <a:extLst>
                    <a:ext uri="{FF2B5EF4-FFF2-40B4-BE49-F238E27FC236}">
                      <a16:creationId xmlns:a16="http://schemas.microsoft.com/office/drawing/2014/main" id="{36430110-992C-D245-1A07-16AC75764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2" name="Freeform 1134">
                  <a:extLst>
                    <a:ext uri="{FF2B5EF4-FFF2-40B4-BE49-F238E27FC236}">
                      <a16:creationId xmlns:a16="http://schemas.microsoft.com/office/drawing/2014/main" id="{C235C0D6-0BE0-5403-278F-9F8C81A0A0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3" name="Freeform 1135">
                  <a:extLst>
                    <a:ext uri="{FF2B5EF4-FFF2-40B4-BE49-F238E27FC236}">
                      <a16:creationId xmlns:a16="http://schemas.microsoft.com/office/drawing/2014/main" id="{EE080558-24E9-6AD5-0C19-59575BC3EE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4" name="Freeform 1136">
                  <a:extLst>
                    <a:ext uri="{FF2B5EF4-FFF2-40B4-BE49-F238E27FC236}">
                      <a16:creationId xmlns:a16="http://schemas.microsoft.com/office/drawing/2014/main" id="{3A1C7F55-ADF6-B2E4-AFC4-3318379A49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5" name="Freeform 1137">
                  <a:extLst>
                    <a:ext uri="{FF2B5EF4-FFF2-40B4-BE49-F238E27FC236}">
                      <a16:creationId xmlns:a16="http://schemas.microsoft.com/office/drawing/2014/main" id="{D7AC2D88-27BE-36C9-979E-0A3F41CA14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233" name="Group 1139">
                <a:extLst>
                  <a:ext uri="{FF2B5EF4-FFF2-40B4-BE49-F238E27FC236}">
                    <a16:creationId xmlns:a16="http://schemas.microsoft.com/office/drawing/2014/main" id="{DB50CBFE-2E95-3C3E-B285-C422E8A846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237" name="Picture 1140" descr="desktop_computer_stylized_medium">
                  <a:extLst>
                    <a:ext uri="{FF2B5EF4-FFF2-40B4-BE49-F238E27FC236}">
                      <a16:creationId xmlns:a16="http://schemas.microsoft.com/office/drawing/2014/main" id="{C9B47116-E57E-BEC4-0BDF-D4BBE28CAF7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8" name="Freeform 1141">
                  <a:extLst>
                    <a:ext uri="{FF2B5EF4-FFF2-40B4-BE49-F238E27FC236}">
                      <a16:creationId xmlns:a16="http://schemas.microsoft.com/office/drawing/2014/main" id="{68C53B94-712C-7288-2188-F351112A50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130AC675-DE78-C546-B65C-65AB5ADA34EB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235" name="Picture 571" descr="fridge2.png">
                  <a:extLst>
                    <a:ext uri="{FF2B5EF4-FFF2-40B4-BE49-F238E27FC236}">
                      <a16:creationId xmlns:a16="http://schemas.microsoft.com/office/drawing/2014/main" id="{375A965F-DC85-9ADD-D9FE-4BA35A772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36" name="Picture 1115" descr="antenna_stylized">
                  <a:extLst>
                    <a:ext uri="{FF2B5EF4-FFF2-40B4-BE49-F238E27FC236}">
                      <a16:creationId xmlns:a16="http://schemas.microsoft.com/office/drawing/2014/main" id="{CB5A5BCE-2551-4FBC-EFF6-843F789CE4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E444BDE-1D17-EF09-E417-5ADBFEE23157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9DD0BBA-9E88-3E52-119E-EEEDD5F6F067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9C7E6D50-92F1-5CF4-45CA-9C9EF66A1F09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EA60FC2C-34FA-5B98-F28A-73B107D9D989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29" name="Picture 228" descr="server_rack.png">
                    <a:extLst>
                      <a:ext uri="{FF2B5EF4-FFF2-40B4-BE49-F238E27FC236}">
                        <a16:creationId xmlns:a16="http://schemas.microsoft.com/office/drawing/2014/main" id="{EC4D205F-0C69-10CA-63D3-C7487479E5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30" name="Picture 229" descr="server_rack.png">
                    <a:extLst>
                      <a:ext uri="{FF2B5EF4-FFF2-40B4-BE49-F238E27FC236}">
                        <a16:creationId xmlns:a16="http://schemas.microsoft.com/office/drawing/2014/main" id="{74E6DE26-AE43-C6E3-500F-0AE6BD2202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31" name="Picture 230" descr="server_rack.png">
                    <a:extLst>
                      <a:ext uri="{FF2B5EF4-FFF2-40B4-BE49-F238E27FC236}">
                        <a16:creationId xmlns:a16="http://schemas.microsoft.com/office/drawing/2014/main" id="{AD0A6200-FE3C-438B-72C5-21AFA063C3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5EFAE738-3D0D-A310-4C33-7BDBEDD7FBE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413903B4-52DE-055F-CABE-60782EC4E379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3FABC467-70EE-FA3E-2438-AB8D112C1125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224" name="Picture 223" descr="server_rack.png">
                    <a:extLst>
                      <a:ext uri="{FF2B5EF4-FFF2-40B4-BE49-F238E27FC236}">
                        <a16:creationId xmlns:a16="http://schemas.microsoft.com/office/drawing/2014/main" id="{9FD721CB-F09F-369C-55A6-D1B9E18104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25" name="Picture 224" descr="server_rack.png">
                    <a:extLst>
                      <a:ext uri="{FF2B5EF4-FFF2-40B4-BE49-F238E27FC236}">
                        <a16:creationId xmlns:a16="http://schemas.microsoft.com/office/drawing/2014/main" id="{615E7431-12AA-B46F-9D5B-0A964ED2EA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226" name="Picture 225" descr="server_rack.png">
                    <a:extLst>
                      <a:ext uri="{FF2B5EF4-FFF2-40B4-BE49-F238E27FC236}">
                        <a16:creationId xmlns:a16="http://schemas.microsoft.com/office/drawing/2014/main" id="{50D23A2E-18F0-C326-3D4E-B4BCF54597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46A2A22-3593-75ED-C3C8-CA4FD1459C86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93" name="Group 950">
                <a:extLst>
                  <a:ext uri="{FF2B5EF4-FFF2-40B4-BE49-F238E27FC236}">
                    <a16:creationId xmlns:a16="http://schemas.microsoft.com/office/drawing/2014/main" id="{EF83D7A0-3305-A479-7791-3B898EE044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188" name="Freeform 951">
                  <a:extLst>
                    <a:ext uri="{FF2B5EF4-FFF2-40B4-BE49-F238E27FC236}">
                      <a16:creationId xmlns:a16="http://schemas.microsoft.com/office/drawing/2014/main" id="{A0C710D6-92E7-F150-4068-DD7F5C0F55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9" name="Rectangle 952">
                  <a:extLst>
                    <a:ext uri="{FF2B5EF4-FFF2-40B4-BE49-F238E27FC236}">
                      <a16:creationId xmlns:a16="http://schemas.microsoft.com/office/drawing/2014/main" id="{F62EA6E4-8D25-66E1-1A44-2808B52DD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0" name="Freeform 953">
                  <a:extLst>
                    <a:ext uri="{FF2B5EF4-FFF2-40B4-BE49-F238E27FC236}">
                      <a16:creationId xmlns:a16="http://schemas.microsoft.com/office/drawing/2014/main" id="{979E84D8-3075-6754-B274-45989F5AB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1" name="Freeform 954">
                  <a:extLst>
                    <a:ext uri="{FF2B5EF4-FFF2-40B4-BE49-F238E27FC236}">
                      <a16:creationId xmlns:a16="http://schemas.microsoft.com/office/drawing/2014/main" id="{25965DCB-9CF5-B506-F975-984A5CBF8E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2" name="Rectangle 955">
                  <a:extLst>
                    <a:ext uri="{FF2B5EF4-FFF2-40B4-BE49-F238E27FC236}">
                      <a16:creationId xmlns:a16="http://schemas.microsoft.com/office/drawing/2014/main" id="{478C22F3-9956-8108-011E-70DD5D5B49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3" name="Group 956">
                  <a:extLst>
                    <a:ext uri="{FF2B5EF4-FFF2-40B4-BE49-F238E27FC236}">
                      <a16:creationId xmlns:a16="http://schemas.microsoft.com/office/drawing/2014/main" id="{71CC99BA-39B6-916E-0C05-F9B547C558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8" name="AutoShape 957">
                    <a:extLst>
                      <a:ext uri="{FF2B5EF4-FFF2-40B4-BE49-F238E27FC236}">
                        <a16:creationId xmlns:a16="http://schemas.microsoft.com/office/drawing/2014/main" id="{A69A6F03-E372-B22A-327F-3B2F67E3E6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9" name="AutoShape 958">
                    <a:extLst>
                      <a:ext uri="{FF2B5EF4-FFF2-40B4-BE49-F238E27FC236}">
                        <a16:creationId xmlns:a16="http://schemas.microsoft.com/office/drawing/2014/main" id="{EE607CDE-5B4B-75E6-BEC5-82FD42B229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4" name="Rectangle 959">
                  <a:extLst>
                    <a:ext uri="{FF2B5EF4-FFF2-40B4-BE49-F238E27FC236}">
                      <a16:creationId xmlns:a16="http://schemas.microsoft.com/office/drawing/2014/main" id="{974758E3-6D0C-8E0E-64AE-EB9729AD69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5" name="Group 960">
                  <a:extLst>
                    <a:ext uri="{FF2B5EF4-FFF2-40B4-BE49-F238E27FC236}">
                      <a16:creationId xmlns:a16="http://schemas.microsoft.com/office/drawing/2014/main" id="{AD6CDE1A-41F3-15CF-46D7-F155277F49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6" name="AutoShape 961">
                    <a:extLst>
                      <a:ext uri="{FF2B5EF4-FFF2-40B4-BE49-F238E27FC236}">
                        <a16:creationId xmlns:a16="http://schemas.microsoft.com/office/drawing/2014/main" id="{4B0387F7-D64C-D44F-85A1-45CE9FEA1E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7" name="AutoShape 962">
                    <a:extLst>
                      <a:ext uri="{FF2B5EF4-FFF2-40B4-BE49-F238E27FC236}">
                        <a16:creationId xmlns:a16="http://schemas.microsoft.com/office/drawing/2014/main" id="{9BF5364E-1E70-C316-B727-7F917ED47C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6" name="Rectangle 963">
                  <a:extLst>
                    <a:ext uri="{FF2B5EF4-FFF2-40B4-BE49-F238E27FC236}">
                      <a16:creationId xmlns:a16="http://schemas.microsoft.com/office/drawing/2014/main" id="{EEE354C6-3804-123F-B378-962C3404F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Rectangle 964">
                  <a:extLst>
                    <a:ext uri="{FF2B5EF4-FFF2-40B4-BE49-F238E27FC236}">
                      <a16:creationId xmlns:a16="http://schemas.microsoft.com/office/drawing/2014/main" id="{5823821B-78A5-3636-749A-3B65FCB055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98" name="Group 965">
                  <a:extLst>
                    <a:ext uri="{FF2B5EF4-FFF2-40B4-BE49-F238E27FC236}">
                      <a16:creationId xmlns:a16="http://schemas.microsoft.com/office/drawing/2014/main" id="{ECAEC31E-8A58-495C-4618-1A0F973D17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" name="AutoShape 966">
                    <a:extLst>
                      <a:ext uri="{FF2B5EF4-FFF2-40B4-BE49-F238E27FC236}">
                        <a16:creationId xmlns:a16="http://schemas.microsoft.com/office/drawing/2014/main" id="{F2543031-3AD3-6513-32CD-AF9152D624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5" name="AutoShape 967">
                    <a:extLst>
                      <a:ext uri="{FF2B5EF4-FFF2-40B4-BE49-F238E27FC236}">
                        <a16:creationId xmlns:a16="http://schemas.microsoft.com/office/drawing/2014/main" id="{13174DF1-A489-A913-1D28-2FCC158F41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9" name="Freeform 968">
                  <a:extLst>
                    <a:ext uri="{FF2B5EF4-FFF2-40B4-BE49-F238E27FC236}">
                      <a16:creationId xmlns:a16="http://schemas.microsoft.com/office/drawing/2014/main" id="{20EDFAC8-F41E-8D4D-27C9-D042D7C57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00" name="Group 969">
                  <a:extLst>
                    <a:ext uri="{FF2B5EF4-FFF2-40B4-BE49-F238E27FC236}">
                      <a16:creationId xmlns:a16="http://schemas.microsoft.com/office/drawing/2014/main" id="{23AC8856-2954-EC41-AF3A-0777613488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2" name="AutoShape 970">
                    <a:extLst>
                      <a:ext uri="{FF2B5EF4-FFF2-40B4-BE49-F238E27FC236}">
                        <a16:creationId xmlns:a16="http://schemas.microsoft.com/office/drawing/2014/main" id="{8BCF07A5-000B-57CC-D724-F631903193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13" name="AutoShape 971">
                    <a:extLst>
                      <a:ext uri="{FF2B5EF4-FFF2-40B4-BE49-F238E27FC236}">
                        <a16:creationId xmlns:a16="http://schemas.microsoft.com/office/drawing/2014/main" id="{0D87FC91-1AF2-80C8-7CF5-31E36C2EA4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01" name="Rectangle 972">
                  <a:extLst>
                    <a:ext uri="{FF2B5EF4-FFF2-40B4-BE49-F238E27FC236}">
                      <a16:creationId xmlns:a16="http://schemas.microsoft.com/office/drawing/2014/main" id="{733E117E-1150-0DC7-D85A-8F2F335262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2" name="Freeform 973">
                  <a:extLst>
                    <a:ext uri="{FF2B5EF4-FFF2-40B4-BE49-F238E27FC236}">
                      <a16:creationId xmlns:a16="http://schemas.microsoft.com/office/drawing/2014/main" id="{AED7A585-72F8-D048-082E-C7BB224020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3" name="Freeform 974">
                  <a:extLst>
                    <a:ext uri="{FF2B5EF4-FFF2-40B4-BE49-F238E27FC236}">
                      <a16:creationId xmlns:a16="http://schemas.microsoft.com/office/drawing/2014/main" id="{5043603B-B906-C06F-2B17-31F3DFE8BB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4" name="Oval 975">
                  <a:extLst>
                    <a:ext uri="{FF2B5EF4-FFF2-40B4-BE49-F238E27FC236}">
                      <a16:creationId xmlns:a16="http://schemas.microsoft.com/office/drawing/2014/main" id="{23E8775F-AD2B-AB78-233D-73B8D5233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" name="Freeform 976">
                  <a:extLst>
                    <a:ext uri="{FF2B5EF4-FFF2-40B4-BE49-F238E27FC236}">
                      <a16:creationId xmlns:a16="http://schemas.microsoft.com/office/drawing/2014/main" id="{7A7983F4-8A52-F818-1CE9-D77CC7A184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6" name="AutoShape 977">
                  <a:extLst>
                    <a:ext uri="{FF2B5EF4-FFF2-40B4-BE49-F238E27FC236}">
                      <a16:creationId xmlns:a16="http://schemas.microsoft.com/office/drawing/2014/main" id="{1670B8F1-B9A6-DC59-3E67-A1885684E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7" name="AutoShape 978">
                  <a:extLst>
                    <a:ext uri="{FF2B5EF4-FFF2-40B4-BE49-F238E27FC236}">
                      <a16:creationId xmlns:a16="http://schemas.microsoft.com/office/drawing/2014/main" id="{87CBD32D-52A1-017D-C38F-EC4B6E28D8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8" name="Oval 979">
                  <a:extLst>
                    <a:ext uri="{FF2B5EF4-FFF2-40B4-BE49-F238E27FC236}">
                      <a16:creationId xmlns:a16="http://schemas.microsoft.com/office/drawing/2014/main" id="{4C8D02AB-B540-A3C1-639F-5CD9FB067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Oval 980">
                  <a:extLst>
                    <a:ext uri="{FF2B5EF4-FFF2-40B4-BE49-F238E27FC236}">
                      <a16:creationId xmlns:a16="http://schemas.microsoft.com/office/drawing/2014/main" id="{6EF5B7FC-71BF-1A61-D4ED-0DC5B6574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0" name="Oval 981">
                  <a:extLst>
                    <a:ext uri="{FF2B5EF4-FFF2-40B4-BE49-F238E27FC236}">
                      <a16:creationId xmlns:a16="http://schemas.microsoft.com/office/drawing/2014/main" id="{8060B48C-106A-6D13-E214-C703A27E4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1" name="Rectangle 982">
                  <a:extLst>
                    <a:ext uri="{FF2B5EF4-FFF2-40B4-BE49-F238E27FC236}">
                      <a16:creationId xmlns:a16="http://schemas.microsoft.com/office/drawing/2014/main" id="{CCDAB9ED-CA07-CFA6-19C2-1F431CA7C9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9CCFB0BC-A2BA-1DD7-EC88-410547EF1C38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128" name="Group 590">
                  <a:extLst>
                    <a:ext uri="{FF2B5EF4-FFF2-40B4-BE49-F238E27FC236}">
                      <a16:creationId xmlns:a16="http://schemas.microsoft.com/office/drawing/2014/main" id="{F6BC1686-3476-0E6B-9DDB-7CD4367C00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86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5C7AAB3E-CFC6-2528-F34B-22D9B2983A4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87" name="Freeform 592">
                    <a:extLst>
                      <a:ext uri="{FF2B5EF4-FFF2-40B4-BE49-F238E27FC236}">
                        <a16:creationId xmlns:a16="http://schemas.microsoft.com/office/drawing/2014/main" id="{B0847161-BA69-8B19-8CA8-926DA484D5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29" name="Group 1064">
                  <a:extLst>
                    <a:ext uri="{FF2B5EF4-FFF2-40B4-BE49-F238E27FC236}">
                      <a16:creationId xmlns:a16="http://schemas.microsoft.com/office/drawing/2014/main" id="{EBEBF897-8D8B-7901-3A96-79608D1549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63" name="Picture 1065" descr="antenna_stylized">
                    <a:extLst>
                      <a:ext uri="{FF2B5EF4-FFF2-40B4-BE49-F238E27FC236}">
                        <a16:creationId xmlns:a16="http://schemas.microsoft.com/office/drawing/2014/main" id="{6E18BFC8-4B0F-AECE-E1A1-935ECD9089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4" name="Picture 1066" descr="laptop_keyboard">
                    <a:extLst>
                      <a:ext uri="{FF2B5EF4-FFF2-40B4-BE49-F238E27FC236}">
                        <a16:creationId xmlns:a16="http://schemas.microsoft.com/office/drawing/2014/main" id="{F49B5A64-516B-579E-9B25-6E78B5ED0F3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5" name="Freeform 1067">
                    <a:extLst>
                      <a:ext uri="{FF2B5EF4-FFF2-40B4-BE49-F238E27FC236}">
                        <a16:creationId xmlns:a16="http://schemas.microsoft.com/office/drawing/2014/main" id="{41E96109-8FC0-016F-81EA-3CC0672097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66" name="Picture 1068" descr="screen">
                    <a:extLst>
                      <a:ext uri="{FF2B5EF4-FFF2-40B4-BE49-F238E27FC236}">
                        <a16:creationId xmlns:a16="http://schemas.microsoft.com/office/drawing/2014/main" id="{C7860181-FF60-180B-0ED7-55A7C6E798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7" name="Freeform 1069">
                    <a:extLst>
                      <a:ext uri="{FF2B5EF4-FFF2-40B4-BE49-F238E27FC236}">
                        <a16:creationId xmlns:a16="http://schemas.microsoft.com/office/drawing/2014/main" id="{C881E330-5FD8-A926-BB35-2C3CDB82C2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8" name="Freeform 1070">
                    <a:extLst>
                      <a:ext uri="{FF2B5EF4-FFF2-40B4-BE49-F238E27FC236}">
                        <a16:creationId xmlns:a16="http://schemas.microsoft.com/office/drawing/2014/main" id="{9A54821B-7058-CFA6-3039-8A93AC7CDA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9" name="Freeform 1071">
                    <a:extLst>
                      <a:ext uri="{FF2B5EF4-FFF2-40B4-BE49-F238E27FC236}">
                        <a16:creationId xmlns:a16="http://schemas.microsoft.com/office/drawing/2014/main" id="{249B1BDF-3CFB-10ED-0089-58E9387E9E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0" name="Freeform 1072">
                    <a:extLst>
                      <a:ext uri="{FF2B5EF4-FFF2-40B4-BE49-F238E27FC236}">
                        <a16:creationId xmlns:a16="http://schemas.microsoft.com/office/drawing/2014/main" id="{AC670C4F-B11C-7046-F754-F221B6EDA9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1" name="Freeform 1073">
                    <a:extLst>
                      <a:ext uri="{FF2B5EF4-FFF2-40B4-BE49-F238E27FC236}">
                        <a16:creationId xmlns:a16="http://schemas.microsoft.com/office/drawing/2014/main" id="{9E6923D4-3C84-ABFC-EF67-A848A53524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2" name="Freeform 1074">
                    <a:extLst>
                      <a:ext uri="{FF2B5EF4-FFF2-40B4-BE49-F238E27FC236}">
                        <a16:creationId xmlns:a16="http://schemas.microsoft.com/office/drawing/2014/main" id="{2D437AD0-1D45-8912-28B2-4B1F6E80C7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73" name="Group 1075">
                    <a:extLst>
                      <a:ext uri="{FF2B5EF4-FFF2-40B4-BE49-F238E27FC236}">
                        <a16:creationId xmlns:a16="http://schemas.microsoft.com/office/drawing/2014/main" id="{2F1004B2-28E5-F27C-A679-57B7D00DD28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80" name="Freeform 1076">
                      <a:extLst>
                        <a:ext uri="{FF2B5EF4-FFF2-40B4-BE49-F238E27FC236}">
                          <a16:creationId xmlns:a16="http://schemas.microsoft.com/office/drawing/2014/main" id="{D81D5598-CE62-21D4-D35E-44A26EC0A8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1" name="Freeform 1077">
                      <a:extLst>
                        <a:ext uri="{FF2B5EF4-FFF2-40B4-BE49-F238E27FC236}">
                          <a16:creationId xmlns:a16="http://schemas.microsoft.com/office/drawing/2014/main" id="{641C1028-4608-A840-2990-3DBC13D89E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2" name="Freeform 1078">
                      <a:extLst>
                        <a:ext uri="{FF2B5EF4-FFF2-40B4-BE49-F238E27FC236}">
                          <a16:creationId xmlns:a16="http://schemas.microsoft.com/office/drawing/2014/main" id="{917AF9EC-4377-2BC5-A09A-41B088ED4BB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3" name="Freeform 1079">
                      <a:extLst>
                        <a:ext uri="{FF2B5EF4-FFF2-40B4-BE49-F238E27FC236}">
                          <a16:creationId xmlns:a16="http://schemas.microsoft.com/office/drawing/2014/main" id="{25D4F405-8F37-E538-BACF-EC965C06B0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4" name="Freeform 1080">
                      <a:extLst>
                        <a:ext uri="{FF2B5EF4-FFF2-40B4-BE49-F238E27FC236}">
                          <a16:creationId xmlns:a16="http://schemas.microsoft.com/office/drawing/2014/main" id="{12D32604-D544-4C01-7A3F-5C1EE4A9A5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85" name="Freeform 1081">
                      <a:extLst>
                        <a:ext uri="{FF2B5EF4-FFF2-40B4-BE49-F238E27FC236}">
                          <a16:creationId xmlns:a16="http://schemas.microsoft.com/office/drawing/2014/main" id="{87F57A33-E91A-F991-1393-FB3126BDE3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74" name="Freeform 1082">
                    <a:extLst>
                      <a:ext uri="{FF2B5EF4-FFF2-40B4-BE49-F238E27FC236}">
                        <a16:creationId xmlns:a16="http://schemas.microsoft.com/office/drawing/2014/main" id="{83350907-072D-01C3-DC9A-E687A910D2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5" name="Freeform 1083">
                    <a:extLst>
                      <a:ext uri="{FF2B5EF4-FFF2-40B4-BE49-F238E27FC236}">
                        <a16:creationId xmlns:a16="http://schemas.microsoft.com/office/drawing/2014/main" id="{FD2B338F-AF0F-F220-B07A-8BA3D965EA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6" name="Freeform 1084">
                    <a:extLst>
                      <a:ext uri="{FF2B5EF4-FFF2-40B4-BE49-F238E27FC236}">
                        <a16:creationId xmlns:a16="http://schemas.microsoft.com/office/drawing/2014/main" id="{FBD6C049-9441-1C4B-901C-207B6A1043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7" name="Freeform 1085">
                    <a:extLst>
                      <a:ext uri="{FF2B5EF4-FFF2-40B4-BE49-F238E27FC236}">
                        <a16:creationId xmlns:a16="http://schemas.microsoft.com/office/drawing/2014/main" id="{782398CC-4A9F-DE5F-F52C-CD7DD9B2AE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8" name="Freeform 1086">
                    <a:extLst>
                      <a:ext uri="{FF2B5EF4-FFF2-40B4-BE49-F238E27FC236}">
                        <a16:creationId xmlns:a16="http://schemas.microsoft.com/office/drawing/2014/main" id="{8439C478-84B3-86EA-0224-A0F33C2EC5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9" name="Freeform 1087">
                    <a:extLst>
                      <a:ext uri="{FF2B5EF4-FFF2-40B4-BE49-F238E27FC236}">
                        <a16:creationId xmlns:a16="http://schemas.microsoft.com/office/drawing/2014/main" id="{3487A6A8-6E7E-31DE-0F7A-D149C729A4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0" name="Group 590">
                  <a:extLst>
                    <a:ext uri="{FF2B5EF4-FFF2-40B4-BE49-F238E27FC236}">
                      <a16:creationId xmlns:a16="http://schemas.microsoft.com/office/drawing/2014/main" id="{1ECF3C71-9317-8AF1-A0BC-FA30E014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6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60031F4-3AEF-E562-FF70-95B3DD779AE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" name="Freeform 592">
                    <a:extLst>
                      <a:ext uri="{FF2B5EF4-FFF2-40B4-BE49-F238E27FC236}">
                        <a16:creationId xmlns:a16="http://schemas.microsoft.com/office/drawing/2014/main" id="{0E168F22-56F6-3831-3B40-CDFC2EE00C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1" name="Group 590">
                  <a:extLst>
                    <a:ext uri="{FF2B5EF4-FFF2-40B4-BE49-F238E27FC236}">
                      <a16:creationId xmlns:a16="http://schemas.microsoft.com/office/drawing/2014/main" id="{6C263950-95F8-C7BB-4442-6FC1F6EB6B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59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C2980A8-00A3-0B99-FE88-B353C344BCB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0" name="Freeform 592">
                    <a:extLst>
                      <a:ext uri="{FF2B5EF4-FFF2-40B4-BE49-F238E27FC236}">
                        <a16:creationId xmlns:a16="http://schemas.microsoft.com/office/drawing/2014/main" id="{28426B79-821F-074B-0897-1DC50E7103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2" name="Group 590">
                  <a:extLst>
                    <a:ext uri="{FF2B5EF4-FFF2-40B4-BE49-F238E27FC236}">
                      <a16:creationId xmlns:a16="http://schemas.microsoft.com/office/drawing/2014/main" id="{E58FCA12-EF09-7096-B117-DD35FA6964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15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D12F26FD-111D-7823-9CC9-86011470CB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8" name="Freeform 592">
                    <a:extLst>
                      <a:ext uri="{FF2B5EF4-FFF2-40B4-BE49-F238E27FC236}">
                        <a16:creationId xmlns:a16="http://schemas.microsoft.com/office/drawing/2014/main" id="{9DCEF32B-A6C6-A6B5-8530-E5CBD6CACE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33" name="Group 1064">
                  <a:extLst>
                    <a:ext uri="{FF2B5EF4-FFF2-40B4-BE49-F238E27FC236}">
                      <a16:creationId xmlns:a16="http://schemas.microsoft.com/office/drawing/2014/main" id="{7546764A-4581-3CFF-0D28-3ED697275D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134" name="Picture 1065" descr="antenna_stylized">
                    <a:extLst>
                      <a:ext uri="{FF2B5EF4-FFF2-40B4-BE49-F238E27FC236}">
                        <a16:creationId xmlns:a16="http://schemas.microsoft.com/office/drawing/2014/main" id="{83BA4C6C-71A5-A091-3E72-E1BEEC9398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35" name="Picture 1066" descr="laptop_keyboard">
                    <a:extLst>
                      <a:ext uri="{FF2B5EF4-FFF2-40B4-BE49-F238E27FC236}">
                        <a16:creationId xmlns:a16="http://schemas.microsoft.com/office/drawing/2014/main" id="{15A15A1A-D865-B1EE-9320-88BB35FAC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6" name="Freeform 1067">
                    <a:extLst>
                      <a:ext uri="{FF2B5EF4-FFF2-40B4-BE49-F238E27FC236}">
                        <a16:creationId xmlns:a16="http://schemas.microsoft.com/office/drawing/2014/main" id="{3FB47DA0-BC7B-804B-F1FD-210B242097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37" name="Picture 1068" descr="screen">
                    <a:extLst>
                      <a:ext uri="{FF2B5EF4-FFF2-40B4-BE49-F238E27FC236}">
                        <a16:creationId xmlns:a16="http://schemas.microsoft.com/office/drawing/2014/main" id="{EB27BF6C-5314-6688-6DE3-84673F005EA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8" name="Freeform 1069">
                    <a:extLst>
                      <a:ext uri="{FF2B5EF4-FFF2-40B4-BE49-F238E27FC236}">
                        <a16:creationId xmlns:a16="http://schemas.microsoft.com/office/drawing/2014/main" id="{F9867FD9-B754-C24E-9A61-0B3800012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9" name="Freeform 1070">
                    <a:extLst>
                      <a:ext uri="{FF2B5EF4-FFF2-40B4-BE49-F238E27FC236}">
                        <a16:creationId xmlns:a16="http://schemas.microsoft.com/office/drawing/2014/main" id="{BA8C7723-C704-7115-9002-F0D055F9EC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Freeform 1071">
                    <a:extLst>
                      <a:ext uri="{FF2B5EF4-FFF2-40B4-BE49-F238E27FC236}">
                        <a16:creationId xmlns:a16="http://schemas.microsoft.com/office/drawing/2014/main" id="{70F62826-5860-753C-9260-A91E4F89E5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Freeform 1072">
                    <a:extLst>
                      <a:ext uri="{FF2B5EF4-FFF2-40B4-BE49-F238E27FC236}">
                        <a16:creationId xmlns:a16="http://schemas.microsoft.com/office/drawing/2014/main" id="{1C72893A-00B4-AE22-8DED-A3329FC3E6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Freeform 1073">
                    <a:extLst>
                      <a:ext uri="{FF2B5EF4-FFF2-40B4-BE49-F238E27FC236}">
                        <a16:creationId xmlns:a16="http://schemas.microsoft.com/office/drawing/2014/main" id="{7F3AB756-C4E4-B1E0-373C-36ECF37E37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Freeform 1074">
                    <a:extLst>
                      <a:ext uri="{FF2B5EF4-FFF2-40B4-BE49-F238E27FC236}">
                        <a16:creationId xmlns:a16="http://schemas.microsoft.com/office/drawing/2014/main" id="{2742EAEA-F82F-FBF6-1389-70992CB59E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44" name="Group 1075">
                    <a:extLst>
                      <a:ext uri="{FF2B5EF4-FFF2-40B4-BE49-F238E27FC236}">
                        <a16:creationId xmlns:a16="http://schemas.microsoft.com/office/drawing/2014/main" id="{8DB7E67C-AFEA-A66A-F702-ADCA43519C1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51" name="Freeform 1076">
                      <a:extLst>
                        <a:ext uri="{FF2B5EF4-FFF2-40B4-BE49-F238E27FC236}">
                          <a16:creationId xmlns:a16="http://schemas.microsoft.com/office/drawing/2014/main" id="{1D9C9597-A0B8-638A-1E93-297BC0D679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2" name="Freeform 1077">
                      <a:extLst>
                        <a:ext uri="{FF2B5EF4-FFF2-40B4-BE49-F238E27FC236}">
                          <a16:creationId xmlns:a16="http://schemas.microsoft.com/office/drawing/2014/main" id="{698FAE3F-B336-24B1-EA87-D85372AFC3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3" name="Freeform 1078">
                      <a:extLst>
                        <a:ext uri="{FF2B5EF4-FFF2-40B4-BE49-F238E27FC236}">
                          <a16:creationId xmlns:a16="http://schemas.microsoft.com/office/drawing/2014/main" id="{D61D4BE2-8E79-1A98-38EF-44A98F7AA4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4" name="Freeform 1079">
                      <a:extLst>
                        <a:ext uri="{FF2B5EF4-FFF2-40B4-BE49-F238E27FC236}">
                          <a16:creationId xmlns:a16="http://schemas.microsoft.com/office/drawing/2014/main" id="{AC332846-1B54-985A-0C36-3C12EA4CCC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5" name="Freeform 1080">
                      <a:extLst>
                        <a:ext uri="{FF2B5EF4-FFF2-40B4-BE49-F238E27FC236}">
                          <a16:creationId xmlns:a16="http://schemas.microsoft.com/office/drawing/2014/main" id="{4C40F6EF-045F-11E4-E64E-EFEC1025E6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56" name="Freeform 1081">
                      <a:extLst>
                        <a:ext uri="{FF2B5EF4-FFF2-40B4-BE49-F238E27FC236}">
                          <a16:creationId xmlns:a16="http://schemas.microsoft.com/office/drawing/2014/main" id="{0BBB80B7-5052-66A5-BD84-D391AB942D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45" name="Freeform 1082">
                    <a:extLst>
                      <a:ext uri="{FF2B5EF4-FFF2-40B4-BE49-F238E27FC236}">
                        <a16:creationId xmlns:a16="http://schemas.microsoft.com/office/drawing/2014/main" id="{D0A68381-4012-74A3-C8B9-7E22BA1094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6" name="Freeform 1083">
                    <a:extLst>
                      <a:ext uri="{FF2B5EF4-FFF2-40B4-BE49-F238E27FC236}">
                        <a16:creationId xmlns:a16="http://schemas.microsoft.com/office/drawing/2014/main" id="{60EE22E2-B24F-C36C-7D0F-0483C27E8C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7" name="Freeform 1084">
                    <a:extLst>
                      <a:ext uri="{FF2B5EF4-FFF2-40B4-BE49-F238E27FC236}">
                        <a16:creationId xmlns:a16="http://schemas.microsoft.com/office/drawing/2014/main" id="{A5C2F1B2-6AE4-01D4-62DF-8C85D7584F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8" name="Freeform 1085">
                    <a:extLst>
                      <a:ext uri="{FF2B5EF4-FFF2-40B4-BE49-F238E27FC236}">
                        <a16:creationId xmlns:a16="http://schemas.microsoft.com/office/drawing/2014/main" id="{39083E59-5CEE-A4AF-3433-F4998E6B5F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9" name="Freeform 1086">
                    <a:extLst>
                      <a:ext uri="{FF2B5EF4-FFF2-40B4-BE49-F238E27FC236}">
                        <a16:creationId xmlns:a16="http://schemas.microsoft.com/office/drawing/2014/main" id="{BF0A89DD-B877-06E2-49D2-CB56921FAC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0" name="Freeform 1087">
                    <a:extLst>
                      <a:ext uri="{FF2B5EF4-FFF2-40B4-BE49-F238E27FC236}">
                        <a16:creationId xmlns:a16="http://schemas.microsoft.com/office/drawing/2014/main" id="{1554803B-DBDA-10DA-5406-6D8DA66911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5" name="Group 983">
                <a:extLst>
                  <a:ext uri="{FF2B5EF4-FFF2-40B4-BE49-F238E27FC236}">
                    <a16:creationId xmlns:a16="http://schemas.microsoft.com/office/drawing/2014/main" id="{B5C3C988-06F9-7245-5A10-8D99CF6AC5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96" name="Freeform 984">
                  <a:extLst>
                    <a:ext uri="{FF2B5EF4-FFF2-40B4-BE49-F238E27FC236}">
                      <a16:creationId xmlns:a16="http://schemas.microsoft.com/office/drawing/2014/main" id="{2EA91A5B-17CE-51A2-E8BD-8AFB32520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7" name="Rectangle 985">
                  <a:extLst>
                    <a:ext uri="{FF2B5EF4-FFF2-40B4-BE49-F238E27FC236}">
                      <a16:creationId xmlns:a16="http://schemas.microsoft.com/office/drawing/2014/main" id="{4F4587DE-600C-AAE6-7103-ECC614A9E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" name="Freeform 986">
                  <a:extLst>
                    <a:ext uri="{FF2B5EF4-FFF2-40B4-BE49-F238E27FC236}">
                      <a16:creationId xmlns:a16="http://schemas.microsoft.com/office/drawing/2014/main" id="{3858E32F-59B7-5D0A-258D-141F279BA3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9" name="Freeform 987">
                  <a:extLst>
                    <a:ext uri="{FF2B5EF4-FFF2-40B4-BE49-F238E27FC236}">
                      <a16:creationId xmlns:a16="http://schemas.microsoft.com/office/drawing/2014/main" id="{EF37EE80-C354-E2CB-05F7-F51CEB5CA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0" name="Rectangle 988">
                  <a:extLst>
                    <a:ext uri="{FF2B5EF4-FFF2-40B4-BE49-F238E27FC236}">
                      <a16:creationId xmlns:a16="http://schemas.microsoft.com/office/drawing/2014/main" id="{83D0DAA6-1C69-2725-01B8-1DFC55A18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1" name="Group 989">
                  <a:extLst>
                    <a:ext uri="{FF2B5EF4-FFF2-40B4-BE49-F238E27FC236}">
                      <a16:creationId xmlns:a16="http://schemas.microsoft.com/office/drawing/2014/main" id="{66E79654-8DA8-088C-7F3F-0CB78C6BF5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26" name="AutoShape 990">
                    <a:extLst>
                      <a:ext uri="{FF2B5EF4-FFF2-40B4-BE49-F238E27FC236}">
                        <a16:creationId xmlns:a16="http://schemas.microsoft.com/office/drawing/2014/main" id="{4385FC60-F0FF-1100-B59A-AF9EF41BA8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7" name="AutoShape 991">
                    <a:extLst>
                      <a:ext uri="{FF2B5EF4-FFF2-40B4-BE49-F238E27FC236}">
                        <a16:creationId xmlns:a16="http://schemas.microsoft.com/office/drawing/2014/main" id="{175F9C48-7D81-4DA6-BC54-70361A205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2" name="Rectangle 992">
                  <a:extLst>
                    <a:ext uri="{FF2B5EF4-FFF2-40B4-BE49-F238E27FC236}">
                      <a16:creationId xmlns:a16="http://schemas.microsoft.com/office/drawing/2014/main" id="{C298A929-334E-BC5A-F1BF-6C7CD046E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3" name="Group 993">
                  <a:extLst>
                    <a:ext uri="{FF2B5EF4-FFF2-40B4-BE49-F238E27FC236}">
                      <a16:creationId xmlns:a16="http://schemas.microsoft.com/office/drawing/2014/main" id="{5F005442-6F6A-04B4-38D5-031D389E2B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24" name="AutoShape 994">
                    <a:extLst>
                      <a:ext uri="{FF2B5EF4-FFF2-40B4-BE49-F238E27FC236}">
                        <a16:creationId xmlns:a16="http://schemas.microsoft.com/office/drawing/2014/main" id="{3766CA2A-F51C-8022-247F-9D743291BB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5" name="AutoShape 995">
                    <a:extLst>
                      <a:ext uri="{FF2B5EF4-FFF2-40B4-BE49-F238E27FC236}">
                        <a16:creationId xmlns:a16="http://schemas.microsoft.com/office/drawing/2014/main" id="{33FE9583-1406-CB60-6E93-931D6B7F99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4" name="Rectangle 996">
                  <a:extLst>
                    <a:ext uri="{FF2B5EF4-FFF2-40B4-BE49-F238E27FC236}">
                      <a16:creationId xmlns:a16="http://schemas.microsoft.com/office/drawing/2014/main" id="{78E34233-FDE9-A92D-ED5F-A3D7E69C3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5" name="Rectangle 997">
                  <a:extLst>
                    <a:ext uri="{FF2B5EF4-FFF2-40B4-BE49-F238E27FC236}">
                      <a16:creationId xmlns:a16="http://schemas.microsoft.com/office/drawing/2014/main" id="{5D65C0BF-9069-8CDB-D063-64558A56DA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06" name="Group 998">
                  <a:extLst>
                    <a:ext uri="{FF2B5EF4-FFF2-40B4-BE49-F238E27FC236}">
                      <a16:creationId xmlns:a16="http://schemas.microsoft.com/office/drawing/2014/main" id="{157D3F91-BC92-AF14-FE2F-28F3212B6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22" name="AutoShape 999">
                    <a:extLst>
                      <a:ext uri="{FF2B5EF4-FFF2-40B4-BE49-F238E27FC236}">
                        <a16:creationId xmlns:a16="http://schemas.microsoft.com/office/drawing/2014/main" id="{C0104700-4118-2D5D-272C-05AAB2EBD3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3" name="AutoShape 1000">
                    <a:extLst>
                      <a:ext uri="{FF2B5EF4-FFF2-40B4-BE49-F238E27FC236}">
                        <a16:creationId xmlns:a16="http://schemas.microsoft.com/office/drawing/2014/main" id="{026F8CC2-299B-07DB-5AD1-607898960E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7" name="Freeform 1001">
                  <a:extLst>
                    <a:ext uri="{FF2B5EF4-FFF2-40B4-BE49-F238E27FC236}">
                      <a16:creationId xmlns:a16="http://schemas.microsoft.com/office/drawing/2014/main" id="{1D7F1BED-D5CB-1100-98C5-679C045F9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08" name="Group 1002">
                  <a:extLst>
                    <a:ext uri="{FF2B5EF4-FFF2-40B4-BE49-F238E27FC236}">
                      <a16:creationId xmlns:a16="http://schemas.microsoft.com/office/drawing/2014/main" id="{C5AFF62D-FBF3-83AE-209D-4FCC8EE33B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20" name="AutoShape 1003">
                    <a:extLst>
                      <a:ext uri="{FF2B5EF4-FFF2-40B4-BE49-F238E27FC236}">
                        <a16:creationId xmlns:a16="http://schemas.microsoft.com/office/drawing/2014/main" id="{94D5D3F4-3821-8F0F-1AAF-79B16ECFF0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AutoShape 1004">
                    <a:extLst>
                      <a:ext uri="{FF2B5EF4-FFF2-40B4-BE49-F238E27FC236}">
                        <a16:creationId xmlns:a16="http://schemas.microsoft.com/office/drawing/2014/main" id="{DEB64D74-30F6-90D0-4998-CAFB08C133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9" name="Rectangle 1005">
                  <a:extLst>
                    <a:ext uri="{FF2B5EF4-FFF2-40B4-BE49-F238E27FC236}">
                      <a16:creationId xmlns:a16="http://schemas.microsoft.com/office/drawing/2014/main" id="{5C44694C-C982-6234-3732-45E29CD60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" name="Freeform 1006">
                  <a:extLst>
                    <a:ext uri="{FF2B5EF4-FFF2-40B4-BE49-F238E27FC236}">
                      <a16:creationId xmlns:a16="http://schemas.microsoft.com/office/drawing/2014/main" id="{A09C60F9-A0E9-3965-D5BE-6248492496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1" name="Freeform 1007">
                  <a:extLst>
                    <a:ext uri="{FF2B5EF4-FFF2-40B4-BE49-F238E27FC236}">
                      <a16:creationId xmlns:a16="http://schemas.microsoft.com/office/drawing/2014/main" id="{752DAAAC-8BB5-9E39-7EC1-D761EE19E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2" name="Oval 1008">
                  <a:extLst>
                    <a:ext uri="{FF2B5EF4-FFF2-40B4-BE49-F238E27FC236}">
                      <a16:creationId xmlns:a16="http://schemas.microsoft.com/office/drawing/2014/main" id="{C6C7F36A-7837-7B81-6A48-AC8E3D5B06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3" name="Freeform 1009">
                  <a:extLst>
                    <a:ext uri="{FF2B5EF4-FFF2-40B4-BE49-F238E27FC236}">
                      <a16:creationId xmlns:a16="http://schemas.microsoft.com/office/drawing/2014/main" id="{93AC93CF-3161-5008-D3D5-549EC8A04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4" name="AutoShape 1010">
                  <a:extLst>
                    <a:ext uri="{FF2B5EF4-FFF2-40B4-BE49-F238E27FC236}">
                      <a16:creationId xmlns:a16="http://schemas.microsoft.com/office/drawing/2014/main" id="{CE397E82-B1AB-E15F-B7CC-DE505C1622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5" name="AutoShape 1011">
                  <a:extLst>
                    <a:ext uri="{FF2B5EF4-FFF2-40B4-BE49-F238E27FC236}">
                      <a16:creationId xmlns:a16="http://schemas.microsoft.com/office/drawing/2014/main" id="{736CDFDB-87C2-C2A6-182A-B08755FDCB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6" name="Oval 1012">
                  <a:extLst>
                    <a:ext uri="{FF2B5EF4-FFF2-40B4-BE49-F238E27FC236}">
                      <a16:creationId xmlns:a16="http://schemas.microsoft.com/office/drawing/2014/main" id="{5F2F031F-7A21-010C-AC9C-EDE0F4D17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7" name="Oval 1013">
                  <a:extLst>
                    <a:ext uri="{FF2B5EF4-FFF2-40B4-BE49-F238E27FC236}">
                      <a16:creationId xmlns:a16="http://schemas.microsoft.com/office/drawing/2014/main" id="{47ECA44A-01FA-0D26-9DBF-78FCF67E3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8" name="Oval 1014">
                  <a:extLst>
                    <a:ext uri="{FF2B5EF4-FFF2-40B4-BE49-F238E27FC236}">
                      <a16:creationId xmlns:a16="http://schemas.microsoft.com/office/drawing/2014/main" id="{AA598251-1253-7232-996E-8DE26F526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9" name="Rectangle 1015">
                  <a:extLst>
                    <a:ext uri="{FF2B5EF4-FFF2-40B4-BE49-F238E27FC236}">
                      <a16:creationId xmlns:a16="http://schemas.microsoft.com/office/drawing/2014/main" id="{DA8F1EC8-B9EE-7A59-E75F-E43727A7F1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F71AB15-2099-7441-6AA4-B3040853010C}"/>
              </a:ext>
            </a:extLst>
          </p:cNvPr>
          <p:cNvGrpSpPr/>
          <p:nvPr/>
        </p:nvGrpSpPr>
        <p:grpSpPr>
          <a:xfrm>
            <a:off x="6329367" y="2107963"/>
            <a:ext cx="3540395" cy="3733733"/>
            <a:chOff x="7619038" y="2102861"/>
            <a:chExt cx="3540395" cy="3733733"/>
          </a:xfrm>
        </p:grpSpPr>
        <p:sp>
          <p:nvSpPr>
            <p:cNvPr id="296" name="Line 426">
              <a:extLst>
                <a:ext uri="{FF2B5EF4-FFF2-40B4-BE49-F238E27FC236}">
                  <a16:creationId xmlns:a16="http://schemas.microsoft.com/office/drawing/2014/main" id="{1F2854A1-19AC-C568-C4BE-0BFE33B34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97" name="Group 783">
              <a:extLst>
                <a:ext uri="{FF2B5EF4-FFF2-40B4-BE49-F238E27FC236}">
                  <a16:creationId xmlns:a16="http://schemas.microsoft.com/office/drawing/2014/main" id="{E8CC522F-3475-BC50-B4BB-B18C9474C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444" name="Line 270">
                <a:extLst>
                  <a:ext uri="{FF2B5EF4-FFF2-40B4-BE49-F238E27FC236}">
                    <a16:creationId xmlns:a16="http://schemas.microsoft.com/office/drawing/2014/main" id="{F9C7426D-9C18-10E0-DD1E-3B0718B69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5" name="Line 271">
                <a:extLst>
                  <a:ext uri="{FF2B5EF4-FFF2-40B4-BE49-F238E27FC236}">
                    <a16:creationId xmlns:a16="http://schemas.microsoft.com/office/drawing/2014/main" id="{B35AFF11-B8A5-57F1-7127-39D56BB7F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6" name="Line 272">
                <a:extLst>
                  <a:ext uri="{FF2B5EF4-FFF2-40B4-BE49-F238E27FC236}">
                    <a16:creationId xmlns:a16="http://schemas.microsoft.com/office/drawing/2014/main" id="{3484809E-4B69-6C2D-4A27-588FF0219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7" name="Line 273">
                <a:extLst>
                  <a:ext uri="{FF2B5EF4-FFF2-40B4-BE49-F238E27FC236}">
                    <a16:creationId xmlns:a16="http://schemas.microsoft.com/office/drawing/2014/main" id="{825F99F1-E223-B8F8-4DF3-C248810D9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8" name="Line 274">
                <a:extLst>
                  <a:ext uri="{FF2B5EF4-FFF2-40B4-BE49-F238E27FC236}">
                    <a16:creationId xmlns:a16="http://schemas.microsoft.com/office/drawing/2014/main" id="{E7301242-8E24-1DEA-78C8-2C7C01455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9" name="Line 275">
                <a:extLst>
                  <a:ext uri="{FF2B5EF4-FFF2-40B4-BE49-F238E27FC236}">
                    <a16:creationId xmlns:a16="http://schemas.microsoft.com/office/drawing/2014/main" id="{6FA3DC16-18D5-D3D9-07C4-077652413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0" name="Line 276">
                <a:extLst>
                  <a:ext uri="{FF2B5EF4-FFF2-40B4-BE49-F238E27FC236}">
                    <a16:creationId xmlns:a16="http://schemas.microsoft.com/office/drawing/2014/main" id="{3F9D97F7-0DDC-ABD0-67F1-951C22907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1" name="Line 277">
                <a:extLst>
                  <a:ext uri="{FF2B5EF4-FFF2-40B4-BE49-F238E27FC236}">
                    <a16:creationId xmlns:a16="http://schemas.microsoft.com/office/drawing/2014/main" id="{E01C4144-B87A-97D0-CA15-20F1B93DF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2" name="Line 278">
                <a:extLst>
                  <a:ext uri="{FF2B5EF4-FFF2-40B4-BE49-F238E27FC236}">
                    <a16:creationId xmlns:a16="http://schemas.microsoft.com/office/drawing/2014/main" id="{0BEE4008-B191-D1A7-2173-3D0BE7B6D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3" name="Line 279">
                <a:extLst>
                  <a:ext uri="{FF2B5EF4-FFF2-40B4-BE49-F238E27FC236}">
                    <a16:creationId xmlns:a16="http://schemas.microsoft.com/office/drawing/2014/main" id="{B9661E82-F2DD-9FC8-70C7-23330DA4C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4" name="Line 280">
                <a:extLst>
                  <a:ext uri="{FF2B5EF4-FFF2-40B4-BE49-F238E27FC236}">
                    <a16:creationId xmlns:a16="http://schemas.microsoft.com/office/drawing/2014/main" id="{09A79CBC-A86A-26DF-90C2-5D4BB8F11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5" name="Line 281">
                <a:extLst>
                  <a:ext uri="{FF2B5EF4-FFF2-40B4-BE49-F238E27FC236}">
                    <a16:creationId xmlns:a16="http://schemas.microsoft.com/office/drawing/2014/main" id="{BBDD7BCC-A465-32D0-E852-22F3E8BBB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6" name="Line 282">
                <a:extLst>
                  <a:ext uri="{FF2B5EF4-FFF2-40B4-BE49-F238E27FC236}">
                    <a16:creationId xmlns:a16="http://schemas.microsoft.com/office/drawing/2014/main" id="{BFAF6EE4-6112-4E2E-3D77-22E0C5236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7" name="Line 283">
                <a:extLst>
                  <a:ext uri="{FF2B5EF4-FFF2-40B4-BE49-F238E27FC236}">
                    <a16:creationId xmlns:a16="http://schemas.microsoft.com/office/drawing/2014/main" id="{D75DF4DF-7C6D-8594-5F5F-ED1B47CB4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8" name="Line 284">
                <a:extLst>
                  <a:ext uri="{FF2B5EF4-FFF2-40B4-BE49-F238E27FC236}">
                    <a16:creationId xmlns:a16="http://schemas.microsoft.com/office/drawing/2014/main" id="{E64CB5EE-8B1E-CB8B-2580-8AF5A419F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98" name="Picture 777" descr="access_point_stylized_small">
              <a:extLst>
                <a:ext uri="{FF2B5EF4-FFF2-40B4-BE49-F238E27FC236}">
                  <a16:creationId xmlns:a16="http://schemas.microsoft.com/office/drawing/2014/main" id="{28E629D2-CE34-1CCF-5BCD-CCB6F133B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9" name="Picture 780" descr="access_point_stylized_small">
              <a:extLst>
                <a:ext uri="{FF2B5EF4-FFF2-40B4-BE49-F238E27FC236}">
                  <a16:creationId xmlns:a16="http://schemas.microsoft.com/office/drawing/2014/main" id="{8371B10D-969B-C558-8183-A2C775622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1F22B443-A929-B0CD-BCA7-FB8882FD8FC0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37" name="Freeform 471">
                <a:extLst>
                  <a:ext uri="{FF2B5EF4-FFF2-40B4-BE49-F238E27FC236}">
                    <a16:creationId xmlns:a16="http://schemas.microsoft.com/office/drawing/2014/main" id="{25BE7DE7-ABB6-11D7-238A-FDADDEC81EF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29DF6512-0FE6-25BC-CE7F-B3B182DABE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A35B0076-878F-CB41-AB4F-417B88A08FD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0" name="Freeform 474">
                  <a:extLst>
                    <a:ext uri="{FF2B5EF4-FFF2-40B4-BE49-F238E27FC236}">
                      <a16:creationId xmlns:a16="http://schemas.microsoft.com/office/drawing/2014/main" id="{E85AB62F-DB8C-22A2-5BCC-190BB0DB671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1" name="Freeform 475">
                  <a:extLst>
                    <a:ext uri="{FF2B5EF4-FFF2-40B4-BE49-F238E27FC236}">
                      <a16:creationId xmlns:a16="http://schemas.microsoft.com/office/drawing/2014/main" id="{5553F9F5-BDCB-0CB1-6073-0BE0DD37686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2" name="Freeform 476">
                  <a:extLst>
                    <a:ext uri="{FF2B5EF4-FFF2-40B4-BE49-F238E27FC236}">
                      <a16:creationId xmlns:a16="http://schemas.microsoft.com/office/drawing/2014/main" id="{9EA27DCF-DD62-1B38-25AB-52975C052C8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3" name="Freeform 477">
                  <a:extLst>
                    <a:ext uri="{FF2B5EF4-FFF2-40B4-BE49-F238E27FC236}">
                      <a16:creationId xmlns:a16="http://schemas.microsoft.com/office/drawing/2014/main" id="{87206854-00B3-A0CE-449D-F8609D1EF20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4436C84E-A6B5-75A6-9B8E-F0B9ECD06F92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D5B15AAB-B6AF-BF3C-5C87-B28BDBB3BA9D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1" name="Freeform 521">
                <a:extLst>
                  <a:ext uri="{FF2B5EF4-FFF2-40B4-BE49-F238E27FC236}">
                    <a16:creationId xmlns:a16="http://schemas.microsoft.com/office/drawing/2014/main" id="{DE1C1775-6571-1349-70D3-1AEE4788111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32" name="Group 431">
                <a:extLst>
                  <a:ext uri="{FF2B5EF4-FFF2-40B4-BE49-F238E27FC236}">
                    <a16:creationId xmlns:a16="http://schemas.microsoft.com/office/drawing/2014/main" id="{621160FA-D978-9EE8-0A7F-33AB152312D0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33" name="Freeform 523">
                  <a:extLst>
                    <a:ext uri="{FF2B5EF4-FFF2-40B4-BE49-F238E27FC236}">
                      <a16:creationId xmlns:a16="http://schemas.microsoft.com/office/drawing/2014/main" id="{E8750083-DF78-E484-C6F2-9A2F3B5BFF34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4" name="Freeform 524">
                  <a:extLst>
                    <a:ext uri="{FF2B5EF4-FFF2-40B4-BE49-F238E27FC236}">
                      <a16:creationId xmlns:a16="http://schemas.microsoft.com/office/drawing/2014/main" id="{D600A444-D783-9187-44AC-A7649F1047A1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5" name="Freeform 525">
                  <a:extLst>
                    <a:ext uri="{FF2B5EF4-FFF2-40B4-BE49-F238E27FC236}">
                      <a16:creationId xmlns:a16="http://schemas.microsoft.com/office/drawing/2014/main" id="{0EE2E072-F73A-8BE2-4CED-F9D37B828C30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6" name="Freeform 526">
                  <a:extLst>
                    <a:ext uri="{FF2B5EF4-FFF2-40B4-BE49-F238E27FC236}">
                      <a16:creationId xmlns:a16="http://schemas.microsoft.com/office/drawing/2014/main" id="{14D3BA22-D47C-204F-26B6-CF0A361E3C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17F55063-BC2E-36BF-4DA7-D6E3EDB772E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23" name="Freeform 479">
                <a:extLst>
                  <a:ext uri="{FF2B5EF4-FFF2-40B4-BE49-F238E27FC236}">
                    <a16:creationId xmlns:a16="http://schemas.microsoft.com/office/drawing/2014/main" id="{BE6B3E4B-3C70-D85E-BA82-39C94D8C1BA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8858738C-6F22-F05B-9E10-359098E2C2C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61368F6A-AE2C-C595-A7E2-11C47C1A7C7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6" name="Freeform 482">
                  <a:extLst>
                    <a:ext uri="{FF2B5EF4-FFF2-40B4-BE49-F238E27FC236}">
                      <a16:creationId xmlns:a16="http://schemas.microsoft.com/office/drawing/2014/main" id="{F55961AF-2101-78E4-107D-72A36730039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7" name="Freeform 483">
                  <a:extLst>
                    <a:ext uri="{FF2B5EF4-FFF2-40B4-BE49-F238E27FC236}">
                      <a16:creationId xmlns:a16="http://schemas.microsoft.com/office/drawing/2014/main" id="{1F419859-468D-D883-63A5-1BF71B9251B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8" name="Freeform 484">
                  <a:extLst>
                    <a:ext uri="{FF2B5EF4-FFF2-40B4-BE49-F238E27FC236}">
                      <a16:creationId xmlns:a16="http://schemas.microsoft.com/office/drawing/2014/main" id="{313C8526-371A-F69F-2263-2113244EEC1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9" name="Freeform 485">
                  <a:extLst>
                    <a:ext uri="{FF2B5EF4-FFF2-40B4-BE49-F238E27FC236}">
                      <a16:creationId xmlns:a16="http://schemas.microsoft.com/office/drawing/2014/main" id="{B1C27708-2240-0648-D85D-C6055C521FA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AF20B228-E56B-633B-0A04-D13D13A739D1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57C9BB6E-6A16-F00B-D1A3-E9B9A46261DA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7" name="Freeform 530">
                <a:extLst>
                  <a:ext uri="{FF2B5EF4-FFF2-40B4-BE49-F238E27FC236}">
                    <a16:creationId xmlns:a16="http://schemas.microsoft.com/office/drawing/2014/main" id="{980703FD-2AB9-4D00-4EF7-2EDB83D252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6312E295-7B77-20B7-994F-65462492D95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19" name="Freeform 532">
                  <a:extLst>
                    <a:ext uri="{FF2B5EF4-FFF2-40B4-BE49-F238E27FC236}">
                      <a16:creationId xmlns:a16="http://schemas.microsoft.com/office/drawing/2014/main" id="{205E9659-042A-5E81-D944-5ACFDE84C20C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Freeform 533">
                  <a:extLst>
                    <a:ext uri="{FF2B5EF4-FFF2-40B4-BE49-F238E27FC236}">
                      <a16:creationId xmlns:a16="http://schemas.microsoft.com/office/drawing/2014/main" id="{93654E2E-6535-B39E-22E3-BF7D9E5C9D7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Freeform 534">
                  <a:extLst>
                    <a:ext uri="{FF2B5EF4-FFF2-40B4-BE49-F238E27FC236}">
                      <a16:creationId xmlns:a16="http://schemas.microsoft.com/office/drawing/2014/main" id="{218A1243-4862-CD81-ED66-E742D19D9AA5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Freeform 535">
                  <a:extLst>
                    <a:ext uri="{FF2B5EF4-FFF2-40B4-BE49-F238E27FC236}">
                      <a16:creationId xmlns:a16="http://schemas.microsoft.com/office/drawing/2014/main" id="{626E265F-33CF-A72A-2B9E-44E2DB14199E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51A31EF7-9EEB-1646-5028-1BEBFE0127A5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9" name="Freeform 407">
                <a:extLst>
                  <a:ext uri="{FF2B5EF4-FFF2-40B4-BE49-F238E27FC236}">
                    <a16:creationId xmlns:a16="http://schemas.microsoft.com/office/drawing/2014/main" id="{FF4AF154-0D19-A609-ECC4-41C0A1C1972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C6666F9D-1F7F-3B25-D624-AE4E0BBF85B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703C1F6E-B45B-85F4-27CF-581E2AA553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2" name="Freeform 410">
                  <a:extLst>
                    <a:ext uri="{FF2B5EF4-FFF2-40B4-BE49-F238E27FC236}">
                      <a16:creationId xmlns:a16="http://schemas.microsoft.com/office/drawing/2014/main" id="{9EFBE355-4E05-301F-FD6C-8396EED1DAE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Freeform 411">
                  <a:extLst>
                    <a:ext uri="{FF2B5EF4-FFF2-40B4-BE49-F238E27FC236}">
                      <a16:creationId xmlns:a16="http://schemas.microsoft.com/office/drawing/2014/main" id="{DF1622F4-DF30-B666-BB60-6117B5A4938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Freeform 412">
                  <a:extLst>
                    <a:ext uri="{FF2B5EF4-FFF2-40B4-BE49-F238E27FC236}">
                      <a16:creationId xmlns:a16="http://schemas.microsoft.com/office/drawing/2014/main" id="{6F88BF5F-D101-AF91-7E06-E0A2879C7C5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5" name="Freeform 413">
                  <a:extLst>
                    <a:ext uri="{FF2B5EF4-FFF2-40B4-BE49-F238E27FC236}">
                      <a16:creationId xmlns:a16="http://schemas.microsoft.com/office/drawing/2014/main" id="{FDE1EE5F-88BD-6D5B-4370-C29EB2F1578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AF082A2-56B9-385B-4C74-6342928F21CC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02" name="Freeform 415">
                <a:extLst>
                  <a:ext uri="{FF2B5EF4-FFF2-40B4-BE49-F238E27FC236}">
                    <a16:creationId xmlns:a16="http://schemas.microsoft.com/office/drawing/2014/main" id="{EABD2092-2B26-9351-3EA9-7B4B38CF36B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FE698699-B3DD-E2B4-D5E1-78E9C5DAF8F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F0814547-66D8-2706-6B60-01EC19D74EE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" name="Freeform 418">
                  <a:extLst>
                    <a:ext uri="{FF2B5EF4-FFF2-40B4-BE49-F238E27FC236}">
                      <a16:creationId xmlns:a16="http://schemas.microsoft.com/office/drawing/2014/main" id="{AD2CFE6B-02C8-B3A9-DC3E-21BC6C7712F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6" name="Freeform 419">
                  <a:extLst>
                    <a:ext uri="{FF2B5EF4-FFF2-40B4-BE49-F238E27FC236}">
                      <a16:creationId xmlns:a16="http://schemas.microsoft.com/office/drawing/2014/main" id="{914CE04B-1CF4-0ADF-EB31-B70A5CBE303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7" name="Freeform 420">
                  <a:extLst>
                    <a:ext uri="{FF2B5EF4-FFF2-40B4-BE49-F238E27FC236}">
                      <a16:creationId xmlns:a16="http://schemas.microsoft.com/office/drawing/2014/main" id="{76E18AD1-D2C5-342C-5EF8-5C3E20F0B47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8" name="Freeform 421">
                  <a:extLst>
                    <a:ext uri="{FF2B5EF4-FFF2-40B4-BE49-F238E27FC236}">
                      <a16:creationId xmlns:a16="http://schemas.microsoft.com/office/drawing/2014/main" id="{C41E7052-D144-3948-41C4-64D9589AD3A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401A48EE-21FF-2E8C-2AFC-CA160A1F196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395" name="Freeform 455">
                <a:extLst>
                  <a:ext uri="{FF2B5EF4-FFF2-40B4-BE49-F238E27FC236}">
                    <a16:creationId xmlns:a16="http://schemas.microsoft.com/office/drawing/2014/main" id="{B6E10549-6E88-E2DB-8ECF-9DA60E01092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5488977F-60D9-3320-6936-EF924F0D321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3C33AE6B-6CD7-D5F7-08A5-F501B3E844C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" name="Freeform 458">
                  <a:extLst>
                    <a:ext uri="{FF2B5EF4-FFF2-40B4-BE49-F238E27FC236}">
                      <a16:creationId xmlns:a16="http://schemas.microsoft.com/office/drawing/2014/main" id="{D220CDE2-5E5B-24AD-300B-2F58DEB78E1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9" name="Freeform 459">
                  <a:extLst>
                    <a:ext uri="{FF2B5EF4-FFF2-40B4-BE49-F238E27FC236}">
                      <a16:creationId xmlns:a16="http://schemas.microsoft.com/office/drawing/2014/main" id="{58FB33C0-6099-B088-4176-D58D90DBD29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0" name="Freeform 460">
                  <a:extLst>
                    <a:ext uri="{FF2B5EF4-FFF2-40B4-BE49-F238E27FC236}">
                      <a16:creationId xmlns:a16="http://schemas.microsoft.com/office/drawing/2014/main" id="{821F3525-DF9C-3338-B40D-D67207455D9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1" name="Freeform 461">
                  <a:extLst>
                    <a:ext uri="{FF2B5EF4-FFF2-40B4-BE49-F238E27FC236}">
                      <a16:creationId xmlns:a16="http://schemas.microsoft.com/office/drawing/2014/main" id="{765C5F7D-D533-AEB9-7CE6-8D42A56C147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5998E2E0-1F9B-3149-8C43-FF638743651F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388" name="Freeform 615">
                <a:extLst>
                  <a:ext uri="{FF2B5EF4-FFF2-40B4-BE49-F238E27FC236}">
                    <a16:creationId xmlns:a16="http://schemas.microsoft.com/office/drawing/2014/main" id="{28683B45-6C24-4BE1-76C3-292D2D10765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6E752C43-5232-725D-589E-001F9440873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8FFB8196-32BC-C040-ECEC-2F3E42F70C0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1" name="Freeform 618">
                  <a:extLst>
                    <a:ext uri="{FF2B5EF4-FFF2-40B4-BE49-F238E27FC236}">
                      <a16:creationId xmlns:a16="http://schemas.microsoft.com/office/drawing/2014/main" id="{F9978365-CDC7-421B-D158-C961A93E0FA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Freeform 619">
                  <a:extLst>
                    <a:ext uri="{FF2B5EF4-FFF2-40B4-BE49-F238E27FC236}">
                      <a16:creationId xmlns:a16="http://schemas.microsoft.com/office/drawing/2014/main" id="{B5BE8CF5-C936-C987-C484-4B21DE1EC7C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3" name="Freeform 620">
                  <a:extLst>
                    <a:ext uri="{FF2B5EF4-FFF2-40B4-BE49-F238E27FC236}">
                      <a16:creationId xmlns:a16="http://schemas.microsoft.com/office/drawing/2014/main" id="{93F3E70B-6195-1949-689D-67315793A46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4" name="Freeform 621">
                  <a:extLst>
                    <a:ext uri="{FF2B5EF4-FFF2-40B4-BE49-F238E27FC236}">
                      <a16:creationId xmlns:a16="http://schemas.microsoft.com/office/drawing/2014/main" id="{71DB9F32-72D1-36A0-889E-D88C46396A5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7B03AFA0-5A40-5C9F-8D8A-D23D13730DE9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381" name="Freeform 577">
                <a:extLst>
                  <a:ext uri="{FF2B5EF4-FFF2-40B4-BE49-F238E27FC236}">
                    <a16:creationId xmlns:a16="http://schemas.microsoft.com/office/drawing/2014/main" id="{F969E20A-F97D-277E-2CCE-43F9C65B77E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6C7F2E5A-F73A-7C20-7ABC-0EF8C9C5461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639B7479-05E0-EC31-0D48-8A58AA1EAD0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4" name="Freeform 580">
                  <a:extLst>
                    <a:ext uri="{FF2B5EF4-FFF2-40B4-BE49-F238E27FC236}">
                      <a16:creationId xmlns:a16="http://schemas.microsoft.com/office/drawing/2014/main" id="{4E568E40-0588-FD08-F537-1A3BC7F4EE5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5" name="Freeform 581">
                  <a:extLst>
                    <a:ext uri="{FF2B5EF4-FFF2-40B4-BE49-F238E27FC236}">
                      <a16:creationId xmlns:a16="http://schemas.microsoft.com/office/drawing/2014/main" id="{FB609AEF-5B68-187D-F249-ACC3F75066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6" name="Freeform 582">
                  <a:extLst>
                    <a:ext uri="{FF2B5EF4-FFF2-40B4-BE49-F238E27FC236}">
                      <a16:creationId xmlns:a16="http://schemas.microsoft.com/office/drawing/2014/main" id="{05E585AD-6D96-15FA-61B4-B9BE1212E89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7" name="Freeform 583">
                  <a:extLst>
                    <a:ext uri="{FF2B5EF4-FFF2-40B4-BE49-F238E27FC236}">
                      <a16:creationId xmlns:a16="http://schemas.microsoft.com/office/drawing/2014/main" id="{6827F231-4ACE-80EF-7664-D057C58C065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4098C7D8-2EF8-20BB-CEA1-D4A80E66E767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374" name="Freeform 593">
                <a:extLst>
                  <a:ext uri="{FF2B5EF4-FFF2-40B4-BE49-F238E27FC236}">
                    <a16:creationId xmlns:a16="http://schemas.microsoft.com/office/drawing/2014/main" id="{586B8B83-7BD0-D291-8A9B-C77A0FD9749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1C8A5013-822D-3411-E622-BA6F143C66C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7FB338B0-5139-38E5-F307-F299CC6C7E4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7" name="Freeform 596">
                  <a:extLst>
                    <a:ext uri="{FF2B5EF4-FFF2-40B4-BE49-F238E27FC236}">
                      <a16:creationId xmlns:a16="http://schemas.microsoft.com/office/drawing/2014/main" id="{447822F6-0AD9-17F9-FABC-B94253F054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Freeform 597">
                  <a:extLst>
                    <a:ext uri="{FF2B5EF4-FFF2-40B4-BE49-F238E27FC236}">
                      <a16:creationId xmlns:a16="http://schemas.microsoft.com/office/drawing/2014/main" id="{7C38DBED-4DDE-6717-41CE-BF61C1C2B5A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9" name="Freeform 598">
                  <a:extLst>
                    <a:ext uri="{FF2B5EF4-FFF2-40B4-BE49-F238E27FC236}">
                      <a16:creationId xmlns:a16="http://schemas.microsoft.com/office/drawing/2014/main" id="{DEAB55CA-742E-95E4-E9AA-C67319161BC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0" name="Freeform 599">
                  <a:extLst>
                    <a:ext uri="{FF2B5EF4-FFF2-40B4-BE49-F238E27FC236}">
                      <a16:creationId xmlns:a16="http://schemas.microsoft.com/office/drawing/2014/main" id="{CB494159-6191-2949-7552-13FFBEC4B7E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D9BAEC1F-EA6C-0042-8678-147304B5ADC0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367" name="Freeform 601">
                <a:extLst>
                  <a:ext uri="{FF2B5EF4-FFF2-40B4-BE49-F238E27FC236}">
                    <a16:creationId xmlns:a16="http://schemas.microsoft.com/office/drawing/2014/main" id="{ED1E11F7-EB7D-CDB8-8063-06D69B357D8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5A7A48B1-0162-4F5B-7419-234CBA76351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25E84EDF-A681-FE7A-7F12-1D5BD8BC270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0" name="Freeform 604">
                  <a:extLst>
                    <a:ext uri="{FF2B5EF4-FFF2-40B4-BE49-F238E27FC236}">
                      <a16:creationId xmlns:a16="http://schemas.microsoft.com/office/drawing/2014/main" id="{4F85A739-FF5E-F7C4-E720-98BE0E8E792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1" name="Freeform 605">
                  <a:extLst>
                    <a:ext uri="{FF2B5EF4-FFF2-40B4-BE49-F238E27FC236}">
                      <a16:creationId xmlns:a16="http://schemas.microsoft.com/office/drawing/2014/main" id="{1A46F060-2235-BE82-D2EB-5FA9FD1B724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2" name="Freeform 606">
                  <a:extLst>
                    <a:ext uri="{FF2B5EF4-FFF2-40B4-BE49-F238E27FC236}">
                      <a16:creationId xmlns:a16="http://schemas.microsoft.com/office/drawing/2014/main" id="{E53F0AA9-BADF-0F04-C121-6456099DE9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Freeform 607">
                  <a:extLst>
                    <a:ext uri="{FF2B5EF4-FFF2-40B4-BE49-F238E27FC236}">
                      <a16:creationId xmlns:a16="http://schemas.microsoft.com/office/drawing/2014/main" id="{B28B2CB6-08BA-5198-B0A2-F7AD0C06B77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9141C2BA-FB6A-6708-4D67-1A4B94261A44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360" name="Freeform 554">
                <a:extLst>
                  <a:ext uri="{FF2B5EF4-FFF2-40B4-BE49-F238E27FC236}">
                    <a16:creationId xmlns:a16="http://schemas.microsoft.com/office/drawing/2014/main" id="{FFBEC69F-C11A-2C0A-A5E2-BA44AFF199F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ACFA87C8-CDC3-B028-C820-C55664019ED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8D8A5DE3-941B-FBC5-D559-59E13F9EAC5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3" name="Freeform 557">
                  <a:extLst>
                    <a:ext uri="{FF2B5EF4-FFF2-40B4-BE49-F238E27FC236}">
                      <a16:creationId xmlns:a16="http://schemas.microsoft.com/office/drawing/2014/main" id="{A361B4F3-8CCD-3A6B-38ED-2EA8869716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Freeform 558">
                  <a:extLst>
                    <a:ext uri="{FF2B5EF4-FFF2-40B4-BE49-F238E27FC236}">
                      <a16:creationId xmlns:a16="http://schemas.microsoft.com/office/drawing/2014/main" id="{975E029C-E3E3-558F-1606-E9650E5A21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Freeform 559">
                  <a:extLst>
                    <a:ext uri="{FF2B5EF4-FFF2-40B4-BE49-F238E27FC236}">
                      <a16:creationId xmlns:a16="http://schemas.microsoft.com/office/drawing/2014/main" id="{38FDA5F7-9BD5-D04D-6574-7312527903A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6" name="Freeform 560">
                  <a:extLst>
                    <a:ext uri="{FF2B5EF4-FFF2-40B4-BE49-F238E27FC236}">
                      <a16:creationId xmlns:a16="http://schemas.microsoft.com/office/drawing/2014/main" id="{1E824AD7-FB85-B33E-D52D-B2F1A949C15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FD82D64E-4CA2-4730-52B6-DE298FE8463A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353" name="Freeform 585">
                <a:extLst>
                  <a:ext uri="{FF2B5EF4-FFF2-40B4-BE49-F238E27FC236}">
                    <a16:creationId xmlns:a16="http://schemas.microsoft.com/office/drawing/2014/main" id="{C1A9EAFC-63DB-DCA7-4FB7-0ECB4C094E6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A6DAB949-448F-A5C7-805B-D30377F05C8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A56A8AF2-294A-4C67-1FA8-198BA05DCED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6" name="Freeform 588">
                  <a:extLst>
                    <a:ext uri="{FF2B5EF4-FFF2-40B4-BE49-F238E27FC236}">
                      <a16:creationId xmlns:a16="http://schemas.microsoft.com/office/drawing/2014/main" id="{BC724A64-2F18-6A20-38F5-4F8B1454875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7" name="Freeform 589">
                  <a:extLst>
                    <a:ext uri="{FF2B5EF4-FFF2-40B4-BE49-F238E27FC236}">
                      <a16:creationId xmlns:a16="http://schemas.microsoft.com/office/drawing/2014/main" id="{A2E9D5AB-6D9D-76FE-4759-84CC1D217F7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8" name="Freeform 590">
                  <a:extLst>
                    <a:ext uri="{FF2B5EF4-FFF2-40B4-BE49-F238E27FC236}">
                      <a16:creationId xmlns:a16="http://schemas.microsoft.com/office/drawing/2014/main" id="{D1E94AFF-8A4B-97B0-7CEE-281DC5DA190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9" name="Freeform 591">
                  <a:extLst>
                    <a:ext uri="{FF2B5EF4-FFF2-40B4-BE49-F238E27FC236}">
                      <a16:creationId xmlns:a16="http://schemas.microsoft.com/office/drawing/2014/main" id="{F2406805-AD57-40D9-F39E-E26E2DC753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E25AA6DE-2BF9-528A-6374-B772EEEB9127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346" name="Freeform 538">
                <a:extLst>
                  <a:ext uri="{FF2B5EF4-FFF2-40B4-BE49-F238E27FC236}">
                    <a16:creationId xmlns:a16="http://schemas.microsoft.com/office/drawing/2014/main" id="{AADF30FE-75A4-5CD7-CE02-5CB46E1B283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3D84FF9B-66B2-646B-93B8-71D12234DC6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C2339608-32BD-2B25-7E48-A622AA572C3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9" name="Freeform 541">
                  <a:extLst>
                    <a:ext uri="{FF2B5EF4-FFF2-40B4-BE49-F238E27FC236}">
                      <a16:creationId xmlns:a16="http://schemas.microsoft.com/office/drawing/2014/main" id="{EA7852ED-6B9E-6902-013A-FEB1FEA7834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0" name="Freeform 542">
                  <a:extLst>
                    <a:ext uri="{FF2B5EF4-FFF2-40B4-BE49-F238E27FC236}">
                      <a16:creationId xmlns:a16="http://schemas.microsoft.com/office/drawing/2014/main" id="{B1BC34D7-9900-7543-FF93-EE8E5F9E6F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1" name="Freeform 543">
                  <a:extLst>
                    <a:ext uri="{FF2B5EF4-FFF2-40B4-BE49-F238E27FC236}">
                      <a16:creationId xmlns:a16="http://schemas.microsoft.com/office/drawing/2014/main" id="{A1157852-1A49-3BAA-9911-36DD8074F25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2" name="Freeform 544">
                  <a:extLst>
                    <a:ext uri="{FF2B5EF4-FFF2-40B4-BE49-F238E27FC236}">
                      <a16:creationId xmlns:a16="http://schemas.microsoft.com/office/drawing/2014/main" id="{9D84E899-FC17-FE4D-B1DC-406EE44DBD4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6FC3ADD-881C-788F-A1B1-95190FCDF4D1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339" name="Freeform 546">
                <a:extLst>
                  <a:ext uri="{FF2B5EF4-FFF2-40B4-BE49-F238E27FC236}">
                    <a16:creationId xmlns:a16="http://schemas.microsoft.com/office/drawing/2014/main" id="{94AF4954-0269-B643-D043-F77841BB461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C59EB5F3-5F7C-3265-BA2C-EDC4A028E55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55D2F7FF-31F3-8F68-3FA7-EB9362F9BF6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2" name="Freeform 549">
                  <a:extLst>
                    <a:ext uri="{FF2B5EF4-FFF2-40B4-BE49-F238E27FC236}">
                      <a16:creationId xmlns:a16="http://schemas.microsoft.com/office/drawing/2014/main" id="{ADD37689-DFEF-C362-D367-5640D3CCC77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Freeform 550">
                  <a:extLst>
                    <a:ext uri="{FF2B5EF4-FFF2-40B4-BE49-F238E27FC236}">
                      <a16:creationId xmlns:a16="http://schemas.microsoft.com/office/drawing/2014/main" id="{E3F007FF-A7A2-6B95-D51C-4DB79539E55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Freeform 551">
                  <a:extLst>
                    <a:ext uri="{FF2B5EF4-FFF2-40B4-BE49-F238E27FC236}">
                      <a16:creationId xmlns:a16="http://schemas.microsoft.com/office/drawing/2014/main" id="{2C34CDE9-4283-415E-CA79-3F44845F65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5" name="Freeform 552">
                  <a:extLst>
                    <a:ext uri="{FF2B5EF4-FFF2-40B4-BE49-F238E27FC236}">
                      <a16:creationId xmlns:a16="http://schemas.microsoft.com/office/drawing/2014/main" id="{447271AA-4986-FD98-28E6-4EEFE957209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37FCBF3C-D681-CCE6-DDE2-D1818408B062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332" name="Freeform 623">
                <a:extLst>
                  <a:ext uri="{FF2B5EF4-FFF2-40B4-BE49-F238E27FC236}">
                    <a16:creationId xmlns:a16="http://schemas.microsoft.com/office/drawing/2014/main" id="{BBF5B357-2E82-2E6E-C71D-1467A4C0D7F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21183979-6D76-F158-A89A-523397DCBA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CD860A8F-CDE0-CF09-B9E4-0892646AA2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5" name="Freeform 626">
                  <a:extLst>
                    <a:ext uri="{FF2B5EF4-FFF2-40B4-BE49-F238E27FC236}">
                      <a16:creationId xmlns:a16="http://schemas.microsoft.com/office/drawing/2014/main" id="{3A6162D6-ABA3-D6CB-6384-2397315354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6" name="Freeform 627">
                  <a:extLst>
                    <a:ext uri="{FF2B5EF4-FFF2-40B4-BE49-F238E27FC236}">
                      <a16:creationId xmlns:a16="http://schemas.microsoft.com/office/drawing/2014/main" id="{B11E759C-B986-58C7-024E-9F8E439B30C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7" name="Freeform 628">
                  <a:extLst>
                    <a:ext uri="{FF2B5EF4-FFF2-40B4-BE49-F238E27FC236}">
                      <a16:creationId xmlns:a16="http://schemas.microsoft.com/office/drawing/2014/main" id="{FB84CCA8-3976-0994-EB59-4845DC44FCE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8" name="Freeform 629">
                  <a:extLst>
                    <a:ext uri="{FF2B5EF4-FFF2-40B4-BE49-F238E27FC236}">
                      <a16:creationId xmlns:a16="http://schemas.microsoft.com/office/drawing/2014/main" id="{6FBF0E6D-6CD2-D49F-97FE-C4045A5C1C5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8B04FDE9-1A78-4CFE-377E-B4F28C2E4612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325" name="Freeform 463">
                <a:extLst>
                  <a:ext uri="{FF2B5EF4-FFF2-40B4-BE49-F238E27FC236}">
                    <a16:creationId xmlns:a16="http://schemas.microsoft.com/office/drawing/2014/main" id="{B21B3792-85F9-1700-C2A8-090F8BF17E9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26" name="Oval 325">
                <a:extLst>
                  <a:ext uri="{FF2B5EF4-FFF2-40B4-BE49-F238E27FC236}">
                    <a16:creationId xmlns:a16="http://schemas.microsoft.com/office/drawing/2014/main" id="{67E04C9F-4E68-6881-E130-C6AD40E56AF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D08A74AF-359A-64F6-3D1E-8FC064CAD38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8" name="Freeform 466">
                  <a:extLst>
                    <a:ext uri="{FF2B5EF4-FFF2-40B4-BE49-F238E27FC236}">
                      <a16:creationId xmlns:a16="http://schemas.microsoft.com/office/drawing/2014/main" id="{0D07E486-F694-026E-9429-E2515ADAAAE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9" name="Freeform 467">
                  <a:extLst>
                    <a:ext uri="{FF2B5EF4-FFF2-40B4-BE49-F238E27FC236}">
                      <a16:creationId xmlns:a16="http://schemas.microsoft.com/office/drawing/2014/main" id="{D267A5FF-4C2C-FF67-7D6C-6C71D92A4F1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0" name="Freeform 468">
                  <a:extLst>
                    <a:ext uri="{FF2B5EF4-FFF2-40B4-BE49-F238E27FC236}">
                      <a16:creationId xmlns:a16="http://schemas.microsoft.com/office/drawing/2014/main" id="{37092E13-BE15-CC15-00ED-1E0A96E701B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1" name="Freeform 469">
                  <a:extLst>
                    <a:ext uri="{FF2B5EF4-FFF2-40B4-BE49-F238E27FC236}">
                      <a16:creationId xmlns:a16="http://schemas.microsoft.com/office/drawing/2014/main" id="{1437F402-6552-75E0-E017-FD94CB2648F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F2D7A678-E3E5-ECD6-54AB-68EF4F89E7BD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318" name="Freeform 447">
                <a:extLst>
                  <a:ext uri="{FF2B5EF4-FFF2-40B4-BE49-F238E27FC236}">
                    <a16:creationId xmlns:a16="http://schemas.microsoft.com/office/drawing/2014/main" id="{5633843E-9225-0945-CC4A-9418BDBC6ED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65615D7F-980B-DE88-468F-9B771A664BA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BCDBCE13-4ECD-0D9E-E2EA-1AE8551542E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1" name="Freeform 450">
                  <a:extLst>
                    <a:ext uri="{FF2B5EF4-FFF2-40B4-BE49-F238E27FC236}">
                      <a16:creationId xmlns:a16="http://schemas.microsoft.com/office/drawing/2014/main" id="{337175BE-8D61-DACC-FE23-9CB4CE4165F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2" name="Freeform 451">
                  <a:extLst>
                    <a:ext uri="{FF2B5EF4-FFF2-40B4-BE49-F238E27FC236}">
                      <a16:creationId xmlns:a16="http://schemas.microsoft.com/office/drawing/2014/main" id="{B5392CAF-7A0A-B6FC-EEAF-6AC4A093BB4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3" name="Freeform 452">
                  <a:extLst>
                    <a:ext uri="{FF2B5EF4-FFF2-40B4-BE49-F238E27FC236}">
                      <a16:creationId xmlns:a16="http://schemas.microsoft.com/office/drawing/2014/main" id="{76BBC08D-69FB-9FFD-F84B-7D656A51A02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4" name="Freeform 453">
                  <a:extLst>
                    <a:ext uri="{FF2B5EF4-FFF2-40B4-BE49-F238E27FC236}">
                      <a16:creationId xmlns:a16="http://schemas.microsoft.com/office/drawing/2014/main" id="{865DE352-278C-D74E-0526-DBAE587F00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59" name="Freeform 2">
            <a:extLst>
              <a:ext uri="{FF2B5EF4-FFF2-40B4-BE49-F238E27FC236}">
                <a16:creationId xmlns:a16="http://schemas.microsoft.com/office/drawing/2014/main" id="{001F7468-F18F-DC35-8677-1DFF7CA4C338}"/>
              </a:ext>
            </a:extLst>
          </p:cNvPr>
          <p:cNvSpPr/>
          <p:nvPr/>
        </p:nvSpPr>
        <p:spPr>
          <a:xfrm>
            <a:off x="5904776" y="1641975"/>
            <a:ext cx="4101062" cy="4254341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6D07C44A-094E-49FE-9598-15D1AEB3EEBA}"/>
              </a:ext>
            </a:extLst>
          </p:cNvPr>
          <p:cNvSpPr txBox="1"/>
          <p:nvPr/>
        </p:nvSpPr>
        <p:spPr>
          <a:xfrm>
            <a:off x="424543" y="6041571"/>
            <a:ext cx="727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0A90DC-7123-13EE-A735-8550C74BFBC6}"/>
                  </a:ext>
                </a:extLst>
              </p14:cNvPr>
              <p14:cNvContentPartPr/>
              <p14:nvPr/>
            </p14:nvContentPartPr>
            <p14:xfrm>
              <a:off x="7443720" y="1328040"/>
              <a:ext cx="2703960" cy="3269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0A90DC-7123-13EE-A735-8550C74BFBC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34360" y="1318680"/>
                <a:ext cx="2722680" cy="328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1440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1033-51D0-DA7C-015F-2FC6B14F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944B-8283-B1D2-5468-1A218EA1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8542-241E-CEEC-3D4F-125A678C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How can we implement a reliable network core (i.e., the network core handle corruption and loss)?</a:t>
            </a:r>
          </a:p>
        </p:txBody>
      </p:sp>
    </p:spTree>
    <p:extLst>
      <p:ext uri="{BB962C8B-B14F-4D97-AF65-F5344CB8AC3E}">
        <p14:creationId xmlns:p14="http://schemas.microsoft.com/office/powerpoint/2010/main" val="1152116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D97C-FDF9-5B16-3776-0592293F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DF58-0E99-9B46-59B0-16D7B4424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Each gateway sends an acknowledgement to its predecessor</a:t>
            </a:r>
          </a:p>
          <a:p>
            <a:endParaRPr lang="en-IN" dirty="0"/>
          </a:p>
          <a:p>
            <a:r>
              <a:rPr lang="en-IN" dirty="0"/>
              <a:t>The gateways store a copy of message until an acknowledgement arrives from the next hop</a:t>
            </a:r>
          </a:p>
          <a:p>
            <a:endParaRPr lang="en-IN" dirty="0"/>
          </a:p>
          <a:p>
            <a:r>
              <a:rPr lang="en-IN" dirty="0"/>
              <a:t>Gateways can also verify the checksum before forwarding the message and discard the message if the checksum doesn’t match</a:t>
            </a:r>
          </a:p>
          <a:p>
            <a:endParaRPr lang="en-IN" dirty="0"/>
          </a:p>
          <a:p>
            <a:r>
              <a:rPr lang="en-IN" dirty="0"/>
              <a:t>Gateway resends the message if it doesn’t receive an acknowledgment from the next hop</a:t>
            </a:r>
          </a:p>
        </p:txBody>
      </p:sp>
    </p:spTree>
    <p:extLst>
      <p:ext uri="{BB962C8B-B14F-4D97-AF65-F5344CB8AC3E}">
        <p14:creationId xmlns:p14="http://schemas.microsoft.com/office/powerpoint/2010/main" val="3814340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C913-8696-B3B4-1C1B-158237A7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62BC-4A0D-E21D-3764-DF4FEAE16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709048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B992-61A7-2745-9628-8B069265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5F8B-7216-BE5C-B952-813E67679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C7EA-EC05-5688-5399-A3EE40CA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 might be sending lot of messages to B. How does the gateway know which message was lost if it doesn’t receive an acknowledgement?</a:t>
            </a:r>
          </a:p>
          <a:p>
            <a:r>
              <a:rPr lang="en-IN" dirty="0">
                <a:solidFill>
                  <a:srgbClr val="FF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351502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1433-BCE4-B93D-8EC0-9CCC2959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4AFE-5712-4D5E-534C-49F6303C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B43E3-221A-CE48-F80A-287841C8B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 might be sending lot of messages to B. How does the gateway know which message was lost if it doesn’t receive an acknowledgement?</a:t>
            </a:r>
          </a:p>
          <a:p>
            <a:r>
              <a:rPr lang="en-IN" dirty="0"/>
              <a:t>Solution</a:t>
            </a:r>
          </a:p>
          <a:p>
            <a:pPr lvl="1"/>
            <a:r>
              <a:rPr lang="en-IN" dirty="0"/>
              <a:t>Only one message is allowed between a pair of hosts</a:t>
            </a:r>
          </a:p>
          <a:p>
            <a:r>
              <a:rPr lang="en-IN" dirty="0">
                <a:solidFill>
                  <a:srgbClr val="FF0000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4065110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8DC7-46AE-A8C1-73E1-CD12D09F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5A50-48C8-8FED-3D45-7A81F1AE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01E6A-CA36-1DB0-2991-D8F4D6156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 might be sending lot of messages to B. How does the gateway know which message was lost if it doesn’t receive an acknowledgement</a:t>
            </a:r>
          </a:p>
          <a:p>
            <a:r>
              <a:rPr lang="en-IN" dirty="0"/>
              <a:t>Solution</a:t>
            </a:r>
          </a:p>
          <a:p>
            <a:pPr lvl="1"/>
            <a:r>
              <a:rPr lang="en-IN" dirty="0"/>
              <a:t>Only one message is allowed between a pair of hosts</a:t>
            </a:r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Too restrictive</a:t>
            </a:r>
          </a:p>
          <a:p>
            <a:r>
              <a:rPr lang="en-IN" dirty="0">
                <a:solidFill>
                  <a:srgbClr val="FF0000"/>
                </a:solidFill>
              </a:rPr>
              <a:t>Another solution</a:t>
            </a:r>
          </a:p>
        </p:txBody>
      </p:sp>
    </p:spTree>
    <p:extLst>
      <p:ext uri="{BB962C8B-B14F-4D97-AF65-F5344CB8AC3E}">
        <p14:creationId xmlns:p14="http://schemas.microsoft.com/office/powerpoint/2010/main" val="3344048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3A37-8530-E987-F098-EF968FED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79B8-0DCC-81E5-8734-E99553BD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8E37-032C-E235-527A-E04F580F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 might be sending lot of messages to B. How does the gateway know which message was lost if it doesn’t receive an acknowledgement</a:t>
            </a:r>
          </a:p>
          <a:p>
            <a:r>
              <a:rPr lang="en-IN" dirty="0"/>
              <a:t>Solution</a:t>
            </a:r>
          </a:p>
          <a:p>
            <a:pPr lvl="1"/>
            <a:r>
              <a:rPr lang="en-IN" dirty="0"/>
              <a:t>A can add a unique identifier to each message to B</a:t>
            </a:r>
          </a:p>
          <a:p>
            <a:pPr lvl="1"/>
            <a:r>
              <a:rPr lang="en-IN" dirty="0"/>
              <a:t>The gateways can send the unique identifier in the acknowledgement</a:t>
            </a:r>
          </a:p>
          <a:p>
            <a:r>
              <a:rPr lang="en-IN" dirty="0">
                <a:solidFill>
                  <a:srgbClr val="FF0000"/>
                </a:solidFill>
              </a:rPr>
              <a:t>Problem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877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198C-0FBA-5588-FA2F-46F74EDA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05F8-6AB9-9E3C-2FD4-5545E30B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Reliable network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B48B-34E7-4920-C552-23F14D37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Advantage</a:t>
            </a:r>
          </a:p>
          <a:p>
            <a:pPr lvl="1"/>
            <a:r>
              <a:rPr lang="en-IN" dirty="0"/>
              <a:t>Early detection of corruption</a:t>
            </a:r>
          </a:p>
          <a:p>
            <a:pPr lvl="1"/>
            <a:r>
              <a:rPr lang="en-IN" dirty="0"/>
              <a:t>Reduces load on destination host</a:t>
            </a:r>
          </a:p>
          <a:p>
            <a:pPr lvl="1"/>
            <a:endParaRPr lang="en-IN" dirty="0"/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 might be sending lot of messages to B. How does the gateway know which message was lost if it doesn’t receive an acknowledgement</a:t>
            </a:r>
          </a:p>
          <a:p>
            <a:r>
              <a:rPr lang="en-IN" dirty="0"/>
              <a:t>Solution</a:t>
            </a:r>
          </a:p>
          <a:p>
            <a:pPr lvl="1"/>
            <a:r>
              <a:rPr lang="en-IN" dirty="0"/>
              <a:t>A can add an unique identifier to each message to B</a:t>
            </a:r>
          </a:p>
          <a:p>
            <a:pPr lvl="1"/>
            <a:r>
              <a:rPr lang="en-IN" dirty="0"/>
              <a:t>The gateways can send the unique identifier in the acknowledgement</a:t>
            </a:r>
          </a:p>
          <a:p>
            <a:r>
              <a:rPr lang="en-IN" dirty="0"/>
              <a:t>Problem</a:t>
            </a:r>
          </a:p>
          <a:p>
            <a:pPr lvl="1"/>
            <a:r>
              <a:rPr lang="en-IN" dirty="0"/>
              <a:t>Additional computational and storage overhead</a:t>
            </a:r>
          </a:p>
          <a:p>
            <a:pPr lvl="1"/>
            <a:r>
              <a:rPr lang="en-IN" dirty="0"/>
              <a:t>Gateways already does a lot of computation to forward messages</a:t>
            </a:r>
          </a:p>
        </p:txBody>
      </p:sp>
    </p:spTree>
    <p:extLst>
      <p:ext uri="{BB962C8B-B14F-4D97-AF65-F5344CB8AC3E}">
        <p14:creationId xmlns:p14="http://schemas.microsoft.com/office/powerpoint/2010/main" val="135466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F607-8882-C560-95B9-7C557C7B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Dealing with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7B12A-9ECF-7F4D-BAD8-E22FB33B1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first approach, in which the end hosts are responsible for reliability, is also called end-to-end check and retry</a:t>
            </a:r>
          </a:p>
          <a:p>
            <a:endParaRPr lang="en-IN" dirty="0"/>
          </a:p>
          <a:p>
            <a:r>
              <a:rPr lang="en-IN" dirty="0"/>
              <a:t>If failures are rare, it works fine</a:t>
            </a:r>
          </a:p>
          <a:p>
            <a:endParaRPr lang="en-IN" dirty="0"/>
          </a:p>
          <a:p>
            <a:r>
              <a:rPr lang="en-IN" dirty="0"/>
              <a:t>Used in most cases</a:t>
            </a:r>
          </a:p>
        </p:txBody>
      </p:sp>
    </p:spTree>
    <p:extLst>
      <p:ext uri="{BB962C8B-B14F-4D97-AF65-F5344CB8AC3E}">
        <p14:creationId xmlns:p14="http://schemas.microsoft.com/office/powerpoint/2010/main" val="157164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A503-BAAC-40AA-3451-CDD75D02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Dealing with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F333-A729-F5A8-A4B6-7B1E5139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Can the second approach eliminate the retry at the destination host?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or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Can the core network guarantee reliability?</a:t>
            </a:r>
          </a:p>
        </p:txBody>
      </p:sp>
    </p:spTree>
    <p:extLst>
      <p:ext uri="{BB962C8B-B14F-4D97-AF65-F5344CB8AC3E}">
        <p14:creationId xmlns:p14="http://schemas.microsoft.com/office/powerpoint/2010/main" val="2568691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B144-6A99-E803-60DF-6D335DB0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5F36-3325-1CD6-E555-B0980AA1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Dealing with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E8BEA-D9BD-9A21-51D3-0934B556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Can the second approach eliminate the retry at the destination host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or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Can the core network guarantee reliability?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No, the gateways can crash. Other gateways do not have the copies of the lost message.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38655545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2A37E-8C02-1D9C-AC61-60010F64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C2A3-0505-5BFB-DBA5-B65F1721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Dealing with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5A436-BC75-320F-F1A2-361BD3CB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Can the core network guarantee reliability?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No, the gateways can crash. Other gateways do not have the copies of the lost message.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Solution:</a:t>
            </a:r>
          </a:p>
          <a:p>
            <a:pPr marL="0" indent="0">
              <a:buNone/>
            </a:pPr>
            <a:r>
              <a:rPr lang="en-IN" dirty="0"/>
              <a:t>Replicate the same state on multiple gateways. If one fails the other can take over.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Does this guarantee reliability?</a:t>
            </a:r>
          </a:p>
        </p:txBody>
      </p:sp>
    </p:spTree>
    <p:extLst>
      <p:ext uri="{BB962C8B-B14F-4D97-AF65-F5344CB8AC3E}">
        <p14:creationId xmlns:p14="http://schemas.microsoft.com/office/powerpoint/2010/main" val="2245281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062C-5048-0F85-EBC9-0B2D312E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528C-FEAB-997D-302F-51057AD6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Dealing with corruption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1A45-ECC7-E15F-4F30-AF5A0F7A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/>
              <a:t>Can the core network guarantee reliability?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No, the gateways can crash. Other gateways do not have the copies of the lost message.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Solution:</a:t>
            </a:r>
          </a:p>
          <a:p>
            <a:pPr marL="0" indent="0">
              <a:buNone/>
            </a:pPr>
            <a:r>
              <a:rPr lang="en-IN" dirty="0"/>
              <a:t>Replicate the same state on multiple gateways. If one fails the other can take over.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Does this guarantee reliability?</a:t>
            </a:r>
          </a:p>
          <a:p>
            <a:pPr marL="0" indent="0">
              <a:buNone/>
            </a:pPr>
            <a:r>
              <a:rPr lang="en-IN" dirty="0"/>
              <a:t>No, The replication mode can handle a limited number of failures, bounded by the number of replicas.</a:t>
            </a:r>
          </a:p>
        </p:txBody>
      </p:sp>
    </p:spTree>
    <p:extLst>
      <p:ext uri="{BB962C8B-B14F-4D97-AF65-F5344CB8AC3E}">
        <p14:creationId xmlns:p14="http://schemas.microsoft.com/office/powerpoint/2010/main" val="591071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47FE-9651-A486-F533-6A996518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philosophy of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F1BF-CEEF-0697-A258-4A67BD76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Gateways are stateless</a:t>
            </a:r>
          </a:p>
          <a:p>
            <a:pPr lvl="1"/>
            <a:r>
              <a:rPr lang="en-IN" dirty="0"/>
              <a:t>They don’t keep track of the intermediate states of an ongoing conversation between two hosts</a:t>
            </a:r>
          </a:p>
          <a:p>
            <a:r>
              <a:rPr lang="en-IN" dirty="0"/>
              <a:t>The state of conversation is maintained at host</a:t>
            </a:r>
          </a:p>
          <a:p>
            <a:pPr lvl="1"/>
            <a:r>
              <a:rPr lang="en-IN" dirty="0"/>
              <a:t>If the host fails, so does the state, also called fate sharing</a:t>
            </a:r>
          </a:p>
          <a:p>
            <a:pPr lvl="1"/>
            <a:endParaRPr lang="en-IN" dirty="0"/>
          </a:p>
          <a:p>
            <a:r>
              <a:rPr lang="en-IN" dirty="0"/>
              <a:t>Fate sharing</a:t>
            </a:r>
          </a:p>
          <a:p>
            <a:pPr lvl="1"/>
            <a:r>
              <a:rPr lang="en-IN" dirty="0"/>
              <a:t>Easy to implement</a:t>
            </a:r>
          </a:p>
          <a:p>
            <a:pPr lvl="1"/>
            <a:r>
              <a:rPr lang="en-IN" dirty="0"/>
              <a:t>Work even if multiple intermediate gateways fail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1067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1CCD-FE78-3720-F2C5-A8813204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philosophy of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17A0-A57C-5FD7-BFBE-FB43511C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Reference paper</a:t>
            </a:r>
          </a:p>
          <a:p>
            <a:pPr lvl="1"/>
            <a:r>
              <a:rPr lang="en-IN" dirty="0"/>
              <a:t>The design philosophy of the DARPA internet protocols</a:t>
            </a:r>
          </a:p>
          <a:p>
            <a:pPr lvl="2"/>
            <a:r>
              <a:rPr lang="en-IN" dirty="0"/>
              <a:t>David D. Clark</a:t>
            </a:r>
          </a:p>
        </p:txBody>
      </p:sp>
    </p:spTree>
    <p:extLst>
      <p:ext uri="{BB962C8B-B14F-4D97-AF65-F5344CB8AC3E}">
        <p14:creationId xmlns:p14="http://schemas.microsoft.com/office/powerpoint/2010/main" val="247213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1DEE-69C6-D829-4AF4-5223558C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CBDB6-BD1B-1C9F-7F14-D4B4FBC08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the following notational convention for </a:t>
            </a:r>
            <a:r>
              <a:rPr lang="en-US" dirty="0" err="1"/>
              <a:t>Kb</a:t>
            </a:r>
            <a:r>
              <a:rPr lang="en-US" dirty="0"/>
              <a:t>, Mb, and Gb</a:t>
            </a:r>
          </a:p>
          <a:p>
            <a:r>
              <a:rPr lang="en-US" dirty="0"/>
              <a:t>In networking, units are typically defined using powers of 10, unlike storage systems, which often use powers of 2.</a:t>
            </a:r>
          </a:p>
          <a:p>
            <a:r>
              <a:rPr lang="en-US" dirty="0"/>
              <a:t>In this course, we will use powers of 10 for both networking and storage.</a:t>
            </a:r>
            <a:endParaRPr lang="en-IN" dirty="0"/>
          </a:p>
          <a:p>
            <a:pPr lvl="1"/>
            <a:r>
              <a:rPr lang="en-IN" dirty="0"/>
              <a:t>Lowercase b means bit</a:t>
            </a:r>
          </a:p>
          <a:p>
            <a:pPr lvl="1"/>
            <a:r>
              <a:rPr lang="en-IN" dirty="0"/>
              <a:t>1 </a:t>
            </a:r>
            <a:r>
              <a:rPr lang="en-IN" dirty="0" err="1"/>
              <a:t>Kb</a:t>
            </a:r>
            <a:r>
              <a:rPr lang="en-IN" dirty="0"/>
              <a:t> = 1000 bit</a:t>
            </a:r>
          </a:p>
          <a:p>
            <a:pPr lvl="1"/>
            <a:r>
              <a:rPr lang="en-IN" dirty="0"/>
              <a:t>1 Mb = 1000 </a:t>
            </a:r>
            <a:r>
              <a:rPr lang="en-IN" dirty="0" err="1"/>
              <a:t>Kb</a:t>
            </a:r>
            <a:endParaRPr lang="en-IN" dirty="0"/>
          </a:p>
          <a:p>
            <a:pPr lvl="1"/>
            <a:r>
              <a:rPr lang="en-IN" dirty="0"/>
              <a:t>1 Gb = 1000 Mb</a:t>
            </a:r>
          </a:p>
        </p:txBody>
      </p:sp>
    </p:spTree>
    <p:extLst>
      <p:ext uri="{BB962C8B-B14F-4D97-AF65-F5344CB8AC3E}">
        <p14:creationId xmlns:p14="http://schemas.microsoft.com/office/powerpoint/2010/main" val="4267123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5FCC-CA3A-0CB3-8115-0445A413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CC36C-E8CA-69DE-4644-76855DB05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and B send files to C and D via a common gateway G</a:t>
            </a:r>
          </a:p>
          <a:p>
            <a:pPr marL="0" indent="0">
              <a:buNone/>
            </a:pPr>
            <a:r>
              <a:rPr lang="en-IN" dirty="0"/>
              <a:t>A -&gt; 1 Gb file to C</a:t>
            </a:r>
          </a:p>
          <a:p>
            <a:pPr marL="0" indent="0">
              <a:buNone/>
            </a:pPr>
            <a:r>
              <a:rPr lang="en-IN" dirty="0"/>
              <a:t>B -&gt; 1 Mb file to D</a:t>
            </a:r>
          </a:p>
          <a:p>
            <a:pPr marL="0" indent="0">
              <a:buNone/>
            </a:pPr>
            <a:r>
              <a:rPr lang="en-IN" dirty="0"/>
              <a:t>Rate of transmission of the link: 1 Mbps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G sees the A’s message first: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 will receive the file after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 will receive the file after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009DA1-5176-AE81-0FB3-202FAFD01566}"/>
                  </a:ext>
                </a:extLst>
              </p14:cNvPr>
              <p14:cNvContentPartPr/>
              <p14:nvPr/>
            </p14:nvContentPartPr>
            <p14:xfrm>
              <a:off x="8081640" y="2141640"/>
              <a:ext cx="3843360" cy="3434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009DA1-5176-AE81-0FB3-202FAFD015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2280" y="2132280"/>
                <a:ext cx="3862080" cy="345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9032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5CE-6BC2-982C-DD15-8DCBED1D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5EF6-581B-5127-1EF3-48AF0584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21D4-CC7B-0D0F-4A2A-88AE6EE3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and B send files to C and D via a common gateway G</a:t>
            </a:r>
          </a:p>
          <a:p>
            <a:pPr marL="0" indent="0">
              <a:buNone/>
            </a:pPr>
            <a:r>
              <a:rPr lang="en-IN" dirty="0"/>
              <a:t>A -&gt; 1 Gb file to C</a:t>
            </a:r>
          </a:p>
          <a:p>
            <a:pPr marL="0" indent="0">
              <a:buNone/>
            </a:pPr>
            <a:r>
              <a:rPr lang="en-IN" dirty="0"/>
              <a:t>B -&gt; 1 Mb file to D</a:t>
            </a:r>
          </a:p>
          <a:p>
            <a:pPr marL="0" indent="0">
              <a:buNone/>
            </a:pPr>
            <a:r>
              <a:rPr lang="en-IN" dirty="0"/>
              <a:t>Rate of transmission of the link: 1 Mbps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G sees the A’s message first:</a:t>
            </a:r>
          </a:p>
          <a:p>
            <a:pPr marL="0" indent="0">
              <a:buNone/>
            </a:pPr>
            <a:r>
              <a:rPr lang="en-IN" dirty="0"/>
              <a:t>C will receive the file after 1000 seconds</a:t>
            </a:r>
          </a:p>
          <a:p>
            <a:pPr marL="0" indent="0">
              <a:buNone/>
            </a:pPr>
            <a:r>
              <a:rPr lang="en-IN" dirty="0"/>
              <a:t>D will receive the file after 1001 seconds </a:t>
            </a:r>
          </a:p>
        </p:txBody>
      </p:sp>
    </p:spTree>
    <p:extLst>
      <p:ext uri="{BB962C8B-B14F-4D97-AF65-F5344CB8AC3E}">
        <p14:creationId xmlns:p14="http://schemas.microsoft.com/office/powerpoint/2010/main" val="3154419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5312-E66A-B7BD-78C6-60480390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E908-2D65-0EE3-D7F0-AB438ECB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BF15-7EC5-4562-DFD0-31D8EFCDE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 and B send files to C and D via a common gateway G</a:t>
            </a:r>
          </a:p>
          <a:p>
            <a:pPr marL="0" indent="0">
              <a:buNone/>
            </a:pPr>
            <a:r>
              <a:rPr lang="en-IN" dirty="0"/>
              <a:t>A -&gt; 1 Gb file to C</a:t>
            </a:r>
          </a:p>
          <a:p>
            <a:pPr marL="0" indent="0">
              <a:buNone/>
            </a:pPr>
            <a:r>
              <a:rPr lang="en-IN" dirty="0"/>
              <a:t>B -&gt; 1 Mb file to D</a:t>
            </a:r>
          </a:p>
          <a:p>
            <a:pPr marL="0" indent="0">
              <a:buNone/>
            </a:pPr>
            <a:r>
              <a:rPr lang="en-IN" dirty="0"/>
              <a:t>Rate of transmission of the link: 1 Mbps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G sees the A’s message first:</a:t>
            </a:r>
          </a:p>
          <a:p>
            <a:pPr marL="0" indent="0">
              <a:buNone/>
            </a:pPr>
            <a:r>
              <a:rPr lang="en-IN" dirty="0"/>
              <a:t>C will receive the file after 1000 seconds</a:t>
            </a:r>
          </a:p>
          <a:p>
            <a:pPr marL="0" indent="0">
              <a:buNone/>
            </a:pPr>
            <a:r>
              <a:rPr lang="en-IN" dirty="0"/>
              <a:t>D will receive the file after 1001 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Could D receive the file after 2002 seconds?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432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C10B-2F90-3D26-2FCA-BA093DB0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4092-C762-2FF0-40BF-3182884B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282C-0D29-49AC-6F89-9A232CC65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A and B send files to C and D via a common gateway G</a:t>
            </a:r>
          </a:p>
          <a:p>
            <a:pPr marL="0" indent="0">
              <a:buNone/>
            </a:pPr>
            <a:r>
              <a:rPr lang="en-IN" dirty="0"/>
              <a:t>A -&gt; 1 Gb file to C</a:t>
            </a:r>
          </a:p>
          <a:p>
            <a:pPr marL="0" indent="0">
              <a:buNone/>
            </a:pPr>
            <a:r>
              <a:rPr lang="en-IN" dirty="0"/>
              <a:t>B -&gt; 1 Mb file to D</a:t>
            </a:r>
          </a:p>
          <a:p>
            <a:pPr marL="0" indent="0">
              <a:buNone/>
            </a:pPr>
            <a:r>
              <a:rPr lang="en-IN" dirty="0"/>
              <a:t>Rate of transmission of the link: 1 Mbps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G sees the A’s message first:</a:t>
            </a:r>
          </a:p>
          <a:p>
            <a:pPr marL="0" indent="0">
              <a:buNone/>
            </a:pPr>
            <a:r>
              <a:rPr lang="en-IN" dirty="0"/>
              <a:t>C will receive the file after 1000 seconds</a:t>
            </a:r>
          </a:p>
          <a:p>
            <a:pPr marL="0" indent="0">
              <a:buNone/>
            </a:pPr>
            <a:r>
              <a:rPr lang="en-IN" dirty="0"/>
              <a:t>D will receive the file after 1001 seconds </a:t>
            </a:r>
          </a:p>
          <a:p>
            <a:pPr marL="0" indent="0">
              <a:buNone/>
            </a:pPr>
            <a:r>
              <a:rPr lang="en-US" dirty="0"/>
              <a:t>Could D receive the file after 2002 seconds?</a:t>
            </a:r>
          </a:p>
          <a:p>
            <a:pPr marL="0" indent="0">
              <a:buNone/>
            </a:pPr>
            <a:r>
              <a:rPr lang="en-IN" dirty="0"/>
              <a:t>Yes, if retransmission was done due to corruption or failure.</a:t>
            </a:r>
          </a:p>
        </p:txBody>
      </p:sp>
    </p:spTree>
    <p:extLst>
      <p:ext uri="{BB962C8B-B14F-4D97-AF65-F5344CB8AC3E}">
        <p14:creationId xmlns:p14="http://schemas.microsoft.com/office/powerpoint/2010/main" val="904235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0386-8B24-6169-6E01-9D862664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2D04-7296-228B-A150-21E71E604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Is this scheme fair?</a:t>
            </a:r>
          </a:p>
        </p:txBody>
      </p:sp>
    </p:spTree>
    <p:extLst>
      <p:ext uri="{BB962C8B-B14F-4D97-AF65-F5344CB8AC3E}">
        <p14:creationId xmlns:p14="http://schemas.microsoft.com/office/powerpoint/2010/main" val="1532218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1129-A15E-85D1-C4F8-1747C093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067F-4936-F076-923F-A516534F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65362-1837-CDAB-0BBD-56662852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 this scheme fair?</a:t>
            </a:r>
          </a:p>
          <a:p>
            <a:pPr lvl="1"/>
            <a:r>
              <a:rPr lang="en-IN" dirty="0"/>
              <a:t>No. Large file blocks the link </a:t>
            </a:r>
            <a:r>
              <a:rPr lang="en-IN" dirty="0">
                <a:sym typeface="Wingdings" panose="05000000000000000000" pitchFamily="2" charset="2"/>
              </a:rPr>
              <a:t> other users starve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3237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92C7-5C05-F2F3-2E5D-F8ABDE0E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FC2C-5B88-9A57-626B-B4E5CC48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998A-3D3D-0564-C3D6-33038E257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Is this scheme efficient in presence of frequent bit corruption?</a:t>
            </a:r>
          </a:p>
        </p:txBody>
      </p:sp>
    </p:spTree>
    <p:extLst>
      <p:ext uri="{BB962C8B-B14F-4D97-AF65-F5344CB8AC3E}">
        <p14:creationId xmlns:p14="http://schemas.microsoft.com/office/powerpoint/2010/main" val="28845058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2148-5056-6F50-EAA8-E2E4DD07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8C0D-2288-4EEC-9322-1EE8BB45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8BBE-86ED-51CC-54A3-F5F577E8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 this scheme efficient in presence of frequent bit corruption?</a:t>
            </a:r>
          </a:p>
          <a:p>
            <a:pPr lvl="1"/>
            <a:r>
              <a:rPr lang="en-IN" dirty="0"/>
              <a:t>No, the entire files needs to be retransmitted even if a single bit is corrupted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637320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7E0A-8D16-A612-D921-258009C4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EEF0-98C5-4604-3F19-27A2A475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C2AC-851E-D782-106D-6991F7305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 this scheme efficient in presence of frequent bit corruption?</a:t>
            </a:r>
          </a:p>
          <a:p>
            <a:pPr lvl="1"/>
            <a:r>
              <a:rPr lang="en-IN" dirty="0"/>
              <a:t>No, the entire files needs to be retransmitted even if a single bit is corrupted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r>
              <a:rPr lang="en-IN" dirty="0"/>
              <a:t>Solution</a:t>
            </a:r>
          </a:p>
          <a:p>
            <a:pPr lvl="1"/>
            <a:r>
              <a:rPr lang="en-IN" dirty="0"/>
              <a:t>Packetization</a:t>
            </a:r>
          </a:p>
          <a:p>
            <a:pPr lvl="2"/>
            <a:r>
              <a:rPr lang="en-IN" dirty="0"/>
              <a:t>Split the message into small chunks called packets and transmit the packets</a:t>
            </a:r>
          </a:p>
          <a:p>
            <a:pPr lvl="2"/>
            <a:r>
              <a:rPr lang="en-IN" dirty="0"/>
              <a:t>Gateways forward packet in arrival order</a:t>
            </a:r>
          </a:p>
          <a:p>
            <a:pPr lvl="2"/>
            <a:r>
              <a:rPr lang="en-IN" dirty="0"/>
              <a:t>Allows interleaving of packets from different senders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3274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6C2D-7EE9-C104-6127-D2FEE017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C4C88-C21E-7753-0020-18112ECC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062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BA10-4661-9DAB-9906-96C6A079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A094-13ED-5CA2-2B1F-17EA29E5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1124F-AC5B-2326-D8D7-F7D4BDF03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Does it solve the fairness problem?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Does it solve the efficiency problem?</a:t>
            </a:r>
          </a:p>
        </p:txBody>
      </p:sp>
    </p:spTree>
    <p:extLst>
      <p:ext uri="{BB962C8B-B14F-4D97-AF65-F5344CB8AC3E}">
        <p14:creationId xmlns:p14="http://schemas.microsoft.com/office/powerpoint/2010/main" val="1201901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4C7F-4BFD-2371-6497-D77CF8E5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6112-469A-9CCD-8654-88DB441F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Improves fairness</a:t>
            </a:r>
          </a:p>
          <a:p>
            <a:pPr lvl="1"/>
            <a:r>
              <a:rPr lang="en-IN" dirty="0"/>
              <a:t>Only corrupted packets need to be retransmitted</a:t>
            </a:r>
          </a:p>
          <a:p>
            <a:pPr lvl="1"/>
            <a:r>
              <a:rPr lang="en-IN" dirty="0"/>
              <a:t>Reduce delay for small transfers</a:t>
            </a:r>
          </a:p>
          <a:p>
            <a:pPr lvl="1"/>
            <a:endParaRPr lang="en-IN" dirty="0"/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A and B send files to C and D via a common gateway G</a:t>
            </a:r>
          </a:p>
          <a:p>
            <a:pPr lvl="1"/>
            <a:r>
              <a:rPr lang="en-IN" dirty="0"/>
              <a:t>A -&gt; 1 Gb file to C</a:t>
            </a:r>
          </a:p>
          <a:p>
            <a:pPr lvl="1"/>
            <a:r>
              <a:rPr lang="en-IN" dirty="0"/>
              <a:t>B -&gt; 1 Mb file to D</a:t>
            </a:r>
          </a:p>
          <a:p>
            <a:pPr lvl="1"/>
            <a:r>
              <a:rPr lang="en-IN" dirty="0"/>
              <a:t>Rate of transmission of the link: 1 Mbps</a:t>
            </a:r>
          </a:p>
          <a:p>
            <a:pPr lvl="1"/>
            <a:r>
              <a:rPr lang="en-IN" dirty="0"/>
              <a:t>Packet size is 1Mb</a:t>
            </a:r>
          </a:p>
          <a:p>
            <a:pPr lvl="1"/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Is it possible that D receives the file after 4 seconds?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405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3F60-05F1-DC4F-551D-116B9FF5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97CF-80C3-008F-2581-D656986E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74E5-D761-1FBB-F9F9-9E0EC3B90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Improves fairness</a:t>
            </a:r>
          </a:p>
          <a:p>
            <a:pPr lvl="1"/>
            <a:r>
              <a:rPr lang="en-IN" dirty="0"/>
              <a:t>Only corrupted packets need to be retransmitted</a:t>
            </a:r>
          </a:p>
          <a:p>
            <a:pPr lvl="1"/>
            <a:r>
              <a:rPr lang="en-IN" dirty="0"/>
              <a:t>Reduce delay for small transfers</a:t>
            </a:r>
          </a:p>
          <a:p>
            <a:pPr lvl="1"/>
            <a:endParaRPr lang="en-IN" dirty="0"/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A and B send files to C and D via a common gateway G</a:t>
            </a:r>
          </a:p>
          <a:p>
            <a:pPr lvl="1"/>
            <a:r>
              <a:rPr lang="en-IN" dirty="0"/>
              <a:t>A -&gt; 1 Gb file to C</a:t>
            </a:r>
          </a:p>
          <a:p>
            <a:pPr lvl="1"/>
            <a:r>
              <a:rPr lang="en-IN" dirty="0"/>
              <a:t>B -&gt; 1 Mb file to D</a:t>
            </a:r>
          </a:p>
          <a:p>
            <a:pPr lvl="1"/>
            <a:r>
              <a:rPr lang="en-IN" dirty="0"/>
              <a:t>Rate of transmission of the link: 1 Mbps</a:t>
            </a:r>
          </a:p>
          <a:p>
            <a:pPr lvl="1"/>
            <a:r>
              <a:rPr lang="en-IN" dirty="0"/>
              <a:t>Packet size is 1Mb</a:t>
            </a:r>
          </a:p>
          <a:p>
            <a:pPr lvl="1"/>
            <a:endParaRPr lang="en-IN" dirty="0"/>
          </a:p>
          <a:p>
            <a:r>
              <a:rPr lang="en-IN" dirty="0"/>
              <a:t>Is it possible that D receives the file after 4 seconds?</a:t>
            </a:r>
          </a:p>
          <a:p>
            <a:pPr lvl="1"/>
            <a:r>
              <a:rPr lang="en-IN" dirty="0"/>
              <a:t> Yes, if B’s packet arrived at G after three packets from A, then D may receive its 1 Mb file after four seconds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9637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29CF-516E-E31C-ADA0-CC8574E3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and 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14C7-5DFB-6DB5-6CE5-31CA007FF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 chapter 1.3 from the Kurose and Ross book</a:t>
            </a:r>
          </a:p>
        </p:txBody>
      </p:sp>
    </p:spTree>
    <p:extLst>
      <p:ext uri="{BB962C8B-B14F-4D97-AF65-F5344CB8AC3E}">
        <p14:creationId xmlns:p14="http://schemas.microsoft.com/office/powerpoint/2010/main" val="19651895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2CCA-75ED-C447-B274-2C367D4C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F98D6-E5F7-D0FD-254D-89FD7BBE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routers and switches that forward packets are called packet switches (or gateways)</a:t>
            </a:r>
          </a:p>
          <a:p>
            <a:endParaRPr lang="en-IN" dirty="0"/>
          </a:p>
          <a:p>
            <a:r>
              <a:rPr lang="en-IN" dirty="0"/>
              <a:t>Most packet switches use store-and-forward transmission</a:t>
            </a:r>
          </a:p>
          <a:p>
            <a:pPr lvl="1"/>
            <a:r>
              <a:rPr lang="en-IN" dirty="0"/>
              <a:t>The packet switches must receive the entire packet before forwarding it to the output link</a:t>
            </a:r>
          </a:p>
          <a:p>
            <a:pPr lvl="1"/>
            <a:r>
              <a:rPr lang="en-IN" dirty="0"/>
              <a:t>Queues to temporarily store incoming packets</a:t>
            </a:r>
          </a:p>
          <a:p>
            <a:pPr lvl="1"/>
            <a:r>
              <a:rPr lang="en-IN" dirty="0"/>
              <a:t>Queue size is infinite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168D42-ECA3-05DF-7F58-81B2185B9302}"/>
                  </a:ext>
                </a:extLst>
              </p14:cNvPr>
              <p14:cNvContentPartPr/>
              <p14:nvPr/>
            </p14:nvContentPartPr>
            <p14:xfrm>
              <a:off x="804240" y="4929840"/>
              <a:ext cx="10100880" cy="152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168D42-ECA3-05DF-7F58-81B2185B93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880" y="4920480"/>
                <a:ext cx="10119600" cy="154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8220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27B5-31A4-BB02-72CF-7D04DE65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Store and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03073-0B0F-8C1A-D365-53363EFF3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105">
            <a:extLst>
              <a:ext uri="{FF2B5EF4-FFF2-40B4-BE49-F238E27FC236}">
                <a16:creationId xmlns:a16="http://schemas.microsoft.com/office/drawing/2014/main" id="{887643F1-572A-9BCF-7C0A-E88DEF96ECFA}"/>
              </a:ext>
            </a:extLst>
          </p:cNvPr>
          <p:cNvGrpSpPr>
            <a:grpSpLocks/>
          </p:cNvGrpSpPr>
          <p:nvPr/>
        </p:nvGrpSpPr>
        <p:grpSpPr bwMode="auto">
          <a:xfrm>
            <a:off x="7910920" y="2701976"/>
            <a:ext cx="779462" cy="679450"/>
            <a:chOff x="-44" y="1473"/>
            <a:chExt cx="981" cy="1105"/>
          </a:xfrm>
        </p:grpSpPr>
        <p:pic>
          <p:nvPicPr>
            <p:cNvPr id="5" name="Picture 106" descr="desktop_computer_stylized_medium">
              <a:extLst>
                <a:ext uri="{FF2B5EF4-FFF2-40B4-BE49-F238E27FC236}">
                  <a16:creationId xmlns:a16="http://schemas.microsoft.com/office/drawing/2014/main" id="{4E9EF750-67F9-C02B-D67E-DBB982C8E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107">
              <a:extLst>
                <a:ext uri="{FF2B5EF4-FFF2-40B4-BE49-F238E27FC236}">
                  <a16:creationId xmlns:a16="http://schemas.microsoft.com/office/drawing/2014/main" id="{947F58C1-E611-0FF7-E02A-21E11B0339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7" name="Line 276">
            <a:extLst>
              <a:ext uri="{FF2B5EF4-FFF2-40B4-BE49-F238E27FC236}">
                <a16:creationId xmlns:a16="http://schemas.microsoft.com/office/drawing/2014/main" id="{E826006C-E01C-2BD6-A91D-69D667FBE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7336" y="2313776"/>
            <a:ext cx="984459" cy="4310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" name="Line 277">
            <a:extLst>
              <a:ext uri="{FF2B5EF4-FFF2-40B4-BE49-F238E27FC236}">
                <a16:creationId xmlns:a16="http://schemas.microsoft.com/office/drawing/2014/main" id="{FAFBE1B3-375A-D14C-89E9-347B915E89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1719" y="2872677"/>
            <a:ext cx="722173" cy="47699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9" name="Line 278">
            <a:extLst>
              <a:ext uri="{FF2B5EF4-FFF2-40B4-BE49-F238E27FC236}">
                <a16:creationId xmlns:a16="http://schemas.microsoft.com/office/drawing/2014/main" id="{7B96F890-E57B-DF8D-1605-85DA9A45C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757" y="2786114"/>
            <a:ext cx="2287168" cy="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" name="Line 279">
            <a:extLst>
              <a:ext uri="{FF2B5EF4-FFF2-40B4-BE49-F238E27FC236}">
                <a16:creationId xmlns:a16="http://schemas.microsoft.com/office/drawing/2014/main" id="{FB64CC02-0EBC-E0F5-763D-BD219C3D87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40132" y="2968676"/>
            <a:ext cx="9525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Line 280">
            <a:extLst>
              <a:ext uri="{FF2B5EF4-FFF2-40B4-BE49-F238E27FC236}">
                <a16:creationId xmlns:a16="http://schemas.microsoft.com/office/drawing/2014/main" id="{53C03EE9-16A9-721E-55DE-02FDB8E9A8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9507" y="2417814"/>
            <a:ext cx="604838" cy="307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180DFF89-271E-2879-97E5-9F278576D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195" y="2573389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" name="Rectangle 288">
            <a:extLst>
              <a:ext uri="{FF2B5EF4-FFF2-40B4-BE49-F238E27FC236}">
                <a16:creationId xmlns:a16="http://schemas.microsoft.com/office/drawing/2014/main" id="{E319C878-B15A-7A9E-B986-DDCE529D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120" y="2573389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4" name="Rectangle 289">
            <a:extLst>
              <a:ext uri="{FF2B5EF4-FFF2-40B4-BE49-F238E27FC236}">
                <a16:creationId xmlns:a16="http://schemas.microsoft.com/office/drawing/2014/main" id="{068C47E5-C8F2-0A49-EDC2-7669E2170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045" y="2573389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5" name="Rectangle 290">
            <a:extLst>
              <a:ext uri="{FF2B5EF4-FFF2-40B4-BE49-F238E27FC236}">
                <a16:creationId xmlns:a16="http://schemas.microsoft.com/office/drawing/2014/main" id="{786282D0-E6C6-AC4A-E6D5-9D10CE028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970" y="2573389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Rectangle 291">
            <a:extLst>
              <a:ext uri="{FF2B5EF4-FFF2-40B4-BE49-F238E27FC236}">
                <a16:creationId xmlns:a16="http://schemas.microsoft.com/office/drawing/2014/main" id="{97CE574D-003A-1497-E4F9-F64084DD4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95" y="2573389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Rectangle 292">
            <a:extLst>
              <a:ext uri="{FF2B5EF4-FFF2-40B4-BE49-F238E27FC236}">
                <a16:creationId xmlns:a16="http://schemas.microsoft.com/office/drawing/2014/main" id="{F80B8C5E-149B-866F-C8DF-CFEA9D372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370" y="2573389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Rectangle 293">
            <a:extLst>
              <a:ext uri="{FF2B5EF4-FFF2-40B4-BE49-F238E27FC236}">
                <a16:creationId xmlns:a16="http://schemas.microsoft.com/office/drawing/2014/main" id="{B8805A34-530F-6943-388B-A4A142D6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695" y="2568626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Rectangle 299">
            <a:extLst>
              <a:ext uri="{FF2B5EF4-FFF2-40B4-BE49-F238E27FC236}">
                <a16:creationId xmlns:a16="http://schemas.microsoft.com/office/drawing/2014/main" id="{EBD8A96C-CA92-0B3F-1A6B-1125C96CE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309" y="3030562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Line 302">
            <a:extLst>
              <a:ext uri="{FF2B5EF4-FFF2-40B4-BE49-F238E27FC236}">
                <a16:creationId xmlns:a16="http://schemas.microsoft.com/office/drawing/2014/main" id="{439C4A2A-AF00-8D96-E245-0EBB76957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8195" y="2463851"/>
            <a:ext cx="10620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Text Box 303">
            <a:extLst>
              <a:ext uri="{FF2B5EF4-FFF2-40B4-BE49-F238E27FC236}">
                <a16:creationId xmlns:a16="http://schemas.microsoft.com/office/drawing/2014/main" id="{BC438129-DDAA-E684-9084-7FD6820C4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124" y="2046286"/>
            <a:ext cx="3337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Text Box 304">
            <a:extLst>
              <a:ext uri="{FF2B5EF4-FFF2-40B4-BE49-F238E27FC236}">
                <a16:creationId xmlns:a16="http://schemas.microsoft.com/office/drawing/2014/main" id="{DFC96EB6-D313-122B-B3E5-E3957E027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352" y="2995508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B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3" name="Text Box 305">
            <a:extLst>
              <a:ext uri="{FF2B5EF4-FFF2-40B4-BE49-F238E27FC236}">
                <a16:creationId xmlns:a16="http://schemas.microsoft.com/office/drawing/2014/main" id="{A091DB26-3B55-04F1-36C6-DE82FC50F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0010" y="1979898"/>
            <a:ext cx="320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C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4" name="Text Box 308">
            <a:extLst>
              <a:ext uri="{FF2B5EF4-FFF2-40B4-BE49-F238E27FC236}">
                <a16:creationId xmlns:a16="http://schemas.microsoft.com/office/drawing/2014/main" id="{F2684A57-0514-A1AC-525F-9FC2C00D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245" y="1846468"/>
            <a:ext cx="1564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= 100 Mb/s</a:t>
            </a:r>
          </a:p>
        </p:txBody>
      </p:sp>
      <p:sp>
        <p:nvSpPr>
          <p:cNvPr id="25" name="Text Box 309">
            <a:extLst>
              <a:ext uri="{FF2B5EF4-FFF2-40B4-BE49-F238E27FC236}">
                <a16:creationId xmlns:a16="http://schemas.microsoft.com/office/drawing/2014/main" id="{165CA2A2-BF5B-4F86-3D50-5C8DBEE0E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432" y="2883676"/>
            <a:ext cx="14990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= 1.5 Mb/s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6" name="Text Box 310">
            <a:extLst>
              <a:ext uri="{FF2B5EF4-FFF2-40B4-BE49-F238E27FC236}">
                <a16:creationId xmlns:a16="http://schemas.microsoft.com/office/drawing/2014/main" id="{27278ED5-D5FD-B429-3434-CDDC0C315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732" y="3381426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7" name="Line 281">
            <a:extLst>
              <a:ext uri="{FF2B5EF4-FFF2-40B4-BE49-F238E27FC236}">
                <a16:creationId xmlns:a16="http://schemas.microsoft.com/office/drawing/2014/main" id="{3F7C7DE9-F906-8B7B-2D9B-D02227EF50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09320" y="3533826"/>
            <a:ext cx="984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" name="Line 283">
            <a:extLst>
              <a:ext uri="{FF2B5EF4-FFF2-40B4-BE49-F238E27FC236}">
                <a16:creationId xmlns:a16="http://schemas.microsoft.com/office/drawing/2014/main" id="{99D915FA-D271-325F-D61C-ADF72C6A0E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8919" y="3236965"/>
            <a:ext cx="950175" cy="16837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9" name="Text Box 306">
            <a:extLst>
              <a:ext uri="{FF2B5EF4-FFF2-40B4-BE49-F238E27FC236}">
                <a16:creationId xmlns:a16="http://schemas.microsoft.com/office/drawing/2014/main" id="{9F8A50A8-BCA7-095A-F673-C86730755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396" y="2750938"/>
            <a:ext cx="404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D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" name="Text Box 307">
            <a:extLst>
              <a:ext uri="{FF2B5EF4-FFF2-40B4-BE49-F238E27FC236}">
                <a16:creationId xmlns:a16="http://schemas.microsoft.com/office/drawing/2014/main" id="{A388A010-FD6D-A1D3-BAD5-05D901CAE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0561" y="3133716"/>
            <a:ext cx="309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1" name="Text Box 330">
            <a:extLst>
              <a:ext uri="{FF2B5EF4-FFF2-40B4-BE49-F238E27FC236}">
                <a16:creationId xmlns:a16="http://schemas.microsoft.com/office/drawing/2014/main" id="{D57C79BB-BCD2-969E-F58D-68ABFD00C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911" y="3530959"/>
            <a:ext cx="2686586" cy="800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queue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of packets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waiting for transmission over output link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32" name="Picture 97" descr="desktop_computer_stylized_medium">
            <a:extLst>
              <a:ext uri="{FF2B5EF4-FFF2-40B4-BE49-F238E27FC236}">
                <a16:creationId xmlns:a16="http://schemas.microsoft.com/office/drawing/2014/main" id="{E567680C-D809-D481-9FCD-27EE64E0C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40932" y="2038401"/>
            <a:ext cx="779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98">
            <a:extLst>
              <a:ext uri="{FF2B5EF4-FFF2-40B4-BE49-F238E27FC236}">
                <a16:creationId xmlns:a16="http://schemas.microsoft.com/office/drawing/2014/main" id="{8A15C87B-4FBF-9D23-74A4-F38544AD7AA6}"/>
              </a:ext>
            </a:extLst>
          </p:cNvPr>
          <p:cNvSpPr>
            <a:spLocks/>
          </p:cNvSpPr>
          <p:nvPr/>
        </p:nvSpPr>
        <p:spPr bwMode="auto">
          <a:xfrm flipH="1">
            <a:off x="2273058" y="2103579"/>
            <a:ext cx="379005" cy="311133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34" name="Group 99">
            <a:extLst>
              <a:ext uri="{FF2B5EF4-FFF2-40B4-BE49-F238E27FC236}">
                <a16:creationId xmlns:a16="http://schemas.microsoft.com/office/drawing/2014/main" id="{5EE0A756-06B1-9AEA-E1AC-F99E86BDA82F}"/>
              </a:ext>
            </a:extLst>
          </p:cNvPr>
          <p:cNvGrpSpPr>
            <a:grpSpLocks/>
          </p:cNvGrpSpPr>
          <p:nvPr/>
        </p:nvGrpSpPr>
        <p:grpSpPr bwMode="auto">
          <a:xfrm>
            <a:off x="2232432" y="3013126"/>
            <a:ext cx="779463" cy="679450"/>
            <a:chOff x="-44" y="1473"/>
            <a:chExt cx="981" cy="1105"/>
          </a:xfrm>
        </p:grpSpPr>
        <p:pic>
          <p:nvPicPr>
            <p:cNvPr id="35" name="Picture 100" descr="desktop_computer_stylized_medium">
              <a:extLst>
                <a:ext uri="{FF2B5EF4-FFF2-40B4-BE49-F238E27FC236}">
                  <a16:creationId xmlns:a16="http://schemas.microsoft.com/office/drawing/2014/main" id="{F4457574-8F3E-C825-7026-D47F72E3C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101">
              <a:extLst>
                <a:ext uri="{FF2B5EF4-FFF2-40B4-BE49-F238E27FC236}">
                  <a16:creationId xmlns:a16="http://schemas.microsoft.com/office/drawing/2014/main" id="{40FA4E94-1235-51ED-CFBD-7FDE230D50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37" name="Group 102">
            <a:extLst>
              <a:ext uri="{FF2B5EF4-FFF2-40B4-BE49-F238E27FC236}">
                <a16:creationId xmlns:a16="http://schemas.microsoft.com/office/drawing/2014/main" id="{F2CF0266-C750-F4F4-736A-FC7064572962}"/>
              </a:ext>
            </a:extLst>
          </p:cNvPr>
          <p:cNvGrpSpPr>
            <a:grpSpLocks/>
          </p:cNvGrpSpPr>
          <p:nvPr/>
        </p:nvGrpSpPr>
        <p:grpSpPr bwMode="auto">
          <a:xfrm>
            <a:off x="8628470" y="3073451"/>
            <a:ext cx="779462" cy="679450"/>
            <a:chOff x="-44" y="1473"/>
            <a:chExt cx="981" cy="1105"/>
          </a:xfrm>
        </p:grpSpPr>
        <p:pic>
          <p:nvPicPr>
            <p:cNvPr id="38" name="Picture 103" descr="desktop_computer_stylized_medium">
              <a:extLst>
                <a:ext uri="{FF2B5EF4-FFF2-40B4-BE49-F238E27FC236}">
                  <a16:creationId xmlns:a16="http://schemas.microsoft.com/office/drawing/2014/main" id="{B9B566BD-3CDE-1777-1D4E-F54E12DA6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104">
              <a:extLst>
                <a:ext uri="{FF2B5EF4-FFF2-40B4-BE49-F238E27FC236}">
                  <a16:creationId xmlns:a16="http://schemas.microsoft.com/office/drawing/2014/main" id="{4C046724-1F7F-B66C-4107-B062947089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40" name="Group 108">
            <a:extLst>
              <a:ext uri="{FF2B5EF4-FFF2-40B4-BE49-F238E27FC236}">
                <a16:creationId xmlns:a16="http://schemas.microsoft.com/office/drawing/2014/main" id="{6465D661-F76C-4FF8-3740-142FB06E70D7}"/>
              </a:ext>
            </a:extLst>
          </p:cNvPr>
          <p:cNvGrpSpPr>
            <a:grpSpLocks/>
          </p:cNvGrpSpPr>
          <p:nvPr/>
        </p:nvGrpSpPr>
        <p:grpSpPr bwMode="auto">
          <a:xfrm>
            <a:off x="7993470" y="1881239"/>
            <a:ext cx="779462" cy="679450"/>
            <a:chOff x="-44" y="1473"/>
            <a:chExt cx="981" cy="1105"/>
          </a:xfrm>
        </p:grpSpPr>
        <p:pic>
          <p:nvPicPr>
            <p:cNvPr id="41" name="Picture 109" descr="desktop_computer_stylized_medium">
              <a:extLst>
                <a:ext uri="{FF2B5EF4-FFF2-40B4-BE49-F238E27FC236}">
                  <a16:creationId xmlns:a16="http://schemas.microsoft.com/office/drawing/2014/main" id="{012F1488-52C5-6EFA-E6EE-C3B8764982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110">
              <a:extLst>
                <a:ext uri="{FF2B5EF4-FFF2-40B4-BE49-F238E27FC236}">
                  <a16:creationId xmlns:a16="http://schemas.microsoft.com/office/drawing/2014/main" id="{C18BA334-5087-02A9-005E-85CD4689F69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0F8127-8D8D-F138-3A92-3CD45E30DC46}"/>
              </a:ext>
            </a:extLst>
          </p:cNvPr>
          <p:cNvGrpSpPr/>
          <p:nvPr/>
        </p:nvGrpSpPr>
        <p:grpSpPr>
          <a:xfrm>
            <a:off x="6669963" y="2545936"/>
            <a:ext cx="1146494" cy="498545"/>
            <a:chOff x="7493876" y="2774731"/>
            <a:chExt cx="1481958" cy="894622"/>
          </a:xfrm>
        </p:grpSpPr>
        <p:sp>
          <p:nvSpPr>
            <p:cNvPr id="44" name="Freeform 363">
              <a:extLst>
                <a:ext uri="{FF2B5EF4-FFF2-40B4-BE49-F238E27FC236}">
                  <a16:creationId xmlns:a16="http://schemas.microsoft.com/office/drawing/2014/main" id="{8BE826B3-9041-FE30-D5D6-41EE6EA731E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CAE2B22-5B5F-5679-3A22-6B663CC0B3D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8DC8063-0E66-0F18-D5EF-29C9F295F9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" name="Freeform 366">
                <a:extLst>
                  <a:ext uri="{FF2B5EF4-FFF2-40B4-BE49-F238E27FC236}">
                    <a16:creationId xmlns:a16="http://schemas.microsoft.com/office/drawing/2014/main" id="{630CC04A-B3A4-C835-1DB0-01386D3101F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367">
                <a:extLst>
                  <a:ext uri="{FF2B5EF4-FFF2-40B4-BE49-F238E27FC236}">
                    <a16:creationId xmlns:a16="http://schemas.microsoft.com/office/drawing/2014/main" id="{EAACF1BF-09CC-A3A9-ED95-A44976731A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368">
                <a:extLst>
                  <a:ext uri="{FF2B5EF4-FFF2-40B4-BE49-F238E27FC236}">
                    <a16:creationId xmlns:a16="http://schemas.microsoft.com/office/drawing/2014/main" id="{3CA2854F-6292-5166-27CA-72B83CF975F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369">
                <a:extLst>
                  <a:ext uri="{FF2B5EF4-FFF2-40B4-BE49-F238E27FC236}">
                    <a16:creationId xmlns:a16="http://schemas.microsoft.com/office/drawing/2014/main" id="{3A0FD2D0-2F3D-9781-80B2-39AE93C25F6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1A1A31-2D82-0CC9-2BB9-B35C616FD2D1}"/>
              </a:ext>
            </a:extLst>
          </p:cNvPr>
          <p:cNvGrpSpPr/>
          <p:nvPr/>
        </p:nvGrpSpPr>
        <p:grpSpPr>
          <a:xfrm>
            <a:off x="6695892" y="3233870"/>
            <a:ext cx="1146494" cy="498545"/>
            <a:chOff x="7493876" y="2774731"/>
            <a:chExt cx="1481958" cy="894622"/>
          </a:xfrm>
        </p:grpSpPr>
        <p:sp>
          <p:nvSpPr>
            <p:cNvPr id="52" name="Freeform 371">
              <a:extLst>
                <a:ext uri="{FF2B5EF4-FFF2-40B4-BE49-F238E27FC236}">
                  <a16:creationId xmlns:a16="http://schemas.microsoft.com/office/drawing/2014/main" id="{C8ABC23B-0813-2DD2-0914-F5A9B9354B9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1371417-01F8-7D42-AE7D-E5B40C82C5B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9FA7C7B-961B-4573-D29E-57343D26EB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" name="Freeform 374">
                <a:extLst>
                  <a:ext uri="{FF2B5EF4-FFF2-40B4-BE49-F238E27FC236}">
                    <a16:creationId xmlns:a16="http://schemas.microsoft.com/office/drawing/2014/main" id="{BD696C88-F2F1-66DB-D2FC-5851425B4D0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Freeform 375">
                <a:extLst>
                  <a:ext uri="{FF2B5EF4-FFF2-40B4-BE49-F238E27FC236}">
                    <a16:creationId xmlns:a16="http://schemas.microsoft.com/office/drawing/2014/main" id="{D6549C0D-724D-4167-8BB1-D8F9CD1DF5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 376">
                <a:extLst>
                  <a:ext uri="{FF2B5EF4-FFF2-40B4-BE49-F238E27FC236}">
                    <a16:creationId xmlns:a16="http://schemas.microsoft.com/office/drawing/2014/main" id="{57448FEC-8646-BC60-21A9-5295F0DCC27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377">
                <a:extLst>
                  <a:ext uri="{FF2B5EF4-FFF2-40B4-BE49-F238E27FC236}">
                    <a16:creationId xmlns:a16="http://schemas.microsoft.com/office/drawing/2014/main" id="{08E7FD80-6B42-F09A-0BD6-03FE965E5D1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05731ED-BE0B-DEF7-5DC9-190DFD51ADDF}"/>
              </a:ext>
            </a:extLst>
          </p:cNvPr>
          <p:cNvGrpSpPr/>
          <p:nvPr/>
        </p:nvGrpSpPr>
        <p:grpSpPr>
          <a:xfrm>
            <a:off x="3477803" y="2524359"/>
            <a:ext cx="1146494" cy="498545"/>
            <a:chOff x="7493876" y="2774731"/>
            <a:chExt cx="1481958" cy="894622"/>
          </a:xfrm>
        </p:grpSpPr>
        <p:sp>
          <p:nvSpPr>
            <p:cNvPr id="60" name="Freeform 379">
              <a:extLst>
                <a:ext uri="{FF2B5EF4-FFF2-40B4-BE49-F238E27FC236}">
                  <a16:creationId xmlns:a16="http://schemas.microsoft.com/office/drawing/2014/main" id="{0F29C988-F9D9-E802-1B75-5059E30E626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26AC2CC-67B1-9BEC-4C85-9974640F04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9397B72-A43A-951D-473E-5D2846DCD36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" name="Freeform 382">
                <a:extLst>
                  <a:ext uri="{FF2B5EF4-FFF2-40B4-BE49-F238E27FC236}">
                    <a16:creationId xmlns:a16="http://schemas.microsoft.com/office/drawing/2014/main" id="{5E49608B-E1AA-426E-BEDA-8C76E2FCBAD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383">
                <a:extLst>
                  <a:ext uri="{FF2B5EF4-FFF2-40B4-BE49-F238E27FC236}">
                    <a16:creationId xmlns:a16="http://schemas.microsoft.com/office/drawing/2014/main" id="{92F298DA-53C2-FAF2-5F70-409FA5E277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 384">
                <a:extLst>
                  <a:ext uri="{FF2B5EF4-FFF2-40B4-BE49-F238E27FC236}">
                    <a16:creationId xmlns:a16="http://schemas.microsoft.com/office/drawing/2014/main" id="{F786FF66-4C4C-E511-4560-D70AFDBA52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 385">
                <a:extLst>
                  <a:ext uri="{FF2B5EF4-FFF2-40B4-BE49-F238E27FC236}">
                    <a16:creationId xmlns:a16="http://schemas.microsoft.com/office/drawing/2014/main" id="{BC6E8E23-E9B9-A80D-B36D-441B6F9075E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Line 230">
            <a:extLst>
              <a:ext uri="{FF2B5EF4-FFF2-40B4-BE49-F238E27FC236}">
                <a16:creationId xmlns:a16="http://schemas.microsoft.com/office/drawing/2014/main" id="{98B9CA34-DBDF-43F5-70BA-4AAE8DB61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682" y="2690864"/>
            <a:ext cx="0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68" name="Group 311">
            <a:extLst>
              <a:ext uri="{FF2B5EF4-FFF2-40B4-BE49-F238E27FC236}">
                <a16:creationId xmlns:a16="http://schemas.microsoft.com/office/drawing/2014/main" id="{6208B518-4148-3980-B4E1-AFF711C699F3}"/>
              </a:ext>
            </a:extLst>
          </p:cNvPr>
          <p:cNvGrpSpPr>
            <a:grpSpLocks/>
          </p:cNvGrpSpPr>
          <p:nvPr/>
        </p:nvGrpSpPr>
        <p:grpSpPr bwMode="auto">
          <a:xfrm>
            <a:off x="3932645" y="2649589"/>
            <a:ext cx="633412" cy="200025"/>
            <a:chOff x="1800" y="1425"/>
            <a:chExt cx="399" cy="126"/>
          </a:xfrm>
        </p:grpSpPr>
        <p:sp>
          <p:nvSpPr>
            <p:cNvPr id="69" name="Rectangle 294">
              <a:extLst>
                <a:ext uri="{FF2B5EF4-FFF2-40B4-BE49-F238E27FC236}">
                  <a16:creationId xmlns:a16="http://schemas.microsoft.com/office/drawing/2014/main" id="{5BF05887-C5DE-B398-21F7-FD73E25C4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0" name="Rectangle 295">
              <a:extLst>
                <a:ext uri="{FF2B5EF4-FFF2-40B4-BE49-F238E27FC236}">
                  <a16:creationId xmlns:a16="http://schemas.microsoft.com/office/drawing/2014/main" id="{EFE3B417-03A7-B0D7-332A-D59E74D39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1" name="Rectangle 296">
              <a:extLst>
                <a:ext uri="{FF2B5EF4-FFF2-40B4-BE49-F238E27FC236}">
                  <a16:creationId xmlns:a16="http://schemas.microsoft.com/office/drawing/2014/main" id="{9F73C7B1-0B49-52C8-B1F2-78FE72206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2" name="Rectangle 297">
              <a:extLst>
                <a:ext uri="{FF2B5EF4-FFF2-40B4-BE49-F238E27FC236}">
                  <a16:creationId xmlns:a16="http://schemas.microsoft.com/office/drawing/2014/main" id="{25125D38-706A-5409-CD84-E2C1673EC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73" name="Rectangle 298">
            <a:extLst>
              <a:ext uri="{FF2B5EF4-FFF2-40B4-BE49-F238E27FC236}">
                <a16:creationId xmlns:a16="http://schemas.microsoft.com/office/drawing/2014/main" id="{D4BBCE4B-6411-CCD4-FF0F-E4C4D4F9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746" y="2471902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4" name="Line 300">
            <a:extLst>
              <a:ext uri="{FF2B5EF4-FFF2-40B4-BE49-F238E27FC236}">
                <a16:creationId xmlns:a16="http://schemas.microsoft.com/office/drawing/2014/main" id="{DAFE9023-897C-1B41-B8E2-902CE596A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7572" y="2633770"/>
            <a:ext cx="227109" cy="11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5" name="Line 301">
            <a:extLst>
              <a:ext uri="{FF2B5EF4-FFF2-40B4-BE49-F238E27FC236}">
                <a16:creationId xmlns:a16="http://schemas.microsoft.com/office/drawing/2014/main" id="{BE6D0E97-700F-8755-7CF6-12ED0E5332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0793" y="2987296"/>
            <a:ext cx="248236" cy="1557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6" name="Line 332">
            <a:extLst>
              <a:ext uri="{FF2B5EF4-FFF2-40B4-BE49-F238E27FC236}">
                <a16:creationId xmlns:a16="http://schemas.microsoft.com/office/drawing/2014/main" id="{73996C4F-67C7-4402-576A-7A97D81F87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6974" y="2901999"/>
            <a:ext cx="17133" cy="64195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7" name="Line 332">
            <a:extLst>
              <a:ext uri="{FF2B5EF4-FFF2-40B4-BE49-F238E27FC236}">
                <a16:creationId xmlns:a16="http://schemas.microsoft.com/office/drawing/2014/main" id="{8E05D68A-D6C3-0AEE-2EC4-A1EED83E5E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1795" y="2165937"/>
            <a:ext cx="0" cy="221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8" name="Line 332">
            <a:extLst>
              <a:ext uri="{FF2B5EF4-FFF2-40B4-BE49-F238E27FC236}">
                <a16:creationId xmlns:a16="http://schemas.microsoft.com/office/drawing/2014/main" id="{3F7FC995-3657-DD12-5B07-9C9150AC80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832" y="2847096"/>
            <a:ext cx="0" cy="120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19593F-9F53-3F74-BB82-10C8F548BB6B}"/>
              </a:ext>
            </a:extLst>
          </p:cNvPr>
          <p:cNvSpPr txBox="1"/>
          <p:nvPr/>
        </p:nvSpPr>
        <p:spPr>
          <a:xfrm>
            <a:off x="424543" y="6041571"/>
            <a:ext cx="727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</p:spTree>
    <p:extLst>
      <p:ext uri="{BB962C8B-B14F-4D97-AF65-F5344CB8AC3E}">
        <p14:creationId xmlns:p14="http://schemas.microsoft.com/office/powerpoint/2010/main" val="12973979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CC89-1265-3CA9-E210-92DABC04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72D73-7717-0082-AE93-FD51F262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What will happen if the packets arrive faster than they can be transmitted?</a:t>
            </a:r>
          </a:p>
        </p:txBody>
      </p:sp>
    </p:spTree>
    <p:extLst>
      <p:ext uri="{BB962C8B-B14F-4D97-AF65-F5344CB8AC3E}">
        <p14:creationId xmlns:p14="http://schemas.microsoft.com/office/powerpoint/2010/main" val="33758448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CDD7-680B-277E-1E82-34745678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2E4A-490F-EF1B-D2B0-6A5B7EF9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AB9E4-7CCA-69A2-DB0A-8C1E46F5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will happen if the packets arrive faster than they can be transmitted?</a:t>
            </a:r>
          </a:p>
          <a:p>
            <a:pPr lvl="1"/>
            <a:r>
              <a:rPr lang="en-IN" dirty="0"/>
              <a:t>Packets may accumulate in the queues before they can be processed</a:t>
            </a:r>
          </a:p>
          <a:p>
            <a:pPr lvl="1"/>
            <a:r>
              <a:rPr lang="en-IN" dirty="0"/>
              <a:t>Packets may get dropped if the queue is full</a:t>
            </a:r>
          </a:p>
          <a:p>
            <a:pPr lvl="1"/>
            <a:r>
              <a:rPr lang="en-IN" dirty="0"/>
              <a:t>Packets may experience variable delay</a:t>
            </a:r>
          </a:p>
        </p:txBody>
      </p:sp>
    </p:spTree>
    <p:extLst>
      <p:ext uri="{BB962C8B-B14F-4D97-AF65-F5344CB8AC3E}">
        <p14:creationId xmlns:p14="http://schemas.microsoft.com/office/powerpoint/2010/main" val="2789251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B23C-4907-3C67-B3B2-E17F1DBB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2728D-558C-0032-3D3E-A9558F6FE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packet switching, packets may experience unexpected delay under heavy load</a:t>
            </a:r>
          </a:p>
          <a:p>
            <a:endParaRPr lang="en-IN" dirty="0"/>
          </a:p>
          <a:p>
            <a:r>
              <a:rPr lang="en-IN" dirty="0"/>
              <a:t>It could be problematic for real-time applications such as video calls or voice communication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Solution?</a:t>
            </a:r>
          </a:p>
        </p:txBody>
      </p:sp>
    </p:spTree>
    <p:extLst>
      <p:ext uri="{BB962C8B-B14F-4D97-AF65-F5344CB8AC3E}">
        <p14:creationId xmlns:p14="http://schemas.microsoft.com/office/powerpoint/2010/main" val="2112351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866A-C185-8CE3-ED9C-F5618DA6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477C-D2CA-9823-6942-BD5D1C7C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8BAF-FE59-AAF2-96F0-DEC29727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3C194E-9B0D-B60C-BB88-F9512A1CFB1D}"/>
              </a:ext>
            </a:extLst>
          </p:cNvPr>
          <p:cNvSpPr/>
          <p:nvPr/>
        </p:nvSpPr>
        <p:spPr bwMode="auto">
          <a:xfrm>
            <a:off x="8424977" y="2768303"/>
            <a:ext cx="1498678" cy="62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26677-A81E-51D4-7416-1D220E11271E}"/>
              </a:ext>
            </a:extLst>
          </p:cNvPr>
          <p:cNvSpPr/>
          <p:nvPr/>
        </p:nvSpPr>
        <p:spPr bwMode="auto"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B183A-D389-E601-5C46-5566556D7D88}"/>
              </a:ext>
            </a:extLst>
          </p:cNvPr>
          <p:cNvSpPr/>
          <p:nvPr/>
        </p:nvSpPr>
        <p:spPr bwMode="auto">
          <a:xfrm>
            <a:off x="8424977" y="2893815"/>
            <a:ext cx="1498678" cy="62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919B6-D5B5-D6CA-5DE9-95972E990445}"/>
              </a:ext>
            </a:extLst>
          </p:cNvPr>
          <p:cNvSpPr/>
          <p:nvPr/>
        </p:nvSpPr>
        <p:spPr bwMode="auto">
          <a:xfrm>
            <a:off x="8424977" y="2956570"/>
            <a:ext cx="1498678" cy="62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8" name="Group 75">
            <a:extLst>
              <a:ext uri="{FF2B5EF4-FFF2-40B4-BE49-F238E27FC236}">
                <a16:creationId xmlns:a16="http://schemas.microsoft.com/office/drawing/2014/main" id="{BC0368BD-786C-D307-5DBB-CA79CB338ACF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9151" y="3674784"/>
            <a:ext cx="1446966" cy="261562"/>
            <a:chOff x="4876800" y="1143000"/>
            <a:chExt cx="1752600" cy="304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FA3AE9-CD4B-163C-749A-106E9C1852BE}"/>
                </a:ext>
              </a:extLst>
            </p:cNvPr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09E043-A348-8D51-425B-C94EFC8A55CF}"/>
                </a:ext>
              </a:extLst>
            </p:cNvPr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8FC8D1-E3F2-EF64-C8F7-F2787F3B0039}"/>
                </a:ext>
              </a:extLst>
            </p:cNvPr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AE1601-C029-337D-1DB4-EAE1DAEF8559}"/>
                </a:ext>
              </a:extLst>
            </p:cNvPr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" name="Group 80">
            <a:extLst>
              <a:ext uri="{FF2B5EF4-FFF2-40B4-BE49-F238E27FC236}">
                <a16:creationId xmlns:a16="http://schemas.microsoft.com/office/drawing/2014/main" id="{062C573F-E1E3-4A68-777D-13ED8454AD53}"/>
              </a:ext>
            </a:extLst>
          </p:cNvPr>
          <p:cNvGrpSpPr>
            <a:grpSpLocks/>
          </p:cNvGrpSpPr>
          <p:nvPr/>
        </p:nvGrpSpPr>
        <p:grpSpPr bwMode="auto"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B516EC-D95A-E7EC-E2B8-B0AD60E5434A}"/>
                </a:ext>
              </a:extLst>
            </p:cNvPr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433448-9CF3-D5A6-E6C8-B4757F65F436}"/>
                </a:ext>
              </a:extLst>
            </p:cNvPr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E47600F-2A7B-E829-5512-F7FA6293780E}"/>
                </a:ext>
              </a:extLst>
            </p:cNvPr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8199FE-096A-A49F-9815-3741C5F6583B}"/>
                </a:ext>
              </a:extLst>
            </p:cNvPr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1415C11-B1C6-7D76-C8E0-80A747A9A95C}"/>
              </a:ext>
            </a:extLst>
          </p:cNvPr>
          <p:cNvSpPr/>
          <p:nvPr/>
        </p:nvSpPr>
        <p:spPr bwMode="auto">
          <a:xfrm rot="5400000">
            <a:off x="9755990" y="3772869"/>
            <a:ext cx="1446966" cy="65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5F8CC-11AB-0FB3-D7C2-51B8E8291724}"/>
              </a:ext>
            </a:extLst>
          </p:cNvPr>
          <p:cNvSpPr/>
          <p:nvPr/>
        </p:nvSpPr>
        <p:spPr bwMode="auto">
          <a:xfrm rot="5400000">
            <a:off x="9690600" y="3772869"/>
            <a:ext cx="1446966" cy="6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FFA8C3-03D8-A05C-71D8-8D4445BEE7C2}"/>
              </a:ext>
            </a:extLst>
          </p:cNvPr>
          <p:cNvSpPr/>
          <p:nvPr/>
        </p:nvSpPr>
        <p:spPr bwMode="auto">
          <a:xfrm rot="5400000">
            <a:off x="9625209" y="3772869"/>
            <a:ext cx="1446966" cy="65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71C3F6-58A1-BDE8-E81B-FC76687113E6}"/>
              </a:ext>
            </a:extLst>
          </p:cNvPr>
          <p:cNvSpPr/>
          <p:nvPr/>
        </p:nvSpPr>
        <p:spPr bwMode="auto"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22" name="Group 100">
            <a:extLst>
              <a:ext uri="{FF2B5EF4-FFF2-40B4-BE49-F238E27FC236}">
                <a16:creationId xmlns:a16="http://schemas.microsoft.com/office/drawing/2014/main" id="{48984A0F-7D48-461F-8E90-FB50021D9CD6}"/>
              </a:ext>
            </a:extLst>
          </p:cNvPr>
          <p:cNvGrpSpPr>
            <a:grpSpLocks/>
          </p:cNvGrpSpPr>
          <p:nvPr/>
        </p:nvGrpSpPr>
        <p:grpSpPr bwMode="auto"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id="23" name="Picture 101" descr="desktop_computer_stylized_medium">
              <a:extLst>
                <a:ext uri="{FF2B5EF4-FFF2-40B4-BE49-F238E27FC236}">
                  <a16:creationId xmlns:a16="http://schemas.microsoft.com/office/drawing/2014/main" id="{1022B59E-F7D1-068F-E333-D1329C4F1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id="{05C6E348-E1D4-403B-66C3-649F9BE92B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E33BE40-1C47-D762-6D43-C6AB2B6107C9}"/>
              </a:ext>
            </a:extLst>
          </p:cNvPr>
          <p:cNvSpPr/>
          <p:nvPr/>
        </p:nvSpPr>
        <p:spPr bwMode="auto">
          <a:xfrm rot="2465437" flipV="1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158F6A-B7C2-21C9-2D9F-5A968BCEAE43}"/>
              </a:ext>
            </a:extLst>
          </p:cNvPr>
          <p:cNvSpPr/>
          <p:nvPr/>
        </p:nvSpPr>
        <p:spPr bwMode="auto">
          <a:xfrm>
            <a:off x="7105364" y="4795380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C357D2-2FC8-1008-DB5D-06B89007BB5F}"/>
              </a:ext>
            </a:extLst>
          </p:cNvPr>
          <p:cNvSpPr/>
          <p:nvPr/>
        </p:nvSpPr>
        <p:spPr bwMode="auto"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B7CD14-B092-1847-4829-37B382F8E5A3}"/>
              </a:ext>
            </a:extLst>
          </p:cNvPr>
          <p:cNvSpPr/>
          <p:nvPr/>
        </p:nvSpPr>
        <p:spPr bwMode="auto">
          <a:xfrm rot="5400000">
            <a:off x="7825925" y="5242087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A6AE27-31FC-C652-364A-DDF5D5351460}"/>
              </a:ext>
            </a:extLst>
          </p:cNvPr>
          <p:cNvSpPr/>
          <p:nvPr/>
        </p:nvSpPr>
        <p:spPr bwMode="auto"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251C2E-2F95-64FC-8EC2-6B900E17E348}"/>
              </a:ext>
            </a:extLst>
          </p:cNvPr>
          <p:cNvSpPr/>
          <p:nvPr/>
        </p:nvSpPr>
        <p:spPr bwMode="auto">
          <a:xfrm rot="10800000">
            <a:off x="10882518" y="4775822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A4B16B-6F92-E442-D788-10EC39DFE0FA}"/>
              </a:ext>
            </a:extLst>
          </p:cNvPr>
          <p:cNvSpPr/>
          <p:nvPr/>
        </p:nvSpPr>
        <p:spPr bwMode="auto">
          <a:xfrm>
            <a:off x="7002625" y="2887816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ADDD74-F564-7169-677A-EF5316615F77}"/>
              </a:ext>
            </a:extLst>
          </p:cNvPr>
          <p:cNvSpPr/>
          <p:nvPr/>
        </p:nvSpPr>
        <p:spPr bwMode="auto">
          <a:xfrm>
            <a:off x="10811014" y="2867389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71EA6B-06FF-CD7F-49E3-E2E97D048B28}"/>
              </a:ext>
            </a:extLst>
          </p:cNvPr>
          <p:cNvSpPr/>
          <p:nvPr/>
        </p:nvSpPr>
        <p:spPr bwMode="auto">
          <a:xfrm rot="5400000">
            <a:off x="10115327" y="2348120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34" name="Group 100">
            <a:extLst>
              <a:ext uri="{FF2B5EF4-FFF2-40B4-BE49-F238E27FC236}">
                <a16:creationId xmlns:a16="http://schemas.microsoft.com/office/drawing/2014/main" id="{4356C635-B9B8-FA42-D7AD-EDCD9FCBA1C9}"/>
              </a:ext>
            </a:extLst>
          </p:cNvPr>
          <p:cNvGrpSpPr>
            <a:grpSpLocks/>
          </p:cNvGrpSpPr>
          <p:nvPr/>
        </p:nvGrpSpPr>
        <p:grpSpPr bwMode="auto"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id="35" name="Picture 101" descr="desktop_computer_stylized_medium">
              <a:extLst>
                <a:ext uri="{FF2B5EF4-FFF2-40B4-BE49-F238E27FC236}">
                  <a16:creationId xmlns:a16="http://schemas.microsoft.com/office/drawing/2014/main" id="{D679683B-D469-2153-465C-6E48609A83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102">
              <a:extLst>
                <a:ext uri="{FF2B5EF4-FFF2-40B4-BE49-F238E27FC236}">
                  <a16:creationId xmlns:a16="http://schemas.microsoft.com/office/drawing/2014/main" id="{A572789D-8484-CFB1-15D2-EEC58EE1EC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7DFD16-4F53-AFAF-E500-99C3C1E70D49}"/>
              </a:ext>
            </a:extLst>
          </p:cNvPr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38" name="Freeform 727">
              <a:extLst>
                <a:ext uri="{FF2B5EF4-FFF2-40B4-BE49-F238E27FC236}">
                  <a16:creationId xmlns:a16="http://schemas.microsoft.com/office/drawing/2014/main" id="{89CD0F6C-BD9C-6D21-CD84-537722BC0FB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863D4FF-7302-45D7-A0C1-55BB6F0755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CFBD0D5-CA43-7E13-6C31-7588FE7D62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" name="Freeform 730">
                <a:extLst>
                  <a:ext uri="{FF2B5EF4-FFF2-40B4-BE49-F238E27FC236}">
                    <a16:creationId xmlns:a16="http://schemas.microsoft.com/office/drawing/2014/main" id="{DBD66DFF-6311-BBAB-E0D0-00925ED40C8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 731">
                <a:extLst>
                  <a:ext uri="{FF2B5EF4-FFF2-40B4-BE49-F238E27FC236}">
                    <a16:creationId xmlns:a16="http://schemas.microsoft.com/office/drawing/2014/main" id="{894819D4-9287-5C7A-B923-125684AA5DF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732">
                <a:extLst>
                  <a:ext uri="{FF2B5EF4-FFF2-40B4-BE49-F238E27FC236}">
                    <a16:creationId xmlns:a16="http://schemas.microsoft.com/office/drawing/2014/main" id="{BB5001BD-9536-D710-4F97-3E5FAE5CA0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 733">
                <a:extLst>
                  <a:ext uri="{FF2B5EF4-FFF2-40B4-BE49-F238E27FC236}">
                    <a16:creationId xmlns:a16="http://schemas.microsoft.com/office/drawing/2014/main" id="{5EDA89AB-D114-5822-53CD-1718819F7B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03EAAD9-7A78-7553-CB9D-2F6225CF45C8}"/>
              </a:ext>
            </a:extLst>
          </p:cNvPr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46" name="Freeform 735">
              <a:extLst>
                <a:ext uri="{FF2B5EF4-FFF2-40B4-BE49-F238E27FC236}">
                  <a16:creationId xmlns:a16="http://schemas.microsoft.com/office/drawing/2014/main" id="{BF4D16D8-9DA9-602E-7829-A76AAB432D3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C5DE8D-4920-4613-85B8-CD39FF46493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6F1A4C2-291A-7114-6F15-6679914A993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" name="Freeform 738">
                <a:extLst>
                  <a:ext uri="{FF2B5EF4-FFF2-40B4-BE49-F238E27FC236}">
                    <a16:creationId xmlns:a16="http://schemas.microsoft.com/office/drawing/2014/main" id="{C42AE11F-29E0-A1E4-C91D-6341B76B08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739">
                <a:extLst>
                  <a:ext uri="{FF2B5EF4-FFF2-40B4-BE49-F238E27FC236}">
                    <a16:creationId xmlns:a16="http://schemas.microsoft.com/office/drawing/2014/main" id="{C4B7E0E0-2202-80B6-7928-0F19434284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740">
                <a:extLst>
                  <a:ext uri="{FF2B5EF4-FFF2-40B4-BE49-F238E27FC236}">
                    <a16:creationId xmlns:a16="http://schemas.microsoft.com/office/drawing/2014/main" id="{C458C1AD-D85B-CC93-2055-ACAB69F72C5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741">
                <a:extLst>
                  <a:ext uri="{FF2B5EF4-FFF2-40B4-BE49-F238E27FC236}">
                    <a16:creationId xmlns:a16="http://schemas.microsoft.com/office/drawing/2014/main" id="{1114C3BB-A8DF-F8D1-8EC8-3C4220FAB84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FD7901-E997-57F2-D4AE-F62FED39600D}"/>
              </a:ext>
            </a:extLst>
          </p:cNvPr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54" name="Freeform 743">
              <a:extLst>
                <a:ext uri="{FF2B5EF4-FFF2-40B4-BE49-F238E27FC236}">
                  <a16:creationId xmlns:a16="http://schemas.microsoft.com/office/drawing/2014/main" id="{BBF7ECB2-8C4E-6A83-9B54-90195400C4B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0C25B4B-E50A-A840-4B09-DD706BAC87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FDF018A-13BE-B23C-CAFC-12900939937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" name="Freeform 746">
                <a:extLst>
                  <a:ext uri="{FF2B5EF4-FFF2-40B4-BE49-F238E27FC236}">
                    <a16:creationId xmlns:a16="http://schemas.microsoft.com/office/drawing/2014/main" id="{82368D13-55D3-10AB-3F6E-0F1B4673485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747">
                <a:extLst>
                  <a:ext uri="{FF2B5EF4-FFF2-40B4-BE49-F238E27FC236}">
                    <a16:creationId xmlns:a16="http://schemas.microsoft.com/office/drawing/2014/main" id="{D26F1892-7B6D-E9C6-1437-BD1DA057487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748">
                <a:extLst>
                  <a:ext uri="{FF2B5EF4-FFF2-40B4-BE49-F238E27FC236}">
                    <a16:creationId xmlns:a16="http://schemas.microsoft.com/office/drawing/2014/main" id="{A4B6C1C8-4A97-601A-B679-5E7137E35B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749">
                <a:extLst>
                  <a:ext uri="{FF2B5EF4-FFF2-40B4-BE49-F238E27FC236}">
                    <a16:creationId xmlns:a16="http://schemas.microsoft.com/office/drawing/2014/main" id="{36900D8E-FBE2-C2E0-E2E5-1A6395178D3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A4B83A7-CE05-00A2-3FD8-5F193A57D79B}"/>
              </a:ext>
            </a:extLst>
          </p:cNvPr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62" name="Freeform 751">
              <a:extLst>
                <a:ext uri="{FF2B5EF4-FFF2-40B4-BE49-F238E27FC236}">
                  <a16:creationId xmlns:a16="http://schemas.microsoft.com/office/drawing/2014/main" id="{B7AB6404-3FA6-38DC-FF6C-33B53D7C8EA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770965F-7ADE-8D0E-66F3-A0C4A230F09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71E83FE-3F6F-ABBC-4EC0-643CEFA4D37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" name="Freeform 754">
                <a:extLst>
                  <a:ext uri="{FF2B5EF4-FFF2-40B4-BE49-F238E27FC236}">
                    <a16:creationId xmlns:a16="http://schemas.microsoft.com/office/drawing/2014/main" id="{7427393F-5D5C-5AAE-3D5F-43A47A7DDBC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 755">
                <a:extLst>
                  <a:ext uri="{FF2B5EF4-FFF2-40B4-BE49-F238E27FC236}">
                    <a16:creationId xmlns:a16="http://schemas.microsoft.com/office/drawing/2014/main" id="{EDE97C3D-821F-F105-C304-1E534514AB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 756">
                <a:extLst>
                  <a:ext uri="{FF2B5EF4-FFF2-40B4-BE49-F238E27FC236}">
                    <a16:creationId xmlns:a16="http://schemas.microsoft.com/office/drawing/2014/main" id="{3FED5934-5B10-5C56-5A1F-B2726AA98E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 757">
                <a:extLst>
                  <a:ext uri="{FF2B5EF4-FFF2-40B4-BE49-F238E27FC236}">
                    <a16:creationId xmlns:a16="http://schemas.microsoft.com/office/drawing/2014/main" id="{85CFEA73-DDE4-14BF-082F-A32EBA0C9F0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F175197E-DFFA-533D-BAD1-379B5715B4EB}"/>
              </a:ext>
            </a:extLst>
          </p:cNvPr>
          <p:cNvSpPr/>
          <p:nvPr/>
        </p:nvSpPr>
        <p:spPr bwMode="auto"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4C6446A-0063-6D4F-B21C-46928B115731}"/>
              </a:ext>
            </a:extLst>
          </p:cNvPr>
          <p:cNvSpPr/>
          <p:nvPr/>
        </p:nvSpPr>
        <p:spPr bwMode="auto"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00EBCC-58EC-F6FE-834E-8FEFAD140735}"/>
              </a:ext>
            </a:extLst>
          </p:cNvPr>
          <p:cNvSpPr/>
          <p:nvPr/>
        </p:nvSpPr>
        <p:spPr bwMode="auto"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72" name="Group 100">
            <a:extLst>
              <a:ext uri="{FF2B5EF4-FFF2-40B4-BE49-F238E27FC236}">
                <a16:creationId xmlns:a16="http://schemas.microsoft.com/office/drawing/2014/main" id="{FC21B887-B151-AF5F-DFFD-67DA38819C54}"/>
              </a:ext>
            </a:extLst>
          </p:cNvPr>
          <p:cNvGrpSpPr>
            <a:grpSpLocks/>
          </p:cNvGrpSpPr>
          <p:nvPr/>
        </p:nvGrpSpPr>
        <p:grpSpPr bwMode="auto"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id="73" name="Picture 101" descr="desktop_computer_stylized_medium">
              <a:extLst>
                <a:ext uri="{FF2B5EF4-FFF2-40B4-BE49-F238E27FC236}">
                  <a16:creationId xmlns:a16="http://schemas.microsoft.com/office/drawing/2014/main" id="{A760651E-981E-E169-5F37-7046EEA79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02">
              <a:extLst>
                <a:ext uri="{FF2B5EF4-FFF2-40B4-BE49-F238E27FC236}">
                  <a16:creationId xmlns:a16="http://schemas.microsoft.com/office/drawing/2014/main" id="{79421596-3312-0429-B600-964A91C24B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C083830-BF74-0037-2CAB-36510C0AA024}"/>
              </a:ext>
            </a:extLst>
          </p:cNvPr>
          <p:cNvSpPr txBox="1"/>
          <p:nvPr/>
        </p:nvSpPr>
        <p:spPr>
          <a:xfrm>
            <a:off x="424543" y="6041571"/>
            <a:ext cx="727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Copyright © 2010-2025 J.F. Kurose, K.W. Ross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5D9BB99-44F2-E6A2-5EEA-0E41897888FB}"/>
                  </a:ext>
                </a:extLst>
              </p14:cNvPr>
              <p14:cNvContentPartPr/>
              <p14:nvPr/>
            </p14:nvContentPartPr>
            <p14:xfrm>
              <a:off x="2393640" y="1746000"/>
              <a:ext cx="1667160" cy="1056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5D9BB99-44F2-E6A2-5EEA-0E41897888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4280" y="1736640"/>
                <a:ext cx="1685880" cy="10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63754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17A0-6B6F-1193-7E8C-6A837305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48EA-CF25-D0E0-FEBD-2284D101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circuit switching, the network establishes a dedicated end-to-end connection between the two communication hosts A and B</a:t>
            </a:r>
          </a:p>
          <a:p>
            <a:endParaRPr lang="en-IN" dirty="0"/>
          </a:p>
          <a:p>
            <a:r>
              <a:rPr lang="en-IN" dirty="0"/>
              <a:t>No other hosts can send messages on the dedicated path until A and B decides to end the connection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Does this solves the problem of real-time communication? </a:t>
            </a:r>
          </a:p>
        </p:txBody>
      </p:sp>
    </p:spTree>
    <p:extLst>
      <p:ext uri="{BB962C8B-B14F-4D97-AF65-F5344CB8AC3E}">
        <p14:creationId xmlns:p14="http://schemas.microsoft.com/office/powerpoint/2010/main" val="17530207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3707-A971-335E-A739-5C0211A6A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B1C3-01E0-BC0B-0D4F-525E3327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5C8DA-278B-3647-7E5C-A32A6A0F6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circuit switching, the network establishes a dedicated end-to-end connection between the two communication hosts A and B</a:t>
            </a:r>
          </a:p>
          <a:p>
            <a:endParaRPr lang="en-IN" dirty="0"/>
          </a:p>
          <a:p>
            <a:r>
              <a:rPr lang="en-IN" dirty="0"/>
              <a:t>No other hosts can send messages on the dedicated path until A and B decides to end the connection</a:t>
            </a:r>
          </a:p>
          <a:p>
            <a:endParaRPr lang="en-IN" dirty="0"/>
          </a:p>
          <a:p>
            <a:r>
              <a:rPr lang="en-IN" dirty="0"/>
              <a:t>Does this solves the problem of real-time communication?</a:t>
            </a:r>
          </a:p>
          <a:p>
            <a:pPr lvl="1"/>
            <a:r>
              <a:rPr lang="en-IN" dirty="0"/>
              <a:t>Yes </a:t>
            </a:r>
          </a:p>
          <a:p>
            <a:r>
              <a:rPr lang="en-IN" dirty="0">
                <a:solidFill>
                  <a:srgbClr val="FF0000"/>
                </a:solidFill>
              </a:rPr>
              <a:t>Any other problem?</a:t>
            </a:r>
          </a:p>
        </p:txBody>
      </p:sp>
    </p:spTree>
    <p:extLst>
      <p:ext uri="{BB962C8B-B14F-4D97-AF65-F5344CB8AC3E}">
        <p14:creationId xmlns:p14="http://schemas.microsoft.com/office/powerpoint/2010/main" val="1117059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1222-5E6D-A39F-41D6-638DDD62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9DDC-ECD9-49E0-FAEC-40C7303B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061B1-F3A2-6A3A-3640-A5E2F01EF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 circuit switching, the network establishes a dedicated end-to-end connection between the two communication hosts A and B</a:t>
            </a:r>
          </a:p>
          <a:p>
            <a:endParaRPr lang="en-IN" dirty="0"/>
          </a:p>
          <a:p>
            <a:r>
              <a:rPr lang="en-IN" dirty="0"/>
              <a:t>No other hosts can send messages on the dedicated path until A and B decides to end the connection</a:t>
            </a:r>
          </a:p>
          <a:p>
            <a:endParaRPr lang="en-IN" dirty="0"/>
          </a:p>
          <a:p>
            <a:r>
              <a:rPr lang="en-IN" dirty="0"/>
              <a:t>Does this solves the problem of real-time communication?</a:t>
            </a:r>
          </a:p>
          <a:p>
            <a:pPr lvl="1"/>
            <a:r>
              <a:rPr lang="en-IN" dirty="0"/>
              <a:t>Yes </a:t>
            </a:r>
          </a:p>
          <a:p>
            <a:r>
              <a:rPr lang="en-IN" dirty="0"/>
              <a:t>Any other problem?</a:t>
            </a:r>
          </a:p>
          <a:p>
            <a:pPr lvl="1"/>
            <a:r>
              <a:rPr lang="en-IN" dirty="0"/>
              <a:t>Wastage of network resources during the silent period of the communication</a:t>
            </a:r>
          </a:p>
          <a:p>
            <a:pPr lvl="2"/>
            <a:r>
              <a:rPr lang="en-IN" dirty="0"/>
              <a:t>e.g., no one is speaking</a:t>
            </a:r>
          </a:p>
        </p:txBody>
      </p:sp>
    </p:spTree>
    <p:extLst>
      <p:ext uri="{BB962C8B-B14F-4D97-AF65-F5344CB8AC3E}">
        <p14:creationId xmlns:p14="http://schemas.microsoft.com/office/powerpoint/2010/main" val="41351008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8CD6-1505-F3C2-08C1-6501C582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C06-21DC-AF45-6E50-7CED16363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Even though the circuit switches reserve intermediate links, a link can still serve multiple circuits (dedicated channel between communication hosts) using multiplexing techniques</a:t>
            </a:r>
          </a:p>
          <a:p>
            <a:endParaRPr lang="en-IN" dirty="0"/>
          </a:p>
          <a:p>
            <a:r>
              <a:rPr lang="en-IN" dirty="0"/>
              <a:t>Time-division multiplexing</a:t>
            </a:r>
          </a:p>
          <a:p>
            <a:pPr lvl="1"/>
            <a:r>
              <a:rPr lang="en-IN" dirty="0"/>
              <a:t>Time is divided into slots</a:t>
            </a:r>
          </a:p>
          <a:p>
            <a:pPr lvl="1"/>
            <a:r>
              <a:rPr lang="en-IN" dirty="0"/>
              <a:t>Each circuit is assigned a slot</a:t>
            </a:r>
          </a:p>
          <a:p>
            <a:pPr lvl="1"/>
            <a:r>
              <a:rPr lang="en-IN" dirty="0"/>
              <a:t>The circuit can use the full transmission rate during its turn in a round-robin manner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232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376F-9BD0-ACE3-4C30-662869806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338BA-937F-9B5D-DB94-C4FB787C8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61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3A65-1293-ADC3-7BFF-53FF7127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9A41-D128-64D2-58E1-E9D4C821F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Frequency-division multiplexing (FDM)</a:t>
            </a:r>
          </a:p>
          <a:p>
            <a:pPr lvl="1"/>
            <a:r>
              <a:rPr lang="en-IN" dirty="0"/>
              <a:t>Each communication is assigned a unique frequency band</a:t>
            </a:r>
          </a:p>
          <a:p>
            <a:pPr lvl="2"/>
            <a:r>
              <a:rPr lang="en-IN" dirty="0"/>
              <a:t>e.g., FM radio stations use FDM where each station uses a different frequency in the frequency spectrum</a:t>
            </a:r>
          </a:p>
          <a:p>
            <a:pPr lvl="2"/>
            <a:endParaRPr lang="en-IN" dirty="0"/>
          </a:p>
          <a:p>
            <a:pPr lvl="1"/>
            <a:r>
              <a:rPr lang="en-IN" dirty="0"/>
              <a:t>If the transmission rate is 100 Mbps, then </a:t>
            </a:r>
            <a:r>
              <a:rPr lang="en-IN" dirty="0">
                <a:solidFill>
                  <a:schemeClr val="accent1"/>
                </a:solidFill>
              </a:rPr>
              <a:t>n</a:t>
            </a:r>
            <a:r>
              <a:rPr lang="en-IN" dirty="0"/>
              <a:t> users sharing the link can roughly send at slightly less than 100/</a:t>
            </a:r>
            <a:r>
              <a:rPr lang="en-IN" dirty="0">
                <a:solidFill>
                  <a:schemeClr val="accent1"/>
                </a:solidFill>
              </a:rPr>
              <a:t>n</a:t>
            </a:r>
            <a:r>
              <a:rPr lang="en-IN" dirty="0"/>
              <a:t> Mbps</a:t>
            </a:r>
          </a:p>
        </p:txBody>
      </p:sp>
    </p:spTree>
    <p:extLst>
      <p:ext uri="{BB962C8B-B14F-4D97-AF65-F5344CB8AC3E}">
        <p14:creationId xmlns:p14="http://schemas.microsoft.com/office/powerpoint/2010/main" val="3671274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2768</Words>
  <Application>Microsoft Office PowerPoint</Application>
  <PresentationFormat>Widescreen</PresentationFormat>
  <Paragraphs>574</Paragraphs>
  <Slides>68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Calibri</vt:lpstr>
      <vt:lpstr>Calibri Light</vt:lpstr>
      <vt:lpstr>Wingdings</vt:lpstr>
      <vt:lpstr>Office Theme</vt:lpstr>
      <vt:lpstr>Lecture-1</vt:lpstr>
      <vt:lpstr>Today’s topics</vt:lpstr>
      <vt:lpstr>Course Webpage</vt:lpstr>
      <vt:lpstr>Books</vt:lpstr>
      <vt:lpstr>Tentative plan</vt:lpstr>
      <vt:lpstr>Grading components</vt:lpstr>
      <vt:lpstr>Office hours</vt:lpstr>
      <vt:lpstr>Questions?</vt:lpstr>
      <vt:lpstr>What is the goal of the Internet?</vt:lpstr>
      <vt:lpstr>Communication links</vt:lpstr>
      <vt:lpstr>Internet protocol</vt:lpstr>
      <vt:lpstr>Connecting end hosts</vt:lpstr>
      <vt:lpstr>Connecting end hosts</vt:lpstr>
      <vt:lpstr>How is the Internet implemented?</vt:lpstr>
      <vt:lpstr>Connecting end hosts</vt:lpstr>
      <vt:lpstr>Sending a message from A to B</vt:lpstr>
      <vt:lpstr>Sending a message from A to B</vt:lpstr>
      <vt:lpstr>How gateways forward messages</vt:lpstr>
      <vt:lpstr>How gateways forward messages</vt:lpstr>
      <vt:lpstr>How gateways forward messages</vt:lpstr>
      <vt:lpstr>How B know who sent it?</vt:lpstr>
      <vt:lpstr>How B know who sent it?</vt:lpstr>
      <vt:lpstr>Handling corruption and loss</vt:lpstr>
      <vt:lpstr>Handling corruption and loss</vt:lpstr>
      <vt:lpstr>Network core</vt:lpstr>
      <vt:lpstr>Network core</vt:lpstr>
      <vt:lpstr>Reliable network core</vt:lpstr>
      <vt:lpstr>Reliable network core</vt:lpstr>
      <vt:lpstr>Reliable network core</vt:lpstr>
      <vt:lpstr>Reliable network core</vt:lpstr>
      <vt:lpstr>Reliable network core</vt:lpstr>
      <vt:lpstr>Reliable network core</vt:lpstr>
      <vt:lpstr>Reliable network core</vt:lpstr>
      <vt:lpstr>Reliable network core</vt:lpstr>
      <vt:lpstr>Dealing with corruption</vt:lpstr>
      <vt:lpstr>Dealing with corruption</vt:lpstr>
      <vt:lpstr>Dealing with corruption</vt:lpstr>
      <vt:lpstr>Dealing with corruption</vt:lpstr>
      <vt:lpstr>Dealing with corruption</vt:lpstr>
      <vt:lpstr>Design philosophy of the internet</vt:lpstr>
      <vt:lpstr>Design philosophy of the internet</vt:lpstr>
      <vt:lpstr>Convention</vt:lpstr>
      <vt:lpstr>Problem: Fairness</vt:lpstr>
      <vt:lpstr>Problem: Fairness</vt:lpstr>
      <vt:lpstr>Problem: Fairness</vt:lpstr>
      <vt:lpstr>Problem: Fairness</vt:lpstr>
      <vt:lpstr>Problem: Fairness</vt:lpstr>
      <vt:lpstr>Problem: Fairness</vt:lpstr>
      <vt:lpstr>Problem: Efficiency</vt:lpstr>
      <vt:lpstr>Problem: Efficiency</vt:lpstr>
      <vt:lpstr>Problem: Efficiency</vt:lpstr>
      <vt:lpstr>Packetization</vt:lpstr>
      <vt:lpstr>Packetization</vt:lpstr>
      <vt:lpstr>Packetization</vt:lpstr>
      <vt:lpstr>Packetization</vt:lpstr>
      <vt:lpstr>Packet and circuit switching</vt:lpstr>
      <vt:lpstr>Packet switching</vt:lpstr>
      <vt:lpstr>Store and forward</vt:lpstr>
      <vt:lpstr>Packet switching</vt:lpstr>
      <vt:lpstr>Packet switching</vt:lpstr>
      <vt:lpstr>Circuit switching</vt:lpstr>
      <vt:lpstr>Circuit switching</vt:lpstr>
      <vt:lpstr>Circuit switching</vt:lpstr>
      <vt:lpstr>Circuit switching</vt:lpstr>
      <vt:lpstr>Circuit switching</vt:lpstr>
      <vt:lpstr>Multiplexing</vt:lpstr>
      <vt:lpstr>Multiplexing</vt:lpstr>
      <vt:lpstr>Multiplexing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 Kedia</dc:creator>
  <cp:lastModifiedBy>Piyus Kedia</cp:lastModifiedBy>
  <cp:revision>14</cp:revision>
  <dcterms:created xsi:type="dcterms:W3CDTF">2025-08-04T08:42:38Z</dcterms:created>
  <dcterms:modified xsi:type="dcterms:W3CDTF">2025-08-11T06:41:27Z</dcterms:modified>
</cp:coreProperties>
</file>